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79" autoAdjust="0"/>
  </p:normalViewPr>
  <p:slideViewPr>
    <p:cSldViewPr snapToGrid="0">
      <p:cViewPr varScale="1">
        <p:scale>
          <a:sx n="77" d="100"/>
          <a:sy n="77" d="100"/>
        </p:scale>
        <p:origin x="8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E6809-FE3B-4981-B609-59C37F5051E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9D4F58-7339-4CBA-9BE8-D7C6823077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D4F58-7339-4CBA-9BE8-D7C6823077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041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970E-EF79-8C13-0C1A-768E2F0E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FCA0C0-4CE0-9FE4-3DE4-CA4D83B05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A110E0-3DA0-8CEB-F0F2-D40324E61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4ACC45-D93C-C013-B3E5-23AEBA9AA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D4F58-7339-4CBA-9BE8-D7C6823077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77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85050-A648-5C01-F661-97ED6B959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6F4BD2-AA5E-AC61-6C16-EC6EFE7AC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AEA27E-04DD-5578-A334-5AE956C1E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475D6E-AFF1-A8CB-3B80-E951B89E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62278-212E-8794-AF79-FF29448A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281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63D573-4512-F909-6470-E11C86470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9A855E-A917-6FAF-1529-DC741C41F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D53F24-903D-061A-A1BA-751EB5A25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0C1BE7-292F-75E7-FBA1-F28800D0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8934AD-ED31-C7B6-89E3-07A9775B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43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9BBEE-F2D8-2561-2585-1D7CDE9FC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99F43B-27EA-40FA-C51E-238AE872B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9C5A65-DAB5-6435-10C3-51ACF4E1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4A573E-02C8-9AEF-7D2E-CCA63FA52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FBDA86-361C-14EC-A2D6-1753553B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913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C893F-BCB2-CF04-B7F4-3DE874F8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C03DCF-8C94-3181-D636-688256FE7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63BD25-6FAA-737A-BF91-7E1F8364F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96FD0B-E47E-2390-4EEF-5F0F1676E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FE4929-24E4-C072-47DB-A5B63D00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5E48DD-4AC5-9BBB-077B-27B0CB7C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98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A86E8-BE05-82BD-48F1-DAFB859EA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2D2030-680D-D83A-6E1A-D405ADBEB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8C1CDD-8BF4-80D3-10EA-259F4B9C7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CD53A5-EAF9-C404-9F43-BB1986D1EE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B3F4B8-3CBF-97B7-7491-67016BF98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D78B07-78F8-976D-28BC-47027BE0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7C26F4-A13C-A298-A881-DA7A89FC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38D462-657E-6657-7A0C-C98335E1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01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C48A5-BBD5-735E-FF01-DE3CD135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1E6A88-56D1-DD81-C7FF-05AF7AEC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BA6F90-89A0-0BA2-9768-7C74A9F4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58D74C-CC5D-7550-6BDB-738C04B2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6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52D31D-7674-C62A-3FCF-249065E5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58FAC8-8E21-DA1E-791B-FB618FA9E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CFCE51-03E4-A686-E47E-CFEEB1FC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82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45E29-DCA4-B0EA-4398-D5233668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49D9C9-D812-7C58-3BCA-B706CB231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54B2AE-C11A-C4D2-D84D-E59C624AB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A8C7A7-B629-D54E-0158-C59A84A0F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BF1293-77C9-DBDD-078D-5D766D04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FF7574-D4B5-D745-5E5F-CD2D434F0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728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0DFB2-0A57-03FD-FEE8-53B3285C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5EA4F5-7BB7-F1EB-6722-F3F3C4E02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C08010-9E59-21B6-09E2-B1F4F4099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C52FAB-984F-7537-C633-49066DA2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D247BD-F2F0-ED2D-5419-38A6DD5C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594BAA-835A-79C7-1EEA-E9C18CDE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136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42052-D2A6-652B-582E-041114B4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1C7093-A593-2578-4B5C-837E5E486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993F38-D90C-06A6-33D0-6E54799C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C722FD-9040-0D1F-B1CF-22E92C55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E5FFA-7581-36EF-F704-25B73CE8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39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9C3128-9182-F428-5EDF-F535AB9C1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B271C3-6406-37E1-00FF-5B3C8C13B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62C234-AAC0-368B-341F-05C8AB0B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053186-394E-D6A9-1AAB-40BA40261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011981-E4DA-3198-0988-044A65DE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39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DE6713-3988-5591-1F15-142E3A4BA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D1A1B-278A-5A16-C581-B376DAF5F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A579FB-D2E7-73D9-30B5-65C50B09D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2361B-B132-49A8-86DE-B82AD51AF3B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9A5C7-E8BA-481A-A824-0D8F07996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609629-5882-5523-BA5D-DB3012DCC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B8E52-DA04-4B2C-A813-AE1450C3C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73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A54CA4-D667-DC3C-CB49-2810B8001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923294"/>
              </p:ext>
            </p:extLst>
          </p:nvPr>
        </p:nvGraphicFramePr>
        <p:xfrm>
          <a:off x="1834286" y="1441836"/>
          <a:ext cx="8128000" cy="258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204421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277467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58087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6207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pass@1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pass@3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pass@5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953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No context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25.10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45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DAR signature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21.87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28.43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30.83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598889"/>
                  </a:ext>
                </a:extLst>
              </a:tr>
              <a:tr h="33874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DAR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31.01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38.97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42.19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9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BM25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32.23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40.12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42.99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431537"/>
                  </a:ext>
                </a:extLst>
              </a:tr>
              <a:tr h="35670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BM25+DAR sign.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31.52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39.54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42.72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23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Hydra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41.42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44.51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28786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310FEDD-DF6E-232C-CFB7-14961DD9EC33}"/>
              </a:ext>
            </a:extLst>
          </p:cNvPr>
          <p:cNvSpPr txBox="1"/>
          <p:nvPr/>
        </p:nvSpPr>
        <p:spPr>
          <a:xfrm>
            <a:off x="3139109" y="4171657"/>
            <a:ext cx="5913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测试样本依赖中，</a:t>
            </a:r>
            <a:r>
              <a:rPr lang="en-US" altLang="zh-CN" dirty="0"/>
              <a:t>58%</a:t>
            </a:r>
            <a:r>
              <a:rPr lang="zh-CN" altLang="en-US" dirty="0"/>
              <a:t>有</a:t>
            </a:r>
            <a:r>
              <a:rPr lang="en-US" altLang="zh-CN" dirty="0"/>
              <a:t>docstring</a:t>
            </a:r>
            <a:r>
              <a:rPr lang="zh-CN" altLang="en-US" dirty="0"/>
              <a:t>，</a:t>
            </a:r>
            <a:r>
              <a:rPr lang="en-US" altLang="zh-CN" dirty="0"/>
              <a:t>42%</a:t>
            </a:r>
            <a:r>
              <a:rPr lang="zh-CN" altLang="en-US" dirty="0"/>
              <a:t>没有</a:t>
            </a:r>
          </a:p>
        </p:txBody>
      </p:sp>
    </p:spTree>
    <p:extLst>
      <p:ext uri="{BB962C8B-B14F-4D97-AF65-F5344CB8AC3E}">
        <p14:creationId xmlns:p14="http://schemas.microsoft.com/office/powerpoint/2010/main" val="66281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7693-C57E-570B-9D6A-342075009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9FAE20F-673E-BECE-0ED2-AA4D5FB0FB56}"/>
              </a:ext>
            </a:extLst>
          </p:cNvPr>
          <p:cNvGrpSpPr/>
          <p:nvPr/>
        </p:nvGrpSpPr>
        <p:grpSpPr>
          <a:xfrm>
            <a:off x="3240845" y="1723853"/>
            <a:ext cx="5205702" cy="3748226"/>
            <a:chOff x="2479915" y="774821"/>
            <a:chExt cx="5205702" cy="374822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CAD69C7-B30F-BDB1-7F36-BDD4F6826A07}"/>
                </a:ext>
              </a:extLst>
            </p:cNvPr>
            <p:cNvSpPr/>
            <p:nvPr/>
          </p:nvSpPr>
          <p:spPr>
            <a:xfrm>
              <a:off x="5129228" y="774821"/>
              <a:ext cx="1170039" cy="4621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测试样本</a:t>
              </a: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E4ED27FD-2BC4-029F-7D12-BFDF40C3DA22}"/>
                </a:ext>
              </a:extLst>
            </p:cNvPr>
            <p:cNvGrpSpPr/>
            <p:nvPr/>
          </p:nvGrpSpPr>
          <p:grpSpPr>
            <a:xfrm>
              <a:off x="3742880" y="1869372"/>
              <a:ext cx="3942737" cy="464574"/>
              <a:chOff x="1297857" y="2021921"/>
              <a:chExt cx="3942737" cy="464574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212B2B1-A2EB-067D-433B-69B353954C40}"/>
                  </a:ext>
                </a:extLst>
              </p:cNvPr>
              <p:cNvSpPr/>
              <p:nvPr/>
            </p:nvSpPr>
            <p:spPr>
              <a:xfrm>
                <a:off x="1297857" y="2021921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DAR Item</a:t>
                </a:r>
                <a:endParaRPr lang="zh-CN" altLang="en-US" dirty="0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8925C36-3114-93A1-6904-D3AC1BA28B57}"/>
                  </a:ext>
                </a:extLst>
              </p:cNvPr>
              <p:cNvSpPr/>
              <p:nvPr/>
            </p:nvSpPr>
            <p:spPr>
              <a:xfrm>
                <a:off x="2684206" y="2024379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DAR Item</a:t>
                </a:r>
                <a:endParaRPr lang="zh-CN" altLang="en-US" dirty="0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5B1025C-6EE6-1BED-47D3-AE99C8F043D0}"/>
                  </a:ext>
                </a:extLst>
              </p:cNvPr>
              <p:cNvSpPr/>
              <p:nvPr/>
            </p:nvSpPr>
            <p:spPr>
              <a:xfrm>
                <a:off x="4070555" y="2024379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DAR Item</a:t>
                </a:r>
                <a:endParaRPr lang="zh-CN" altLang="en-US" dirty="0"/>
              </a:p>
            </p:txBody>
          </p:sp>
        </p:grp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19C21001-29DF-C6BA-D112-EFB07E0FC00E}"/>
                </a:ext>
              </a:extLst>
            </p:cNvPr>
            <p:cNvCxnSpPr>
              <a:cxnSpLocks/>
              <a:stCxn id="5" idx="0"/>
              <a:endCxn id="2" idx="2"/>
            </p:cNvCxnSpPr>
            <p:nvPr/>
          </p:nvCxnSpPr>
          <p:spPr>
            <a:xfrm flipV="1">
              <a:off x="4327900" y="1236937"/>
              <a:ext cx="1386348" cy="6324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2DC619FB-D72D-0EE7-441D-7F603E642847}"/>
                </a:ext>
              </a:extLst>
            </p:cNvPr>
            <p:cNvCxnSpPr>
              <a:cxnSpLocks/>
              <a:stCxn id="7" idx="0"/>
              <a:endCxn id="2" idx="2"/>
            </p:cNvCxnSpPr>
            <p:nvPr/>
          </p:nvCxnSpPr>
          <p:spPr>
            <a:xfrm flipH="1" flipV="1">
              <a:off x="5714248" y="1236937"/>
              <a:ext cx="1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37D77797-A3CF-110D-9B83-234D2805F9EE}"/>
                </a:ext>
              </a:extLst>
            </p:cNvPr>
            <p:cNvCxnSpPr>
              <a:cxnSpLocks/>
              <a:stCxn id="9" idx="0"/>
              <a:endCxn id="2" idx="2"/>
            </p:cNvCxnSpPr>
            <p:nvPr/>
          </p:nvCxnSpPr>
          <p:spPr>
            <a:xfrm flipH="1" flipV="1">
              <a:off x="5714248" y="1236937"/>
              <a:ext cx="1386350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85CE586-547A-DEDE-41E6-A59E46E15B26}"/>
                </a:ext>
              </a:extLst>
            </p:cNvPr>
            <p:cNvSpPr txBox="1"/>
            <p:nvPr/>
          </p:nvSpPr>
          <p:spPr>
            <a:xfrm>
              <a:off x="5401021" y="1396300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生成</a:t>
              </a: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AF4B43C-4D8C-B93C-64A4-9D0E85959FE2}"/>
                </a:ext>
              </a:extLst>
            </p:cNvPr>
            <p:cNvGrpSpPr/>
            <p:nvPr/>
          </p:nvGrpSpPr>
          <p:grpSpPr>
            <a:xfrm>
              <a:off x="3106241" y="2966381"/>
              <a:ext cx="2443315" cy="462116"/>
              <a:chOff x="825910" y="2700873"/>
              <a:chExt cx="2443315" cy="462116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D6C31064-603F-4099-E40D-D585A445E552}"/>
                  </a:ext>
                </a:extLst>
              </p:cNvPr>
              <p:cNvSpPr/>
              <p:nvPr/>
            </p:nvSpPr>
            <p:spPr>
              <a:xfrm>
                <a:off x="825910" y="2700873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DAR Item</a:t>
                </a:r>
                <a:endParaRPr lang="zh-CN" altLang="en-US" dirty="0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E136440-8CA2-8559-9C59-1BDDD3837A13}"/>
                  </a:ext>
                </a:extLst>
              </p:cNvPr>
              <p:cNvSpPr/>
              <p:nvPr/>
            </p:nvSpPr>
            <p:spPr>
              <a:xfrm>
                <a:off x="2099186" y="2700873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DAR Item</a:t>
                </a:r>
                <a:endParaRPr lang="zh-CN" altLang="en-US" dirty="0"/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81B3F850-3054-86BE-3738-28CC6C6AE5E5}"/>
                </a:ext>
              </a:extLst>
            </p:cNvPr>
            <p:cNvGrpSpPr/>
            <p:nvPr/>
          </p:nvGrpSpPr>
          <p:grpSpPr>
            <a:xfrm>
              <a:off x="2479915" y="4060931"/>
              <a:ext cx="2525930" cy="462116"/>
              <a:chOff x="592179" y="3683248"/>
              <a:chExt cx="2525930" cy="462116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07F11E80-C302-12DD-0FD6-68C21D879609}"/>
                  </a:ext>
                </a:extLst>
              </p:cNvPr>
              <p:cNvSpPr/>
              <p:nvPr/>
            </p:nvSpPr>
            <p:spPr>
              <a:xfrm>
                <a:off x="592179" y="3683248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DAR Item</a:t>
                </a:r>
                <a:endParaRPr lang="zh-CN" altLang="en-US" dirty="0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510FBF7-4027-07FB-422F-8A02C47D6365}"/>
                  </a:ext>
                </a:extLst>
              </p:cNvPr>
              <p:cNvSpPr/>
              <p:nvPr/>
            </p:nvSpPr>
            <p:spPr>
              <a:xfrm>
                <a:off x="1948070" y="3683248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DAR Item</a:t>
                </a:r>
                <a:endParaRPr lang="zh-CN" altLang="en-US" dirty="0"/>
              </a:p>
            </p:txBody>
          </p:sp>
        </p:grp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A896FB51-1ED0-1216-3DB8-5E8D3A33E7C0}"/>
                </a:ext>
              </a:extLst>
            </p:cNvPr>
            <p:cNvCxnSpPr>
              <a:cxnSpLocks/>
              <a:stCxn id="20" idx="0"/>
              <a:endCxn id="5" idx="2"/>
            </p:cNvCxnSpPr>
            <p:nvPr/>
          </p:nvCxnSpPr>
          <p:spPr>
            <a:xfrm flipV="1">
              <a:off x="3691261" y="2331488"/>
              <a:ext cx="636639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7CF630E3-8F54-4A64-F688-45A4BF96C997}"/>
                </a:ext>
              </a:extLst>
            </p:cNvPr>
            <p:cNvCxnSpPr>
              <a:cxnSpLocks/>
              <a:stCxn id="22" idx="0"/>
              <a:endCxn id="5" idx="2"/>
            </p:cNvCxnSpPr>
            <p:nvPr/>
          </p:nvCxnSpPr>
          <p:spPr>
            <a:xfrm flipH="1" flipV="1">
              <a:off x="4327900" y="2331488"/>
              <a:ext cx="636637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478DB861-35C2-6429-6933-FD9765C9B25C}"/>
                </a:ext>
              </a:extLst>
            </p:cNvPr>
            <p:cNvCxnSpPr>
              <a:cxnSpLocks/>
              <a:stCxn id="24" idx="0"/>
              <a:endCxn id="20" idx="2"/>
            </p:cNvCxnSpPr>
            <p:nvPr/>
          </p:nvCxnSpPr>
          <p:spPr>
            <a:xfrm flipV="1">
              <a:off x="3064935" y="3428497"/>
              <a:ext cx="626326" cy="6324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F24645C2-A693-B1FA-C535-951757DB9E5C}"/>
                </a:ext>
              </a:extLst>
            </p:cNvPr>
            <p:cNvCxnSpPr>
              <a:cxnSpLocks/>
              <a:stCxn id="26" idx="0"/>
              <a:endCxn id="20" idx="2"/>
            </p:cNvCxnSpPr>
            <p:nvPr/>
          </p:nvCxnSpPr>
          <p:spPr>
            <a:xfrm flipH="1" flipV="1">
              <a:off x="3691261" y="3428497"/>
              <a:ext cx="729565" cy="6324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736B0D55-AD0B-3231-E3F9-AA2AE6A8B7B0}"/>
                </a:ext>
              </a:extLst>
            </p:cNvPr>
            <p:cNvSpPr txBox="1"/>
            <p:nvPr/>
          </p:nvSpPr>
          <p:spPr>
            <a:xfrm>
              <a:off x="3389057" y="3598815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摘要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DCF575EB-A8FC-70A0-BFA2-AD3F5921206B}"/>
                </a:ext>
              </a:extLst>
            </p:cNvPr>
            <p:cNvSpPr txBox="1"/>
            <p:nvPr/>
          </p:nvSpPr>
          <p:spPr>
            <a:xfrm>
              <a:off x="3978925" y="2499468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摘要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C4EF6170-66E1-F1BE-8855-87E428485B22}"/>
              </a:ext>
            </a:extLst>
          </p:cNvPr>
          <p:cNvSpPr txBox="1"/>
          <p:nvPr/>
        </p:nvSpPr>
        <p:spPr>
          <a:xfrm>
            <a:off x="5181755" y="1116515"/>
            <a:ext cx="1974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依赖项</a:t>
            </a:r>
          </a:p>
        </p:txBody>
      </p:sp>
    </p:spTree>
    <p:extLst>
      <p:ext uri="{BB962C8B-B14F-4D97-AF65-F5344CB8AC3E}">
        <p14:creationId xmlns:p14="http://schemas.microsoft.com/office/powerpoint/2010/main" val="3784151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102</Words>
  <Application>Microsoft Office PowerPoint</Application>
  <PresentationFormat>宽屏</PresentationFormat>
  <Paragraphs>42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7</cp:revision>
  <dcterms:created xsi:type="dcterms:W3CDTF">2026-09-01T09:38:40Z</dcterms:created>
  <dcterms:modified xsi:type="dcterms:W3CDTF">2026-09-02T02:20:51Z</dcterms:modified>
</cp:coreProperties>
</file>