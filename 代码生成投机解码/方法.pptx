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B4DE4-539B-9E9E-C329-03BB04F33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7A1FF0-BD0C-F06F-F1DF-D82C15BA7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8A7E2F-2B31-E712-7CB8-D0230230E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3D12-52F1-4FE7-9B28-5BE0C77F157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97ABB2-8435-AF66-1054-7AF8E184A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8B58F5-84BD-F785-EED2-E9CC0A801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04337-C0A8-48DA-9A28-6EA80D82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131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2EA314-E8E6-29BE-129C-89505B85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1CA5A7-33DB-683E-78B2-6DDB7AC7A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E1E81F-FA21-52C8-707E-A5FA6978E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3D12-52F1-4FE7-9B28-5BE0C77F157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D1F0A5-3DD1-3198-8D2D-AE10099E4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4431AF-83DF-CDE3-9250-5973EE459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04337-C0A8-48DA-9A28-6EA80D82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84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75BB32-3325-C571-5394-E81FF9D71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E112B8-CFDC-2AEC-EFFA-E586DE8C3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A5B7C4-BEDD-11F6-0073-DAA3D3B18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3D12-52F1-4FE7-9B28-5BE0C77F157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75B32E-BDC3-2C24-3C37-923C3153D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4B1ABA-EFB9-585E-AD7B-06B38E3A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04337-C0A8-48DA-9A28-6EA80D82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47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3E20EC-582E-86BB-A8DE-03CF255A6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8F3D9D-BD71-1AA6-4A57-80E6DE70C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18EA88-B225-9B36-3E18-D59C90E50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A7D04B-AD51-F610-8E2B-1BB5DD11D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3D12-52F1-4FE7-9B28-5BE0C77F157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A74D62-9ECB-5D6E-029D-17257C0FD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686B04-72B7-A9AF-06AE-0C052A4CF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04337-C0A8-48DA-9A28-6EA80D82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86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3AFB29-4541-22BE-8F8A-C176ABDB6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281651-AA93-9F3D-A320-12A764C64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F1E6B7-9BA2-7AB9-2343-E27083868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6D9270-0CCB-9076-3D30-F6D31A4A2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475AD78-2436-AEC3-EEAC-5281C2DB6D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F44C6B-2143-8185-F498-652139560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3D12-52F1-4FE7-9B28-5BE0C77F157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665B00-1E0B-2D05-761D-83E644355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628D9C0-C075-1FAC-F0DC-CCCD5785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04337-C0A8-48DA-9A28-6EA80D82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93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FC854-D64D-DD22-E220-66B6E44A4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196645-4FBB-7200-4EF7-CEEC1F39C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3D12-52F1-4FE7-9B28-5BE0C77F157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5A1069B-0288-06C6-B4B7-3EC9B1AC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4C8FB2-C1DC-B6CB-EB51-10B4A48A6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04337-C0A8-48DA-9A28-6EA80D82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503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F8FC1C-B557-300A-803A-EDA9617B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3D12-52F1-4FE7-9B28-5BE0C77F157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31B45F-55CA-1FFF-99D0-779E90C73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BA1977-7A66-3A4B-B9EA-8CCFE1A9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04337-C0A8-48DA-9A28-6EA80D82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640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517240-1C2F-E178-3FC6-4F2EF4E04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9419E1-E710-3AFA-6AAB-7C9E65CE4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574A2C-05FF-31DB-8F56-422DD375C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8745D0-5697-207F-D0EB-35452C5B7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3D12-52F1-4FE7-9B28-5BE0C77F157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856578-1985-4B8B-4E29-7A7D21AA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838890-6043-05C7-A988-6A642730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04337-C0A8-48DA-9A28-6EA80D82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840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A00DF-8992-B583-36D9-E59C511F2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AB5037-43CD-3DBB-9539-30CCA34CC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B92EF0-2D2A-1910-6F6A-78EDBB776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8DBA41-D76A-8F8A-FB23-9D8622E6E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3D12-52F1-4FE7-9B28-5BE0C77F157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BB68B7-B467-D800-5104-D444EC2D6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88659E-7BA2-F444-983D-7BAB04BC1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04337-C0A8-48DA-9A28-6EA80D82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782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32FC6D-9166-671F-D143-C6E956A19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9F6B05-8E95-E1E9-E77C-DD08F5ADB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525037-3647-C936-B838-F7AC49C84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3D12-52F1-4FE7-9B28-5BE0C77F157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0C609-EC3E-A4A3-3A46-6EDEF7655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8817E7-00C2-89EA-F46D-2005057A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04337-C0A8-48DA-9A28-6EA80D82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457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3AE27B4-C95E-55F6-26BD-902866CE31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C5F67F-52CE-8008-D8AD-EC9B6F9CB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1146CA-747D-41F0-0833-92C6706D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3D12-52F1-4FE7-9B28-5BE0C77F157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16DF73-50DF-EEF6-1BA8-14CFB4BB7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CF691E-C107-FA8B-C277-48A97D6DB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04337-C0A8-48DA-9A28-6EA80D82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179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04D1E3-10B7-61BD-55EE-E2131515C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FBA2B8-1422-D4B4-3794-2A9A5B2DF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3C8745-582C-55D2-F09B-9EA69EAB15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93D12-52F1-4FE7-9B28-5BE0C77F157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68A5C8-CBFE-6D4D-8523-34CDC6406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9CD873-B1B6-1845-89BB-3B1DC6F4CA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904337-C0A8-48DA-9A28-6EA80D82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473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9232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1</cp:revision>
  <dcterms:created xsi:type="dcterms:W3CDTF">2025-12-02T14:46:14Z</dcterms:created>
  <dcterms:modified xsi:type="dcterms:W3CDTF">2025-12-02T15:51:01Z</dcterms:modified>
</cp:coreProperties>
</file>