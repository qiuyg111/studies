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68" r:id="rId3"/>
    <p:sldId id="266" r:id="rId4"/>
    <p:sldId id="269" r:id="rId5"/>
    <p:sldId id="265" r:id="rId6"/>
    <p:sldId id="270" r:id="rId7"/>
    <p:sldId id="263" r:id="rId8"/>
    <p:sldId id="26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BDA0F-09CC-4DBF-B737-362109F9FA0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892300" y="2182495"/>
          <a:ext cx="777875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mbcpp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mbgp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mbpp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precision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69.12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72.64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61.56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draft varify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91.62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93.55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93.25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89.25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898297"/>
              </p:ext>
            </p:extLst>
          </p:nvPr>
        </p:nvGraphicFramePr>
        <p:xfrm>
          <a:off x="511279" y="737419"/>
          <a:ext cx="11169441" cy="5129490"/>
        </p:xfrm>
        <a:graphic>
          <a:graphicData uri="http://schemas.openxmlformats.org/drawingml/2006/table">
            <a:tbl>
              <a:tblPr/>
              <a:tblGrid>
                <a:gridCol w="1012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5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5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5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5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65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5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65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656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656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656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656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656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656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656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7656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7656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476562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717755">
                <a:tc row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模型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mbcpp 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mbgp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mbjsp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mbpp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zh-CN" altLang="en-US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zh-CN" altLang="en-US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pass@1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755">
                <a:tc rowSpan="5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sz="12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CodeLlama-34b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自回归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18.49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17.97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18.18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18.30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54.2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REST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36.43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1.97x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33.92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1.89x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1.24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34.36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1.89x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32.93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1.79x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54.2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1.13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Ditilled self-draft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43.67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2.36</a:t>
                      </a: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43.24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2.40x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44.67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2.48x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40.65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2.22x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54.2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Eagle-3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40.43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2.18x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0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0.53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39.20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2.18</a:t>
                      </a: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0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0.46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40.96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2.25x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2.06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0.51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36.64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54.2</a:t>
                      </a:r>
                    </a:p>
                    <a:p>
                      <a:pPr marL="0" marR="0" algn="ctr" fontAlgn="ctr">
                        <a:buNone/>
                      </a:pPr>
                      <a:endParaRPr lang="en-US" altLang="zh-CN" sz="1200" b="0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0.45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ours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48.22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2.60x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5.38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47.59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2.64x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5.05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0.77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46.88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2.58x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5.07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43.76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2.39x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54.2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4.43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11279" y="737419"/>
          <a:ext cx="11169441" cy="5129490"/>
        </p:xfrm>
        <a:graphic>
          <a:graphicData uri="http://schemas.openxmlformats.org/drawingml/2006/table">
            <a:tbl>
              <a:tblPr/>
              <a:tblGrid>
                <a:gridCol w="1012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5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5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65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56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65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65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656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656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656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656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656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656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7656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7656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476562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717755">
                <a:tc row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模型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mbcpp 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mbgp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mbjsp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mbpp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755">
                <a:tc rowSpan="5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sz="12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CodeLlama-34b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自回归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18.54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18.19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18.15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18.25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effectLst/>
                        </a:rPr>
                        <a:t>47.12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REST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35.14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1.89x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1.27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37.70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2.07x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33.24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1.83x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1.18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33.25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1.82x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effectLst/>
                        </a:rPr>
                        <a:t>47.68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1.12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Ditilled self-draft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43.38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2.34</a:t>
                      </a: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42.71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2.34x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42.90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2.36x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38.90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2.13x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46.00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Eagle-3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37.50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2.02x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zh-CN" altLang="en-US" sz="12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effectLst/>
                        </a:rPr>
                        <a:t>1.87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effectLst/>
                        </a:rPr>
                        <a:t>0.48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37.58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2.06</a:t>
                      </a: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0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0.46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36.22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1.99x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0.44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33.12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1.81x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47.12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1.58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0.41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ours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46.36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2.50x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5.37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45.55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2.50x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4.81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46.02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2.53x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5.07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41.48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2.27x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46.48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0.69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11279" y="737419"/>
          <a:ext cx="11169441" cy="5129490"/>
        </p:xfrm>
        <a:graphic>
          <a:graphicData uri="http://schemas.openxmlformats.org/drawingml/2006/table">
            <a:tbl>
              <a:tblPr/>
              <a:tblGrid>
                <a:gridCol w="1013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7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7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7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7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67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67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507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50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507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507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84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678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7678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47678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717755">
                <a:tc row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模型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mbcpp 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mbgp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mbjsp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mbpp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755">
                <a:tc rowSpan="5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sz="12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deepseek-33b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自回归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14.44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14.31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14.13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14.05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REST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30.56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2.11x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1.51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28.22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1.97x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1.36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27.21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1.92x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1.30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26.20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1.86x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1.14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Ditilled self-draft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34.63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2.39</a:t>
                      </a: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endParaRPr 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32.53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33.55 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2.37x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29.94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2.13x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Eagle-3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31.52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2.18x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1.86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0.48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29.21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2.04x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0.43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30.01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2.13x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0.44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28.05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1.99x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1.54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0.40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ours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37.69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2.61x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6.04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36.79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2.57x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5.38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36.43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2.58x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5.47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31.86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2.26x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4.40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0.68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82910"/>
              </p:ext>
            </p:extLst>
          </p:nvPr>
        </p:nvGraphicFramePr>
        <p:xfrm>
          <a:off x="511279" y="737419"/>
          <a:ext cx="11169441" cy="5129490"/>
        </p:xfrm>
        <a:graphic>
          <a:graphicData uri="http://schemas.openxmlformats.org/drawingml/2006/table">
            <a:tbl>
              <a:tblPr/>
              <a:tblGrid>
                <a:gridCol w="1013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7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7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7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7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67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67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507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50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507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507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84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678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7678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47678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717755">
                <a:tc row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模型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mbcpp 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mbgp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mbjsp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mbpp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pass@1</a:t>
                      </a:r>
                      <a:endParaRPr lang="en-US" altLang="zh-CN" sz="1200" b="0" i="0" spc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Len.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Acc. Rate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755">
                <a:tc rowSpan="5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sz="12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deepseek-33b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自回归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14.20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14.23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14.22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14.03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REST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30.33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2.13x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1.46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  <a:sym typeface="+mn-ea"/>
                        </a:rPr>
                        <a:t>-</a:t>
                      </a:r>
                      <a:endParaRPr lang="en-US" altLang="en-US" sz="12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27.92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1.96x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1.32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  <a:sym typeface="+mn-ea"/>
                        </a:rPr>
                        <a:t>-</a:t>
                      </a:r>
                      <a:endParaRPr lang="en-US" altLang="en-US" sz="12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26.36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1.85x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1.19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-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24.71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1.76x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</a:rPr>
                        <a:t>1.06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en-US" sz="1200" dirty="0">
                          <a:effectLst/>
                          <a:sym typeface="+mn-ea"/>
                        </a:rPr>
                        <a:t>-</a:t>
                      </a:r>
                      <a:endParaRPr lang="en-US" altLang="en-US" sz="12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Ditilled self-draft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34.90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2.45</a:t>
                      </a: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endParaRPr 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32.53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2.28x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32.73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29.73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1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2.11x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en-US" sz="1200" b="1" i="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Eagle-3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28.37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1.99x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1.66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0.43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27.13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1.90x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0.39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26.55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1.86x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0.38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25.59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1.82x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0.36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77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ours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38.60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2.71x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6.03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0.78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34.69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2.43x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4.89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0.74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34.65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2.43x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5.29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0.75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31.86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2.23x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altLang="zh-CN" sz="12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4.16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0.67</a:t>
                      </a: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条形图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29" y="84155"/>
            <a:ext cx="5218561" cy="3261600"/>
          </a:xfrm>
          <a:prstGeom prst="rect">
            <a:avLst/>
          </a:prstGeom>
        </p:spPr>
      </p:pic>
      <p:pic>
        <p:nvPicPr>
          <p:cNvPr id="5" name="图片 4" descr="图表, 条形图&#10;&#10;AI 生成的内容可能不正确。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390" y="84155"/>
            <a:ext cx="5220014" cy="3262509"/>
          </a:xfrm>
          <a:prstGeom prst="rect">
            <a:avLst/>
          </a:prstGeom>
        </p:spPr>
      </p:pic>
      <p:pic>
        <p:nvPicPr>
          <p:cNvPr id="9" name="图片 8" descr="图表, 条形图&#10;&#10;AI 生成的内容可能不正确。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147" y="3429000"/>
            <a:ext cx="5451706" cy="3414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825" y="703580"/>
            <a:ext cx="8484235" cy="54514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2*223"/>
  <p:tag name="TABLE_ENDDRAG_RECT" val="144*210*612*22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2181</TotalTime>
  <Words>566</Words>
  <Application>Microsoft Office PowerPoint</Application>
  <PresentationFormat>宽屏</PresentationFormat>
  <Paragraphs>441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宋体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23</cp:revision>
  <dcterms:created xsi:type="dcterms:W3CDTF">2025-12-22T01:05:00Z</dcterms:created>
  <dcterms:modified xsi:type="dcterms:W3CDTF">2026-01-14T16:38:45Z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EC5C9E76D52244AF8FEE0DBD4B2AF386_12</vt:lpwstr>
  </property>
  <property fmtid="{D5CDD505-2E9C-101B-9397-08002B2CF9AE}" pid="3" name="KSOProductBuildVer">
    <vt:lpwstr>2052-12.1.0.21915</vt:lpwstr>
  </property>
</Properties>
</file>