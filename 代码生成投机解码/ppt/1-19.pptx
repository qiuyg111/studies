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sldIdLst>
    <p:sldId id="263" r:id="rId3"/>
    <p:sldId id="268" r:id="rId4"/>
    <p:sldId id="269" r:id="rId5"/>
    <p:sldId id="267" r:id="rId6"/>
    <p:sldId id="27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1E55D-55A7-45B7-B7C0-E264FED236F3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EA9EC-F244-4B09-BE3E-73685D628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33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EA9EC-F244-4B09-BE3E-73685D6288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542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BDA0F-09CC-4DBF-B737-362109F9FA0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87F89-DDA7-4B8B-9CCC-5E15E2174E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2148114A-A596-F594-57A2-1EA1F1E2A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22790"/>
            <a:ext cx="12192000" cy="35945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3E15-AF7C-0D78-67FB-4826C49D6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0515524-7FF0-932A-FCD7-1B20EC28468C}"/>
              </a:ext>
            </a:extLst>
          </p:cNvPr>
          <p:cNvGrpSpPr/>
          <p:nvPr/>
        </p:nvGrpSpPr>
        <p:grpSpPr>
          <a:xfrm>
            <a:off x="1133144" y="801059"/>
            <a:ext cx="2904542" cy="4816913"/>
            <a:chOff x="4960590" y="1895367"/>
            <a:chExt cx="1820545" cy="27402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A0166B2-51B6-7544-21B2-3EF6FD275B82}"/>
                </a:ext>
              </a:extLst>
            </p:cNvPr>
            <p:cNvSpPr/>
            <p:nvPr/>
          </p:nvSpPr>
          <p:spPr>
            <a:xfrm>
              <a:off x="4960590" y="1895367"/>
              <a:ext cx="1820545" cy="2439035"/>
            </a:xfrm>
            <a:prstGeom prst="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73">
              <a:extLst>
                <a:ext uri="{FF2B5EF4-FFF2-40B4-BE49-F238E27FC236}">
                  <a16:creationId xmlns:a16="http://schemas.microsoft.com/office/drawing/2014/main" id="{4919C608-4A95-017F-8125-914312B01CC2}"/>
                </a:ext>
              </a:extLst>
            </p:cNvPr>
            <p:cNvSpPr/>
            <p:nvPr/>
          </p:nvSpPr>
          <p:spPr>
            <a:xfrm>
              <a:off x="5010121" y="1941719"/>
              <a:ext cx="1720215" cy="388620"/>
            </a:xfrm>
            <a:prstGeom prst="roundRect">
              <a:avLst/>
            </a:prstGeom>
            <a:noFill/>
            <a:ln w="19050">
              <a:solidFill>
                <a:srgbClr val="1296D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05AA92EB-D749-9F88-54D8-FCB4CC30C660}"/>
                </a:ext>
              </a:extLst>
            </p:cNvPr>
            <p:cNvGrpSpPr/>
            <p:nvPr/>
          </p:nvGrpSpPr>
          <p:grpSpPr>
            <a:xfrm>
              <a:off x="5010121" y="1979184"/>
              <a:ext cx="1720215" cy="2303780"/>
              <a:chOff x="4970" y="5440"/>
              <a:chExt cx="2709" cy="4112"/>
            </a:xfrm>
          </p:grpSpPr>
          <p:sp>
            <p:nvSpPr>
              <p:cNvPr id="11" name="圆角矩形 63">
                <a:extLst>
                  <a:ext uri="{FF2B5EF4-FFF2-40B4-BE49-F238E27FC236}">
                    <a16:creationId xmlns:a16="http://schemas.microsoft.com/office/drawing/2014/main" id="{3F3BE4B3-EFDC-3C14-A3A6-5A48B35653C7}"/>
                  </a:ext>
                </a:extLst>
              </p:cNvPr>
              <p:cNvSpPr/>
              <p:nvPr/>
            </p:nvSpPr>
            <p:spPr>
              <a:xfrm>
                <a:off x="4970" y="6249"/>
                <a:ext cx="2709" cy="687"/>
              </a:xfrm>
              <a:prstGeom prst="roundRect">
                <a:avLst/>
              </a:prstGeom>
              <a:noFill/>
              <a:ln w="19050">
                <a:solidFill>
                  <a:srgbClr val="1296D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圆角矩形 62">
                <a:extLst>
                  <a:ext uri="{FF2B5EF4-FFF2-40B4-BE49-F238E27FC236}">
                    <a16:creationId xmlns:a16="http://schemas.microsoft.com/office/drawing/2014/main" id="{DF1A4E02-9FD6-3447-243D-DD7D99674DF0}"/>
                  </a:ext>
                </a:extLst>
              </p:cNvPr>
              <p:cNvSpPr/>
              <p:nvPr/>
            </p:nvSpPr>
            <p:spPr>
              <a:xfrm>
                <a:off x="4970" y="8824"/>
                <a:ext cx="2709" cy="728"/>
              </a:xfrm>
              <a:prstGeom prst="roundRect">
                <a:avLst/>
              </a:prstGeom>
              <a:noFill/>
              <a:ln w="19050">
                <a:solidFill>
                  <a:srgbClr val="1296D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圆角矩形 28">
                <a:extLst>
                  <a:ext uri="{FF2B5EF4-FFF2-40B4-BE49-F238E27FC236}">
                    <a16:creationId xmlns:a16="http://schemas.microsoft.com/office/drawing/2014/main" id="{C7ED7D0F-42F4-66F2-F9EC-A1E60E3633B2}"/>
                  </a:ext>
                </a:extLst>
              </p:cNvPr>
              <p:cNvSpPr/>
              <p:nvPr/>
            </p:nvSpPr>
            <p:spPr>
              <a:xfrm>
                <a:off x="5074" y="8913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</a:p>
            </p:txBody>
          </p:sp>
          <p:sp>
            <p:nvSpPr>
              <p:cNvPr id="14" name="圆角矩形 29">
                <a:extLst>
                  <a:ext uri="{FF2B5EF4-FFF2-40B4-BE49-F238E27FC236}">
                    <a16:creationId xmlns:a16="http://schemas.microsoft.com/office/drawing/2014/main" id="{D1D83148-546B-016B-9F39-69934035D4B2}"/>
                  </a:ext>
                </a:extLst>
              </p:cNvPr>
              <p:cNvSpPr/>
              <p:nvPr/>
            </p:nvSpPr>
            <p:spPr>
              <a:xfrm>
                <a:off x="5074" y="8045"/>
                <a:ext cx="1769" cy="555"/>
              </a:xfrm>
              <a:prstGeom prst="roundRect">
                <a:avLst/>
              </a:prstGeom>
              <a:solidFill>
                <a:srgbClr val="F4B183">
                  <a:alpha val="40000"/>
                </a:srgbClr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</a:p>
            </p:txBody>
          </p:sp>
          <p:sp>
            <p:nvSpPr>
              <p:cNvPr id="15" name="圆角矩形 30">
                <a:extLst>
                  <a:ext uri="{FF2B5EF4-FFF2-40B4-BE49-F238E27FC236}">
                    <a16:creationId xmlns:a16="http://schemas.microsoft.com/office/drawing/2014/main" id="{8344F7C5-E987-89A1-31A8-7C557EBA3FC9}"/>
                  </a:ext>
                </a:extLst>
              </p:cNvPr>
              <p:cNvSpPr/>
              <p:nvPr/>
            </p:nvSpPr>
            <p:spPr>
              <a:xfrm>
                <a:off x="5074" y="7177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Attention</a:t>
                </a:r>
              </a:p>
            </p:txBody>
          </p:sp>
          <p:sp>
            <p:nvSpPr>
              <p:cNvPr id="16" name="圆角矩形 31">
                <a:extLst>
                  <a:ext uri="{FF2B5EF4-FFF2-40B4-BE49-F238E27FC236}">
                    <a16:creationId xmlns:a16="http://schemas.microsoft.com/office/drawing/2014/main" id="{F7769D1C-5BDB-2DC4-1178-1D1C417EA1C3}"/>
                  </a:ext>
                </a:extLst>
              </p:cNvPr>
              <p:cNvSpPr/>
              <p:nvPr/>
            </p:nvSpPr>
            <p:spPr>
              <a:xfrm>
                <a:off x="5074" y="6309"/>
                <a:ext cx="1769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MLP</a:t>
                </a:r>
              </a:p>
            </p:txBody>
          </p:sp>
          <p:sp>
            <p:nvSpPr>
              <p:cNvPr id="17" name="圆角矩形 32">
                <a:extLst>
                  <a:ext uri="{FF2B5EF4-FFF2-40B4-BE49-F238E27FC236}">
                    <a16:creationId xmlns:a16="http://schemas.microsoft.com/office/drawing/2014/main" id="{63EFE487-5EDF-8243-ADB2-1F6BC6C6C9A2}"/>
                  </a:ext>
                </a:extLst>
              </p:cNvPr>
              <p:cNvSpPr/>
              <p:nvPr/>
            </p:nvSpPr>
            <p:spPr>
              <a:xfrm>
                <a:off x="5074" y="5440"/>
                <a:ext cx="1769" cy="556"/>
              </a:xfrm>
              <a:prstGeom prst="roundRect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LM Head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4E0884F6-7E1A-5247-0004-7FAD55EFA1A6}"/>
                  </a:ext>
                </a:extLst>
              </p:cNvPr>
              <p:cNvCxnSpPr/>
              <p:nvPr/>
            </p:nvCxnSpPr>
            <p:spPr>
              <a:xfrm flipV="1">
                <a:off x="5966" y="6063"/>
                <a:ext cx="0" cy="165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6DACF00F-B645-9712-59E7-BA64AEA2106C}"/>
                  </a:ext>
                </a:extLst>
              </p:cNvPr>
              <p:cNvCxnSpPr>
                <a:endCxn id="20" idx="2"/>
              </p:cNvCxnSpPr>
              <p:nvPr/>
            </p:nvCxnSpPr>
            <p:spPr>
              <a:xfrm flipV="1">
                <a:off x="5957" y="8721"/>
                <a:ext cx="0" cy="1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" name="弧形 19">
                <a:extLst>
                  <a:ext uri="{FF2B5EF4-FFF2-40B4-BE49-F238E27FC236}">
                    <a16:creationId xmlns:a16="http://schemas.microsoft.com/office/drawing/2014/main" id="{8D8A197D-4C78-D9B0-E8A0-CED17DE908CA}"/>
                  </a:ext>
                </a:extLst>
              </p:cNvPr>
              <p:cNvSpPr/>
              <p:nvPr/>
            </p:nvSpPr>
            <p:spPr>
              <a:xfrm>
                <a:off x="5618" y="7973"/>
                <a:ext cx="680" cy="748"/>
              </a:xfrm>
              <a:prstGeom prst="arc">
                <a:avLst>
                  <a:gd name="adj1" fmla="val 16233359"/>
                  <a:gd name="adj2" fmla="val 5413095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E9F86CE2-F5EF-2CFD-0FA7-62D5B547ACE3}"/>
                  </a:ext>
                </a:extLst>
              </p:cNvPr>
              <p:cNvCxnSpPr>
                <a:stCxn id="20" idx="0"/>
                <a:endCxn id="22" idx="2"/>
              </p:cNvCxnSpPr>
              <p:nvPr/>
            </p:nvCxnSpPr>
            <p:spPr>
              <a:xfrm flipV="1">
                <a:off x="5961" y="7820"/>
                <a:ext cx="3" cy="1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" name="弧形 21">
                <a:extLst>
                  <a:ext uri="{FF2B5EF4-FFF2-40B4-BE49-F238E27FC236}">
                    <a16:creationId xmlns:a16="http://schemas.microsoft.com/office/drawing/2014/main" id="{CEE7C0E8-110D-25EA-2DBC-B06C29C77B49}"/>
                  </a:ext>
                </a:extLst>
              </p:cNvPr>
              <p:cNvSpPr/>
              <p:nvPr/>
            </p:nvSpPr>
            <p:spPr>
              <a:xfrm>
                <a:off x="5618" y="7130"/>
                <a:ext cx="680" cy="690"/>
              </a:xfrm>
              <a:prstGeom prst="arc">
                <a:avLst>
                  <a:gd name="adj1" fmla="val 16195810"/>
                  <a:gd name="adj2" fmla="val 5331352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66413391-3245-082D-5DFB-DC59EBC05E33}"/>
                  </a:ext>
                </a:extLst>
              </p:cNvPr>
              <p:cNvCxnSpPr/>
              <p:nvPr/>
            </p:nvCxnSpPr>
            <p:spPr>
              <a:xfrm flipV="1">
                <a:off x="5957" y="6945"/>
                <a:ext cx="0" cy="1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4" name="图片 51" descr="雪花-02">
                <a:extLst>
                  <a:ext uri="{FF2B5EF4-FFF2-40B4-BE49-F238E27FC236}">
                    <a16:creationId xmlns:a16="http://schemas.microsoft.com/office/drawing/2014/main" id="{B4CEF6DD-6960-DD0D-0DDB-DBEE28DFB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470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25" name="图片 52" descr="雪花-02">
                <a:extLst>
                  <a:ext uri="{FF2B5EF4-FFF2-40B4-BE49-F238E27FC236}">
                    <a16:creationId xmlns:a16="http://schemas.microsoft.com/office/drawing/2014/main" id="{4099992A-87F0-DCBD-7460-E0A59C57E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470" y="6447"/>
                <a:ext cx="278" cy="278"/>
              </a:xfrm>
              <a:prstGeom prst="rect">
                <a:avLst/>
              </a:prstGeom>
            </p:spPr>
          </p:pic>
          <p:pic>
            <p:nvPicPr>
              <p:cNvPr id="26" name="图片 53" descr="雪花-02">
                <a:extLst>
                  <a:ext uri="{FF2B5EF4-FFF2-40B4-BE49-F238E27FC236}">
                    <a16:creationId xmlns:a16="http://schemas.microsoft.com/office/drawing/2014/main" id="{D95E44E1-3FFD-C95D-4655-E00EA84D3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470" y="5580"/>
                <a:ext cx="278" cy="278"/>
              </a:xfrm>
              <a:prstGeom prst="rect">
                <a:avLst/>
              </a:prstGeom>
            </p:spPr>
          </p:pic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C230021E-480D-ABCF-2D2D-420FEB44D6B7}"/>
                  </a:ext>
                </a:extLst>
              </p:cNvPr>
              <p:cNvGrpSpPr/>
              <p:nvPr/>
            </p:nvGrpSpPr>
            <p:grpSpPr>
              <a:xfrm>
                <a:off x="6960" y="8913"/>
                <a:ext cx="442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33" name="梯形 32">
                  <a:extLst>
                    <a:ext uri="{FF2B5EF4-FFF2-40B4-BE49-F238E27FC236}">
                      <a16:creationId xmlns:a16="http://schemas.microsoft.com/office/drawing/2014/main" id="{AC5CB5E2-544F-F1C6-A77B-7390BE9F6976}"/>
                    </a:ext>
                  </a:extLst>
                </p:cNvPr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梯形 33">
                  <a:extLst>
                    <a:ext uri="{FF2B5EF4-FFF2-40B4-BE49-F238E27FC236}">
                      <a16:creationId xmlns:a16="http://schemas.microsoft.com/office/drawing/2014/main" id="{34BF9D19-F320-358F-E94C-E1C339426FEB}"/>
                    </a:ext>
                  </a:extLst>
                </p:cNvPr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16FB205-1A2B-55D5-5A90-25D4233478EF}"/>
                  </a:ext>
                </a:extLst>
              </p:cNvPr>
              <p:cNvGrpSpPr/>
              <p:nvPr/>
            </p:nvGrpSpPr>
            <p:grpSpPr>
              <a:xfrm>
                <a:off x="6958" y="6309"/>
                <a:ext cx="444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31" name="梯形 30">
                  <a:extLst>
                    <a:ext uri="{FF2B5EF4-FFF2-40B4-BE49-F238E27FC236}">
                      <a16:creationId xmlns:a16="http://schemas.microsoft.com/office/drawing/2014/main" id="{07158DBB-F4BF-325B-D998-1C72F927C2E1}"/>
                    </a:ext>
                  </a:extLst>
                </p:cNvPr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" name="梯形 31">
                  <a:extLst>
                    <a:ext uri="{FF2B5EF4-FFF2-40B4-BE49-F238E27FC236}">
                      <a16:creationId xmlns:a16="http://schemas.microsoft.com/office/drawing/2014/main" id="{6552485B-0877-6BC3-C2B6-AAAF666D8728}"/>
                    </a:ext>
                  </a:extLst>
                </p:cNvPr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29" name="图片 60" descr="火焰-copy-copy (1)">
                <a:extLst>
                  <a:ext uri="{FF2B5EF4-FFF2-40B4-BE49-F238E27FC236}">
                    <a16:creationId xmlns:a16="http://schemas.microsoft.com/office/drawing/2014/main" id="{91171DEB-E2C7-92E9-EA31-F9BF135A99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401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30" name="图片 61" descr="火焰-copy-copy (1)">
                <a:extLst>
                  <a:ext uri="{FF2B5EF4-FFF2-40B4-BE49-F238E27FC236}">
                    <a16:creationId xmlns:a16="http://schemas.microsoft.com/office/drawing/2014/main" id="{B018ADF7-5231-A3FD-E745-13A840174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401" y="6447"/>
                <a:ext cx="278" cy="278"/>
              </a:xfrm>
              <a:prstGeom prst="rect">
                <a:avLst/>
              </a:prstGeom>
            </p:spPr>
          </p:pic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45C31FB-662D-1485-5292-FB3983B9A39E}"/>
                </a:ext>
              </a:extLst>
            </p:cNvPr>
            <p:cNvSpPr txBox="1"/>
            <p:nvPr/>
          </p:nvSpPr>
          <p:spPr>
            <a:xfrm>
              <a:off x="5103531" y="4327855"/>
              <a:ext cx="1515745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Draft Model</a:t>
              </a:r>
            </a:p>
          </p:txBody>
        </p:sp>
        <p:sp>
          <p:nvSpPr>
            <p:cNvPr id="8" name="梯形 7">
              <a:extLst>
                <a:ext uri="{FF2B5EF4-FFF2-40B4-BE49-F238E27FC236}">
                  <a16:creationId xmlns:a16="http://schemas.microsoft.com/office/drawing/2014/main" id="{BC7C2062-0A2A-44F4-766E-294FC80FB35B}"/>
                </a:ext>
              </a:extLst>
            </p:cNvPr>
            <p:cNvSpPr/>
            <p:nvPr/>
          </p:nvSpPr>
          <p:spPr>
            <a:xfrm>
              <a:off x="6272501" y="2157623"/>
              <a:ext cx="282575" cy="136525"/>
            </a:xfrm>
            <a:prstGeom prst="trapezoid">
              <a:avLst/>
            </a:prstGeom>
            <a:solidFill>
              <a:srgbClr val="FFBE7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梯形 8">
              <a:extLst>
                <a:ext uri="{FF2B5EF4-FFF2-40B4-BE49-F238E27FC236}">
                  <a16:creationId xmlns:a16="http://schemas.microsoft.com/office/drawing/2014/main" id="{26596AA8-2BF4-650F-78E2-C5ADF1A3E182}"/>
                </a:ext>
              </a:extLst>
            </p:cNvPr>
            <p:cNvSpPr/>
            <p:nvPr/>
          </p:nvSpPr>
          <p:spPr>
            <a:xfrm rot="10800000">
              <a:off x="6272501" y="1982363"/>
              <a:ext cx="282575" cy="136525"/>
            </a:xfrm>
            <a:prstGeom prst="trapezoid">
              <a:avLst/>
            </a:prstGeom>
            <a:solidFill>
              <a:srgbClr val="FFBE7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33" descr="火焰-copy-copy (1)">
              <a:extLst>
                <a:ext uri="{FF2B5EF4-FFF2-40B4-BE49-F238E27FC236}">
                  <a16:creationId xmlns:a16="http://schemas.microsoft.com/office/drawing/2014/main" id="{01DD9BA0-2B86-84F2-3727-A8896F812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53802" y="2059832"/>
              <a:ext cx="176530" cy="155575"/>
            </a:xfrm>
            <a:prstGeom prst="rect">
              <a:avLst/>
            </a:prstGeom>
          </p:spPr>
        </p:pic>
      </p:grpSp>
      <p:sp>
        <p:nvSpPr>
          <p:cNvPr id="69" name="文本框 68">
            <a:extLst>
              <a:ext uri="{FF2B5EF4-FFF2-40B4-BE49-F238E27FC236}">
                <a16:creationId xmlns:a16="http://schemas.microsoft.com/office/drawing/2014/main" id="{73B0D260-2D90-2786-8ADA-71B81BEDF472}"/>
              </a:ext>
            </a:extLst>
          </p:cNvPr>
          <p:cNvSpPr txBox="1"/>
          <p:nvPr/>
        </p:nvSpPr>
        <p:spPr>
          <a:xfrm>
            <a:off x="4722436" y="975160"/>
            <a:ext cx="361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层选择：</a:t>
            </a:r>
            <a:r>
              <a:rPr lang="zh-CN" altLang="en-US" dirty="0"/>
              <a:t>贝叶斯优化得到</a:t>
            </a:r>
            <a:endParaRPr lang="zh-CN" altLang="en-US" b="1" dirty="0"/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01437F83-8C47-C2D1-89F4-A0502D19B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8524" y="1363134"/>
            <a:ext cx="4646255" cy="604327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FE24FE5B-51C8-7922-B03D-429892E99272}"/>
              </a:ext>
            </a:extLst>
          </p:cNvPr>
          <p:cNvSpPr txBox="1"/>
          <p:nvPr/>
        </p:nvSpPr>
        <p:spPr>
          <a:xfrm>
            <a:off x="4722435" y="2192184"/>
            <a:ext cx="361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2.</a:t>
            </a:r>
            <a:r>
              <a:rPr lang="zh-CN" altLang="en-US" b="1" dirty="0"/>
              <a:t>蒸馏：</a:t>
            </a:r>
            <a:r>
              <a:rPr lang="zh-CN" altLang="en-US" dirty="0"/>
              <a:t>使用</a:t>
            </a:r>
            <a:r>
              <a:rPr lang="en-US" altLang="zh-CN" dirty="0"/>
              <a:t>Lora</a:t>
            </a:r>
            <a:r>
              <a:rPr lang="zh-CN" altLang="en-US" dirty="0"/>
              <a:t>适配器</a:t>
            </a:r>
            <a:endParaRPr lang="zh-CN" altLang="en-US" b="1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68F1CD4-29AE-E62C-9D0E-B6E03A7ADB0E}"/>
              </a:ext>
            </a:extLst>
          </p:cNvPr>
          <p:cNvSpPr txBox="1"/>
          <p:nvPr/>
        </p:nvSpPr>
        <p:spPr>
          <a:xfrm>
            <a:off x="4773194" y="2976944"/>
            <a:ext cx="361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3.</a:t>
            </a:r>
            <a:r>
              <a:rPr lang="zh-CN" altLang="en-US" b="1" dirty="0"/>
              <a:t>推理：</a:t>
            </a:r>
            <a:r>
              <a:rPr lang="zh-CN" altLang="en-US" dirty="0"/>
              <a:t>使用树草稿</a:t>
            </a:r>
            <a:endParaRPr lang="zh-CN" altLang="en-US" b="1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3501BA4-A243-0975-BC56-60120DC6888D}"/>
              </a:ext>
            </a:extLst>
          </p:cNvPr>
          <p:cNvGrpSpPr/>
          <p:nvPr/>
        </p:nvGrpSpPr>
        <p:grpSpPr>
          <a:xfrm>
            <a:off x="8563958" y="3641639"/>
            <a:ext cx="2494898" cy="2311138"/>
            <a:chOff x="5557721" y="3951396"/>
            <a:chExt cx="1864399" cy="1788742"/>
          </a:xfrm>
          <a:solidFill>
            <a:srgbClr val="FFD966"/>
          </a:solidFill>
        </p:grpSpPr>
        <p:sp>
          <p:nvSpPr>
            <p:cNvPr id="74" name="圆角矩形 66">
              <a:extLst>
                <a:ext uri="{FF2B5EF4-FFF2-40B4-BE49-F238E27FC236}">
                  <a16:creationId xmlns:a16="http://schemas.microsoft.com/office/drawing/2014/main" id="{57B34C9B-4C29-FD3D-B29A-D4DDCF00C44C}"/>
                </a:ext>
              </a:extLst>
            </p:cNvPr>
            <p:cNvSpPr/>
            <p:nvPr/>
          </p:nvSpPr>
          <p:spPr>
            <a:xfrm>
              <a:off x="6456413" y="3951396"/>
              <a:ext cx="585404" cy="218163"/>
            </a:xfrm>
            <a:prstGeom prst="roundRect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111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][ (1.00)</a:t>
              </a:r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DDBF47B9-7986-0135-14A9-383B484D9967}"/>
                </a:ext>
              </a:extLst>
            </p:cNvPr>
            <p:cNvGrpSpPr/>
            <p:nvPr/>
          </p:nvGrpSpPr>
          <p:grpSpPr>
            <a:xfrm>
              <a:off x="6180484" y="4263723"/>
              <a:ext cx="1241636" cy="220922"/>
              <a:chOff x="4886989" y="2374297"/>
              <a:chExt cx="1229326" cy="218732"/>
            </a:xfrm>
            <a:grpFill/>
          </p:grpSpPr>
          <p:sp>
            <p:nvSpPr>
              <p:cNvPr id="76" name="圆角矩形 67">
                <a:extLst>
                  <a:ext uri="{FF2B5EF4-FFF2-40B4-BE49-F238E27FC236}">
                    <a16:creationId xmlns:a16="http://schemas.microsoft.com/office/drawing/2014/main" id="{DC227C4F-C7C1-447F-27CD-E3A07D7B9900}"/>
                  </a:ext>
                </a:extLst>
              </p:cNvPr>
              <p:cNvSpPr/>
              <p:nvPr/>
            </p:nvSpPr>
            <p:spPr>
              <a:xfrm>
                <a:off x="4886989" y="2377029"/>
                <a:ext cx="579474" cy="21600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n (0.80)</a:t>
                </a:r>
              </a:p>
            </p:txBody>
          </p:sp>
          <p:sp>
            <p:nvSpPr>
              <p:cNvPr id="77" name="圆角矩形 102">
                <a:extLst>
                  <a:ext uri="{FF2B5EF4-FFF2-40B4-BE49-F238E27FC236}">
                    <a16:creationId xmlns:a16="http://schemas.microsoft.com/office/drawing/2014/main" id="{9DB96155-19CC-B93B-0963-C0A1DF32B26B}"/>
                  </a:ext>
                </a:extLst>
              </p:cNvPr>
              <p:cNvSpPr/>
              <p:nvPr/>
            </p:nvSpPr>
            <p:spPr>
              <a:xfrm>
                <a:off x="5536841" y="2374297"/>
                <a:ext cx="579474" cy="21600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 (0.1)</a:t>
                </a:r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E2238A20-0D79-AD28-13AE-91E0DB63608B}"/>
                </a:ext>
              </a:extLst>
            </p:cNvPr>
            <p:cNvGrpSpPr/>
            <p:nvPr/>
          </p:nvGrpSpPr>
          <p:grpSpPr>
            <a:xfrm>
              <a:off x="5842332" y="4578810"/>
              <a:ext cx="1247222" cy="216904"/>
              <a:chOff x="4552189" y="2732731"/>
              <a:chExt cx="1234856" cy="214753"/>
            </a:xfrm>
            <a:grpFill/>
          </p:grpSpPr>
          <p:sp>
            <p:nvSpPr>
              <p:cNvPr id="79" name="圆角矩形 87">
                <a:extLst>
                  <a:ext uri="{FF2B5EF4-FFF2-40B4-BE49-F238E27FC236}">
                    <a16:creationId xmlns:a16="http://schemas.microsoft.com/office/drawing/2014/main" id="{871B37AD-1966-A041-AB4B-C670C4C048C4}"/>
                  </a:ext>
                </a:extLst>
              </p:cNvPr>
              <p:cNvSpPr/>
              <p:nvPr/>
            </p:nvSpPr>
            <p:spPr>
              <a:xfrm>
                <a:off x="4552189" y="2732731"/>
                <a:ext cx="578817" cy="214753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 (0.60)</a:t>
                </a:r>
              </a:p>
            </p:txBody>
          </p:sp>
          <p:sp>
            <p:nvSpPr>
              <p:cNvPr id="80" name="圆角矩形 103">
                <a:extLst>
                  <a:ext uri="{FF2B5EF4-FFF2-40B4-BE49-F238E27FC236}">
                    <a16:creationId xmlns:a16="http://schemas.microsoft.com/office/drawing/2014/main" id="{BD1B5C2C-51E8-7379-D353-A3081F1CEDE3}"/>
                  </a:ext>
                </a:extLst>
              </p:cNvPr>
              <p:cNvSpPr/>
              <p:nvPr/>
            </p:nvSpPr>
            <p:spPr>
              <a:xfrm>
                <a:off x="5208228" y="2732731"/>
                <a:ext cx="578817" cy="214753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 (0.04)</a:t>
                </a:r>
              </a:p>
            </p:txBody>
          </p:sp>
        </p:grp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7314AC53-D758-9E25-FD24-0C5335918EB6}"/>
                </a:ext>
              </a:extLst>
            </p:cNvPr>
            <p:cNvCxnSpPr>
              <a:cxnSpLocks/>
              <a:stCxn id="74" idx="2"/>
              <a:endCxn id="76" idx="0"/>
            </p:cNvCxnSpPr>
            <p:nvPr/>
          </p:nvCxnSpPr>
          <p:spPr>
            <a:xfrm flipH="1">
              <a:off x="6473123" y="4169559"/>
              <a:ext cx="275992" cy="96924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FA0B21B4-F765-A239-E0F8-61527DB51F14}"/>
                </a:ext>
              </a:extLst>
            </p:cNvPr>
            <p:cNvCxnSpPr>
              <a:cxnSpLocks/>
              <a:stCxn id="74" idx="2"/>
              <a:endCxn id="77" idx="0"/>
            </p:cNvCxnSpPr>
            <p:nvPr/>
          </p:nvCxnSpPr>
          <p:spPr>
            <a:xfrm>
              <a:off x="6749115" y="4169559"/>
              <a:ext cx="380367" cy="9416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420920CC-0A7F-FA65-B182-534D409E1BB2}"/>
                </a:ext>
              </a:extLst>
            </p:cNvPr>
            <p:cNvCxnSpPr>
              <a:cxnSpLocks/>
              <a:stCxn id="76" idx="2"/>
              <a:endCxn id="79" idx="0"/>
            </p:cNvCxnSpPr>
            <p:nvPr/>
          </p:nvCxnSpPr>
          <p:spPr>
            <a:xfrm flipH="1">
              <a:off x="6134639" y="4484646"/>
              <a:ext cx="338484" cy="9416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BC1FA72B-B52C-BF24-F779-33F30EF59D17}"/>
                </a:ext>
              </a:extLst>
            </p:cNvPr>
            <p:cNvCxnSpPr>
              <a:cxnSpLocks/>
              <a:stCxn id="76" idx="2"/>
              <a:endCxn id="80" idx="0"/>
            </p:cNvCxnSpPr>
            <p:nvPr/>
          </p:nvCxnSpPr>
          <p:spPr>
            <a:xfrm>
              <a:off x="6473123" y="4484646"/>
              <a:ext cx="324125" cy="9416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FEF7149B-76AE-2C35-376D-C7CD679C5302}"/>
                </a:ext>
              </a:extLst>
            </p:cNvPr>
            <p:cNvCxnSpPr>
              <a:cxnSpLocks/>
              <a:stCxn id="79" idx="2"/>
              <a:endCxn id="87" idx="0"/>
            </p:cNvCxnSpPr>
            <p:nvPr/>
          </p:nvCxnSpPr>
          <p:spPr>
            <a:xfrm>
              <a:off x="6134639" y="4795714"/>
              <a:ext cx="375009" cy="9416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950E983F-00F4-ACBE-5A1B-77843716CF14}"/>
                </a:ext>
              </a:extLst>
            </p:cNvPr>
            <p:cNvGrpSpPr/>
            <p:nvPr/>
          </p:nvGrpSpPr>
          <p:grpSpPr>
            <a:xfrm>
              <a:off x="5557721" y="4889878"/>
              <a:ext cx="1244629" cy="225229"/>
              <a:chOff x="4118000" y="3047790"/>
              <a:chExt cx="1232289" cy="222996"/>
            </a:xfrm>
            <a:grpFill/>
          </p:grpSpPr>
          <p:sp>
            <p:nvSpPr>
              <p:cNvPr id="87" name="圆角矩形 93">
                <a:extLst>
                  <a:ext uri="{FF2B5EF4-FFF2-40B4-BE49-F238E27FC236}">
                    <a16:creationId xmlns:a16="http://schemas.microsoft.com/office/drawing/2014/main" id="{8232F8D7-85B4-13B7-C299-1B58FE6F310C}"/>
                  </a:ext>
                </a:extLst>
              </p:cNvPr>
              <p:cNvSpPr/>
              <p:nvPr/>
            </p:nvSpPr>
            <p:spPr>
              <a:xfrm>
                <a:off x="4770689" y="3047790"/>
                <a:ext cx="579600" cy="21600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\n (0.55)</a:t>
                </a:r>
              </a:p>
            </p:txBody>
          </p:sp>
          <p:sp>
            <p:nvSpPr>
              <p:cNvPr id="88" name="圆角矩形 103">
                <a:extLst>
                  <a:ext uri="{FF2B5EF4-FFF2-40B4-BE49-F238E27FC236}">
                    <a16:creationId xmlns:a16="http://schemas.microsoft.com/office/drawing/2014/main" id="{5D461123-61D5-5B67-9AC9-676282EA5A9E}"/>
                  </a:ext>
                </a:extLst>
              </p:cNvPr>
              <p:cNvSpPr/>
              <p:nvPr/>
            </p:nvSpPr>
            <p:spPr>
              <a:xfrm>
                <a:off x="4118000" y="3056033"/>
                <a:ext cx="578817" cy="214753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# (0.06)</a:t>
                </a:r>
              </a:p>
            </p:txBody>
          </p:sp>
        </p:grp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68F277C7-9EC1-091D-8B4C-70218428D533}"/>
                </a:ext>
              </a:extLst>
            </p:cNvPr>
            <p:cNvCxnSpPr>
              <a:cxnSpLocks/>
              <a:stCxn id="79" idx="2"/>
              <a:endCxn id="88" idx="0"/>
            </p:cNvCxnSpPr>
            <p:nvPr/>
          </p:nvCxnSpPr>
          <p:spPr>
            <a:xfrm flipH="1">
              <a:off x="5850028" y="4795714"/>
              <a:ext cx="284611" cy="10249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2C3B9367-DD45-60BB-9E9B-74970AF81F67}"/>
                </a:ext>
              </a:extLst>
            </p:cNvPr>
            <p:cNvCxnSpPr>
              <a:cxnSpLocks/>
              <a:stCxn id="87" idx="2"/>
              <a:endCxn id="92" idx="0"/>
            </p:cNvCxnSpPr>
            <p:nvPr/>
          </p:nvCxnSpPr>
          <p:spPr>
            <a:xfrm flipH="1">
              <a:off x="6233372" y="5108041"/>
              <a:ext cx="276276" cy="9416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E06E2799-E174-60B9-9AB8-06F7E7B11D4A}"/>
                </a:ext>
              </a:extLst>
            </p:cNvPr>
            <p:cNvGrpSpPr/>
            <p:nvPr/>
          </p:nvGrpSpPr>
          <p:grpSpPr>
            <a:xfrm>
              <a:off x="5941065" y="5202206"/>
              <a:ext cx="1252135" cy="226863"/>
              <a:chOff x="4428963" y="3351067"/>
              <a:chExt cx="1239721" cy="224614"/>
            </a:xfrm>
            <a:grpFill/>
          </p:grpSpPr>
          <p:sp>
            <p:nvSpPr>
              <p:cNvPr id="92" name="圆角矩形 103">
                <a:extLst>
                  <a:ext uri="{FF2B5EF4-FFF2-40B4-BE49-F238E27FC236}">
                    <a16:creationId xmlns:a16="http://schemas.microsoft.com/office/drawing/2014/main" id="{DC3D79DF-1D91-7920-DA56-96516A6F895C}"/>
                  </a:ext>
                </a:extLst>
              </p:cNvPr>
              <p:cNvSpPr/>
              <p:nvPr/>
            </p:nvSpPr>
            <p:spPr>
              <a:xfrm>
                <a:off x="4428963" y="3351067"/>
                <a:ext cx="578817" cy="214753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\t (0.35)</a:t>
                </a:r>
              </a:p>
            </p:txBody>
          </p:sp>
          <p:sp>
            <p:nvSpPr>
              <p:cNvPr id="93" name="圆角矩形 103">
                <a:extLst>
                  <a:ext uri="{FF2B5EF4-FFF2-40B4-BE49-F238E27FC236}">
                    <a16:creationId xmlns:a16="http://schemas.microsoft.com/office/drawing/2014/main" id="{62469A48-CCFD-BD34-E6E6-1B2D826208CE}"/>
                  </a:ext>
                </a:extLst>
              </p:cNvPr>
              <p:cNvSpPr/>
              <p:nvPr/>
            </p:nvSpPr>
            <p:spPr>
              <a:xfrm>
                <a:off x="5089867" y="3360928"/>
                <a:ext cx="578817" cy="214753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\n (0.04)</a:t>
                </a:r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56D3498D-2AEC-BB2F-5B80-8D8ADEB9BB8E}"/>
                </a:ext>
              </a:extLst>
            </p:cNvPr>
            <p:cNvGrpSpPr/>
            <p:nvPr/>
          </p:nvGrpSpPr>
          <p:grpSpPr>
            <a:xfrm>
              <a:off x="5643748" y="5523233"/>
              <a:ext cx="1252134" cy="216905"/>
              <a:chOff x="4073634" y="3744928"/>
              <a:chExt cx="1239720" cy="214754"/>
            </a:xfrm>
            <a:grpFill/>
          </p:grpSpPr>
          <p:sp>
            <p:nvSpPr>
              <p:cNvPr id="95" name="圆角矩形 103">
                <a:extLst>
                  <a:ext uri="{FF2B5EF4-FFF2-40B4-BE49-F238E27FC236}">
                    <a16:creationId xmlns:a16="http://schemas.microsoft.com/office/drawing/2014/main" id="{23F5EADA-ED57-6B01-53BF-FA4E3D7577E7}"/>
                  </a:ext>
                </a:extLst>
              </p:cNvPr>
              <p:cNvSpPr/>
              <p:nvPr/>
            </p:nvSpPr>
            <p:spPr>
              <a:xfrm>
                <a:off x="4073634" y="3744928"/>
                <a:ext cx="578817" cy="214753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 err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elif</a:t>
                </a:r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(0.2)</a:t>
                </a:r>
              </a:p>
            </p:txBody>
          </p:sp>
          <p:sp>
            <p:nvSpPr>
              <p:cNvPr id="96" name="圆角矩形 103">
                <a:extLst>
                  <a:ext uri="{FF2B5EF4-FFF2-40B4-BE49-F238E27FC236}">
                    <a16:creationId xmlns:a16="http://schemas.microsoft.com/office/drawing/2014/main" id="{0C333981-1CED-89EE-F094-4659AD57D860}"/>
                  </a:ext>
                </a:extLst>
              </p:cNvPr>
              <p:cNvSpPr/>
              <p:nvPr/>
            </p:nvSpPr>
            <p:spPr>
              <a:xfrm>
                <a:off x="4734537" y="3744929"/>
                <a:ext cx="578817" cy="214753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1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if (0.05)</a:t>
                </a:r>
              </a:p>
            </p:txBody>
          </p:sp>
        </p:grp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5AD6FA4D-B1F7-5535-8576-AE6B456F7953}"/>
                </a:ext>
              </a:extLst>
            </p:cNvPr>
            <p:cNvCxnSpPr>
              <a:cxnSpLocks/>
              <a:stCxn id="87" idx="2"/>
              <a:endCxn id="93" idx="0"/>
            </p:cNvCxnSpPr>
            <p:nvPr/>
          </p:nvCxnSpPr>
          <p:spPr>
            <a:xfrm>
              <a:off x="6509648" y="5108041"/>
              <a:ext cx="391246" cy="104124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A8ECC191-8CF3-4ED0-3848-C87B2E7B7FE2}"/>
                </a:ext>
              </a:extLst>
            </p:cNvPr>
            <p:cNvCxnSpPr>
              <a:cxnSpLocks/>
              <a:stCxn id="92" idx="2"/>
              <a:endCxn id="95" idx="0"/>
            </p:cNvCxnSpPr>
            <p:nvPr/>
          </p:nvCxnSpPr>
          <p:spPr>
            <a:xfrm flipH="1">
              <a:off x="5936055" y="5419109"/>
              <a:ext cx="297317" cy="104123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4D74E4A1-33D7-3970-C5B4-6101CBABECE6}"/>
                </a:ext>
              </a:extLst>
            </p:cNvPr>
            <p:cNvCxnSpPr>
              <a:cxnSpLocks/>
              <a:stCxn id="92" idx="2"/>
              <a:endCxn id="96" idx="0"/>
            </p:cNvCxnSpPr>
            <p:nvPr/>
          </p:nvCxnSpPr>
          <p:spPr>
            <a:xfrm>
              <a:off x="6233372" y="5419109"/>
              <a:ext cx="370204" cy="104124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4" name="图片 103" descr="图表, 直方图&#10;&#10;AI 生成的内容可能不正确。">
            <a:extLst>
              <a:ext uri="{FF2B5EF4-FFF2-40B4-BE49-F238E27FC236}">
                <a16:creationId xmlns:a16="http://schemas.microsoft.com/office/drawing/2014/main" id="{21CFEC8C-3470-B7B8-AEC6-120DC28EA0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49" y="3432753"/>
            <a:ext cx="4008232" cy="30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18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80D1-AF11-E380-28EE-2F4B1F5D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BE01B56-2AAD-8523-C679-F4FC1CFB4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55" y="70133"/>
            <a:ext cx="4269105" cy="33392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ACA5450-8E34-9465-2F06-F9143548E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55" y="3429000"/>
            <a:ext cx="8749665" cy="33120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C1AF18-301C-C1EF-95B3-229806EE5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1252665"/>
            <a:ext cx="3885248" cy="11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8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9CCC75FF-3476-4AC3-CE51-C80AEACAE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3455" y="929149"/>
            <a:ext cx="7237867" cy="49997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37C1-16A8-12C4-CE4F-304695F1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46817B-4D46-6AFD-69D2-7C13DA761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684"/>
            <a:ext cx="12192000" cy="550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80</Words>
  <Application>Microsoft Office PowerPoint</Application>
  <PresentationFormat>宽屏</PresentationFormat>
  <Paragraphs>21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31</cp:revision>
  <dcterms:created xsi:type="dcterms:W3CDTF">2025-12-22T01:05:00Z</dcterms:created>
  <dcterms:modified xsi:type="dcterms:W3CDTF">2026-01-19T11:43:42Z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EC5C9E76D52244AF8FEE0DBD4B2AF386_12</vt:lpwstr>
  </property>
  <property fmtid="{D5CDD505-2E9C-101B-9397-08002B2CF9AE}" pid="3" name="KSOProductBuildVer">
    <vt:lpwstr>2052-12.1.0.21915</vt:lpwstr>
  </property>
</Properties>
</file>