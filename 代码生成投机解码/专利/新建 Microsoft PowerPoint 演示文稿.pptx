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46853-7CA1-8611-FC5A-FF3CD1DFA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8F1B58-359D-E6E5-245B-2414C60CF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7B85E-1B3E-69E6-8E10-B118FA1F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AAE69-AD68-B972-A7F8-CB51286A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D06D2-08EC-AC46-E6AB-13444939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1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15CDC-EB78-19C0-3ADF-EF413D1E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1A8A5E-153D-CB20-778A-9303F35B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BFA349-D76A-16B6-BCB7-8BC4EB72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9A3C33-F7B3-78CE-0ABD-8E1DB8A6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78999F-15CE-8B50-F01F-A5750DCF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2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06CB4-679E-A710-2D9D-5253E0FA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7F1EE0-9929-4542-0600-AC2BB94E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B57165-94F8-8AD7-B0DE-9FDA91FE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F6DAD-AC71-6F95-DD51-9F3E8BB8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9A82F-DD28-9001-D115-8BCDE337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70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86089-CEA5-A579-DA98-82BF7AE0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36606F-4BE4-2CDD-1C5F-B7C25ACBF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64054B-822B-7A2D-9E33-ABF403C9B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D1194-4DCF-ECF2-279A-194883D1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160495-4A83-26C9-E076-17E36CB8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F6FDCC-041C-64EA-1857-EDE553E3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24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A2238-F94D-0989-2E0C-99E7A77E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CBA079-BE13-4045-EAC2-6E2FDC099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BFC0B5-82C5-044B-DEE1-154E2AC3A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B7FDA0-0286-00E7-C21F-C61900D7D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A8FA89-A359-AE8D-BE59-091F42ED97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46CF19-1B82-81DA-DD67-A0EDA40D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0BA23F-8ADF-39D7-C413-53A9A32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DBC0E5-1A73-3B13-680B-74B268D5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08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5369F-8E87-56DC-23A4-D354976C4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41F69C-73DB-E524-14C2-D2BF373C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13BCE2-B3CE-EC87-86A6-9FF06988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A0001B-7577-9EB8-2662-018934B9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67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89257C-5252-840C-3D65-EE0402D0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643F48-0D26-0E2F-4CF2-22C3FC4F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0F3052-CB22-398D-A1AE-2915A9C0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41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323F6-F59A-C1B3-35FC-FF30E437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8465B-9366-0114-5150-BDB951A45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912148-C088-3E07-500D-3D470F18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D2B156-16E2-F591-971C-B9EEF45A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AD2A19-2DB1-DCF0-B267-CBB0BC74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50237D-030B-F990-D4FA-051C979F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7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5706D-480F-5FBA-030F-EB5E1A6A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B168B9-F0F3-E4B0-99F7-13D921662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6673CB-5008-475A-EAD1-059934683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415CCE-E795-ED94-BC21-65695FD6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BEE105-11E6-D534-53A3-961DF72C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2B338-7E28-36B1-0922-3F15FEE1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99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2EA76-9A66-026D-767A-5B5AF05D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38BC73-1C3E-77CB-AF9F-D911DA393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3A8FDD-B2E4-1AC5-AB8F-6EEF4746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820A7-04DB-B47D-E603-31DBCBCC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392D7-256B-DD37-40E2-9B55B933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95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AF780F-A078-7E70-4B24-346B58AB5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74B216-A79D-6145-38B1-E06A516CD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F2C71B-A09A-871F-45A7-74A0A4BE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67E43-FEC1-FB20-8523-D6D35CC2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5227A-8761-2D54-9883-C9D75ED2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14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08BEDA-BD0F-194D-F0B6-6BB09431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54FA0C-DF8B-356B-9DB2-3CAFB1D88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CC5B6-6AC9-BCED-7B1D-89D7B921F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B36F3-9FA6-4838-8633-8ABDBAF26A82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72F1C-2C5D-EC75-F472-941DDE62A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157CC-3504-0373-B147-6BC340F2D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16896-E120-44F3-A4C3-F7C4F74BB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56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 138">
            <a:extLst>
              <a:ext uri="{FF2B5EF4-FFF2-40B4-BE49-F238E27FC236}">
                <a16:creationId xmlns:a16="http://schemas.microsoft.com/office/drawing/2014/main" id="{08E3E1AA-0E0C-5E13-0E4A-48392402EBD9}"/>
              </a:ext>
            </a:extLst>
          </p:cNvPr>
          <p:cNvSpPr/>
          <p:nvPr/>
        </p:nvSpPr>
        <p:spPr>
          <a:xfrm>
            <a:off x="803059" y="179944"/>
            <a:ext cx="5012525" cy="64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449D6EBD-8BD9-616D-29C7-E144E311312F}"/>
              </a:ext>
            </a:extLst>
          </p:cNvPr>
          <p:cNvGrpSpPr/>
          <p:nvPr/>
        </p:nvGrpSpPr>
        <p:grpSpPr>
          <a:xfrm>
            <a:off x="901513" y="179944"/>
            <a:ext cx="3797686" cy="6397575"/>
            <a:chOff x="901513" y="179944"/>
            <a:chExt cx="3797686" cy="639757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17C0B7C-C34C-CF9E-2FFE-0F5FBC408EEA}"/>
                </a:ext>
              </a:extLst>
            </p:cNvPr>
            <p:cNvSpPr/>
            <p:nvPr/>
          </p:nvSpPr>
          <p:spPr>
            <a:xfrm>
              <a:off x="2746952" y="1034687"/>
              <a:ext cx="1332000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S1</a:t>
              </a: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数据依赖分析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57BDCA0-7AA8-C005-9694-2BA36D6565B8}"/>
                </a:ext>
              </a:extLst>
            </p:cNvPr>
            <p:cNvSpPr/>
            <p:nvPr/>
          </p:nvSpPr>
          <p:spPr>
            <a:xfrm>
              <a:off x="2746952" y="2049653"/>
              <a:ext cx="1332000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S2</a:t>
              </a: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候选代码识别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527BA27-1CD8-02A1-306B-0DA76C79F92C}"/>
                </a:ext>
              </a:extLst>
            </p:cNvPr>
            <p:cNvSpPr/>
            <p:nvPr/>
          </p:nvSpPr>
          <p:spPr>
            <a:xfrm>
              <a:off x="2746952" y="4079585"/>
              <a:ext cx="1332000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S4</a:t>
              </a: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预执行调度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4AFEE17-B063-B31A-0290-20D4C7799639}"/>
                </a:ext>
              </a:extLst>
            </p:cNvPr>
            <p:cNvSpPr/>
            <p:nvPr/>
          </p:nvSpPr>
          <p:spPr>
            <a:xfrm>
              <a:off x="2746952" y="5094551"/>
              <a:ext cx="1332000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S5</a:t>
              </a: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结果验证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1462373B-1A54-4186-9E68-D8A12E4FCF7D}"/>
                </a:ext>
              </a:extLst>
            </p:cNvPr>
            <p:cNvCxnSpPr>
              <a:cxnSpLocks/>
              <a:stCxn id="48" idx="2"/>
              <a:endCxn id="6" idx="0"/>
            </p:cNvCxnSpPr>
            <p:nvPr/>
          </p:nvCxnSpPr>
          <p:spPr>
            <a:xfrm flipH="1">
              <a:off x="3412952" y="487721"/>
              <a:ext cx="1" cy="546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3394F6FF-D3DC-92E6-48CC-C1885F0FBD2D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3412952" y="1502687"/>
              <a:ext cx="0" cy="546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350FE97-43BF-38C0-630A-D5891DE1A4E3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3412952" y="2517653"/>
              <a:ext cx="0" cy="546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DDA64FA-C821-59F4-0188-CC28492EC4B0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3412952" y="3532619"/>
              <a:ext cx="0" cy="546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DFE13FF-7D1A-9FC3-3552-123F5063055D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3412952" y="4547585"/>
              <a:ext cx="0" cy="5469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3B526D9-BB7A-5A58-275C-13C8AB60CBC8}"/>
                </a:ext>
              </a:extLst>
            </p:cNvPr>
            <p:cNvSpPr/>
            <p:nvPr/>
          </p:nvSpPr>
          <p:spPr>
            <a:xfrm>
              <a:off x="2746952" y="6109519"/>
              <a:ext cx="1332000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S6</a:t>
              </a: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策略优化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94D3D34-FA85-2C3C-5DFC-D6AD407F3DBB}"/>
                </a:ext>
              </a:extLst>
            </p:cNvPr>
            <p:cNvCxnSpPr>
              <a:cxnSpLocks/>
              <a:stCxn id="14" idx="2"/>
              <a:endCxn id="32" idx="0"/>
            </p:cNvCxnSpPr>
            <p:nvPr/>
          </p:nvCxnSpPr>
          <p:spPr>
            <a:xfrm>
              <a:off x="3412952" y="5562551"/>
              <a:ext cx="0" cy="5469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EFA65D5-A83C-ABAE-033E-DD5E62CD4EB0}"/>
                </a:ext>
              </a:extLst>
            </p:cNvPr>
            <p:cNvSpPr txBox="1"/>
            <p:nvPr/>
          </p:nvSpPr>
          <p:spPr>
            <a:xfrm>
              <a:off x="2819329" y="179944"/>
              <a:ext cx="11872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待执行程序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ACE8EC1B-9CBB-D9B9-B30E-D0CA8EE6A3B8}"/>
                </a:ext>
              </a:extLst>
            </p:cNvPr>
            <p:cNvSpPr txBox="1"/>
            <p:nvPr/>
          </p:nvSpPr>
          <p:spPr>
            <a:xfrm>
              <a:off x="2298486" y="2677847"/>
              <a:ext cx="1122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推测性片段</a:t>
              </a:r>
            </a:p>
          </p:txBody>
        </p:sp>
        <p:cxnSp>
          <p:nvCxnSpPr>
            <p:cNvPr id="75" name="连接符: 肘形 74">
              <a:extLst>
                <a:ext uri="{FF2B5EF4-FFF2-40B4-BE49-F238E27FC236}">
                  <a16:creationId xmlns:a16="http://schemas.microsoft.com/office/drawing/2014/main" id="{E29B0533-1A34-3CD3-9747-19E413D7BDF9}"/>
                </a:ext>
              </a:extLst>
            </p:cNvPr>
            <p:cNvCxnSpPr>
              <a:cxnSpLocks/>
              <a:stCxn id="87" idx="1"/>
              <a:endCxn id="93" idx="1"/>
            </p:cNvCxnSpPr>
            <p:nvPr/>
          </p:nvCxnSpPr>
          <p:spPr>
            <a:xfrm rot="10800000" flipH="1">
              <a:off x="1430132" y="4318829"/>
              <a:ext cx="28352" cy="1048519"/>
            </a:xfrm>
            <a:prstGeom prst="bentConnector3">
              <a:avLst>
                <a:gd name="adj1" fmla="val -95755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ECC86414-37BB-9990-FB22-E63CCAF0E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6608" y="2947758"/>
              <a:ext cx="701720" cy="701720"/>
            </a:xfrm>
            <a:prstGeom prst="rect">
              <a:avLst/>
            </a:prstGeom>
          </p:spPr>
        </p:pic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BAC3FA78-5B0E-F501-F96F-F92DFC554421}"/>
                </a:ext>
              </a:extLst>
            </p:cNvPr>
            <p:cNvCxnSpPr>
              <a:cxnSpLocks/>
              <a:stCxn id="79" idx="3"/>
              <a:endCxn id="10" idx="1"/>
            </p:cNvCxnSpPr>
            <p:nvPr/>
          </p:nvCxnSpPr>
          <p:spPr>
            <a:xfrm>
              <a:off x="2088328" y="3298618"/>
              <a:ext cx="65862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471F89EE-6A69-97C0-FEB5-7E620C672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132" y="5060011"/>
              <a:ext cx="614672" cy="614672"/>
            </a:xfrm>
            <a:prstGeom prst="rect">
              <a:avLst/>
            </a:prstGeom>
          </p:spPr>
        </p:pic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30BD8543-C155-EAB7-EBDE-9EB10ECD148A}"/>
                </a:ext>
              </a:extLst>
            </p:cNvPr>
            <p:cNvSpPr txBox="1"/>
            <p:nvPr/>
          </p:nvSpPr>
          <p:spPr>
            <a:xfrm>
              <a:off x="1176450" y="5682146"/>
              <a:ext cx="11220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历史信息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D90E169-4715-914D-535C-BDCE94A71B1E}"/>
                </a:ext>
              </a:extLst>
            </p:cNvPr>
            <p:cNvSpPr txBox="1"/>
            <p:nvPr/>
          </p:nvSpPr>
          <p:spPr>
            <a:xfrm>
              <a:off x="1071468" y="3553045"/>
              <a:ext cx="1332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路径预测器</a:t>
              </a:r>
            </a:p>
          </p:txBody>
        </p:sp>
        <p:pic>
          <p:nvPicPr>
            <p:cNvPr id="93" name="图片 92">
              <a:extLst>
                <a:ext uri="{FF2B5EF4-FFF2-40B4-BE49-F238E27FC236}">
                  <a16:creationId xmlns:a16="http://schemas.microsoft.com/office/drawing/2014/main" id="{E9C2871D-0FC6-D650-7C5A-4D85C0A05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8484" y="4000338"/>
              <a:ext cx="636979" cy="636979"/>
            </a:xfrm>
            <a:prstGeom prst="rect">
              <a:avLst/>
            </a:prstGeom>
          </p:spPr>
        </p:pic>
        <p:cxnSp>
          <p:nvCxnSpPr>
            <p:cNvPr id="99" name="连接符: 肘形 98">
              <a:extLst>
                <a:ext uri="{FF2B5EF4-FFF2-40B4-BE49-F238E27FC236}">
                  <a16:creationId xmlns:a16="http://schemas.microsoft.com/office/drawing/2014/main" id="{071FFE1C-90D3-0742-5AFB-FEB346622C28}"/>
                </a:ext>
              </a:extLst>
            </p:cNvPr>
            <p:cNvCxnSpPr>
              <a:cxnSpLocks/>
              <a:stCxn id="87" idx="1"/>
              <a:endCxn id="79" idx="1"/>
            </p:cNvCxnSpPr>
            <p:nvPr/>
          </p:nvCxnSpPr>
          <p:spPr>
            <a:xfrm rot="10800000">
              <a:off x="1386608" y="3298619"/>
              <a:ext cx="43524" cy="2068729"/>
            </a:xfrm>
            <a:prstGeom prst="bentConnector3">
              <a:avLst>
                <a:gd name="adj1" fmla="val 62522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连接符: 肘形 101">
              <a:extLst>
                <a:ext uri="{FF2B5EF4-FFF2-40B4-BE49-F238E27FC236}">
                  <a16:creationId xmlns:a16="http://schemas.microsoft.com/office/drawing/2014/main" id="{C945D9FA-5A49-CA42-8B9C-6FD790788FEA}"/>
                </a:ext>
              </a:extLst>
            </p:cNvPr>
            <p:cNvCxnSpPr>
              <a:cxnSpLocks/>
              <a:stCxn id="8" idx="3"/>
              <a:endCxn id="12" idx="3"/>
            </p:cNvCxnSpPr>
            <p:nvPr/>
          </p:nvCxnSpPr>
          <p:spPr>
            <a:xfrm>
              <a:off x="4078952" y="2283653"/>
              <a:ext cx="12700" cy="2029932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351F2C08-9D9C-1EE6-995F-95C9AEA3B647}"/>
                </a:ext>
              </a:extLst>
            </p:cNvPr>
            <p:cNvSpPr txBox="1"/>
            <p:nvPr/>
          </p:nvSpPr>
          <p:spPr>
            <a:xfrm>
              <a:off x="901513" y="4617595"/>
              <a:ext cx="5427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历史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434E5A6F-442D-6F5F-EB2C-F5AFD956B76B}"/>
                </a:ext>
              </a:extLst>
            </p:cNvPr>
            <p:cNvCxnSpPr>
              <a:cxnSpLocks/>
              <a:stCxn id="93" idx="3"/>
              <a:endCxn id="12" idx="1"/>
            </p:cNvCxnSpPr>
            <p:nvPr/>
          </p:nvCxnSpPr>
          <p:spPr>
            <a:xfrm flipV="1">
              <a:off x="2095463" y="4313585"/>
              <a:ext cx="651489" cy="52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连接符: 肘形 115">
              <a:extLst>
                <a:ext uri="{FF2B5EF4-FFF2-40B4-BE49-F238E27FC236}">
                  <a16:creationId xmlns:a16="http://schemas.microsoft.com/office/drawing/2014/main" id="{428E6A86-7E69-A417-A32B-D50950C1C0CD}"/>
                </a:ext>
              </a:extLst>
            </p:cNvPr>
            <p:cNvCxnSpPr>
              <a:cxnSpLocks/>
              <a:stCxn id="32" idx="1"/>
              <a:endCxn id="89" idx="2"/>
            </p:cNvCxnSpPr>
            <p:nvPr/>
          </p:nvCxnSpPr>
          <p:spPr>
            <a:xfrm rot="10800000">
              <a:off x="1737468" y="5989923"/>
              <a:ext cx="1009484" cy="353596"/>
            </a:xfrm>
            <a:prstGeom prst="bentConnector2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连接符: 肘形 121">
              <a:extLst>
                <a:ext uri="{FF2B5EF4-FFF2-40B4-BE49-F238E27FC236}">
                  <a16:creationId xmlns:a16="http://schemas.microsoft.com/office/drawing/2014/main" id="{C431DC5A-9646-8808-3514-633D8BE6DCD2}"/>
                </a:ext>
              </a:extLst>
            </p:cNvPr>
            <p:cNvCxnSpPr>
              <a:cxnSpLocks/>
              <a:stCxn id="32" idx="1"/>
              <a:endCxn id="93" idx="1"/>
            </p:cNvCxnSpPr>
            <p:nvPr/>
          </p:nvCxnSpPr>
          <p:spPr>
            <a:xfrm rot="10800000">
              <a:off x="1458484" y="4318829"/>
              <a:ext cx="1288468" cy="2024691"/>
            </a:xfrm>
            <a:prstGeom prst="bentConnector3">
              <a:avLst>
                <a:gd name="adj1" fmla="val 145538"/>
              </a:avLst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8A572501-1DD7-B0E3-D79C-21516D8C1FA6}"/>
                </a:ext>
              </a:extLst>
            </p:cNvPr>
            <p:cNvSpPr txBox="1"/>
            <p:nvPr/>
          </p:nvSpPr>
          <p:spPr>
            <a:xfrm>
              <a:off x="3412951" y="5605202"/>
              <a:ext cx="6926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执行反馈信息</a:t>
              </a:r>
            </a:p>
          </p:txBody>
        </p:sp>
        <p:cxnSp>
          <p:nvCxnSpPr>
            <p:cNvPr id="129" name="连接符: 肘形 128">
              <a:extLst>
                <a:ext uri="{FF2B5EF4-FFF2-40B4-BE49-F238E27FC236}">
                  <a16:creationId xmlns:a16="http://schemas.microsoft.com/office/drawing/2014/main" id="{E75C2B6B-12EB-1818-7BED-AC3B145F1171}"/>
                </a:ext>
              </a:extLst>
            </p:cNvPr>
            <p:cNvCxnSpPr>
              <a:cxnSpLocks/>
              <a:stCxn id="32" idx="1"/>
              <a:endCxn id="79" idx="1"/>
            </p:cNvCxnSpPr>
            <p:nvPr/>
          </p:nvCxnSpPr>
          <p:spPr>
            <a:xfrm rot="10800000">
              <a:off x="1386608" y="3298619"/>
              <a:ext cx="1360344" cy="3044901"/>
            </a:xfrm>
            <a:prstGeom prst="bentConnector3">
              <a:avLst>
                <a:gd name="adj1" fmla="val 138091"/>
              </a:avLst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3782B1C-F842-4B5B-0DFE-8C0E421BBCF6}"/>
                </a:ext>
              </a:extLst>
            </p:cNvPr>
            <p:cNvSpPr txBox="1"/>
            <p:nvPr/>
          </p:nvSpPr>
          <p:spPr>
            <a:xfrm>
              <a:off x="1277627" y="4614176"/>
              <a:ext cx="9196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调度策略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5FA76161-BEA3-7539-A72E-ACC3EDB5E634}"/>
                </a:ext>
              </a:extLst>
            </p:cNvPr>
            <p:cNvSpPr txBox="1"/>
            <p:nvPr/>
          </p:nvSpPr>
          <p:spPr>
            <a:xfrm>
              <a:off x="4006576" y="3187954"/>
              <a:ext cx="69262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确定性片段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2CE3418-C747-F851-36DF-F835919302AD}"/>
                </a:ext>
              </a:extLst>
            </p:cNvPr>
            <p:cNvSpPr/>
            <p:nvPr/>
          </p:nvSpPr>
          <p:spPr>
            <a:xfrm>
              <a:off x="2746952" y="3064619"/>
              <a:ext cx="1332000" cy="46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S3</a:t>
              </a: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执行路径预测</a:t>
              </a:r>
            </a:p>
          </p:txBody>
        </p:sp>
      </p:grpSp>
      <p:sp>
        <p:nvSpPr>
          <p:cNvPr id="149" name="文本框 148">
            <a:extLst>
              <a:ext uri="{FF2B5EF4-FFF2-40B4-BE49-F238E27FC236}">
                <a16:creationId xmlns:a16="http://schemas.microsoft.com/office/drawing/2014/main" id="{263FBD18-98E4-1F5A-20A1-5034510D891A}"/>
              </a:ext>
            </a:extLst>
          </p:cNvPr>
          <p:cNvSpPr txBox="1"/>
          <p:nvPr/>
        </p:nvSpPr>
        <p:spPr>
          <a:xfrm>
            <a:off x="4035159" y="4858701"/>
            <a:ext cx="784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实际执行路径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1A436AA-BDCC-93B6-FFA8-32B7C2F520E0}"/>
              </a:ext>
            </a:extLst>
          </p:cNvPr>
          <p:cNvSpPr txBox="1"/>
          <p:nvPr/>
        </p:nvSpPr>
        <p:spPr>
          <a:xfrm>
            <a:off x="4734368" y="5066941"/>
            <a:ext cx="1125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正在执行的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795BFFA-4A6B-E7C0-FB97-E18D1D0D8E65}"/>
              </a:ext>
            </a:extLst>
          </p:cNvPr>
          <p:cNvCxnSpPr>
            <a:stCxn id="151" idx="1"/>
            <a:endCxn id="14" idx="3"/>
          </p:cNvCxnSpPr>
          <p:nvPr/>
        </p:nvCxnSpPr>
        <p:spPr>
          <a:xfrm flipH="1">
            <a:off x="4078952" y="5328551"/>
            <a:ext cx="6554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6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7816-FD2E-68C2-1D0D-53F2951C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09A51FC4-CE0B-9FB0-18E4-742FC64CD4EB}"/>
              </a:ext>
            </a:extLst>
          </p:cNvPr>
          <p:cNvSpPr txBox="1"/>
          <p:nvPr/>
        </p:nvSpPr>
        <p:spPr>
          <a:xfrm>
            <a:off x="2267712" y="394436"/>
            <a:ext cx="4011168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启动GPU计算任务，CPU后续部分代码需要等待该结果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gpu_result = GPU_Task(input);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确定性候选代码片段：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不依赖GPU执行结果，可以在GPU运行期间提前执行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CPU_Task_A(input);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确定性候选代码片段：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依赖CPU_Task_A的结果，但仍不依赖GPU执行结果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CPU_Task_B(a);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推测性候选代码片段：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是否执行由GPU结果决定，但该代码本身不直接依赖GPU结果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1" i="0" dirty="0"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(gpu_result &gt; threshold) {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CPU_Task_C(b);   </a:t>
            </a: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推测路径1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zh-CN" altLang="zh-CN" sz="1200" b="1" i="0" dirty="0"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CPU_Task_D(b);   </a:t>
            </a: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推测路径2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非候选代码片段：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直接依赖GPU执行结果，需要等待GPU任务完成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fontAlgn="base">
              <a:buNone/>
            </a:pPr>
            <a:r>
              <a:rPr lang="zh-CN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 = CPU_Task_E(c, gpu_result);</a:t>
            </a:r>
            <a:endParaRPr lang="zh-CN" altLang="zh-CN" sz="12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85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455</Words>
  <Application>Microsoft Office PowerPoint</Application>
  <PresentationFormat>宽屏</PresentationFormat>
  <Paragraphs>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Consolas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</cp:revision>
  <dcterms:created xsi:type="dcterms:W3CDTF">2026-08-16T02:50:56Z</dcterms:created>
  <dcterms:modified xsi:type="dcterms:W3CDTF">2026-08-16T08:27:44Z</dcterms:modified>
</cp:coreProperties>
</file>