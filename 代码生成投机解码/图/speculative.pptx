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0614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61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609" y="1122363"/>
            <a:ext cx="7702233" cy="2387600"/>
          </a:xfrm>
        </p:spPr>
        <p:txBody>
          <a:bodyPr anchor="b"/>
          <a:lstStyle>
            <a:lvl1pPr algn="ctr">
              <a:defRPr sz="594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2681" y="3602038"/>
            <a:ext cx="6796088" cy="1655762"/>
          </a:xfrm>
        </p:spPr>
        <p:txBody>
          <a:bodyPr/>
          <a:lstStyle>
            <a:lvl1pPr marL="0" indent="0" algn="ctr">
              <a:buNone/>
              <a:defRPr sz="2378"/>
            </a:lvl1pPr>
            <a:lvl2pPr marL="453085" indent="0" algn="ctr">
              <a:buNone/>
              <a:defRPr sz="1982"/>
            </a:lvl2pPr>
            <a:lvl3pPr marL="906170" indent="0" algn="ctr">
              <a:buNone/>
              <a:defRPr sz="1784"/>
            </a:lvl3pPr>
            <a:lvl4pPr marL="1359256" indent="0" algn="ctr">
              <a:buNone/>
              <a:defRPr sz="1586"/>
            </a:lvl4pPr>
            <a:lvl5pPr marL="1812341" indent="0" algn="ctr">
              <a:buNone/>
              <a:defRPr sz="1586"/>
            </a:lvl5pPr>
            <a:lvl6pPr marL="2265426" indent="0" algn="ctr">
              <a:buNone/>
              <a:defRPr sz="1586"/>
            </a:lvl6pPr>
            <a:lvl7pPr marL="2718511" indent="0" algn="ctr">
              <a:buNone/>
              <a:defRPr sz="1586"/>
            </a:lvl7pPr>
            <a:lvl8pPr marL="3171596" indent="0" algn="ctr">
              <a:buNone/>
              <a:defRPr sz="1586"/>
            </a:lvl8pPr>
            <a:lvl9pPr marL="3624682" indent="0" algn="ctr">
              <a:buNone/>
              <a:defRPr sz="158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88F8-FCD8-472B-8644-FBCE2453DA42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5920-A017-40E7-BB7E-0B5F0BD03F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882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88F8-FCD8-472B-8644-FBCE2453DA42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5920-A017-40E7-BB7E-0B5F0BD03F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673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255" y="1709740"/>
            <a:ext cx="7815501" cy="2852737"/>
          </a:xfrm>
        </p:spPr>
        <p:txBody>
          <a:bodyPr anchor="b"/>
          <a:lstStyle>
            <a:lvl1pPr>
              <a:defRPr sz="594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255" y="4589465"/>
            <a:ext cx="7815501" cy="1500187"/>
          </a:xfrm>
        </p:spPr>
        <p:txBody>
          <a:bodyPr/>
          <a:lstStyle>
            <a:lvl1pPr marL="0" indent="0">
              <a:buNone/>
              <a:defRPr sz="2378">
                <a:solidFill>
                  <a:schemeClr val="tx1">
                    <a:tint val="82000"/>
                  </a:schemeClr>
                </a:solidFill>
              </a:defRPr>
            </a:lvl1pPr>
            <a:lvl2pPr marL="453085" indent="0">
              <a:buNone/>
              <a:defRPr sz="1982">
                <a:solidFill>
                  <a:schemeClr val="tx1">
                    <a:tint val="82000"/>
                  </a:schemeClr>
                </a:solidFill>
              </a:defRPr>
            </a:lvl2pPr>
            <a:lvl3pPr marL="906170" indent="0">
              <a:buNone/>
              <a:defRPr sz="1784">
                <a:solidFill>
                  <a:schemeClr val="tx1">
                    <a:tint val="82000"/>
                  </a:schemeClr>
                </a:solidFill>
              </a:defRPr>
            </a:lvl3pPr>
            <a:lvl4pPr marL="1359256" indent="0">
              <a:buNone/>
              <a:defRPr sz="1586">
                <a:solidFill>
                  <a:schemeClr val="tx1">
                    <a:tint val="82000"/>
                  </a:schemeClr>
                </a:solidFill>
              </a:defRPr>
            </a:lvl4pPr>
            <a:lvl5pPr marL="1812341" indent="0">
              <a:buNone/>
              <a:defRPr sz="1586">
                <a:solidFill>
                  <a:schemeClr val="tx1">
                    <a:tint val="82000"/>
                  </a:schemeClr>
                </a:solidFill>
              </a:defRPr>
            </a:lvl5pPr>
            <a:lvl6pPr marL="2265426" indent="0">
              <a:buNone/>
              <a:defRPr sz="1586">
                <a:solidFill>
                  <a:schemeClr val="tx1">
                    <a:tint val="82000"/>
                  </a:schemeClr>
                </a:solidFill>
              </a:defRPr>
            </a:lvl6pPr>
            <a:lvl7pPr marL="2718511" indent="0">
              <a:buNone/>
              <a:defRPr sz="1586">
                <a:solidFill>
                  <a:schemeClr val="tx1">
                    <a:tint val="82000"/>
                  </a:schemeClr>
                </a:solidFill>
              </a:defRPr>
            </a:lvl7pPr>
            <a:lvl8pPr marL="3171596" indent="0">
              <a:buNone/>
              <a:defRPr sz="1586">
                <a:solidFill>
                  <a:schemeClr val="tx1">
                    <a:tint val="82000"/>
                  </a:schemeClr>
                </a:solidFill>
              </a:defRPr>
            </a:lvl8pPr>
            <a:lvl9pPr marL="3624682" indent="0">
              <a:buNone/>
              <a:defRPr sz="158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88F8-FCD8-472B-8644-FBCE2453DA42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5920-A017-40E7-BB7E-0B5F0BD03F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695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2975" y="1825625"/>
            <a:ext cx="3851116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7359" y="1825625"/>
            <a:ext cx="3851116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88F8-FCD8-472B-8644-FBCE2453DA42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5920-A017-40E7-BB7E-0B5F0BD03F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39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155" y="365127"/>
            <a:ext cx="7815501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156" y="1681163"/>
            <a:ext cx="3833417" cy="823912"/>
          </a:xfrm>
        </p:spPr>
        <p:txBody>
          <a:bodyPr anchor="b"/>
          <a:lstStyle>
            <a:lvl1pPr marL="0" indent="0">
              <a:buNone/>
              <a:defRPr sz="2378" b="1"/>
            </a:lvl1pPr>
            <a:lvl2pPr marL="453085" indent="0">
              <a:buNone/>
              <a:defRPr sz="1982" b="1"/>
            </a:lvl2pPr>
            <a:lvl3pPr marL="906170" indent="0">
              <a:buNone/>
              <a:defRPr sz="1784" b="1"/>
            </a:lvl3pPr>
            <a:lvl4pPr marL="1359256" indent="0">
              <a:buNone/>
              <a:defRPr sz="1586" b="1"/>
            </a:lvl4pPr>
            <a:lvl5pPr marL="1812341" indent="0">
              <a:buNone/>
              <a:defRPr sz="1586" b="1"/>
            </a:lvl5pPr>
            <a:lvl6pPr marL="2265426" indent="0">
              <a:buNone/>
              <a:defRPr sz="1586" b="1"/>
            </a:lvl6pPr>
            <a:lvl7pPr marL="2718511" indent="0">
              <a:buNone/>
              <a:defRPr sz="1586" b="1"/>
            </a:lvl7pPr>
            <a:lvl8pPr marL="3171596" indent="0">
              <a:buNone/>
              <a:defRPr sz="1586" b="1"/>
            </a:lvl8pPr>
            <a:lvl9pPr marL="3624682" indent="0">
              <a:buNone/>
              <a:defRPr sz="158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156" y="2505075"/>
            <a:ext cx="38334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360" y="1681163"/>
            <a:ext cx="3852296" cy="823912"/>
          </a:xfrm>
        </p:spPr>
        <p:txBody>
          <a:bodyPr anchor="b"/>
          <a:lstStyle>
            <a:lvl1pPr marL="0" indent="0">
              <a:buNone/>
              <a:defRPr sz="2378" b="1"/>
            </a:lvl1pPr>
            <a:lvl2pPr marL="453085" indent="0">
              <a:buNone/>
              <a:defRPr sz="1982" b="1"/>
            </a:lvl2pPr>
            <a:lvl3pPr marL="906170" indent="0">
              <a:buNone/>
              <a:defRPr sz="1784" b="1"/>
            </a:lvl3pPr>
            <a:lvl4pPr marL="1359256" indent="0">
              <a:buNone/>
              <a:defRPr sz="1586" b="1"/>
            </a:lvl4pPr>
            <a:lvl5pPr marL="1812341" indent="0">
              <a:buNone/>
              <a:defRPr sz="1586" b="1"/>
            </a:lvl5pPr>
            <a:lvl6pPr marL="2265426" indent="0">
              <a:buNone/>
              <a:defRPr sz="1586" b="1"/>
            </a:lvl6pPr>
            <a:lvl7pPr marL="2718511" indent="0">
              <a:buNone/>
              <a:defRPr sz="1586" b="1"/>
            </a:lvl7pPr>
            <a:lvl8pPr marL="3171596" indent="0">
              <a:buNone/>
              <a:defRPr sz="1586" b="1"/>
            </a:lvl8pPr>
            <a:lvl9pPr marL="3624682" indent="0">
              <a:buNone/>
              <a:defRPr sz="158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87360" y="2505075"/>
            <a:ext cx="385229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88F8-FCD8-472B-8644-FBCE2453DA42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5920-A017-40E7-BB7E-0B5F0BD03F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099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88F8-FCD8-472B-8644-FBCE2453DA42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5920-A017-40E7-BB7E-0B5F0BD03F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19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88F8-FCD8-472B-8644-FBCE2453DA42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5920-A017-40E7-BB7E-0B5F0BD03F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617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155" y="457200"/>
            <a:ext cx="2922553" cy="1600200"/>
          </a:xfrm>
        </p:spPr>
        <p:txBody>
          <a:bodyPr anchor="b"/>
          <a:lstStyle>
            <a:lvl1pPr>
              <a:defRPr sz="317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2297" y="987427"/>
            <a:ext cx="4587359" cy="4873625"/>
          </a:xfrm>
        </p:spPr>
        <p:txBody>
          <a:bodyPr/>
          <a:lstStyle>
            <a:lvl1pPr>
              <a:defRPr sz="3171"/>
            </a:lvl1pPr>
            <a:lvl2pPr>
              <a:defRPr sz="2775"/>
            </a:lvl2pPr>
            <a:lvl3pPr>
              <a:defRPr sz="2378"/>
            </a:lvl3pPr>
            <a:lvl4pPr>
              <a:defRPr sz="1982"/>
            </a:lvl4pPr>
            <a:lvl5pPr>
              <a:defRPr sz="1982"/>
            </a:lvl5pPr>
            <a:lvl6pPr>
              <a:defRPr sz="1982"/>
            </a:lvl6pPr>
            <a:lvl7pPr>
              <a:defRPr sz="1982"/>
            </a:lvl7pPr>
            <a:lvl8pPr>
              <a:defRPr sz="1982"/>
            </a:lvl8pPr>
            <a:lvl9pPr>
              <a:defRPr sz="198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4155" y="2057400"/>
            <a:ext cx="2922553" cy="3811588"/>
          </a:xfrm>
        </p:spPr>
        <p:txBody>
          <a:bodyPr/>
          <a:lstStyle>
            <a:lvl1pPr marL="0" indent="0">
              <a:buNone/>
              <a:defRPr sz="1586"/>
            </a:lvl1pPr>
            <a:lvl2pPr marL="453085" indent="0">
              <a:buNone/>
              <a:defRPr sz="1387"/>
            </a:lvl2pPr>
            <a:lvl3pPr marL="906170" indent="0">
              <a:buNone/>
              <a:defRPr sz="1189"/>
            </a:lvl3pPr>
            <a:lvl4pPr marL="1359256" indent="0">
              <a:buNone/>
              <a:defRPr sz="991"/>
            </a:lvl4pPr>
            <a:lvl5pPr marL="1812341" indent="0">
              <a:buNone/>
              <a:defRPr sz="991"/>
            </a:lvl5pPr>
            <a:lvl6pPr marL="2265426" indent="0">
              <a:buNone/>
              <a:defRPr sz="991"/>
            </a:lvl6pPr>
            <a:lvl7pPr marL="2718511" indent="0">
              <a:buNone/>
              <a:defRPr sz="991"/>
            </a:lvl7pPr>
            <a:lvl8pPr marL="3171596" indent="0">
              <a:buNone/>
              <a:defRPr sz="991"/>
            </a:lvl8pPr>
            <a:lvl9pPr marL="3624682" indent="0">
              <a:buNone/>
              <a:defRPr sz="99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88F8-FCD8-472B-8644-FBCE2453DA42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5920-A017-40E7-BB7E-0B5F0BD03F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19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155" y="457200"/>
            <a:ext cx="2922553" cy="1600200"/>
          </a:xfrm>
        </p:spPr>
        <p:txBody>
          <a:bodyPr anchor="b"/>
          <a:lstStyle>
            <a:lvl1pPr>
              <a:defRPr sz="317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52297" y="987427"/>
            <a:ext cx="4587359" cy="4873625"/>
          </a:xfrm>
        </p:spPr>
        <p:txBody>
          <a:bodyPr anchor="t"/>
          <a:lstStyle>
            <a:lvl1pPr marL="0" indent="0">
              <a:buNone/>
              <a:defRPr sz="3171"/>
            </a:lvl1pPr>
            <a:lvl2pPr marL="453085" indent="0">
              <a:buNone/>
              <a:defRPr sz="2775"/>
            </a:lvl2pPr>
            <a:lvl3pPr marL="906170" indent="0">
              <a:buNone/>
              <a:defRPr sz="2378"/>
            </a:lvl3pPr>
            <a:lvl4pPr marL="1359256" indent="0">
              <a:buNone/>
              <a:defRPr sz="1982"/>
            </a:lvl4pPr>
            <a:lvl5pPr marL="1812341" indent="0">
              <a:buNone/>
              <a:defRPr sz="1982"/>
            </a:lvl5pPr>
            <a:lvl6pPr marL="2265426" indent="0">
              <a:buNone/>
              <a:defRPr sz="1982"/>
            </a:lvl6pPr>
            <a:lvl7pPr marL="2718511" indent="0">
              <a:buNone/>
              <a:defRPr sz="1982"/>
            </a:lvl7pPr>
            <a:lvl8pPr marL="3171596" indent="0">
              <a:buNone/>
              <a:defRPr sz="1982"/>
            </a:lvl8pPr>
            <a:lvl9pPr marL="3624682" indent="0">
              <a:buNone/>
              <a:defRPr sz="198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4155" y="2057400"/>
            <a:ext cx="2922553" cy="3811588"/>
          </a:xfrm>
        </p:spPr>
        <p:txBody>
          <a:bodyPr/>
          <a:lstStyle>
            <a:lvl1pPr marL="0" indent="0">
              <a:buNone/>
              <a:defRPr sz="1586"/>
            </a:lvl1pPr>
            <a:lvl2pPr marL="453085" indent="0">
              <a:buNone/>
              <a:defRPr sz="1387"/>
            </a:lvl2pPr>
            <a:lvl3pPr marL="906170" indent="0">
              <a:buNone/>
              <a:defRPr sz="1189"/>
            </a:lvl3pPr>
            <a:lvl4pPr marL="1359256" indent="0">
              <a:buNone/>
              <a:defRPr sz="991"/>
            </a:lvl4pPr>
            <a:lvl5pPr marL="1812341" indent="0">
              <a:buNone/>
              <a:defRPr sz="991"/>
            </a:lvl5pPr>
            <a:lvl6pPr marL="2265426" indent="0">
              <a:buNone/>
              <a:defRPr sz="991"/>
            </a:lvl6pPr>
            <a:lvl7pPr marL="2718511" indent="0">
              <a:buNone/>
              <a:defRPr sz="991"/>
            </a:lvl7pPr>
            <a:lvl8pPr marL="3171596" indent="0">
              <a:buNone/>
              <a:defRPr sz="991"/>
            </a:lvl8pPr>
            <a:lvl9pPr marL="3624682" indent="0">
              <a:buNone/>
              <a:defRPr sz="99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88F8-FCD8-472B-8644-FBCE2453DA42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5920-A017-40E7-BB7E-0B5F0BD03F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012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88F8-FCD8-472B-8644-FBCE2453DA42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5920-A017-40E7-BB7E-0B5F0BD03F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40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4601" y="365125"/>
            <a:ext cx="19538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2975" y="365125"/>
            <a:ext cx="5748357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88F8-FCD8-472B-8644-FBCE2453DA42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D5920-A017-40E7-BB7E-0B5F0BD03F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660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2975" y="365127"/>
            <a:ext cx="78155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975" y="1825625"/>
            <a:ext cx="78155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2975" y="6356352"/>
            <a:ext cx="2038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3488F8-FCD8-472B-8644-FBCE2453DA42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01606" y="6356352"/>
            <a:ext cx="30582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99649" y="6356352"/>
            <a:ext cx="2038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D5920-A017-40E7-BB7E-0B5F0BD03F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105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06170" rtl="0" eaLnBrk="1" latinLnBrk="0" hangingPunct="1">
        <a:lnSpc>
          <a:spcPct val="90000"/>
        </a:lnSpc>
        <a:spcBef>
          <a:spcPct val="0"/>
        </a:spcBef>
        <a:buNone/>
        <a:defRPr sz="43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6543" indent="-226543" algn="l" defTabSz="906170" rtl="0" eaLnBrk="1" latinLnBrk="0" hangingPunct="1">
        <a:lnSpc>
          <a:spcPct val="90000"/>
        </a:lnSpc>
        <a:spcBef>
          <a:spcPts val="991"/>
        </a:spcBef>
        <a:buFont typeface="Arial" panose="020B0604020202020204" pitchFamily="34" charset="0"/>
        <a:buChar char="•"/>
        <a:defRPr sz="2775" kern="1200">
          <a:solidFill>
            <a:schemeClr val="tx1"/>
          </a:solidFill>
          <a:latin typeface="+mn-lt"/>
          <a:ea typeface="+mn-ea"/>
          <a:cs typeface="+mn-cs"/>
        </a:defRPr>
      </a:lvl1pPr>
      <a:lvl2pPr marL="679628" indent="-226543" algn="l" defTabSz="906170" rtl="0" eaLnBrk="1" latinLnBrk="0" hangingPunct="1">
        <a:lnSpc>
          <a:spcPct val="90000"/>
        </a:lnSpc>
        <a:spcBef>
          <a:spcPts val="496"/>
        </a:spcBef>
        <a:buFont typeface="Arial" panose="020B0604020202020204" pitchFamily="34" charset="0"/>
        <a:buChar char="•"/>
        <a:defRPr sz="2378" kern="1200">
          <a:solidFill>
            <a:schemeClr val="tx1"/>
          </a:solidFill>
          <a:latin typeface="+mn-lt"/>
          <a:ea typeface="+mn-ea"/>
          <a:cs typeface="+mn-cs"/>
        </a:defRPr>
      </a:lvl2pPr>
      <a:lvl3pPr marL="1132713" indent="-226543" algn="l" defTabSz="906170" rtl="0" eaLnBrk="1" latinLnBrk="0" hangingPunct="1">
        <a:lnSpc>
          <a:spcPct val="90000"/>
        </a:lnSpc>
        <a:spcBef>
          <a:spcPts val="496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3pPr>
      <a:lvl4pPr marL="1585798" indent="-226543" algn="l" defTabSz="906170" rtl="0" eaLnBrk="1" latinLnBrk="0" hangingPunct="1">
        <a:lnSpc>
          <a:spcPct val="90000"/>
        </a:lnSpc>
        <a:spcBef>
          <a:spcPts val="49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4pPr>
      <a:lvl5pPr marL="2038883" indent="-226543" algn="l" defTabSz="906170" rtl="0" eaLnBrk="1" latinLnBrk="0" hangingPunct="1">
        <a:lnSpc>
          <a:spcPct val="90000"/>
        </a:lnSpc>
        <a:spcBef>
          <a:spcPts val="49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5pPr>
      <a:lvl6pPr marL="2491969" indent="-226543" algn="l" defTabSz="906170" rtl="0" eaLnBrk="1" latinLnBrk="0" hangingPunct="1">
        <a:lnSpc>
          <a:spcPct val="90000"/>
        </a:lnSpc>
        <a:spcBef>
          <a:spcPts val="49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6pPr>
      <a:lvl7pPr marL="2945054" indent="-226543" algn="l" defTabSz="906170" rtl="0" eaLnBrk="1" latinLnBrk="0" hangingPunct="1">
        <a:lnSpc>
          <a:spcPct val="90000"/>
        </a:lnSpc>
        <a:spcBef>
          <a:spcPts val="49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7pPr>
      <a:lvl8pPr marL="3398139" indent="-226543" algn="l" defTabSz="906170" rtl="0" eaLnBrk="1" latinLnBrk="0" hangingPunct="1">
        <a:lnSpc>
          <a:spcPct val="90000"/>
        </a:lnSpc>
        <a:spcBef>
          <a:spcPts val="49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8pPr>
      <a:lvl9pPr marL="3851224" indent="-226543" algn="l" defTabSz="906170" rtl="0" eaLnBrk="1" latinLnBrk="0" hangingPunct="1">
        <a:lnSpc>
          <a:spcPct val="90000"/>
        </a:lnSpc>
        <a:spcBef>
          <a:spcPts val="49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6170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1pPr>
      <a:lvl2pPr marL="453085" algn="l" defTabSz="906170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2pPr>
      <a:lvl3pPr marL="906170" algn="l" defTabSz="906170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3pPr>
      <a:lvl4pPr marL="1359256" algn="l" defTabSz="906170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4pPr>
      <a:lvl5pPr marL="1812341" algn="l" defTabSz="906170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5pPr>
      <a:lvl6pPr marL="2265426" algn="l" defTabSz="906170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6pPr>
      <a:lvl7pPr marL="2718511" algn="l" defTabSz="906170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7pPr>
      <a:lvl8pPr marL="3171596" algn="l" defTabSz="906170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8pPr>
      <a:lvl9pPr marL="3624682" algn="l" defTabSz="906170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F45D2394-315F-CF8F-F570-1E3B4A9D7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96"/>
            <a:ext cx="9061450" cy="685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75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2</cp:revision>
  <dcterms:created xsi:type="dcterms:W3CDTF">2026-01-14T16:21:29Z</dcterms:created>
  <dcterms:modified xsi:type="dcterms:W3CDTF">2026-01-29T18:22:02Z</dcterms:modified>
</cp:coreProperties>
</file>