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5399088" cy="6858000"/>
  <p:notesSz cx="6858000" cy="9144000"/>
  <p:defaultTextStyle>
    <a:defPPr>
      <a:defRPr lang="zh-CN"/>
    </a:defPPr>
    <a:lvl1pPr marL="0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0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1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51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02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52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02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54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05" algn="l" defTabSz="9143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12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5002" y="1122369"/>
            <a:ext cx="4050000" cy="2387601"/>
          </a:xfrm>
        </p:spPr>
        <p:txBody>
          <a:bodyPr anchor="b"/>
          <a:lstStyle>
            <a:lvl1pPr algn="ctr">
              <a:defRPr sz="354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75002" y="3602038"/>
            <a:ext cx="4050000" cy="1655761"/>
          </a:xfrm>
        </p:spPr>
        <p:txBody>
          <a:bodyPr/>
          <a:lstStyle>
            <a:lvl1pPr marL="0" indent="0" algn="ctr">
              <a:buNone/>
              <a:defRPr sz="1414"/>
            </a:lvl1pPr>
            <a:lvl2pPr marL="269862" indent="0" algn="ctr">
              <a:buNone/>
              <a:defRPr sz="1180"/>
            </a:lvl2pPr>
            <a:lvl3pPr marL="539724" indent="0" algn="ctr">
              <a:buNone/>
              <a:defRPr sz="1066"/>
            </a:lvl3pPr>
            <a:lvl4pPr marL="810220" indent="0" algn="ctr">
              <a:buNone/>
              <a:defRPr sz="946"/>
            </a:lvl4pPr>
            <a:lvl5pPr marL="1080082" indent="0" algn="ctr">
              <a:buNone/>
              <a:defRPr sz="946"/>
            </a:lvl5pPr>
            <a:lvl6pPr marL="1349944" indent="0" algn="ctr">
              <a:buNone/>
              <a:defRPr sz="946"/>
            </a:lvl6pPr>
            <a:lvl7pPr marL="1619806" indent="0" algn="ctr">
              <a:buNone/>
              <a:defRPr sz="946"/>
            </a:lvl7pPr>
            <a:lvl8pPr marL="1889668" indent="0" algn="ctr">
              <a:buNone/>
              <a:defRPr sz="946"/>
            </a:lvl8pPr>
            <a:lvl9pPr marL="2160164" indent="0" algn="ctr">
              <a:buNone/>
              <a:defRPr sz="946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8437" y="1709741"/>
            <a:ext cx="4657500" cy="2852736"/>
          </a:xfrm>
        </p:spPr>
        <p:txBody>
          <a:bodyPr anchor="b"/>
          <a:lstStyle>
            <a:lvl1pPr>
              <a:defRPr sz="354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68437" y="4589469"/>
            <a:ext cx="4657500" cy="1500186"/>
          </a:xfrm>
        </p:spPr>
        <p:txBody>
          <a:bodyPr/>
          <a:lstStyle>
            <a:lvl1pPr marL="0" indent="0">
              <a:buNone/>
              <a:defRPr sz="1414">
                <a:solidFill>
                  <a:schemeClr val="tx1">
                    <a:tint val="75000"/>
                  </a:schemeClr>
                </a:solidFill>
              </a:defRPr>
            </a:lvl1pPr>
            <a:lvl2pPr marL="269862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2pPr>
            <a:lvl3pPr marL="539724" indent="0">
              <a:buNone/>
              <a:defRPr sz="1066">
                <a:solidFill>
                  <a:schemeClr val="tx1">
                    <a:tint val="75000"/>
                  </a:schemeClr>
                </a:solidFill>
              </a:defRPr>
            </a:lvl3pPr>
            <a:lvl4pPr marL="810220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4pPr>
            <a:lvl5pPr marL="1080082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5pPr>
            <a:lvl6pPr marL="1349944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6pPr>
            <a:lvl7pPr marL="1619806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7pPr>
            <a:lvl8pPr marL="1889668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8pPr>
            <a:lvl9pPr marL="2160164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71251" y="1825626"/>
            <a:ext cx="2295001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733749" y="1825626"/>
            <a:ext cx="2295001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955" y="365126"/>
            <a:ext cx="4657500" cy="13255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71955" y="1681168"/>
            <a:ext cx="2284453" cy="823911"/>
          </a:xfrm>
        </p:spPr>
        <p:txBody>
          <a:bodyPr anchor="b"/>
          <a:lstStyle>
            <a:lvl1pPr marL="0" indent="0">
              <a:buNone/>
              <a:defRPr sz="1414" b="1"/>
            </a:lvl1pPr>
            <a:lvl2pPr marL="269862" indent="0">
              <a:buNone/>
              <a:defRPr sz="1180" b="1"/>
            </a:lvl2pPr>
            <a:lvl3pPr marL="539724" indent="0">
              <a:buNone/>
              <a:defRPr sz="1066" b="1"/>
            </a:lvl3pPr>
            <a:lvl4pPr marL="810220" indent="0">
              <a:buNone/>
              <a:defRPr sz="946" b="1"/>
            </a:lvl4pPr>
            <a:lvl5pPr marL="1080082" indent="0">
              <a:buNone/>
              <a:defRPr sz="946" b="1"/>
            </a:lvl5pPr>
            <a:lvl6pPr marL="1349944" indent="0">
              <a:buNone/>
              <a:defRPr sz="946" b="1"/>
            </a:lvl6pPr>
            <a:lvl7pPr marL="1619806" indent="0">
              <a:buNone/>
              <a:defRPr sz="946" b="1"/>
            </a:lvl7pPr>
            <a:lvl8pPr marL="1889668" indent="0">
              <a:buNone/>
              <a:defRPr sz="946" b="1"/>
            </a:lvl8pPr>
            <a:lvl9pPr marL="2160164" indent="0">
              <a:buNone/>
              <a:defRPr sz="94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71955" y="2505077"/>
            <a:ext cx="2284453" cy="3684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733753" y="1681168"/>
            <a:ext cx="2295703" cy="823911"/>
          </a:xfrm>
        </p:spPr>
        <p:txBody>
          <a:bodyPr anchor="b"/>
          <a:lstStyle>
            <a:lvl1pPr marL="0" indent="0">
              <a:buNone/>
              <a:defRPr sz="1414" b="1"/>
            </a:lvl1pPr>
            <a:lvl2pPr marL="269862" indent="0">
              <a:buNone/>
              <a:defRPr sz="1180" b="1"/>
            </a:lvl2pPr>
            <a:lvl3pPr marL="539724" indent="0">
              <a:buNone/>
              <a:defRPr sz="1066" b="1"/>
            </a:lvl3pPr>
            <a:lvl4pPr marL="810220" indent="0">
              <a:buNone/>
              <a:defRPr sz="946" b="1"/>
            </a:lvl4pPr>
            <a:lvl5pPr marL="1080082" indent="0">
              <a:buNone/>
              <a:defRPr sz="946" b="1"/>
            </a:lvl5pPr>
            <a:lvl6pPr marL="1349944" indent="0">
              <a:buNone/>
              <a:defRPr sz="946" b="1"/>
            </a:lvl6pPr>
            <a:lvl7pPr marL="1619806" indent="0">
              <a:buNone/>
              <a:defRPr sz="946" b="1"/>
            </a:lvl7pPr>
            <a:lvl8pPr marL="1889668" indent="0">
              <a:buNone/>
              <a:defRPr sz="946" b="1"/>
            </a:lvl8pPr>
            <a:lvl9pPr marL="2160164" indent="0">
              <a:buNone/>
              <a:defRPr sz="94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733753" y="2505077"/>
            <a:ext cx="2295703" cy="3684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955" y="457201"/>
            <a:ext cx="1741640" cy="1600201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95703" y="987424"/>
            <a:ext cx="2733750" cy="4873625"/>
          </a:xfrm>
        </p:spPr>
        <p:txBody>
          <a:bodyPr/>
          <a:lstStyle>
            <a:lvl1pPr>
              <a:defRPr sz="1890"/>
            </a:lvl1pPr>
            <a:lvl2pPr>
              <a:defRPr sz="1656"/>
            </a:lvl2pPr>
            <a:lvl3pPr>
              <a:defRPr sz="1414"/>
            </a:lvl3pPr>
            <a:lvl4pPr>
              <a:defRPr sz="1180"/>
            </a:lvl4pPr>
            <a:lvl5pPr>
              <a:defRPr sz="1180"/>
            </a:lvl5pPr>
            <a:lvl6pPr>
              <a:defRPr sz="1180"/>
            </a:lvl6pPr>
            <a:lvl7pPr>
              <a:defRPr sz="1180"/>
            </a:lvl7pPr>
            <a:lvl8pPr>
              <a:defRPr sz="1180"/>
            </a:lvl8pPr>
            <a:lvl9pPr>
              <a:defRPr sz="118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71955" y="2057403"/>
            <a:ext cx="1741640" cy="3811589"/>
          </a:xfrm>
        </p:spPr>
        <p:txBody>
          <a:bodyPr/>
          <a:lstStyle>
            <a:lvl1pPr marL="0" indent="0">
              <a:buNone/>
              <a:defRPr sz="946"/>
            </a:lvl1pPr>
            <a:lvl2pPr marL="269862" indent="0">
              <a:buNone/>
              <a:defRPr sz="824"/>
            </a:lvl2pPr>
            <a:lvl3pPr marL="539724" indent="0">
              <a:buNone/>
              <a:defRPr sz="710"/>
            </a:lvl3pPr>
            <a:lvl4pPr marL="810220" indent="0">
              <a:buNone/>
              <a:defRPr sz="590"/>
            </a:lvl4pPr>
            <a:lvl5pPr marL="1080082" indent="0">
              <a:buNone/>
              <a:defRPr sz="590"/>
            </a:lvl5pPr>
            <a:lvl6pPr marL="1349944" indent="0">
              <a:buNone/>
              <a:defRPr sz="590"/>
            </a:lvl6pPr>
            <a:lvl7pPr marL="1619806" indent="0">
              <a:buNone/>
              <a:defRPr sz="590"/>
            </a:lvl7pPr>
            <a:lvl8pPr marL="1889668" indent="0">
              <a:buNone/>
              <a:defRPr sz="590"/>
            </a:lvl8pPr>
            <a:lvl9pPr marL="2160164" indent="0">
              <a:buNone/>
              <a:defRPr sz="59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955" y="457201"/>
            <a:ext cx="1741640" cy="1600201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95703" y="987424"/>
            <a:ext cx="2733750" cy="4873625"/>
          </a:xfrm>
        </p:spPr>
        <p:txBody>
          <a:bodyPr/>
          <a:lstStyle>
            <a:lvl1pPr marL="0" indent="0">
              <a:buNone/>
              <a:defRPr sz="1890"/>
            </a:lvl1pPr>
            <a:lvl2pPr marL="269862" indent="0">
              <a:buNone/>
              <a:defRPr sz="1656"/>
            </a:lvl2pPr>
            <a:lvl3pPr marL="539724" indent="0">
              <a:buNone/>
              <a:defRPr sz="1414"/>
            </a:lvl3pPr>
            <a:lvl4pPr marL="810220" indent="0">
              <a:buNone/>
              <a:defRPr sz="1180"/>
            </a:lvl4pPr>
            <a:lvl5pPr marL="1080082" indent="0">
              <a:buNone/>
              <a:defRPr sz="1180"/>
            </a:lvl5pPr>
            <a:lvl6pPr marL="1349944" indent="0">
              <a:buNone/>
              <a:defRPr sz="1180"/>
            </a:lvl6pPr>
            <a:lvl7pPr marL="1619806" indent="0">
              <a:buNone/>
              <a:defRPr sz="1180"/>
            </a:lvl7pPr>
            <a:lvl8pPr marL="1889668" indent="0">
              <a:buNone/>
              <a:defRPr sz="1180"/>
            </a:lvl8pPr>
            <a:lvl9pPr marL="2160164" indent="0">
              <a:buNone/>
              <a:defRPr sz="118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71955" y="2057403"/>
            <a:ext cx="1741640" cy="3811589"/>
          </a:xfrm>
        </p:spPr>
        <p:txBody>
          <a:bodyPr/>
          <a:lstStyle>
            <a:lvl1pPr marL="0" indent="0">
              <a:buNone/>
              <a:defRPr sz="946"/>
            </a:lvl1pPr>
            <a:lvl2pPr marL="269862" indent="0">
              <a:buNone/>
              <a:defRPr sz="824"/>
            </a:lvl2pPr>
            <a:lvl3pPr marL="539724" indent="0">
              <a:buNone/>
              <a:defRPr sz="710"/>
            </a:lvl3pPr>
            <a:lvl4pPr marL="810220" indent="0">
              <a:buNone/>
              <a:defRPr sz="590"/>
            </a:lvl4pPr>
            <a:lvl5pPr marL="1080082" indent="0">
              <a:buNone/>
              <a:defRPr sz="590"/>
            </a:lvl5pPr>
            <a:lvl6pPr marL="1349944" indent="0">
              <a:buNone/>
              <a:defRPr sz="590"/>
            </a:lvl6pPr>
            <a:lvl7pPr marL="1619806" indent="0">
              <a:buNone/>
              <a:defRPr sz="590"/>
            </a:lvl7pPr>
            <a:lvl8pPr marL="1889668" indent="0">
              <a:buNone/>
              <a:defRPr sz="590"/>
            </a:lvl8pPr>
            <a:lvl9pPr marL="2160164" indent="0">
              <a:buNone/>
              <a:defRPr sz="59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864376" y="365126"/>
            <a:ext cx="1164375" cy="581184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1253" y="365126"/>
            <a:ext cx="3425625" cy="581184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71252" y="365126"/>
            <a:ext cx="4657500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71252" y="1825626"/>
            <a:ext cx="46575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71250" y="6356352"/>
            <a:ext cx="12150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788750" y="6356352"/>
            <a:ext cx="18225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3750" y="6356352"/>
            <a:ext cx="12150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39724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249" indent="-135249" algn="l" defTabSz="539724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1656" kern="1200">
          <a:solidFill>
            <a:schemeClr val="tx1"/>
          </a:solidFill>
          <a:latin typeface="+mn-lt"/>
          <a:ea typeface="+mn-ea"/>
          <a:cs typeface="+mn-cs"/>
        </a:defRPr>
      </a:lvl1pPr>
      <a:lvl2pPr marL="405111" indent="-135249" algn="l" defTabSz="539724" rtl="0" eaLnBrk="1" latinLnBrk="0" hangingPunct="1">
        <a:lnSpc>
          <a:spcPct val="90000"/>
        </a:lnSpc>
        <a:spcBef>
          <a:spcPct val="59000"/>
        </a:spcBef>
        <a:buFont typeface="Arial" panose="020B0604020202020204" pitchFamily="34" charset="0"/>
        <a:buChar char="•"/>
        <a:defRPr sz="1414" kern="1200">
          <a:solidFill>
            <a:schemeClr val="tx1"/>
          </a:solidFill>
          <a:latin typeface="+mn-lt"/>
          <a:ea typeface="+mn-ea"/>
          <a:cs typeface="+mn-cs"/>
        </a:defRPr>
      </a:lvl2pPr>
      <a:lvl3pPr marL="674971" indent="-135249" algn="l" defTabSz="539724" rtl="0" eaLnBrk="1" latinLnBrk="0" hangingPunct="1">
        <a:lnSpc>
          <a:spcPct val="90000"/>
        </a:lnSpc>
        <a:spcBef>
          <a:spcPct val="59000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3pPr>
      <a:lvl4pPr marL="944833" indent="-135249" algn="l" defTabSz="539724" rtl="0" eaLnBrk="1" latinLnBrk="0" hangingPunct="1">
        <a:lnSpc>
          <a:spcPct val="90000"/>
        </a:lnSpc>
        <a:spcBef>
          <a:spcPct val="59000"/>
        </a:spcBef>
        <a:buFont typeface="Arial" panose="020B0604020202020204" pitchFamily="34" charset="0"/>
        <a:buChar char="•"/>
        <a:defRPr sz="1066" kern="1200">
          <a:solidFill>
            <a:schemeClr val="tx1"/>
          </a:solidFill>
          <a:latin typeface="+mn-lt"/>
          <a:ea typeface="+mn-ea"/>
          <a:cs typeface="+mn-cs"/>
        </a:defRPr>
      </a:lvl4pPr>
      <a:lvl5pPr marL="1214694" indent="-135249" algn="l" defTabSz="539724" rtl="0" eaLnBrk="1" latinLnBrk="0" hangingPunct="1">
        <a:lnSpc>
          <a:spcPct val="90000"/>
        </a:lnSpc>
        <a:spcBef>
          <a:spcPct val="59000"/>
        </a:spcBef>
        <a:buFont typeface="Arial" panose="020B0604020202020204" pitchFamily="34" charset="0"/>
        <a:buChar char="•"/>
        <a:defRPr sz="1066" kern="1200">
          <a:solidFill>
            <a:schemeClr val="tx1"/>
          </a:solidFill>
          <a:latin typeface="+mn-lt"/>
          <a:ea typeface="+mn-ea"/>
          <a:cs typeface="+mn-cs"/>
        </a:defRPr>
      </a:lvl5pPr>
      <a:lvl6pPr marL="1485191" indent="-135249" algn="l" defTabSz="539724" rtl="0" eaLnBrk="1" latinLnBrk="0" hangingPunct="1">
        <a:lnSpc>
          <a:spcPct val="90000"/>
        </a:lnSpc>
        <a:spcBef>
          <a:spcPct val="59000"/>
        </a:spcBef>
        <a:buFont typeface="Arial" panose="020B0604020202020204" pitchFamily="34" charset="0"/>
        <a:buChar char="•"/>
        <a:defRPr sz="1066" kern="1200">
          <a:solidFill>
            <a:schemeClr val="tx1"/>
          </a:solidFill>
          <a:latin typeface="+mn-lt"/>
          <a:ea typeface="+mn-ea"/>
          <a:cs typeface="+mn-cs"/>
        </a:defRPr>
      </a:lvl6pPr>
      <a:lvl7pPr marL="1755053" indent="-135249" algn="l" defTabSz="539724" rtl="0" eaLnBrk="1" latinLnBrk="0" hangingPunct="1">
        <a:lnSpc>
          <a:spcPct val="90000"/>
        </a:lnSpc>
        <a:spcBef>
          <a:spcPct val="59000"/>
        </a:spcBef>
        <a:buFont typeface="Arial" panose="020B0604020202020204" pitchFamily="34" charset="0"/>
        <a:buChar char="•"/>
        <a:defRPr sz="1066" kern="1200">
          <a:solidFill>
            <a:schemeClr val="tx1"/>
          </a:solidFill>
          <a:latin typeface="+mn-lt"/>
          <a:ea typeface="+mn-ea"/>
          <a:cs typeface="+mn-cs"/>
        </a:defRPr>
      </a:lvl7pPr>
      <a:lvl8pPr marL="2024914" indent="-135249" algn="l" defTabSz="539724" rtl="0" eaLnBrk="1" latinLnBrk="0" hangingPunct="1">
        <a:lnSpc>
          <a:spcPct val="90000"/>
        </a:lnSpc>
        <a:spcBef>
          <a:spcPct val="59000"/>
        </a:spcBef>
        <a:buFont typeface="Arial" panose="020B0604020202020204" pitchFamily="34" charset="0"/>
        <a:buChar char="•"/>
        <a:defRPr sz="1066" kern="1200">
          <a:solidFill>
            <a:schemeClr val="tx1"/>
          </a:solidFill>
          <a:latin typeface="+mn-lt"/>
          <a:ea typeface="+mn-ea"/>
          <a:cs typeface="+mn-cs"/>
        </a:defRPr>
      </a:lvl8pPr>
      <a:lvl9pPr marL="2294776" indent="-135249" algn="l" defTabSz="539724" rtl="0" eaLnBrk="1" latinLnBrk="0" hangingPunct="1">
        <a:lnSpc>
          <a:spcPct val="90000"/>
        </a:lnSpc>
        <a:spcBef>
          <a:spcPct val="59000"/>
        </a:spcBef>
        <a:buFont typeface="Arial" panose="020B0604020202020204" pitchFamily="34" charset="0"/>
        <a:buChar char="•"/>
        <a:defRPr sz="10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39724" rtl="0" eaLnBrk="1" latinLnBrk="0" hangingPunct="1">
        <a:defRPr sz="1066" kern="1200">
          <a:solidFill>
            <a:schemeClr val="tx1"/>
          </a:solidFill>
          <a:latin typeface="+mn-lt"/>
          <a:ea typeface="+mn-ea"/>
          <a:cs typeface="+mn-cs"/>
        </a:defRPr>
      </a:lvl1pPr>
      <a:lvl2pPr marL="269862" algn="l" defTabSz="539724" rtl="0" eaLnBrk="1" latinLnBrk="0" hangingPunct="1">
        <a:defRPr sz="1066" kern="1200">
          <a:solidFill>
            <a:schemeClr val="tx1"/>
          </a:solidFill>
          <a:latin typeface="+mn-lt"/>
          <a:ea typeface="+mn-ea"/>
          <a:cs typeface="+mn-cs"/>
        </a:defRPr>
      </a:lvl2pPr>
      <a:lvl3pPr marL="539724" algn="l" defTabSz="539724" rtl="0" eaLnBrk="1" latinLnBrk="0" hangingPunct="1">
        <a:defRPr sz="1066" kern="1200">
          <a:solidFill>
            <a:schemeClr val="tx1"/>
          </a:solidFill>
          <a:latin typeface="+mn-lt"/>
          <a:ea typeface="+mn-ea"/>
          <a:cs typeface="+mn-cs"/>
        </a:defRPr>
      </a:lvl3pPr>
      <a:lvl4pPr marL="810220" algn="l" defTabSz="539724" rtl="0" eaLnBrk="1" latinLnBrk="0" hangingPunct="1">
        <a:defRPr sz="1066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2" algn="l" defTabSz="539724" rtl="0" eaLnBrk="1" latinLnBrk="0" hangingPunct="1">
        <a:defRPr sz="1066" kern="1200">
          <a:solidFill>
            <a:schemeClr val="tx1"/>
          </a:solidFill>
          <a:latin typeface="+mn-lt"/>
          <a:ea typeface="+mn-ea"/>
          <a:cs typeface="+mn-cs"/>
        </a:defRPr>
      </a:lvl5pPr>
      <a:lvl6pPr marL="1349944" algn="l" defTabSz="539724" rtl="0" eaLnBrk="1" latinLnBrk="0" hangingPunct="1">
        <a:defRPr sz="1066" kern="1200">
          <a:solidFill>
            <a:schemeClr val="tx1"/>
          </a:solidFill>
          <a:latin typeface="+mn-lt"/>
          <a:ea typeface="+mn-ea"/>
          <a:cs typeface="+mn-cs"/>
        </a:defRPr>
      </a:lvl6pPr>
      <a:lvl7pPr marL="1619806" algn="l" defTabSz="539724" rtl="0" eaLnBrk="1" latinLnBrk="0" hangingPunct="1">
        <a:defRPr sz="1066" kern="1200">
          <a:solidFill>
            <a:schemeClr val="tx1"/>
          </a:solidFill>
          <a:latin typeface="+mn-lt"/>
          <a:ea typeface="+mn-ea"/>
          <a:cs typeface="+mn-cs"/>
        </a:defRPr>
      </a:lvl7pPr>
      <a:lvl8pPr marL="1889668" algn="l" defTabSz="539724" rtl="0" eaLnBrk="1" latinLnBrk="0" hangingPunct="1">
        <a:defRPr sz="1066" kern="1200">
          <a:solidFill>
            <a:schemeClr val="tx1"/>
          </a:solidFill>
          <a:latin typeface="+mn-lt"/>
          <a:ea typeface="+mn-ea"/>
          <a:cs typeface="+mn-cs"/>
        </a:defRPr>
      </a:lvl8pPr>
      <a:lvl9pPr marL="2160164" algn="l" defTabSz="539724" rtl="0" eaLnBrk="1" latinLnBrk="0" hangingPunct="1">
        <a:defRPr sz="10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828DF72-DCC0-1959-A565-69F7150EAF60}"/>
              </a:ext>
            </a:extLst>
          </p:cNvPr>
          <p:cNvGrpSpPr/>
          <p:nvPr/>
        </p:nvGrpSpPr>
        <p:grpSpPr>
          <a:xfrm>
            <a:off x="336681" y="768792"/>
            <a:ext cx="3477035" cy="1513340"/>
            <a:chOff x="336681" y="768792"/>
            <a:chExt cx="3477035" cy="1513340"/>
          </a:xfrm>
        </p:grpSpPr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4" name="表格 3"/>
                <p:cNvGraphicFramePr/>
                <p:nvPr>
                  <p:extLst>
                    <p:ext uri="{D42A27DB-BD31-4B8C-83A1-F6EECF244321}">
                      <p14:modId xmlns:p14="http://schemas.microsoft.com/office/powerpoint/2010/main" val="1739219331"/>
                    </p:ext>
                  </p:extLst>
                </p:nvPr>
              </p:nvGraphicFramePr>
              <p:xfrm>
                <a:off x="630859" y="1064657"/>
                <a:ext cx="3165435" cy="1217475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4349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11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12"/>
                          </a:ext>
                        </a:extLst>
                      </a:gridCol>
                    </a:tblGrid>
                    <a:tr h="243495"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243495"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243495"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243495"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243495"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>
            <p:graphicFrame>
              <p:nvGraphicFramePr>
                <p:cNvPr id="4" name="表格 3"/>
                <p:cNvGraphicFramePr/>
                <p:nvPr>
                  <p:extLst>
                    <p:ext uri="{D42A27DB-BD31-4B8C-83A1-F6EECF244321}">
                      <p14:modId xmlns:p14="http://schemas.microsoft.com/office/powerpoint/2010/main" val="1739219331"/>
                    </p:ext>
                  </p:extLst>
                </p:nvPr>
              </p:nvGraphicFramePr>
              <p:xfrm>
                <a:off x="630859" y="1064657"/>
                <a:ext cx="3165435" cy="1217475"/>
              </p:xfrm>
              <a:graphic>
                <a:graphicData uri="http://schemas.openxmlformats.org/drawingml/2006/table">
                  <a:tbl>
                    <a:tblPr firstRow="1" bandRow="1">
                      <a:tableStyleId>{2D5ABB26-0587-4C30-8999-92F81FD0307C}</a:tableStyleId>
                    </a:tblPr>
                    <a:tblGrid>
                      <a:gridCol w="24349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7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8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09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10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11"/>
                          </a:ext>
                        </a:extLst>
                      </a:gridCol>
                      <a:gridCol w="243495">
                        <a:extLst>
                          <a:ext uri="{9D8B030D-6E8A-4147-A177-3AD203B41FA5}">
                            <a16:colId xmlns:a16="http://schemas.microsoft.com/office/drawing/2014/main" val="20012"/>
                          </a:ext>
                        </a:extLst>
                      </a:gridCol>
                    </a:tblGrid>
                    <a:tr h="243495"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243495"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243495"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243495"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243495"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>
                              <a:buNone/>
                            </a:pPr>
                            <a:endParaRPr lang="zh-CN" altLang="en-US" sz="800" dirty="0"/>
                          </a:p>
                        </a:txBody>
                        <a:tcPr marL="0" marR="0" marT="0" marB="0">
                          <a:lnL w="12700">
                            <a:solidFill>
                              <a:schemeClr val="tx1"/>
                            </a:solidFill>
                            <a:prstDash val="solid"/>
                          </a:lnL>
                          <a:lnR w="12700">
                            <a:solidFill>
                              <a:schemeClr val="tx1"/>
                            </a:solidFill>
                            <a:prstDash val="solid"/>
                          </a:lnR>
                          <a:lnT w="12700">
                            <a:solidFill>
                              <a:schemeClr val="tx1"/>
                            </a:solidFill>
                            <a:prstDash val="solid"/>
                          </a:lnT>
                          <a:lnB w="12700">
                            <a:solidFill>
                              <a:schemeClr val="tx1"/>
                            </a:solidFill>
                            <a:prstDash val="solid"/>
                          </a:lnB>
                          <a:lnTlToBr>
                            <a:noFill/>
                          </a:lnTlToBr>
                          <a:lnBlToTr>
                            <a:noFill/>
                          </a:lnBlToTr>
                          <a:solidFill>
                            <a:srgbClr val="FFC000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本框 30"/>
                <p:cNvSpPr txBox="1"/>
                <p:nvPr/>
              </p:nvSpPr>
              <p:spPr>
                <a:xfrm>
                  <a:off x="336681" y="988456"/>
                  <a:ext cx="316528" cy="293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sz="1401" i="1" baseline="-2500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oMath>
                    </m:oMathPara>
                  </a14:m>
                  <a:endParaRPr lang="en-US" altLang="zh-CN" sz="1401" i="1" baseline="-2500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1" name="文本框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681" y="988456"/>
                  <a:ext cx="316528" cy="293198"/>
                </a:xfrm>
                <a:prstGeom prst="rect">
                  <a:avLst/>
                </a:prstGeom>
                <a:blipFill>
                  <a:blip r:embed="rId2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584992" y="784869"/>
                  <a:ext cx="316675" cy="293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1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sz="1401" i="1" baseline="-25000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oMath>
                    </m:oMathPara>
                  </a14:m>
                  <a:endParaRPr lang="en-US" altLang="zh-CN" sz="1401" i="1" baseline="-25000">
                    <a:solidFill>
                      <a:schemeClr val="accent2"/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992" y="784869"/>
                  <a:ext cx="316675" cy="2931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827810" y="784869"/>
                  <a:ext cx="316528" cy="293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1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sz="1401" i="1" baseline="-25000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oMath>
                    </m:oMathPara>
                  </a14:m>
                  <a:endParaRPr lang="en-US" altLang="zh-CN" sz="1401" i="1" baseline="-25000" dirty="0">
                    <a:solidFill>
                      <a:schemeClr val="accent2"/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810" y="784869"/>
                  <a:ext cx="316528" cy="2931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1070481" y="784869"/>
                  <a:ext cx="316528" cy="293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1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sz="1401" i="1" baseline="-25000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oMath>
                    </m:oMathPara>
                  </a14:m>
                  <a:endParaRPr lang="en-US" altLang="zh-CN" sz="1401" i="1" baseline="-25000">
                    <a:solidFill>
                      <a:schemeClr val="accent2"/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481" y="784869"/>
                  <a:ext cx="316528" cy="2931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1313152" y="784869"/>
                  <a:ext cx="316528" cy="293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1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sz="1401" i="1" baseline="-25000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oMath>
                    </m:oMathPara>
                  </a14:m>
                  <a:endParaRPr lang="en-US" altLang="zh-CN" sz="1401" i="1" baseline="-25000">
                    <a:solidFill>
                      <a:schemeClr val="accent2"/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3152" y="784869"/>
                  <a:ext cx="316528" cy="2931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1555823" y="784869"/>
                  <a:ext cx="316528" cy="293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1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sz="1401" i="1" baseline="-25000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oMath>
                    </m:oMathPara>
                  </a14:m>
                  <a:endParaRPr lang="en-US" altLang="zh-CN" sz="1401" i="1" baseline="-25000">
                    <a:solidFill>
                      <a:schemeClr val="accent2"/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5823" y="784869"/>
                  <a:ext cx="316528" cy="293198"/>
                </a:xfrm>
                <a:prstGeom prst="rect">
                  <a:avLst/>
                </a:prstGeom>
                <a:blipFill>
                  <a:blip r:embed="rId7"/>
                  <a:stretch>
                    <a:fillRect b="-20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1798494" y="784869"/>
                  <a:ext cx="316528" cy="293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1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sz="1401" i="1" baseline="-25000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oMath>
                    </m:oMathPara>
                  </a14:m>
                  <a:endParaRPr lang="en-US" altLang="zh-CN" sz="1401" i="1" baseline="-25000" dirty="0">
                    <a:solidFill>
                      <a:schemeClr val="accent2"/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8494" y="784869"/>
                  <a:ext cx="316528" cy="29319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2041165" y="784869"/>
                  <a:ext cx="316528" cy="293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1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sz="1401" i="1" baseline="-25000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oMath>
                    </m:oMathPara>
                  </a14:m>
                  <a:endParaRPr lang="en-US" altLang="zh-CN" sz="1401" i="1" baseline="-25000">
                    <a:solidFill>
                      <a:schemeClr val="accent2"/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1165" y="784869"/>
                  <a:ext cx="316528" cy="293198"/>
                </a:xfrm>
                <a:prstGeom prst="rect">
                  <a:avLst/>
                </a:prstGeom>
                <a:blipFill>
                  <a:blip r:embed="rId9"/>
                  <a:stretch>
                    <a:fillRect b="-20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2283836" y="784869"/>
                  <a:ext cx="316528" cy="293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1" i="1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sz="1401" i="1" baseline="-25000">
                            <a:solidFill>
                              <a:schemeClr val="accent2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8</m:t>
                        </m:r>
                      </m:oMath>
                    </m:oMathPara>
                  </a14:m>
                  <a:endParaRPr lang="en-US" altLang="zh-CN" sz="1401" i="1" baseline="-25000">
                    <a:solidFill>
                      <a:schemeClr val="accent2"/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836" y="784869"/>
                  <a:ext cx="316528" cy="2931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/>
                <p:cNvSpPr txBox="1"/>
                <p:nvPr/>
              </p:nvSpPr>
              <p:spPr>
                <a:xfrm>
                  <a:off x="2526507" y="768792"/>
                  <a:ext cx="316528" cy="3092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</m:acc>
                        <m:r>
                          <a:rPr lang="en-US" altLang="zh-CN" sz="1401" i="1" baseline="-2500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oMath>
                    </m:oMathPara>
                  </a14:m>
                  <a:endParaRPr lang="en-US" altLang="zh-CN" sz="1401" i="1" baseline="-2500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5" name="文本框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6507" y="768792"/>
                  <a:ext cx="316528" cy="309275"/>
                </a:xfrm>
                <a:prstGeom prst="rect">
                  <a:avLst/>
                </a:prstGeom>
                <a:blipFill>
                  <a:blip r:embed="rId11"/>
                  <a:stretch>
                    <a:fillRect t="-19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2769178" y="768792"/>
                  <a:ext cx="316528" cy="3092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</m:acc>
                        <m:r>
                          <a:rPr lang="en-US" altLang="zh-CN" sz="1401" i="1" baseline="-2500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oMath>
                    </m:oMathPara>
                  </a14:m>
                  <a:endParaRPr lang="en-US" altLang="zh-CN" sz="1401" i="1" baseline="-2500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9178" y="768792"/>
                  <a:ext cx="316528" cy="309275"/>
                </a:xfrm>
                <a:prstGeom prst="rect">
                  <a:avLst/>
                </a:prstGeom>
                <a:blipFill>
                  <a:blip r:embed="rId12"/>
                  <a:stretch>
                    <a:fillRect t="-19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/>
                <p:cNvSpPr txBox="1"/>
                <p:nvPr/>
              </p:nvSpPr>
              <p:spPr>
                <a:xfrm>
                  <a:off x="3011849" y="768792"/>
                  <a:ext cx="316528" cy="3092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</m:acc>
                        <m:r>
                          <a:rPr lang="en-US" altLang="zh-CN" sz="1401" i="1" baseline="-2500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oMath>
                    </m:oMathPara>
                  </a14:m>
                  <a:endParaRPr lang="en-US" altLang="zh-CN" sz="1401" i="1" baseline="-2500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7" name="文本框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1849" y="768792"/>
                  <a:ext cx="316528" cy="309275"/>
                </a:xfrm>
                <a:prstGeom prst="rect">
                  <a:avLst/>
                </a:prstGeom>
                <a:blipFill>
                  <a:blip r:embed="rId13"/>
                  <a:stretch>
                    <a:fillRect t="-19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3254520" y="768792"/>
                  <a:ext cx="316528" cy="3092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</m:acc>
                        <m:r>
                          <a:rPr lang="en-US" altLang="zh-CN" sz="1401" i="1" baseline="-2500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oMath>
                    </m:oMathPara>
                  </a14:m>
                  <a:endParaRPr lang="en-US" altLang="zh-CN" sz="1401" i="1" baseline="-2500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4520" y="768792"/>
                  <a:ext cx="316528" cy="309275"/>
                </a:xfrm>
                <a:prstGeom prst="rect">
                  <a:avLst/>
                </a:prstGeom>
                <a:blipFill>
                  <a:blip r:embed="rId14"/>
                  <a:stretch>
                    <a:fillRect t="-19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3497188" y="768792"/>
                  <a:ext cx="316528" cy="3092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</m:t>
                            </m:r>
                          </m:e>
                        </m:acc>
                        <m:r>
                          <a:rPr lang="en-US" altLang="zh-CN" sz="1401" i="1" baseline="-2500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oMath>
                    </m:oMathPara>
                  </a14:m>
                  <a:endParaRPr lang="en-US" altLang="zh-CN" sz="1401" i="1" baseline="-2500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7188" y="768792"/>
                  <a:ext cx="316528" cy="309275"/>
                </a:xfrm>
                <a:prstGeom prst="rect">
                  <a:avLst/>
                </a:prstGeom>
                <a:blipFill>
                  <a:blip r:embed="rId15"/>
                  <a:stretch>
                    <a:fillRect t="-19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本框 31"/>
                <p:cNvSpPr txBox="1"/>
                <p:nvPr/>
              </p:nvSpPr>
              <p:spPr>
                <a:xfrm>
                  <a:off x="336681" y="1237166"/>
                  <a:ext cx="316528" cy="293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sz="1401" i="1" baseline="-2500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oMath>
                    </m:oMathPara>
                  </a14:m>
                  <a:endParaRPr lang="en-US" altLang="zh-CN" sz="1401" i="1" baseline="-25000" dirty="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2" name="文本框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681" y="1237166"/>
                  <a:ext cx="316528" cy="293198"/>
                </a:xfrm>
                <a:prstGeom prst="rect">
                  <a:avLst/>
                </a:prstGeom>
                <a:blipFill>
                  <a:blip r:embed="rId16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336681" y="1485876"/>
                  <a:ext cx="316528" cy="293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sz="1401" i="1" baseline="-2500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oMath>
                    </m:oMathPara>
                  </a14:m>
                  <a:endParaRPr lang="en-US" altLang="zh-CN" sz="1401" i="1" baseline="-25000" dirty="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681" y="1485876"/>
                  <a:ext cx="316528" cy="293198"/>
                </a:xfrm>
                <a:prstGeom prst="rect">
                  <a:avLst/>
                </a:prstGeom>
                <a:blipFill>
                  <a:blip r:embed="rId17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336681" y="1734586"/>
                  <a:ext cx="316528" cy="293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sz="1401" i="1" baseline="-2500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oMath>
                    </m:oMathPara>
                  </a14:m>
                  <a:endParaRPr lang="en-US" altLang="zh-CN" sz="1401" i="1" baseline="-25000" dirty="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681" y="1734586"/>
                  <a:ext cx="316528" cy="293198"/>
                </a:xfrm>
                <a:prstGeom prst="rect">
                  <a:avLst/>
                </a:prstGeom>
                <a:blipFill>
                  <a:blip r:embed="rId18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本框 34"/>
                <p:cNvSpPr txBox="1"/>
                <p:nvPr/>
              </p:nvSpPr>
              <p:spPr>
                <a:xfrm>
                  <a:off x="336681" y="1983298"/>
                  <a:ext cx="316528" cy="293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accPr>
                          <m:e>
                            <m:r>
                              <a:rPr lang="en-US" altLang="zh-CN" sz="1401" i="1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sz="1401" i="1" baseline="-2500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oMath>
                    </m:oMathPara>
                  </a14:m>
                  <a:endParaRPr lang="en-US" altLang="zh-CN" sz="1401" i="1" baseline="-25000" dirty="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5" name="文本框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681" y="1983298"/>
                  <a:ext cx="316528" cy="293198"/>
                </a:xfrm>
                <a:prstGeom prst="rect">
                  <a:avLst/>
                </a:prstGeom>
                <a:blipFill>
                  <a:blip r:embed="rId19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356</TotalTime>
  <Words>36</Words>
  <Application>Microsoft Office PowerPoint</Application>
  <PresentationFormat>自定义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邱盈钢</dc:creator>
  <cp:lastModifiedBy>盈钢 邱</cp:lastModifiedBy>
  <cp:revision>7</cp:revision>
  <dcterms:created xsi:type="dcterms:W3CDTF">2023-08-09T12:44:00Z</dcterms:created>
  <dcterms:modified xsi:type="dcterms:W3CDTF">2026-03-22T18:35:28Z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EDEBFDC66756496DA649C4EC2E052F50_12</vt:lpwstr>
  </property>
</Properties>
</file>