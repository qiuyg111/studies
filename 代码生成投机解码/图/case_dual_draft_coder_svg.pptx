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56" r:id="rId2"/>
  </p:sldIdLst>
  <p:sldSz cx="6983413" cy="6486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9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3756" y="1061568"/>
            <a:ext cx="5935901" cy="2258272"/>
          </a:xfrm>
        </p:spPr>
        <p:txBody>
          <a:bodyPr anchor="b"/>
          <a:lstStyle>
            <a:lvl1pPr algn="ctr">
              <a:defRPr sz="458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2927" y="3406928"/>
            <a:ext cx="5237560" cy="1566075"/>
          </a:xfrm>
        </p:spPr>
        <p:txBody>
          <a:bodyPr/>
          <a:lstStyle>
            <a:lvl1pPr marL="0" indent="0" algn="ctr">
              <a:buNone/>
              <a:defRPr sz="1833"/>
            </a:lvl1pPr>
            <a:lvl2pPr marL="349164" indent="0" algn="ctr">
              <a:buNone/>
              <a:defRPr sz="1527"/>
            </a:lvl2pPr>
            <a:lvl3pPr marL="698327" indent="0" algn="ctr">
              <a:buNone/>
              <a:defRPr sz="1375"/>
            </a:lvl3pPr>
            <a:lvl4pPr marL="1047491" indent="0" algn="ctr">
              <a:buNone/>
              <a:defRPr sz="1222"/>
            </a:lvl4pPr>
            <a:lvl5pPr marL="1396655" indent="0" algn="ctr">
              <a:buNone/>
              <a:defRPr sz="1222"/>
            </a:lvl5pPr>
            <a:lvl6pPr marL="1745818" indent="0" algn="ctr">
              <a:buNone/>
              <a:defRPr sz="1222"/>
            </a:lvl6pPr>
            <a:lvl7pPr marL="2094982" indent="0" algn="ctr">
              <a:buNone/>
              <a:defRPr sz="1222"/>
            </a:lvl7pPr>
            <a:lvl8pPr marL="2444145" indent="0" algn="ctr">
              <a:buNone/>
              <a:defRPr sz="1222"/>
            </a:lvl8pPr>
            <a:lvl9pPr marL="2793309" indent="0" algn="ctr">
              <a:buNone/>
              <a:defRPr sz="122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09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211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473" y="1617128"/>
            <a:ext cx="6023194" cy="2698214"/>
          </a:xfrm>
        </p:spPr>
        <p:txBody>
          <a:bodyPr anchor="b"/>
          <a:lstStyle>
            <a:lvl1pPr>
              <a:defRPr sz="458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473" y="4340868"/>
            <a:ext cx="6023194" cy="1418927"/>
          </a:xfrm>
        </p:spPr>
        <p:txBody>
          <a:bodyPr/>
          <a:lstStyle>
            <a:lvl1pPr marL="0" indent="0">
              <a:buNone/>
              <a:defRPr sz="1833">
                <a:solidFill>
                  <a:schemeClr val="tx1"/>
                </a:solidFill>
              </a:defRPr>
            </a:lvl1pPr>
            <a:lvl2pPr marL="349164" indent="0">
              <a:buNone/>
              <a:defRPr sz="1527">
                <a:solidFill>
                  <a:schemeClr val="tx1">
                    <a:tint val="75000"/>
                  </a:schemeClr>
                </a:solidFill>
              </a:defRPr>
            </a:lvl2pPr>
            <a:lvl3pPr marL="698327" indent="0">
              <a:buNone/>
              <a:defRPr sz="1375">
                <a:solidFill>
                  <a:schemeClr val="tx1">
                    <a:tint val="75000"/>
                  </a:schemeClr>
                </a:solidFill>
              </a:defRPr>
            </a:lvl3pPr>
            <a:lvl4pPr marL="1047491" indent="0">
              <a:buNone/>
              <a:defRPr sz="1222">
                <a:solidFill>
                  <a:schemeClr val="tx1">
                    <a:tint val="75000"/>
                  </a:schemeClr>
                </a:solidFill>
              </a:defRPr>
            </a:lvl4pPr>
            <a:lvl5pPr marL="1396655" indent="0">
              <a:buNone/>
              <a:defRPr sz="1222">
                <a:solidFill>
                  <a:schemeClr val="tx1">
                    <a:tint val="75000"/>
                  </a:schemeClr>
                </a:solidFill>
              </a:defRPr>
            </a:lvl5pPr>
            <a:lvl6pPr marL="1745818" indent="0">
              <a:buNone/>
              <a:defRPr sz="1222">
                <a:solidFill>
                  <a:schemeClr val="tx1">
                    <a:tint val="75000"/>
                  </a:schemeClr>
                </a:solidFill>
              </a:defRPr>
            </a:lvl6pPr>
            <a:lvl7pPr marL="2094982" indent="0">
              <a:buNone/>
              <a:defRPr sz="1222">
                <a:solidFill>
                  <a:schemeClr val="tx1">
                    <a:tint val="75000"/>
                  </a:schemeClr>
                </a:solidFill>
              </a:defRPr>
            </a:lvl7pPr>
            <a:lvl8pPr marL="2444145" indent="0">
              <a:buNone/>
              <a:defRPr sz="1222">
                <a:solidFill>
                  <a:schemeClr val="tx1">
                    <a:tint val="75000"/>
                  </a:schemeClr>
                </a:solidFill>
              </a:defRPr>
            </a:lvl8pPr>
            <a:lvl9pPr marL="2793309" indent="0">
              <a:buNone/>
              <a:defRPr sz="12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20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109" y="1726737"/>
            <a:ext cx="2967951" cy="41156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35353" y="1726737"/>
            <a:ext cx="2967951" cy="41156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92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9" y="345349"/>
            <a:ext cx="6023194" cy="12537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020" y="1590100"/>
            <a:ext cx="2954311" cy="779283"/>
          </a:xfrm>
        </p:spPr>
        <p:txBody>
          <a:bodyPr anchor="b"/>
          <a:lstStyle>
            <a:lvl1pPr marL="0" indent="0">
              <a:buNone/>
              <a:defRPr sz="1833" b="1"/>
            </a:lvl1pPr>
            <a:lvl2pPr marL="349164" indent="0">
              <a:buNone/>
              <a:defRPr sz="1527" b="1"/>
            </a:lvl2pPr>
            <a:lvl3pPr marL="698327" indent="0">
              <a:buNone/>
              <a:defRPr sz="1375" b="1"/>
            </a:lvl3pPr>
            <a:lvl4pPr marL="1047491" indent="0">
              <a:buNone/>
              <a:defRPr sz="1222" b="1"/>
            </a:lvl4pPr>
            <a:lvl5pPr marL="1396655" indent="0">
              <a:buNone/>
              <a:defRPr sz="1222" b="1"/>
            </a:lvl5pPr>
            <a:lvl6pPr marL="1745818" indent="0">
              <a:buNone/>
              <a:defRPr sz="1222" b="1"/>
            </a:lvl6pPr>
            <a:lvl7pPr marL="2094982" indent="0">
              <a:buNone/>
              <a:defRPr sz="1222" b="1"/>
            </a:lvl7pPr>
            <a:lvl8pPr marL="2444145" indent="0">
              <a:buNone/>
              <a:defRPr sz="1222" b="1"/>
            </a:lvl8pPr>
            <a:lvl9pPr marL="2793309" indent="0">
              <a:buNone/>
              <a:defRPr sz="122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20" y="2369384"/>
            <a:ext cx="2954311" cy="34850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35353" y="1590100"/>
            <a:ext cx="2968860" cy="779283"/>
          </a:xfrm>
        </p:spPr>
        <p:txBody>
          <a:bodyPr anchor="b"/>
          <a:lstStyle>
            <a:lvl1pPr marL="0" indent="0">
              <a:buNone/>
              <a:defRPr sz="1833" b="1"/>
            </a:lvl1pPr>
            <a:lvl2pPr marL="349164" indent="0">
              <a:buNone/>
              <a:defRPr sz="1527" b="1"/>
            </a:lvl2pPr>
            <a:lvl3pPr marL="698327" indent="0">
              <a:buNone/>
              <a:defRPr sz="1375" b="1"/>
            </a:lvl3pPr>
            <a:lvl4pPr marL="1047491" indent="0">
              <a:buNone/>
              <a:defRPr sz="1222" b="1"/>
            </a:lvl4pPr>
            <a:lvl5pPr marL="1396655" indent="0">
              <a:buNone/>
              <a:defRPr sz="1222" b="1"/>
            </a:lvl5pPr>
            <a:lvl6pPr marL="1745818" indent="0">
              <a:buNone/>
              <a:defRPr sz="1222" b="1"/>
            </a:lvl6pPr>
            <a:lvl7pPr marL="2094982" indent="0">
              <a:buNone/>
              <a:defRPr sz="1222" b="1"/>
            </a:lvl7pPr>
            <a:lvl8pPr marL="2444145" indent="0">
              <a:buNone/>
              <a:defRPr sz="1222" b="1"/>
            </a:lvl8pPr>
            <a:lvl9pPr marL="2793309" indent="0">
              <a:buNone/>
              <a:defRPr sz="122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35353" y="2369384"/>
            <a:ext cx="2968860" cy="34850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14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73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80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9" y="432435"/>
            <a:ext cx="2252332" cy="1513523"/>
          </a:xfrm>
        </p:spPr>
        <p:txBody>
          <a:bodyPr anchor="b"/>
          <a:lstStyle>
            <a:lvl1pPr>
              <a:defRPr sz="24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860" y="933941"/>
            <a:ext cx="3535353" cy="4609637"/>
          </a:xfrm>
        </p:spPr>
        <p:txBody>
          <a:bodyPr/>
          <a:lstStyle>
            <a:lvl1pPr>
              <a:defRPr sz="2444"/>
            </a:lvl1pPr>
            <a:lvl2pPr>
              <a:defRPr sz="2138"/>
            </a:lvl2pPr>
            <a:lvl3pPr>
              <a:defRPr sz="1833"/>
            </a:lvl3pPr>
            <a:lvl4pPr>
              <a:defRPr sz="1527"/>
            </a:lvl4pPr>
            <a:lvl5pPr>
              <a:defRPr sz="1527"/>
            </a:lvl5pPr>
            <a:lvl6pPr>
              <a:defRPr sz="1527"/>
            </a:lvl6pPr>
            <a:lvl7pPr>
              <a:defRPr sz="1527"/>
            </a:lvl7pPr>
            <a:lvl8pPr>
              <a:defRPr sz="1527"/>
            </a:lvl8pPr>
            <a:lvl9pPr>
              <a:defRPr sz="152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1019" y="1945957"/>
            <a:ext cx="2252332" cy="3605127"/>
          </a:xfrm>
        </p:spPr>
        <p:txBody>
          <a:bodyPr/>
          <a:lstStyle>
            <a:lvl1pPr marL="0" indent="0">
              <a:buNone/>
              <a:defRPr sz="1222"/>
            </a:lvl1pPr>
            <a:lvl2pPr marL="349164" indent="0">
              <a:buNone/>
              <a:defRPr sz="1069"/>
            </a:lvl2pPr>
            <a:lvl3pPr marL="698327" indent="0">
              <a:buNone/>
              <a:defRPr sz="916"/>
            </a:lvl3pPr>
            <a:lvl4pPr marL="1047491" indent="0">
              <a:buNone/>
              <a:defRPr sz="764"/>
            </a:lvl4pPr>
            <a:lvl5pPr marL="1396655" indent="0">
              <a:buNone/>
              <a:defRPr sz="764"/>
            </a:lvl5pPr>
            <a:lvl6pPr marL="1745818" indent="0">
              <a:buNone/>
              <a:defRPr sz="764"/>
            </a:lvl6pPr>
            <a:lvl7pPr marL="2094982" indent="0">
              <a:buNone/>
              <a:defRPr sz="764"/>
            </a:lvl7pPr>
            <a:lvl8pPr marL="2444145" indent="0">
              <a:buNone/>
              <a:defRPr sz="764"/>
            </a:lvl8pPr>
            <a:lvl9pPr marL="2793309" indent="0">
              <a:buNone/>
              <a:defRPr sz="76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5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9" y="432435"/>
            <a:ext cx="2252332" cy="1513523"/>
          </a:xfrm>
        </p:spPr>
        <p:txBody>
          <a:bodyPr anchor="b"/>
          <a:lstStyle>
            <a:lvl1pPr>
              <a:defRPr sz="24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68860" y="933941"/>
            <a:ext cx="3535353" cy="4609637"/>
          </a:xfrm>
        </p:spPr>
        <p:txBody>
          <a:bodyPr anchor="t"/>
          <a:lstStyle>
            <a:lvl1pPr marL="0" indent="0">
              <a:buNone/>
              <a:defRPr sz="2444"/>
            </a:lvl1pPr>
            <a:lvl2pPr marL="349164" indent="0">
              <a:buNone/>
              <a:defRPr sz="2138"/>
            </a:lvl2pPr>
            <a:lvl3pPr marL="698327" indent="0">
              <a:buNone/>
              <a:defRPr sz="1833"/>
            </a:lvl3pPr>
            <a:lvl4pPr marL="1047491" indent="0">
              <a:buNone/>
              <a:defRPr sz="1527"/>
            </a:lvl4pPr>
            <a:lvl5pPr marL="1396655" indent="0">
              <a:buNone/>
              <a:defRPr sz="1527"/>
            </a:lvl5pPr>
            <a:lvl6pPr marL="1745818" indent="0">
              <a:buNone/>
              <a:defRPr sz="1527"/>
            </a:lvl6pPr>
            <a:lvl7pPr marL="2094982" indent="0">
              <a:buNone/>
              <a:defRPr sz="1527"/>
            </a:lvl7pPr>
            <a:lvl8pPr marL="2444145" indent="0">
              <a:buNone/>
              <a:defRPr sz="1527"/>
            </a:lvl8pPr>
            <a:lvl9pPr marL="2793309" indent="0">
              <a:buNone/>
              <a:defRPr sz="152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1019" y="1945957"/>
            <a:ext cx="2252332" cy="3605127"/>
          </a:xfrm>
        </p:spPr>
        <p:txBody>
          <a:bodyPr/>
          <a:lstStyle>
            <a:lvl1pPr marL="0" indent="0">
              <a:buNone/>
              <a:defRPr sz="1222"/>
            </a:lvl1pPr>
            <a:lvl2pPr marL="349164" indent="0">
              <a:buNone/>
              <a:defRPr sz="1069"/>
            </a:lvl2pPr>
            <a:lvl3pPr marL="698327" indent="0">
              <a:buNone/>
              <a:defRPr sz="916"/>
            </a:lvl3pPr>
            <a:lvl4pPr marL="1047491" indent="0">
              <a:buNone/>
              <a:defRPr sz="764"/>
            </a:lvl4pPr>
            <a:lvl5pPr marL="1396655" indent="0">
              <a:buNone/>
              <a:defRPr sz="764"/>
            </a:lvl5pPr>
            <a:lvl6pPr marL="1745818" indent="0">
              <a:buNone/>
              <a:defRPr sz="764"/>
            </a:lvl6pPr>
            <a:lvl7pPr marL="2094982" indent="0">
              <a:buNone/>
              <a:defRPr sz="764"/>
            </a:lvl7pPr>
            <a:lvl8pPr marL="2444145" indent="0">
              <a:buNone/>
              <a:defRPr sz="764"/>
            </a:lvl8pPr>
            <a:lvl9pPr marL="2793309" indent="0">
              <a:buNone/>
              <a:defRPr sz="76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61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1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97506" y="345347"/>
            <a:ext cx="1505798" cy="54970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110" y="345347"/>
            <a:ext cx="4430103" cy="54970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75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110" y="345349"/>
            <a:ext cx="6023194" cy="1253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110" y="1726737"/>
            <a:ext cx="6023194" cy="4115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110" y="6012049"/>
            <a:ext cx="1571268" cy="345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13256" y="6012049"/>
            <a:ext cx="2356902" cy="345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32035" y="6012049"/>
            <a:ext cx="1571268" cy="345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70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98327" rtl="0" eaLnBrk="1" latinLnBrk="0" hangingPunct="1">
        <a:lnSpc>
          <a:spcPct val="90000"/>
        </a:lnSpc>
        <a:spcBef>
          <a:spcPct val="0"/>
        </a:spcBef>
        <a:buNone/>
        <a:defRPr sz="3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582" indent="-174582" algn="l" defTabSz="698327" rtl="0" eaLnBrk="1" latinLnBrk="0" hangingPunct="1">
        <a:lnSpc>
          <a:spcPct val="90000"/>
        </a:lnSpc>
        <a:spcBef>
          <a:spcPts val="764"/>
        </a:spcBef>
        <a:buFont typeface="Arial" panose="020B0604020202020204" pitchFamily="34" charset="0"/>
        <a:buChar char="•"/>
        <a:defRPr sz="2138" kern="1200">
          <a:solidFill>
            <a:schemeClr val="tx1"/>
          </a:solidFill>
          <a:latin typeface="+mn-lt"/>
          <a:ea typeface="+mn-ea"/>
          <a:cs typeface="+mn-cs"/>
        </a:defRPr>
      </a:lvl1pPr>
      <a:lvl2pPr marL="523745" indent="-174582" algn="l" defTabSz="698327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833" kern="1200">
          <a:solidFill>
            <a:schemeClr val="tx1"/>
          </a:solidFill>
          <a:latin typeface="+mn-lt"/>
          <a:ea typeface="+mn-ea"/>
          <a:cs typeface="+mn-cs"/>
        </a:defRPr>
      </a:lvl2pPr>
      <a:lvl3pPr marL="872909" indent="-174582" algn="l" defTabSz="698327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527" kern="1200">
          <a:solidFill>
            <a:schemeClr val="tx1"/>
          </a:solidFill>
          <a:latin typeface="+mn-lt"/>
          <a:ea typeface="+mn-ea"/>
          <a:cs typeface="+mn-cs"/>
        </a:defRPr>
      </a:lvl3pPr>
      <a:lvl4pPr marL="1222073" indent="-174582" algn="l" defTabSz="698327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4pPr>
      <a:lvl5pPr marL="1571236" indent="-174582" algn="l" defTabSz="698327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5pPr>
      <a:lvl6pPr marL="1920400" indent="-174582" algn="l" defTabSz="698327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6pPr>
      <a:lvl7pPr marL="2269564" indent="-174582" algn="l" defTabSz="698327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7pPr>
      <a:lvl8pPr marL="2618727" indent="-174582" algn="l" defTabSz="698327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8pPr>
      <a:lvl9pPr marL="2967891" indent="-174582" algn="l" defTabSz="698327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1pPr>
      <a:lvl2pPr marL="349164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2pPr>
      <a:lvl3pPr marL="698327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3pPr>
      <a:lvl4pPr marL="1047491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4pPr>
      <a:lvl5pPr marL="1396655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5pPr>
      <a:lvl6pPr marL="1745818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6pPr>
      <a:lvl7pPr marL="2094982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7pPr>
      <a:lvl8pPr marL="2444145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8pPr>
      <a:lvl9pPr marL="2793309" algn="l" defTabSz="698327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177C3B63-DBDA-9D87-9CE3-99FCF2650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-219"/>
            <a:ext cx="6983413" cy="64869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1789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邱盈钢</dc:creator>
  <cp:lastModifiedBy>盈钢 邱</cp:lastModifiedBy>
  <cp:revision>11</cp:revision>
  <dcterms:created xsi:type="dcterms:W3CDTF">2023-08-09T12:44:00Z</dcterms:created>
  <dcterms:modified xsi:type="dcterms:W3CDTF">2026-03-21T13:48:32Z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FA86EEB701A048A68792B1F375BAC7ED_12</vt:lpwstr>
  </property>
</Properties>
</file>