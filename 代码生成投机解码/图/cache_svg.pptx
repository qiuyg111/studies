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8183563" cy="4705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2946" y="770066"/>
            <a:ext cx="6137672" cy="1638159"/>
          </a:xfrm>
        </p:spPr>
        <p:txBody>
          <a:bodyPr anchor="b"/>
          <a:lstStyle>
            <a:lvl1pPr algn="ctr">
              <a:defRPr sz="40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2946" y="2471398"/>
            <a:ext cx="6137672" cy="1136037"/>
          </a:xfrm>
        </p:spPr>
        <p:txBody>
          <a:bodyPr/>
          <a:lstStyle>
            <a:lvl1pPr marL="0" indent="0" algn="ctr">
              <a:buNone/>
              <a:defRPr sz="1611"/>
            </a:lvl1pPr>
            <a:lvl2pPr marL="306873" indent="0" algn="ctr">
              <a:buNone/>
              <a:defRPr sz="1342"/>
            </a:lvl2pPr>
            <a:lvl3pPr marL="613745" indent="0" algn="ctr">
              <a:buNone/>
              <a:defRPr sz="1208"/>
            </a:lvl3pPr>
            <a:lvl4pPr marL="920618" indent="0" algn="ctr">
              <a:buNone/>
              <a:defRPr sz="1074"/>
            </a:lvl4pPr>
            <a:lvl5pPr marL="1227491" indent="0" algn="ctr">
              <a:buNone/>
              <a:defRPr sz="1074"/>
            </a:lvl5pPr>
            <a:lvl6pPr marL="1534363" indent="0" algn="ctr">
              <a:buNone/>
              <a:defRPr sz="1074"/>
            </a:lvl6pPr>
            <a:lvl7pPr marL="1841236" indent="0" algn="ctr">
              <a:buNone/>
              <a:defRPr sz="1074"/>
            </a:lvl7pPr>
            <a:lvl8pPr marL="2148108" indent="0" algn="ctr">
              <a:buNone/>
              <a:defRPr sz="1074"/>
            </a:lvl8pPr>
            <a:lvl9pPr marL="2454981" indent="0" algn="ctr">
              <a:buNone/>
              <a:defRPr sz="107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262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860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358" y="1173070"/>
            <a:ext cx="7058323" cy="1957295"/>
          </a:xfrm>
        </p:spPr>
        <p:txBody>
          <a:bodyPr anchor="b"/>
          <a:lstStyle>
            <a:lvl1pPr>
              <a:defRPr sz="40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358" y="3148882"/>
            <a:ext cx="7058323" cy="1029295"/>
          </a:xfrm>
        </p:spPr>
        <p:txBody>
          <a:bodyPr/>
          <a:lstStyle>
            <a:lvl1pPr marL="0" indent="0">
              <a:buNone/>
              <a:defRPr sz="1611">
                <a:solidFill>
                  <a:schemeClr val="tx1">
                    <a:tint val="82000"/>
                  </a:schemeClr>
                </a:solidFill>
              </a:defRPr>
            </a:lvl1pPr>
            <a:lvl2pPr marL="306873" indent="0">
              <a:buNone/>
              <a:defRPr sz="1342">
                <a:solidFill>
                  <a:schemeClr val="tx1">
                    <a:tint val="82000"/>
                  </a:schemeClr>
                </a:solidFill>
              </a:defRPr>
            </a:lvl2pPr>
            <a:lvl3pPr marL="613745" indent="0">
              <a:buNone/>
              <a:defRPr sz="1208">
                <a:solidFill>
                  <a:schemeClr val="tx1">
                    <a:tint val="82000"/>
                  </a:schemeClr>
                </a:solidFill>
              </a:defRPr>
            </a:lvl3pPr>
            <a:lvl4pPr marL="920618" indent="0">
              <a:buNone/>
              <a:defRPr sz="1074">
                <a:solidFill>
                  <a:schemeClr val="tx1">
                    <a:tint val="82000"/>
                  </a:schemeClr>
                </a:solidFill>
              </a:defRPr>
            </a:lvl4pPr>
            <a:lvl5pPr marL="1227491" indent="0">
              <a:buNone/>
              <a:defRPr sz="1074">
                <a:solidFill>
                  <a:schemeClr val="tx1">
                    <a:tint val="82000"/>
                  </a:schemeClr>
                </a:solidFill>
              </a:defRPr>
            </a:lvl5pPr>
            <a:lvl6pPr marL="1534363" indent="0">
              <a:buNone/>
              <a:defRPr sz="1074">
                <a:solidFill>
                  <a:schemeClr val="tx1">
                    <a:tint val="82000"/>
                  </a:schemeClr>
                </a:solidFill>
              </a:defRPr>
            </a:lvl6pPr>
            <a:lvl7pPr marL="1841236" indent="0">
              <a:buNone/>
              <a:defRPr sz="1074">
                <a:solidFill>
                  <a:schemeClr val="tx1">
                    <a:tint val="82000"/>
                  </a:schemeClr>
                </a:solidFill>
              </a:defRPr>
            </a:lvl7pPr>
            <a:lvl8pPr marL="2148108" indent="0">
              <a:buNone/>
              <a:defRPr sz="1074">
                <a:solidFill>
                  <a:schemeClr val="tx1">
                    <a:tint val="82000"/>
                  </a:schemeClr>
                </a:solidFill>
              </a:defRPr>
            </a:lvl8pPr>
            <a:lvl9pPr marL="2454981" indent="0">
              <a:buNone/>
              <a:defRPr sz="107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47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620" y="1252582"/>
            <a:ext cx="3478014" cy="29855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2929" y="1252582"/>
            <a:ext cx="3478014" cy="29855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625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686" y="250516"/>
            <a:ext cx="7058323" cy="90948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3686" y="1153465"/>
            <a:ext cx="3462030" cy="565295"/>
          </a:xfrm>
        </p:spPr>
        <p:txBody>
          <a:bodyPr anchor="b"/>
          <a:lstStyle>
            <a:lvl1pPr marL="0" indent="0">
              <a:buNone/>
              <a:defRPr sz="1611" b="1"/>
            </a:lvl1pPr>
            <a:lvl2pPr marL="306873" indent="0">
              <a:buNone/>
              <a:defRPr sz="1342" b="1"/>
            </a:lvl2pPr>
            <a:lvl3pPr marL="613745" indent="0">
              <a:buNone/>
              <a:defRPr sz="1208" b="1"/>
            </a:lvl3pPr>
            <a:lvl4pPr marL="920618" indent="0">
              <a:buNone/>
              <a:defRPr sz="1074" b="1"/>
            </a:lvl4pPr>
            <a:lvl5pPr marL="1227491" indent="0">
              <a:buNone/>
              <a:defRPr sz="1074" b="1"/>
            </a:lvl5pPr>
            <a:lvl6pPr marL="1534363" indent="0">
              <a:buNone/>
              <a:defRPr sz="1074" b="1"/>
            </a:lvl6pPr>
            <a:lvl7pPr marL="1841236" indent="0">
              <a:buNone/>
              <a:defRPr sz="1074" b="1"/>
            </a:lvl7pPr>
            <a:lvl8pPr marL="2148108" indent="0">
              <a:buNone/>
              <a:defRPr sz="1074" b="1"/>
            </a:lvl8pPr>
            <a:lvl9pPr marL="2454981" indent="0">
              <a:buNone/>
              <a:defRPr sz="10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686" y="1718760"/>
            <a:ext cx="3462030" cy="2528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42929" y="1153465"/>
            <a:ext cx="3479080" cy="565295"/>
          </a:xfrm>
        </p:spPr>
        <p:txBody>
          <a:bodyPr anchor="b"/>
          <a:lstStyle>
            <a:lvl1pPr marL="0" indent="0">
              <a:buNone/>
              <a:defRPr sz="1611" b="1"/>
            </a:lvl1pPr>
            <a:lvl2pPr marL="306873" indent="0">
              <a:buNone/>
              <a:defRPr sz="1342" b="1"/>
            </a:lvl2pPr>
            <a:lvl3pPr marL="613745" indent="0">
              <a:buNone/>
              <a:defRPr sz="1208" b="1"/>
            </a:lvl3pPr>
            <a:lvl4pPr marL="920618" indent="0">
              <a:buNone/>
              <a:defRPr sz="1074" b="1"/>
            </a:lvl4pPr>
            <a:lvl5pPr marL="1227491" indent="0">
              <a:buNone/>
              <a:defRPr sz="1074" b="1"/>
            </a:lvl5pPr>
            <a:lvl6pPr marL="1534363" indent="0">
              <a:buNone/>
              <a:defRPr sz="1074" b="1"/>
            </a:lvl6pPr>
            <a:lvl7pPr marL="1841236" indent="0">
              <a:buNone/>
              <a:defRPr sz="1074" b="1"/>
            </a:lvl7pPr>
            <a:lvl8pPr marL="2148108" indent="0">
              <a:buNone/>
              <a:defRPr sz="1074" b="1"/>
            </a:lvl8pPr>
            <a:lvl9pPr marL="2454981" indent="0">
              <a:buNone/>
              <a:defRPr sz="10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42929" y="1718760"/>
            <a:ext cx="3479080" cy="2528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60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43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98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686" y="313690"/>
            <a:ext cx="2639412" cy="1097915"/>
          </a:xfrm>
        </p:spPr>
        <p:txBody>
          <a:bodyPr anchor="b"/>
          <a:lstStyle>
            <a:lvl1pPr>
              <a:defRPr sz="214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9080" y="677484"/>
            <a:ext cx="4142929" cy="3343848"/>
          </a:xfrm>
        </p:spPr>
        <p:txBody>
          <a:bodyPr/>
          <a:lstStyle>
            <a:lvl1pPr>
              <a:defRPr sz="2148"/>
            </a:lvl1pPr>
            <a:lvl2pPr>
              <a:defRPr sz="1879"/>
            </a:lvl2pPr>
            <a:lvl3pPr>
              <a:defRPr sz="1611"/>
            </a:lvl3pPr>
            <a:lvl4pPr>
              <a:defRPr sz="1342"/>
            </a:lvl4pPr>
            <a:lvl5pPr>
              <a:defRPr sz="1342"/>
            </a:lvl5pPr>
            <a:lvl6pPr>
              <a:defRPr sz="1342"/>
            </a:lvl6pPr>
            <a:lvl7pPr>
              <a:defRPr sz="1342"/>
            </a:lvl7pPr>
            <a:lvl8pPr>
              <a:defRPr sz="1342"/>
            </a:lvl8pPr>
            <a:lvl9pPr>
              <a:defRPr sz="134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3686" y="1411605"/>
            <a:ext cx="2639412" cy="2615173"/>
          </a:xfrm>
        </p:spPr>
        <p:txBody>
          <a:bodyPr/>
          <a:lstStyle>
            <a:lvl1pPr marL="0" indent="0">
              <a:buNone/>
              <a:defRPr sz="1074"/>
            </a:lvl1pPr>
            <a:lvl2pPr marL="306873" indent="0">
              <a:buNone/>
              <a:defRPr sz="940"/>
            </a:lvl2pPr>
            <a:lvl3pPr marL="613745" indent="0">
              <a:buNone/>
              <a:defRPr sz="805"/>
            </a:lvl3pPr>
            <a:lvl4pPr marL="920618" indent="0">
              <a:buNone/>
              <a:defRPr sz="671"/>
            </a:lvl4pPr>
            <a:lvl5pPr marL="1227491" indent="0">
              <a:buNone/>
              <a:defRPr sz="671"/>
            </a:lvl5pPr>
            <a:lvl6pPr marL="1534363" indent="0">
              <a:buNone/>
              <a:defRPr sz="671"/>
            </a:lvl6pPr>
            <a:lvl7pPr marL="1841236" indent="0">
              <a:buNone/>
              <a:defRPr sz="671"/>
            </a:lvl7pPr>
            <a:lvl8pPr marL="2148108" indent="0">
              <a:buNone/>
              <a:defRPr sz="671"/>
            </a:lvl8pPr>
            <a:lvl9pPr marL="2454981" indent="0">
              <a:buNone/>
              <a:defRPr sz="67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81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686" y="313690"/>
            <a:ext cx="2639412" cy="1097915"/>
          </a:xfrm>
        </p:spPr>
        <p:txBody>
          <a:bodyPr anchor="b"/>
          <a:lstStyle>
            <a:lvl1pPr>
              <a:defRPr sz="214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79080" y="677484"/>
            <a:ext cx="4142929" cy="3343848"/>
          </a:xfrm>
        </p:spPr>
        <p:txBody>
          <a:bodyPr anchor="t"/>
          <a:lstStyle>
            <a:lvl1pPr marL="0" indent="0">
              <a:buNone/>
              <a:defRPr sz="2148"/>
            </a:lvl1pPr>
            <a:lvl2pPr marL="306873" indent="0">
              <a:buNone/>
              <a:defRPr sz="1879"/>
            </a:lvl2pPr>
            <a:lvl3pPr marL="613745" indent="0">
              <a:buNone/>
              <a:defRPr sz="1611"/>
            </a:lvl3pPr>
            <a:lvl4pPr marL="920618" indent="0">
              <a:buNone/>
              <a:defRPr sz="1342"/>
            </a:lvl4pPr>
            <a:lvl5pPr marL="1227491" indent="0">
              <a:buNone/>
              <a:defRPr sz="1342"/>
            </a:lvl5pPr>
            <a:lvl6pPr marL="1534363" indent="0">
              <a:buNone/>
              <a:defRPr sz="1342"/>
            </a:lvl6pPr>
            <a:lvl7pPr marL="1841236" indent="0">
              <a:buNone/>
              <a:defRPr sz="1342"/>
            </a:lvl7pPr>
            <a:lvl8pPr marL="2148108" indent="0">
              <a:buNone/>
              <a:defRPr sz="1342"/>
            </a:lvl8pPr>
            <a:lvl9pPr marL="2454981" indent="0">
              <a:buNone/>
              <a:defRPr sz="134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3686" y="1411605"/>
            <a:ext cx="2639412" cy="2615173"/>
          </a:xfrm>
        </p:spPr>
        <p:txBody>
          <a:bodyPr/>
          <a:lstStyle>
            <a:lvl1pPr marL="0" indent="0">
              <a:buNone/>
              <a:defRPr sz="1074"/>
            </a:lvl1pPr>
            <a:lvl2pPr marL="306873" indent="0">
              <a:buNone/>
              <a:defRPr sz="940"/>
            </a:lvl2pPr>
            <a:lvl3pPr marL="613745" indent="0">
              <a:buNone/>
              <a:defRPr sz="805"/>
            </a:lvl3pPr>
            <a:lvl4pPr marL="920618" indent="0">
              <a:buNone/>
              <a:defRPr sz="671"/>
            </a:lvl4pPr>
            <a:lvl5pPr marL="1227491" indent="0">
              <a:buNone/>
              <a:defRPr sz="671"/>
            </a:lvl5pPr>
            <a:lvl6pPr marL="1534363" indent="0">
              <a:buNone/>
              <a:defRPr sz="671"/>
            </a:lvl6pPr>
            <a:lvl7pPr marL="1841236" indent="0">
              <a:buNone/>
              <a:defRPr sz="671"/>
            </a:lvl7pPr>
            <a:lvl8pPr marL="2148108" indent="0">
              <a:buNone/>
              <a:defRPr sz="671"/>
            </a:lvl8pPr>
            <a:lvl9pPr marL="2454981" indent="0">
              <a:buNone/>
              <a:defRPr sz="67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53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36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6362" y="250516"/>
            <a:ext cx="1764581" cy="398756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2620" y="250516"/>
            <a:ext cx="5191448" cy="398756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85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2620" y="250516"/>
            <a:ext cx="7058323" cy="909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620" y="1252582"/>
            <a:ext cx="7058323" cy="2985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620" y="4361163"/>
            <a:ext cx="1841302" cy="250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D54F1-E3E1-45C0-9324-20666598DC1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10805" y="4361163"/>
            <a:ext cx="2761953" cy="250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79641" y="4361163"/>
            <a:ext cx="1841302" cy="250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D5440-D169-43F0-930D-789FF195E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48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13745" rtl="0" eaLnBrk="1" latinLnBrk="0" hangingPunct="1">
        <a:lnSpc>
          <a:spcPct val="90000"/>
        </a:lnSpc>
        <a:spcBef>
          <a:spcPct val="0"/>
        </a:spcBef>
        <a:buNone/>
        <a:defRPr sz="29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436" indent="-153436" algn="l" defTabSz="613745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1879" kern="1200">
          <a:solidFill>
            <a:schemeClr val="tx1"/>
          </a:solidFill>
          <a:latin typeface="+mn-lt"/>
          <a:ea typeface="+mn-ea"/>
          <a:cs typeface="+mn-cs"/>
        </a:defRPr>
      </a:lvl1pPr>
      <a:lvl2pPr marL="460309" indent="-153436" algn="l" defTabSz="613745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611" kern="1200">
          <a:solidFill>
            <a:schemeClr val="tx1"/>
          </a:solidFill>
          <a:latin typeface="+mn-lt"/>
          <a:ea typeface="+mn-ea"/>
          <a:cs typeface="+mn-cs"/>
        </a:defRPr>
      </a:lvl2pPr>
      <a:lvl3pPr marL="767182" indent="-153436" algn="l" defTabSz="613745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3pPr>
      <a:lvl4pPr marL="1074054" indent="-153436" algn="l" defTabSz="613745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08" kern="1200">
          <a:solidFill>
            <a:schemeClr val="tx1"/>
          </a:solidFill>
          <a:latin typeface="+mn-lt"/>
          <a:ea typeface="+mn-ea"/>
          <a:cs typeface="+mn-cs"/>
        </a:defRPr>
      </a:lvl4pPr>
      <a:lvl5pPr marL="1380927" indent="-153436" algn="l" defTabSz="613745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08" kern="1200">
          <a:solidFill>
            <a:schemeClr val="tx1"/>
          </a:solidFill>
          <a:latin typeface="+mn-lt"/>
          <a:ea typeface="+mn-ea"/>
          <a:cs typeface="+mn-cs"/>
        </a:defRPr>
      </a:lvl5pPr>
      <a:lvl6pPr marL="1687800" indent="-153436" algn="l" defTabSz="613745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08" kern="1200">
          <a:solidFill>
            <a:schemeClr val="tx1"/>
          </a:solidFill>
          <a:latin typeface="+mn-lt"/>
          <a:ea typeface="+mn-ea"/>
          <a:cs typeface="+mn-cs"/>
        </a:defRPr>
      </a:lvl6pPr>
      <a:lvl7pPr marL="1994672" indent="-153436" algn="l" defTabSz="613745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08" kern="1200">
          <a:solidFill>
            <a:schemeClr val="tx1"/>
          </a:solidFill>
          <a:latin typeface="+mn-lt"/>
          <a:ea typeface="+mn-ea"/>
          <a:cs typeface="+mn-cs"/>
        </a:defRPr>
      </a:lvl7pPr>
      <a:lvl8pPr marL="2301545" indent="-153436" algn="l" defTabSz="613745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08" kern="1200">
          <a:solidFill>
            <a:schemeClr val="tx1"/>
          </a:solidFill>
          <a:latin typeface="+mn-lt"/>
          <a:ea typeface="+mn-ea"/>
          <a:cs typeface="+mn-cs"/>
        </a:defRPr>
      </a:lvl8pPr>
      <a:lvl9pPr marL="2608417" indent="-153436" algn="l" defTabSz="613745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3745" rtl="0" eaLnBrk="1" latinLnBrk="0" hangingPunct="1">
        <a:defRPr sz="1208" kern="1200">
          <a:solidFill>
            <a:schemeClr val="tx1"/>
          </a:solidFill>
          <a:latin typeface="+mn-lt"/>
          <a:ea typeface="+mn-ea"/>
          <a:cs typeface="+mn-cs"/>
        </a:defRPr>
      </a:lvl1pPr>
      <a:lvl2pPr marL="306873" algn="l" defTabSz="613745" rtl="0" eaLnBrk="1" latinLnBrk="0" hangingPunct="1">
        <a:defRPr sz="1208" kern="1200">
          <a:solidFill>
            <a:schemeClr val="tx1"/>
          </a:solidFill>
          <a:latin typeface="+mn-lt"/>
          <a:ea typeface="+mn-ea"/>
          <a:cs typeface="+mn-cs"/>
        </a:defRPr>
      </a:lvl2pPr>
      <a:lvl3pPr marL="613745" algn="l" defTabSz="613745" rtl="0" eaLnBrk="1" latinLnBrk="0" hangingPunct="1">
        <a:defRPr sz="1208" kern="1200">
          <a:solidFill>
            <a:schemeClr val="tx1"/>
          </a:solidFill>
          <a:latin typeface="+mn-lt"/>
          <a:ea typeface="+mn-ea"/>
          <a:cs typeface="+mn-cs"/>
        </a:defRPr>
      </a:lvl3pPr>
      <a:lvl4pPr marL="920618" algn="l" defTabSz="613745" rtl="0" eaLnBrk="1" latinLnBrk="0" hangingPunct="1">
        <a:defRPr sz="1208" kern="1200">
          <a:solidFill>
            <a:schemeClr val="tx1"/>
          </a:solidFill>
          <a:latin typeface="+mn-lt"/>
          <a:ea typeface="+mn-ea"/>
          <a:cs typeface="+mn-cs"/>
        </a:defRPr>
      </a:lvl4pPr>
      <a:lvl5pPr marL="1227491" algn="l" defTabSz="613745" rtl="0" eaLnBrk="1" latinLnBrk="0" hangingPunct="1">
        <a:defRPr sz="1208" kern="1200">
          <a:solidFill>
            <a:schemeClr val="tx1"/>
          </a:solidFill>
          <a:latin typeface="+mn-lt"/>
          <a:ea typeface="+mn-ea"/>
          <a:cs typeface="+mn-cs"/>
        </a:defRPr>
      </a:lvl5pPr>
      <a:lvl6pPr marL="1534363" algn="l" defTabSz="613745" rtl="0" eaLnBrk="1" latinLnBrk="0" hangingPunct="1">
        <a:defRPr sz="1208" kern="1200">
          <a:solidFill>
            <a:schemeClr val="tx1"/>
          </a:solidFill>
          <a:latin typeface="+mn-lt"/>
          <a:ea typeface="+mn-ea"/>
          <a:cs typeface="+mn-cs"/>
        </a:defRPr>
      </a:lvl6pPr>
      <a:lvl7pPr marL="1841236" algn="l" defTabSz="613745" rtl="0" eaLnBrk="1" latinLnBrk="0" hangingPunct="1">
        <a:defRPr sz="1208" kern="1200">
          <a:solidFill>
            <a:schemeClr val="tx1"/>
          </a:solidFill>
          <a:latin typeface="+mn-lt"/>
          <a:ea typeface="+mn-ea"/>
          <a:cs typeface="+mn-cs"/>
        </a:defRPr>
      </a:lvl7pPr>
      <a:lvl8pPr marL="2148108" algn="l" defTabSz="613745" rtl="0" eaLnBrk="1" latinLnBrk="0" hangingPunct="1">
        <a:defRPr sz="1208" kern="1200">
          <a:solidFill>
            <a:schemeClr val="tx1"/>
          </a:solidFill>
          <a:latin typeface="+mn-lt"/>
          <a:ea typeface="+mn-ea"/>
          <a:cs typeface="+mn-cs"/>
        </a:defRPr>
      </a:lvl8pPr>
      <a:lvl9pPr marL="2454981" algn="l" defTabSz="613745" rtl="0" eaLnBrk="1" latinLnBrk="0" hangingPunct="1">
        <a:defRPr sz="12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C72BF22E-14FD-FBA1-8A3E-78FF816BF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06"/>
            <a:ext cx="8183563" cy="470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474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2582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5</cp:revision>
  <dcterms:created xsi:type="dcterms:W3CDTF">2026-01-23T18:05:19Z</dcterms:created>
  <dcterms:modified xsi:type="dcterms:W3CDTF">2026-03-23T13:39:53Z</dcterms:modified>
</cp:coreProperties>
</file>