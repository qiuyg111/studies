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1944350" cy="5259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3044" y="860738"/>
            <a:ext cx="8958263" cy="1831046"/>
          </a:xfrm>
        </p:spPr>
        <p:txBody>
          <a:bodyPr anchor="b"/>
          <a:lstStyle>
            <a:lvl1pPr algn="ctr">
              <a:defRPr sz="46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3044" y="2762397"/>
            <a:ext cx="8958263" cy="1269801"/>
          </a:xfrm>
        </p:spPr>
        <p:txBody>
          <a:bodyPr/>
          <a:lstStyle>
            <a:lvl1pPr marL="0" indent="0" algn="ctr">
              <a:buNone/>
              <a:defRPr sz="1841"/>
            </a:lvl1pPr>
            <a:lvl2pPr marL="350627" indent="0" algn="ctr">
              <a:buNone/>
              <a:defRPr sz="1534"/>
            </a:lvl2pPr>
            <a:lvl3pPr marL="701253" indent="0" algn="ctr">
              <a:buNone/>
              <a:defRPr sz="1380"/>
            </a:lvl3pPr>
            <a:lvl4pPr marL="1051880" indent="0" algn="ctr">
              <a:buNone/>
              <a:defRPr sz="1227"/>
            </a:lvl4pPr>
            <a:lvl5pPr marL="1402507" indent="0" algn="ctr">
              <a:buNone/>
              <a:defRPr sz="1227"/>
            </a:lvl5pPr>
            <a:lvl6pPr marL="1753133" indent="0" algn="ctr">
              <a:buNone/>
              <a:defRPr sz="1227"/>
            </a:lvl6pPr>
            <a:lvl7pPr marL="2103760" indent="0" algn="ctr">
              <a:buNone/>
              <a:defRPr sz="1227"/>
            </a:lvl7pPr>
            <a:lvl8pPr marL="2454387" indent="0" algn="ctr">
              <a:buNone/>
              <a:defRPr sz="1227"/>
            </a:lvl8pPr>
            <a:lvl9pPr marL="2805013" indent="0" algn="ctr">
              <a:buNone/>
              <a:defRPr sz="122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97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73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53" y="1311195"/>
            <a:ext cx="10302002" cy="2187759"/>
          </a:xfrm>
        </p:spPr>
        <p:txBody>
          <a:bodyPr anchor="b"/>
          <a:lstStyle>
            <a:lvl1pPr>
              <a:defRPr sz="460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953" y="3519651"/>
            <a:ext cx="10302002" cy="1150491"/>
          </a:xfrm>
        </p:spPr>
        <p:txBody>
          <a:bodyPr/>
          <a:lstStyle>
            <a:lvl1pPr marL="0" indent="0">
              <a:buNone/>
              <a:defRPr sz="1841">
                <a:solidFill>
                  <a:schemeClr val="tx1">
                    <a:tint val="82000"/>
                  </a:schemeClr>
                </a:solidFill>
              </a:defRPr>
            </a:lvl1pPr>
            <a:lvl2pPr marL="350627" indent="0">
              <a:buNone/>
              <a:defRPr sz="1534">
                <a:solidFill>
                  <a:schemeClr val="tx1">
                    <a:tint val="82000"/>
                  </a:schemeClr>
                </a:solidFill>
              </a:defRPr>
            </a:lvl2pPr>
            <a:lvl3pPr marL="701253" indent="0">
              <a:buNone/>
              <a:defRPr sz="1380">
                <a:solidFill>
                  <a:schemeClr val="tx1">
                    <a:tint val="82000"/>
                  </a:schemeClr>
                </a:solidFill>
              </a:defRPr>
            </a:lvl3pPr>
            <a:lvl4pPr marL="1051880" indent="0">
              <a:buNone/>
              <a:defRPr sz="1227">
                <a:solidFill>
                  <a:schemeClr val="tx1">
                    <a:tint val="82000"/>
                  </a:schemeClr>
                </a:solidFill>
              </a:defRPr>
            </a:lvl4pPr>
            <a:lvl5pPr marL="1402507" indent="0">
              <a:buNone/>
              <a:defRPr sz="1227">
                <a:solidFill>
                  <a:schemeClr val="tx1">
                    <a:tint val="82000"/>
                  </a:schemeClr>
                </a:solidFill>
              </a:defRPr>
            </a:lvl5pPr>
            <a:lvl6pPr marL="1753133" indent="0">
              <a:buNone/>
              <a:defRPr sz="1227">
                <a:solidFill>
                  <a:schemeClr val="tx1">
                    <a:tint val="82000"/>
                  </a:schemeClr>
                </a:solidFill>
              </a:defRPr>
            </a:lvl6pPr>
            <a:lvl7pPr marL="2103760" indent="0">
              <a:buNone/>
              <a:defRPr sz="1227">
                <a:solidFill>
                  <a:schemeClr val="tx1">
                    <a:tint val="82000"/>
                  </a:schemeClr>
                </a:solidFill>
              </a:defRPr>
            </a:lvl7pPr>
            <a:lvl8pPr marL="2454387" indent="0">
              <a:buNone/>
              <a:defRPr sz="1227">
                <a:solidFill>
                  <a:schemeClr val="tx1">
                    <a:tint val="82000"/>
                  </a:schemeClr>
                </a:solidFill>
              </a:defRPr>
            </a:lvl8pPr>
            <a:lvl9pPr marL="2805013" indent="0">
              <a:buNone/>
              <a:defRPr sz="12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20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1174" y="1400069"/>
            <a:ext cx="5076349" cy="33370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6827" y="1400069"/>
            <a:ext cx="5076349" cy="333703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21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730" y="280014"/>
            <a:ext cx="10302002" cy="10165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731" y="1289281"/>
            <a:ext cx="5053019" cy="631857"/>
          </a:xfrm>
        </p:spPr>
        <p:txBody>
          <a:bodyPr anchor="b"/>
          <a:lstStyle>
            <a:lvl1pPr marL="0" indent="0">
              <a:buNone/>
              <a:defRPr sz="1841" b="1"/>
            </a:lvl1pPr>
            <a:lvl2pPr marL="350627" indent="0">
              <a:buNone/>
              <a:defRPr sz="1534" b="1"/>
            </a:lvl2pPr>
            <a:lvl3pPr marL="701253" indent="0">
              <a:buNone/>
              <a:defRPr sz="1380" b="1"/>
            </a:lvl3pPr>
            <a:lvl4pPr marL="1051880" indent="0">
              <a:buNone/>
              <a:defRPr sz="1227" b="1"/>
            </a:lvl4pPr>
            <a:lvl5pPr marL="1402507" indent="0">
              <a:buNone/>
              <a:defRPr sz="1227" b="1"/>
            </a:lvl5pPr>
            <a:lvl6pPr marL="1753133" indent="0">
              <a:buNone/>
              <a:defRPr sz="1227" b="1"/>
            </a:lvl6pPr>
            <a:lvl7pPr marL="2103760" indent="0">
              <a:buNone/>
              <a:defRPr sz="1227" b="1"/>
            </a:lvl7pPr>
            <a:lvl8pPr marL="2454387" indent="0">
              <a:buNone/>
              <a:defRPr sz="1227" b="1"/>
            </a:lvl8pPr>
            <a:lvl9pPr marL="2805013" indent="0">
              <a:buNone/>
              <a:defRPr sz="12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731" y="1921138"/>
            <a:ext cx="5053019" cy="28257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46827" y="1289281"/>
            <a:ext cx="5077904" cy="631857"/>
          </a:xfrm>
        </p:spPr>
        <p:txBody>
          <a:bodyPr anchor="b"/>
          <a:lstStyle>
            <a:lvl1pPr marL="0" indent="0">
              <a:buNone/>
              <a:defRPr sz="1841" b="1"/>
            </a:lvl1pPr>
            <a:lvl2pPr marL="350627" indent="0">
              <a:buNone/>
              <a:defRPr sz="1534" b="1"/>
            </a:lvl2pPr>
            <a:lvl3pPr marL="701253" indent="0">
              <a:buNone/>
              <a:defRPr sz="1380" b="1"/>
            </a:lvl3pPr>
            <a:lvl4pPr marL="1051880" indent="0">
              <a:buNone/>
              <a:defRPr sz="1227" b="1"/>
            </a:lvl4pPr>
            <a:lvl5pPr marL="1402507" indent="0">
              <a:buNone/>
              <a:defRPr sz="1227" b="1"/>
            </a:lvl5pPr>
            <a:lvl6pPr marL="1753133" indent="0">
              <a:buNone/>
              <a:defRPr sz="1227" b="1"/>
            </a:lvl6pPr>
            <a:lvl7pPr marL="2103760" indent="0">
              <a:buNone/>
              <a:defRPr sz="1227" b="1"/>
            </a:lvl7pPr>
            <a:lvl8pPr marL="2454387" indent="0">
              <a:buNone/>
              <a:defRPr sz="1227" b="1"/>
            </a:lvl8pPr>
            <a:lvl9pPr marL="2805013" indent="0">
              <a:buNone/>
              <a:defRPr sz="122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46827" y="1921138"/>
            <a:ext cx="5077904" cy="28257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042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06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69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731" y="350626"/>
            <a:ext cx="3852363" cy="1227191"/>
          </a:xfrm>
        </p:spPr>
        <p:txBody>
          <a:bodyPr anchor="b"/>
          <a:lstStyle>
            <a:lvl1pPr>
              <a:defRPr sz="24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7905" y="757255"/>
            <a:ext cx="6046827" cy="3737574"/>
          </a:xfrm>
        </p:spPr>
        <p:txBody>
          <a:bodyPr/>
          <a:lstStyle>
            <a:lvl1pPr>
              <a:defRPr sz="2454"/>
            </a:lvl1pPr>
            <a:lvl2pPr>
              <a:defRPr sz="2147"/>
            </a:lvl2pPr>
            <a:lvl3pPr>
              <a:defRPr sz="1841"/>
            </a:lvl3pPr>
            <a:lvl4pPr>
              <a:defRPr sz="1534"/>
            </a:lvl4pPr>
            <a:lvl5pPr>
              <a:defRPr sz="1534"/>
            </a:lvl5pPr>
            <a:lvl6pPr>
              <a:defRPr sz="1534"/>
            </a:lvl6pPr>
            <a:lvl7pPr>
              <a:defRPr sz="1534"/>
            </a:lvl7pPr>
            <a:lvl8pPr>
              <a:defRPr sz="1534"/>
            </a:lvl8pPr>
            <a:lvl9pPr>
              <a:defRPr sz="153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731" y="1577816"/>
            <a:ext cx="3852363" cy="2923100"/>
          </a:xfrm>
        </p:spPr>
        <p:txBody>
          <a:bodyPr/>
          <a:lstStyle>
            <a:lvl1pPr marL="0" indent="0">
              <a:buNone/>
              <a:defRPr sz="1227"/>
            </a:lvl1pPr>
            <a:lvl2pPr marL="350627" indent="0">
              <a:buNone/>
              <a:defRPr sz="1074"/>
            </a:lvl2pPr>
            <a:lvl3pPr marL="701253" indent="0">
              <a:buNone/>
              <a:defRPr sz="920"/>
            </a:lvl3pPr>
            <a:lvl4pPr marL="1051880" indent="0">
              <a:buNone/>
              <a:defRPr sz="767"/>
            </a:lvl4pPr>
            <a:lvl5pPr marL="1402507" indent="0">
              <a:buNone/>
              <a:defRPr sz="767"/>
            </a:lvl5pPr>
            <a:lvl6pPr marL="1753133" indent="0">
              <a:buNone/>
              <a:defRPr sz="767"/>
            </a:lvl6pPr>
            <a:lvl7pPr marL="2103760" indent="0">
              <a:buNone/>
              <a:defRPr sz="767"/>
            </a:lvl7pPr>
            <a:lvl8pPr marL="2454387" indent="0">
              <a:buNone/>
              <a:defRPr sz="767"/>
            </a:lvl8pPr>
            <a:lvl9pPr marL="2805013" indent="0">
              <a:buNone/>
              <a:defRPr sz="7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10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731" y="350626"/>
            <a:ext cx="3852363" cy="1227191"/>
          </a:xfrm>
        </p:spPr>
        <p:txBody>
          <a:bodyPr anchor="b"/>
          <a:lstStyle>
            <a:lvl1pPr>
              <a:defRPr sz="245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77905" y="757255"/>
            <a:ext cx="6046827" cy="3737574"/>
          </a:xfrm>
        </p:spPr>
        <p:txBody>
          <a:bodyPr anchor="t"/>
          <a:lstStyle>
            <a:lvl1pPr marL="0" indent="0">
              <a:buNone/>
              <a:defRPr sz="2454"/>
            </a:lvl1pPr>
            <a:lvl2pPr marL="350627" indent="0">
              <a:buNone/>
              <a:defRPr sz="2147"/>
            </a:lvl2pPr>
            <a:lvl3pPr marL="701253" indent="0">
              <a:buNone/>
              <a:defRPr sz="1841"/>
            </a:lvl3pPr>
            <a:lvl4pPr marL="1051880" indent="0">
              <a:buNone/>
              <a:defRPr sz="1534"/>
            </a:lvl4pPr>
            <a:lvl5pPr marL="1402507" indent="0">
              <a:buNone/>
              <a:defRPr sz="1534"/>
            </a:lvl5pPr>
            <a:lvl6pPr marL="1753133" indent="0">
              <a:buNone/>
              <a:defRPr sz="1534"/>
            </a:lvl6pPr>
            <a:lvl7pPr marL="2103760" indent="0">
              <a:buNone/>
              <a:defRPr sz="1534"/>
            </a:lvl7pPr>
            <a:lvl8pPr marL="2454387" indent="0">
              <a:buNone/>
              <a:defRPr sz="1534"/>
            </a:lvl8pPr>
            <a:lvl9pPr marL="2805013" indent="0">
              <a:buNone/>
              <a:defRPr sz="153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731" y="1577816"/>
            <a:ext cx="3852363" cy="2923100"/>
          </a:xfrm>
        </p:spPr>
        <p:txBody>
          <a:bodyPr/>
          <a:lstStyle>
            <a:lvl1pPr marL="0" indent="0">
              <a:buNone/>
              <a:defRPr sz="1227"/>
            </a:lvl1pPr>
            <a:lvl2pPr marL="350627" indent="0">
              <a:buNone/>
              <a:defRPr sz="1074"/>
            </a:lvl2pPr>
            <a:lvl3pPr marL="701253" indent="0">
              <a:buNone/>
              <a:defRPr sz="920"/>
            </a:lvl3pPr>
            <a:lvl4pPr marL="1051880" indent="0">
              <a:buNone/>
              <a:defRPr sz="767"/>
            </a:lvl4pPr>
            <a:lvl5pPr marL="1402507" indent="0">
              <a:buNone/>
              <a:defRPr sz="767"/>
            </a:lvl5pPr>
            <a:lvl6pPr marL="1753133" indent="0">
              <a:buNone/>
              <a:defRPr sz="767"/>
            </a:lvl6pPr>
            <a:lvl7pPr marL="2103760" indent="0">
              <a:buNone/>
              <a:defRPr sz="767"/>
            </a:lvl7pPr>
            <a:lvl8pPr marL="2454387" indent="0">
              <a:buNone/>
              <a:defRPr sz="767"/>
            </a:lvl8pPr>
            <a:lvl9pPr marL="2805013" indent="0">
              <a:buNone/>
              <a:defRPr sz="7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5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08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47676" y="280014"/>
            <a:ext cx="2575500" cy="4457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1174" y="280014"/>
            <a:ext cx="7577197" cy="4457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80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1174" y="280014"/>
            <a:ext cx="10302002" cy="10165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174" y="1400069"/>
            <a:ext cx="10302002" cy="3337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174" y="4874674"/>
            <a:ext cx="2687479" cy="28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328F9-DD06-442B-A0D8-D74F571F371C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56566" y="4874674"/>
            <a:ext cx="4031218" cy="28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35697" y="4874674"/>
            <a:ext cx="2687479" cy="28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8FFF2-36CC-4D3C-8F51-550E0DC59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59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01253" rtl="0" eaLnBrk="1" latinLnBrk="0" hangingPunct="1">
        <a:lnSpc>
          <a:spcPct val="90000"/>
        </a:lnSpc>
        <a:spcBef>
          <a:spcPct val="0"/>
        </a:spcBef>
        <a:buNone/>
        <a:defRPr sz="33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5313" indent="-175313" algn="l" defTabSz="701253" rtl="0" eaLnBrk="1" latinLnBrk="0" hangingPunct="1">
        <a:lnSpc>
          <a:spcPct val="90000"/>
        </a:lnSpc>
        <a:spcBef>
          <a:spcPts val="767"/>
        </a:spcBef>
        <a:buFont typeface="Arial" panose="020B0604020202020204" pitchFamily="34" charset="0"/>
        <a:buChar char="•"/>
        <a:defRPr sz="2147" kern="1200">
          <a:solidFill>
            <a:schemeClr val="tx1"/>
          </a:solidFill>
          <a:latin typeface="+mn-lt"/>
          <a:ea typeface="+mn-ea"/>
          <a:cs typeface="+mn-cs"/>
        </a:defRPr>
      </a:lvl1pPr>
      <a:lvl2pPr marL="525940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841" kern="1200">
          <a:solidFill>
            <a:schemeClr val="tx1"/>
          </a:solidFill>
          <a:latin typeface="+mn-lt"/>
          <a:ea typeface="+mn-ea"/>
          <a:cs typeface="+mn-cs"/>
        </a:defRPr>
      </a:lvl2pPr>
      <a:lvl3pPr marL="876567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534" kern="1200">
          <a:solidFill>
            <a:schemeClr val="tx1"/>
          </a:solidFill>
          <a:latin typeface="+mn-lt"/>
          <a:ea typeface="+mn-ea"/>
          <a:cs typeface="+mn-cs"/>
        </a:defRPr>
      </a:lvl3pPr>
      <a:lvl4pPr marL="1227193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4pPr>
      <a:lvl5pPr marL="1577820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5pPr>
      <a:lvl6pPr marL="1928447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6pPr>
      <a:lvl7pPr marL="2279073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7pPr>
      <a:lvl8pPr marL="2629700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8pPr>
      <a:lvl9pPr marL="2980327" indent="-175313" algn="l" defTabSz="701253" rtl="0" eaLnBrk="1" latinLnBrk="0" hangingPunct="1">
        <a:lnSpc>
          <a:spcPct val="90000"/>
        </a:lnSpc>
        <a:spcBef>
          <a:spcPts val="383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1pPr>
      <a:lvl2pPr marL="350627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2pPr>
      <a:lvl3pPr marL="701253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3pPr>
      <a:lvl4pPr marL="1051880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4pPr>
      <a:lvl5pPr marL="1402507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5pPr>
      <a:lvl6pPr marL="1753133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6pPr>
      <a:lvl7pPr marL="2103760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7pPr>
      <a:lvl8pPr marL="2454387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8pPr>
      <a:lvl9pPr marL="2805013" algn="l" defTabSz="701253" rtl="0" eaLnBrk="1" latinLnBrk="0" hangingPunct="1">
        <a:defRPr sz="1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CD52B6A4-26D3-C7D3-8056-88C127868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94"/>
            <a:ext cx="119443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8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338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</cp:revision>
  <dcterms:created xsi:type="dcterms:W3CDTF">2026-01-08T12:06:22Z</dcterms:created>
  <dcterms:modified xsi:type="dcterms:W3CDTF">2026-03-22T18:35:26Z</dcterms:modified>
</cp:coreProperties>
</file>