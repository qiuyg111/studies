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1052175" cy="262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01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1522" y="429980"/>
            <a:ext cx="8289131" cy="914694"/>
          </a:xfrm>
        </p:spPr>
        <p:txBody>
          <a:bodyPr anchor="b"/>
          <a:lstStyle>
            <a:lvl1pPr algn="ctr">
              <a:defRPr sz="22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1522" y="1379947"/>
            <a:ext cx="8289131" cy="634326"/>
          </a:xfrm>
        </p:spPr>
        <p:txBody>
          <a:bodyPr/>
          <a:lstStyle>
            <a:lvl1pPr marL="0" indent="0" algn="ctr">
              <a:buNone/>
              <a:defRPr sz="919"/>
            </a:lvl1pPr>
            <a:lvl2pPr marL="175153" indent="0" algn="ctr">
              <a:buNone/>
              <a:defRPr sz="766"/>
            </a:lvl2pPr>
            <a:lvl3pPr marL="350307" indent="0" algn="ctr">
              <a:buNone/>
              <a:defRPr sz="690"/>
            </a:lvl3pPr>
            <a:lvl4pPr marL="525460" indent="0" algn="ctr">
              <a:buNone/>
              <a:defRPr sz="613"/>
            </a:lvl4pPr>
            <a:lvl5pPr marL="700613" indent="0" algn="ctr">
              <a:buNone/>
              <a:defRPr sz="613"/>
            </a:lvl5pPr>
            <a:lvl6pPr marL="875767" indent="0" algn="ctr">
              <a:buNone/>
              <a:defRPr sz="613"/>
            </a:lvl6pPr>
            <a:lvl7pPr marL="1050920" indent="0" algn="ctr">
              <a:buNone/>
              <a:defRPr sz="613"/>
            </a:lvl7pPr>
            <a:lvl8pPr marL="1226073" indent="0" algn="ctr">
              <a:buNone/>
              <a:defRPr sz="613"/>
            </a:lvl8pPr>
            <a:lvl9pPr marL="1401227" indent="0" algn="ctr">
              <a:buNone/>
              <a:defRPr sz="61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764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451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081" y="655004"/>
            <a:ext cx="9532501" cy="1092889"/>
          </a:xfrm>
        </p:spPr>
        <p:txBody>
          <a:bodyPr anchor="b"/>
          <a:lstStyle>
            <a:lvl1pPr>
              <a:defRPr sz="22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081" y="1758232"/>
            <a:ext cx="9532501" cy="574725"/>
          </a:xfrm>
        </p:spPr>
        <p:txBody>
          <a:bodyPr/>
          <a:lstStyle>
            <a:lvl1pPr marL="0" indent="0">
              <a:buNone/>
              <a:defRPr sz="919">
                <a:solidFill>
                  <a:schemeClr val="tx1">
                    <a:tint val="82000"/>
                  </a:schemeClr>
                </a:solidFill>
              </a:defRPr>
            </a:lvl1pPr>
            <a:lvl2pPr marL="175153" indent="0">
              <a:buNone/>
              <a:defRPr sz="766">
                <a:solidFill>
                  <a:schemeClr val="tx1">
                    <a:tint val="82000"/>
                  </a:schemeClr>
                </a:solidFill>
              </a:defRPr>
            </a:lvl2pPr>
            <a:lvl3pPr marL="350307" indent="0">
              <a:buNone/>
              <a:defRPr sz="690">
                <a:solidFill>
                  <a:schemeClr val="tx1">
                    <a:tint val="82000"/>
                  </a:schemeClr>
                </a:solidFill>
              </a:defRPr>
            </a:lvl3pPr>
            <a:lvl4pPr marL="525460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4pPr>
            <a:lvl5pPr marL="700613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5pPr>
            <a:lvl6pPr marL="875767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6pPr>
            <a:lvl7pPr marL="1050920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7pPr>
            <a:lvl8pPr marL="1226073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8pPr>
            <a:lvl9pPr marL="1401227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6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9837" y="699400"/>
            <a:ext cx="4697174" cy="16670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5164" y="699400"/>
            <a:ext cx="4697174" cy="16670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6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77" y="139880"/>
            <a:ext cx="9532501" cy="5078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277" y="644057"/>
            <a:ext cx="4675588" cy="315642"/>
          </a:xfrm>
        </p:spPr>
        <p:txBody>
          <a:bodyPr anchor="b"/>
          <a:lstStyle>
            <a:lvl1pPr marL="0" indent="0">
              <a:buNone/>
              <a:defRPr sz="919" b="1"/>
            </a:lvl1pPr>
            <a:lvl2pPr marL="175153" indent="0">
              <a:buNone/>
              <a:defRPr sz="766" b="1"/>
            </a:lvl2pPr>
            <a:lvl3pPr marL="350307" indent="0">
              <a:buNone/>
              <a:defRPr sz="690" b="1"/>
            </a:lvl3pPr>
            <a:lvl4pPr marL="525460" indent="0">
              <a:buNone/>
              <a:defRPr sz="613" b="1"/>
            </a:lvl4pPr>
            <a:lvl5pPr marL="700613" indent="0">
              <a:buNone/>
              <a:defRPr sz="613" b="1"/>
            </a:lvl5pPr>
            <a:lvl6pPr marL="875767" indent="0">
              <a:buNone/>
              <a:defRPr sz="613" b="1"/>
            </a:lvl6pPr>
            <a:lvl7pPr marL="1050920" indent="0">
              <a:buNone/>
              <a:defRPr sz="613" b="1"/>
            </a:lvl7pPr>
            <a:lvl8pPr marL="1226073" indent="0">
              <a:buNone/>
              <a:defRPr sz="613" b="1"/>
            </a:lvl8pPr>
            <a:lvl9pPr marL="1401227" indent="0">
              <a:buNone/>
              <a:defRPr sz="6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1277" y="959699"/>
            <a:ext cx="4675588" cy="14115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95164" y="644057"/>
            <a:ext cx="4698614" cy="315642"/>
          </a:xfrm>
        </p:spPr>
        <p:txBody>
          <a:bodyPr anchor="b"/>
          <a:lstStyle>
            <a:lvl1pPr marL="0" indent="0">
              <a:buNone/>
              <a:defRPr sz="919" b="1"/>
            </a:lvl1pPr>
            <a:lvl2pPr marL="175153" indent="0">
              <a:buNone/>
              <a:defRPr sz="766" b="1"/>
            </a:lvl2pPr>
            <a:lvl3pPr marL="350307" indent="0">
              <a:buNone/>
              <a:defRPr sz="690" b="1"/>
            </a:lvl3pPr>
            <a:lvl4pPr marL="525460" indent="0">
              <a:buNone/>
              <a:defRPr sz="613" b="1"/>
            </a:lvl4pPr>
            <a:lvl5pPr marL="700613" indent="0">
              <a:buNone/>
              <a:defRPr sz="613" b="1"/>
            </a:lvl5pPr>
            <a:lvl6pPr marL="875767" indent="0">
              <a:buNone/>
              <a:defRPr sz="613" b="1"/>
            </a:lvl6pPr>
            <a:lvl7pPr marL="1050920" indent="0">
              <a:buNone/>
              <a:defRPr sz="613" b="1"/>
            </a:lvl7pPr>
            <a:lvl8pPr marL="1226073" indent="0">
              <a:buNone/>
              <a:defRPr sz="613" b="1"/>
            </a:lvl8pPr>
            <a:lvl9pPr marL="1401227" indent="0">
              <a:buNone/>
              <a:defRPr sz="6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5164" y="959699"/>
            <a:ext cx="4698614" cy="14115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25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59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83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77" y="175154"/>
            <a:ext cx="3564614" cy="613040"/>
          </a:xfrm>
        </p:spPr>
        <p:txBody>
          <a:bodyPr anchor="b"/>
          <a:lstStyle>
            <a:lvl1pPr>
              <a:defRPr sz="12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8614" y="378285"/>
            <a:ext cx="5595164" cy="1867095"/>
          </a:xfrm>
        </p:spPr>
        <p:txBody>
          <a:bodyPr/>
          <a:lstStyle>
            <a:lvl1pPr>
              <a:defRPr sz="1226"/>
            </a:lvl1pPr>
            <a:lvl2pPr>
              <a:defRPr sz="1073"/>
            </a:lvl2pPr>
            <a:lvl3pPr>
              <a:defRPr sz="919"/>
            </a:lvl3pPr>
            <a:lvl4pPr>
              <a:defRPr sz="766"/>
            </a:lvl4pPr>
            <a:lvl5pPr>
              <a:defRPr sz="766"/>
            </a:lvl5pPr>
            <a:lvl6pPr>
              <a:defRPr sz="766"/>
            </a:lvl6pPr>
            <a:lvl7pPr>
              <a:defRPr sz="766"/>
            </a:lvl7pPr>
            <a:lvl8pPr>
              <a:defRPr sz="766"/>
            </a:lvl8pPr>
            <a:lvl9pPr>
              <a:defRPr sz="76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1277" y="788194"/>
            <a:ext cx="3564614" cy="1460227"/>
          </a:xfrm>
        </p:spPr>
        <p:txBody>
          <a:bodyPr/>
          <a:lstStyle>
            <a:lvl1pPr marL="0" indent="0">
              <a:buNone/>
              <a:defRPr sz="613"/>
            </a:lvl1pPr>
            <a:lvl2pPr marL="175153" indent="0">
              <a:buNone/>
              <a:defRPr sz="536"/>
            </a:lvl2pPr>
            <a:lvl3pPr marL="350307" indent="0">
              <a:buNone/>
              <a:defRPr sz="460"/>
            </a:lvl3pPr>
            <a:lvl4pPr marL="525460" indent="0">
              <a:buNone/>
              <a:defRPr sz="383"/>
            </a:lvl4pPr>
            <a:lvl5pPr marL="700613" indent="0">
              <a:buNone/>
              <a:defRPr sz="383"/>
            </a:lvl5pPr>
            <a:lvl6pPr marL="875767" indent="0">
              <a:buNone/>
              <a:defRPr sz="383"/>
            </a:lvl6pPr>
            <a:lvl7pPr marL="1050920" indent="0">
              <a:buNone/>
              <a:defRPr sz="383"/>
            </a:lvl7pPr>
            <a:lvl8pPr marL="1226073" indent="0">
              <a:buNone/>
              <a:defRPr sz="383"/>
            </a:lvl8pPr>
            <a:lvl9pPr marL="1401227" indent="0">
              <a:buNone/>
              <a:defRPr sz="38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95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77" y="175154"/>
            <a:ext cx="3564614" cy="613040"/>
          </a:xfrm>
        </p:spPr>
        <p:txBody>
          <a:bodyPr anchor="b"/>
          <a:lstStyle>
            <a:lvl1pPr>
              <a:defRPr sz="12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98614" y="378285"/>
            <a:ext cx="5595164" cy="1867095"/>
          </a:xfrm>
        </p:spPr>
        <p:txBody>
          <a:bodyPr anchor="t"/>
          <a:lstStyle>
            <a:lvl1pPr marL="0" indent="0">
              <a:buNone/>
              <a:defRPr sz="1226"/>
            </a:lvl1pPr>
            <a:lvl2pPr marL="175153" indent="0">
              <a:buNone/>
              <a:defRPr sz="1073"/>
            </a:lvl2pPr>
            <a:lvl3pPr marL="350307" indent="0">
              <a:buNone/>
              <a:defRPr sz="919"/>
            </a:lvl3pPr>
            <a:lvl4pPr marL="525460" indent="0">
              <a:buNone/>
              <a:defRPr sz="766"/>
            </a:lvl4pPr>
            <a:lvl5pPr marL="700613" indent="0">
              <a:buNone/>
              <a:defRPr sz="766"/>
            </a:lvl5pPr>
            <a:lvl6pPr marL="875767" indent="0">
              <a:buNone/>
              <a:defRPr sz="766"/>
            </a:lvl6pPr>
            <a:lvl7pPr marL="1050920" indent="0">
              <a:buNone/>
              <a:defRPr sz="766"/>
            </a:lvl7pPr>
            <a:lvl8pPr marL="1226073" indent="0">
              <a:buNone/>
              <a:defRPr sz="766"/>
            </a:lvl8pPr>
            <a:lvl9pPr marL="1401227" indent="0">
              <a:buNone/>
              <a:defRPr sz="76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1277" y="788194"/>
            <a:ext cx="3564614" cy="1460227"/>
          </a:xfrm>
        </p:spPr>
        <p:txBody>
          <a:bodyPr/>
          <a:lstStyle>
            <a:lvl1pPr marL="0" indent="0">
              <a:buNone/>
              <a:defRPr sz="613"/>
            </a:lvl1pPr>
            <a:lvl2pPr marL="175153" indent="0">
              <a:buNone/>
              <a:defRPr sz="536"/>
            </a:lvl2pPr>
            <a:lvl3pPr marL="350307" indent="0">
              <a:buNone/>
              <a:defRPr sz="460"/>
            </a:lvl3pPr>
            <a:lvl4pPr marL="525460" indent="0">
              <a:buNone/>
              <a:defRPr sz="383"/>
            </a:lvl4pPr>
            <a:lvl5pPr marL="700613" indent="0">
              <a:buNone/>
              <a:defRPr sz="383"/>
            </a:lvl5pPr>
            <a:lvl6pPr marL="875767" indent="0">
              <a:buNone/>
              <a:defRPr sz="383"/>
            </a:lvl6pPr>
            <a:lvl7pPr marL="1050920" indent="0">
              <a:buNone/>
              <a:defRPr sz="383"/>
            </a:lvl7pPr>
            <a:lvl8pPr marL="1226073" indent="0">
              <a:buNone/>
              <a:defRPr sz="383"/>
            </a:lvl8pPr>
            <a:lvl9pPr marL="1401227" indent="0">
              <a:buNone/>
              <a:defRPr sz="38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32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26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09213" y="139880"/>
            <a:ext cx="2383125" cy="222652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9837" y="139880"/>
            <a:ext cx="7011224" cy="222652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2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9837" y="139880"/>
            <a:ext cx="9532501" cy="507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837" y="699400"/>
            <a:ext cx="9532501" cy="1667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9837" y="2435130"/>
            <a:ext cx="2486739" cy="139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7B194-39CD-4AC4-BFBC-6A90A6ECE87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1033" y="2435130"/>
            <a:ext cx="3730109" cy="139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5599" y="2435130"/>
            <a:ext cx="2486739" cy="139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B0B1E-612F-436D-B822-8428865AF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50307" rtl="0" eaLnBrk="1" latinLnBrk="0" hangingPunct="1">
        <a:lnSpc>
          <a:spcPct val="90000"/>
        </a:lnSpc>
        <a:spcBef>
          <a:spcPct val="0"/>
        </a:spcBef>
        <a:buNone/>
        <a:defRPr sz="16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7577" indent="-87577" algn="l" defTabSz="350307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073" kern="1200">
          <a:solidFill>
            <a:schemeClr val="tx1"/>
          </a:solidFill>
          <a:latin typeface="+mn-lt"/>
          <a:ea typeface="+mn-ea"/>
          <a:cs typeface="+mn-cs"/>
        </a:defRPr>
      </a:lvl1pPr>
      <a:lvl2pPr marL="262730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919" kern="1200">
          <a:solidFill>
            <a:schemeClr val="tx1"/>
          </a:solidFill>
          <a:latin typeface="+mn-lt"/>
          <a:ea typeface="+mn-ea"/>
          <a:cs typeface="+mn-cs"/>
        </a:defRPr>
      </a:lvl2pPr>
      <a:lvl3pPr marL="437883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3pPr>
      <a:lvl4pPr marL="613037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0" kern="1200">
          <a:solidFill>
            <a:schemeClr val="tx1"/>
          </a:solidFill>
          <a:latin typeface="+mn-lt"/>
          <a:ea typeface="+mn-ea"/>
          <a:cs typeface="+mn-cs"/>
        </a:defRPr>
      </a:lvl4pPr>
      <a:lvl5pPr marL="788190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0" kern="1200">
          <a:solidFill>
            <a:schemeClr val="tx1"/>
          </a:solidFill>
          <a:latin typeface="+mn-lt"/>
          <a:ea typeface="+mn-ea"/>
          <a:cs typeface="+mn-cs"/>
        </a:defRPr>
      </a:lvl5pPr>
      <a:lvl6pPr marL="963343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0" kern="1200">
          <a:solidFill>
            <a:schemeClr val="tx1"/>
          </a:solidFill>
          <a:latin typeface="+mn-lt"/>
          <a:ea typeface="+mn-ea"/>
          <a:cs typeface="+mn-cs"/>
        </a:defRPr>
      </a:lvl6pPr>
      <a:lvl7pPr marL="1138497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0" kern="1200">
          <a:solidFill>
            <a:schemeClr val="tx1"/>
          </a:solidFill>
          <a:latin typeface="+mn-lt"/>
          <a:ea typeface="+mn-ea"/>
          <a:cs typeface="+mn-cs"/>
        </a:defRPr>
      </a:lvl7pPr>
      <a:lvl8pPr marL="1313650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0" kern="1200">
          <a:solidFill>
            <a:schemeClr val="tx1"/>
          </a:solidFill>
          <a:latin typeface="+mn-lt"/>
          <a:ea typeface="+mn-ea"/>
          <a:cs typeface="+mn-cs"/>
        </a:defRPr>
      </a:lvl8pPr>
      <a:lvl9pPr marL="1488803" indent="-87577" algn="l" defTabSz="350307" rtl="0" eaLnBrk="1" latinLnBrk="0" hangingPunct="1">
        <a:lnSpc>
          <a:spcPct val="90000"/>
        </a:lnSpc>
        <a:spcBef>
          <a:spcPts val="192"/>
        </a:spcBef>
        <a:buFont typeface="Arial" panose="020B0604020202020204" pitchFamily="34" charset="0"/>
        <a:buChar char="•"/>
        <a:defRPr sz="6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1pPr>
      <a:lvl2pPr marL="175153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2pPr>
      <a:lvl3pPr marL="350307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3pPr>
      <a:lvl4pPr marL="525460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4pPr>
      <a:lvl5pPr marL="700613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5pPr>
      <a:lvl6pPr marL="875767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6pPr>
      <a:lvl7pPr marL="1050920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7pPr>
      <a:lvl8pPr marL="1226073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8pPr>
      <a:lvl9pPr marL="1401227" algn="l" defTabSz="350307" rtl="0" eaLnBrk="1" latinLnBrk="0" hangingPunct="1">
        <a:defRPr sz="6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81C509B3-162D-1662-3A49-28892D73B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43" y="1"/>
            <a:ext cx="11053260" cy="262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5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2941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4</cp:revision>
  <dcterms:created xsi:type="dcterms:W3CDTF">2026-03-14T06:57:48Z</dcterms:created>
  <dcterms:modified xsi:type="dcterms:W3CDTF">2026-03-27T11:19:14Z</dcterms:modified>
</cp:coreProperties>
</file>