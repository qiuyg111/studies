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6012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8FE"/>
    <a:srgbClr val="CBF0FD"/>
    <a:srgbClr val="EE9700"/>
    <a:srgbClr val="FFF2CC"/>
    <a:srgbClr val="96DCF8"/>
    <a:srgbClr val="FFB11B"/>
    <a:srgbClr val="FFD966"/>
    <a:srgbClr val="8ED973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94660"/>
  </p:normalViewPr>
  <p:slideViewPr>
    <p:cSldViewPr snapToGrid="0">
      <p:cViewPr varScale="1">
        <p:scale>
          <a:sx n="98" d="100"/>
          <a:sy n="98" d="100"/>
        </p:scale>
        <p:origin x="9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652FD-A306-4148-8921-0FEF58C2FDC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200D3-74EF-4AC9-8640-88961EA702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35075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617855" algn="l" defTabSz="1235075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1235075" algn="l" defTabSz="1235075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852930" algn="l" defTabSz="1235075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2470785" algn="l" defTabSz="1235075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3088640" algn="l" defTabSz="1235075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3705860" algn="l" defTabSz="1235075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4323715" algn="l" defTabSz="1235075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4941570" algn="l" defTabSz="1235075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883861"/>
            <a:ext cx="720090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2836605"/>
            <a:ext cx="72009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20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346419"/>
            <a:ext cx="8281035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3614203"/>
            <a:ext cx="8281035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20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437680"/>
            <a:ext cx="4080510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437680"/>
            <a:ext cx="4080510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87536"/>
            <a:ext cx="8281035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323916"/>
            <a:ext cx="406175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20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1972747"/>
            <a:ext cx="4061757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1323916"/>
            <a:ext cx="408176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20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972747"/>
            <a:ext cx="4081761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0045"/>
            <a:ext cx="30966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777597"/>
            <a:ext cx="4860608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20202"/>
            <a:ext cx="30966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5"/>
            </a:lvl2pPr>
            <a:lvl3pPr marL="720090" indent="0">
              <a:buNone/>
              <a:defRPr sz="945"/>
            </a:lvl3pPr>
            <a:lvl4pPr marL="1080135" indent="0">
              <a:buNone/>
              <a:defRPr sz="790"/>
            </a:lvl4pPr>
            <a:lvl5pPr marL="1440180" indent="0">
              <a:buNone/>
              <a:defRPr sz="790"/>
            </a:lvl5pPr>
            <a:lvl6pPr marL="1800225" indent="0">
              <a:buNone/>
              <a:defRPr sz="790"/>
            </a:lvl6pPr>
            <a:lvl7pPr marL="2160270" indent="0">
              <a:buNone/>
              <a:defRPr sz="790"/>
            </a:lvl7pPr>
            <a:lvl8pPr marL="2520315" indent="0">
              <a:buNone/>
              <a:defRPr sz="790"/>
            </a:lvl8pPr>
            <a:lvl9pPr marL="2880360" indent="0">
              <a:buNone/>
              <a:defRPr sz="79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0045"/>
            <a:ext cx="30966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777597"/>
            <a:ext cx="4860608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20202"/>
            <a:ext cx="30966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5"/>
            </a:lvl2pPr>
            <a:lvl3pPr marL="720090" indent="0">
              <a:buNone/>
              <a:defRPr sz="945"/>
            </a:lvl3pPr>
            <a:lvl4pPr marL="1080135" indent="0">
              <a:buNone/>
              <a:defRPr sz="790"/>
            </a:lvl4pPr>
            <a:lvl5pPr marL="1440180" indent="0">
              <a:buNone/>
              <a:defRPr sz="790"/>
            </a:lvl5pPr>
            <a:lvl6pPr marL="1800225" indent="0">
              <a:buNone/>
              <a:defRPr sz="790"/>
            </a:lvl6pPr>
            <a:lvl7pPr marL="2160270" indent="0">
              <a:buNone/>
              <a:defRPr sz="790"/>
            </a:lvl7pPr>
            <a:lvl8pPr marL="2520315" indent="0">
              <a:buNone/>
              <a:defRPr sz="790"/>
            </a:lvl8pPr>
            <a:lvl9pPr marL="2880360" indent="0">
              <a:buNone/>
              <a:defRPr sz="79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287536"/>
            <a:ext cx="2070259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287536"/>
            <a:ext cx="6090761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287536"/>
            <a:ext cx="8281035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437680"/>
            <a:ext cx="8281035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5005626"/>
            <a:ext cx="21602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3E010-F0F2-4B5C-A3A9-7A6079931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5005626"/>
            <a:ext cx="324040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5005626"/>
            <a:ext cx="21602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340" indent="-180340" algn="l" defTabSz="720090" rtl="0" eaLnBrk="1" latinLnBrk="0" hangingPunct="1">
        <a:lnSpc>
          <a:spcPct val="90000"/>
        </a:lnSpc>
        <a:spcBef>
          <a:spcPts val="790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385" indent="-180340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430" indent="-180340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180340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4pPr>
      <a:lvl5pPr marL="1620520" indent="-180340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5pPr>
      <a:lvl6pPr marL="1980565" indent="-180340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6pPr>
      <a:lvl7pPr marL="2340610" indent="-180340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7pPr>
      <a:lvl8pPr marL="2700655" indent="-180340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8pPr>
      <a:lvl9pPr marL="3060700" indent="-180340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B34E3AC-0DB5-9011-BA5A-C094B4A72103}"/>
              </a:ext>
            </a:extLst>
          </p:cNvPr>
          <p:cNvSpPr/>
          <p:nvPr/>
        </p:nvSpPr>
        <p:spPr>
          <a:xfrm>
            <a:off x="2135007" y="1023815"/>
            <a:ext cx="4648200" cy="3734044"/>
          </a:xfrm>
          <a:prstGeom prst="roundRect">
            <a:avLst>
              <a:gd name="adj" fmla="val 3901"/>
            </a:avLst>
          </a:prstGeom>
          <a:solidFill>
            <a:srgbClr val="E8F8FE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4873777-B05F-4F61-EC9C-78A40BD6DD39}"/>
              </a:ext>
            </a:extLst>
          </p:cNvPr>
          <p:cNvGrpSpPr/>
          <p:nvPr/>
        </p:nvGrpSpPr>
        <p:grpSpPr>
          <a:xfrm>
            <a:off x="2198077" y="1081170"/>
            <a:ext cx="4450079" cy="3676689"/>
            <a:chOff x="2198077" y="1081170"/>
            <a:chExt cx="4450079" cy="367668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28D05457-C64A-F6EE-96FF-70DCC2F1BF1E}"/>
                </a:ext>
              </a:extLst>
            </p:cNvPr>
            <p:cNvGrpSpPr/>
            <p:nvPr/>
          </p:nvGrpSpPr>
          <p:grpSpPr>
            <a:xfrm>
              <a:off x="2296160" y="1081170"/>
              <a:ext cx="4345986" cy="354669"/>
              <a:chOff x="2266905" y="651185"/>
              <a:chExt cx="4345986" cy="354669"/>
            </a:xfrm>
          </p:grpSpPr>
          <p:sp>
            <p:nvSpPr>
              <p:cNvPr id="40" name="圆角矩形 115"/>
              <p:cNvSpPr/>
              <p:nvPr/>
            </p:nvSpPr>
            <p:spPr>
              <a:xfrm>
                <a:off x="2266905" y="689518"/>
                <a:ext cx="198000" cy="108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altLang="zh-CN" sz="1000" dirty="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2527857" y="651185"/>
                <a:ext cx="1988039" cy="18466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EE97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Retained Retrieved Tokens</a:t>
                </a:r>
              </a:p>
            </p:txBody>
          </p:sp>
          <p:sp>
            <p:nvSpPr>
              <p:cNvPr id="16" name="圆角矩形 125"/>
              <p:cNvSpPr/>
              <p:nvPr/>
            </p:nvSpPr>
            <p:spPr>
              <a:xfrm>
                <a:off x="4411456" y="689656"/>
                <a:ext cx="198000" cy="107725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4678844" y="651185"/>
                <a:ext cx="1906106" cy="18466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/>
                <a:r>
                  <a:rPr lang="en-US" altLang="zh-CN" sz="1200" b="1" kern="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Discarded</a:t>
                </a:r>
                <a:r>
                  <a:rPr lang="en-US" altLang="zh-CN" sz="1200" dirty="0"/>
                  <a:t> </a:t>
                </a:r>
                <a:r>
                  <a:rPr lang="en-US" altLang="zh-CN" sz="1200" b="1" kern="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Retrieved Tokens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2532128" y="821188"/>
                <a:ext cx="12816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/>
                <a:r>
                  <a:rPr lang="en-US" altLang="zh-CN" sz="1200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Expanded</a:t>
                </a:r>
                <a:r>
                  <a:rPr lang="en-US" altLang="zh-CN" sz="1200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Tokens</a:t>
                </a:r>
              </a:p>
            </p:txBody>
          </p:sp>
          <p:sp>
            <p:nvSpPr>
              <p:cNvPr id="12" name="圆角矩形 127"/>
              <p:cNvSpPr/>
              <p:nvPr/>
            </p:nvSpPr>
            <p:spPr>
              <a:xfrm>
                <a:off x="2266905" y="859659"/>
                <a:ext cx="198942" cy="10772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4678681" y="821188"/>
                <a:ext cx="193421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/>
                <a:r>
                  <a:rPr lang="en-US" altLang="zh-CN" sz="1200" b="1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Additional Generated Tokens</a:t>
                </a:r>
              </a:p>
            </p:txBody>
          </p:sp>
          <p:sp>
            <p:nvSpPr>
              <p:cNvPr id="7" name="圆角矩形 127"/>
              <p:cNvSpPr/>
              <p:nvPr/>
            </p:nvSpPr>
            <p:spPr>
              <a:xfrm>
                <a:off x="4408081" y="859659"/>
                <a:ext cx="198942" cy="107725"/>
              </a:xfrm>
              <a:prstGeom prst="roundRect">
                <a:avLst/>
              </a:prstGeom>
              <a:solidFill>
                <a:srgbClr val="96DCF8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320065F-5D85-54E6-937F-7AB71E3B7B23}"/>
                </a:ext>
              </a:extLst>
            </p:cNvPr>
            <p:cNvGrpSpPr/>
            <p:nvPr/>
          </p:nvGrpSpPr>
          <p:grpSpPr>
            <a:xfrm>
              <a:off x="2198077" y="1498522"/>
              <a:ext cx="4450079" cy="3259337"/>
              <a:chOff x="2192656" y="1498522"/>
              <a:chExt cx="4450079" cy="3259337"/>
            </a:xfrm>
          </p:grpSpPr>
          <p:pic>
            <p:nvPicPr>
              <p:cNvPr id="20" name="图片 19" descr="bot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17495" y="3669030"/>
                <a:ext cx="903605" cy="903605"/>
              </a:xfrm>
              <a:prstGeom prst="rect">
                <a:avLst/>
              </a:prstGeom>
            </p:spPr>
          </p:pic>
          <p:sp>
            <p:nvSpPr>
              <p:cNvPr id="84" name="箭头: 下 403"/>
              <p:cNvSpPr/>
              <p:nvPr/>
            </p:nvSpPr>
            <p:spPr>
              <a:xfrm rot="10800000" flipV="1">
                <a:off x="3216910" y="2797810"/>
                <a:ext cx="115570" cy="872490"/>
              </a:xfrm>
              <a:prstGeom prst="downArrow">
                <a:avLst/>
              </a:prstGeom>
              <a:solidFill>
                <a:srgbClr val="4472C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15" u="sng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 rot="18880606">
                <a:off x="3214707" y="2831714"/>
                <a:ext cx="1658204" cy="802640"/>
                <a:chOff x="650279" y="3144878"/>
                <a:chExt cx="1496341" cy="802770"/>
              </a:xfrm>
            </p:grpSpPr>
            <p:sp>
              <p:nvSpPr>
                <p:cNvPr id="85" name="箭头: 下 403"/>
                <p:cNvSpPr/>
                <p:nvPr/>
              </p:nvSpPr>
              <p:spPr>
                <a:xfrm rot="5400000" flipV="1">
                  <a:off x="1360335" y="2908373"/>
                  <a:ext cx="115445" cy="1152000"/>
                </a:xfrm>
                <a:prstGeom prst="downArrow">
                  <a:avLst/>
                </a:prstGeom>
                <a:solidFill>
                  <a:srgbClr val="4472C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15" u="sng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9" name="文本框 138"/>
                <p:cNvSpPr txBox="1"/>
                <p:nvPr/>
              </p:nvSpPr>
              <p:spPr>
                <a:xfrm>
                  <a:off x="656958" y="3144878"/>
                  <a:ext cx="1415349" cy="278859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10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charset="0"/>
                    </a:rPr>
                    <a:t>②</a:t>
                  </a:r>
                  <a:r>
                    <a:rPr lang="zh-CN" altLang="en-US" sz="1210" b="1" dirty="0">
                      <a:latin typeface="Times New Roman" panose="02020603050405020304" charset="0"/>
                      <a:cs typeface="Times New Roman" panose="02020603050405020304" charset="0"/>
                    </a:rPr>
                    <a:t> </a:t>
                  </a:r>
                  <a:r>
                    <a:rPr lang="en-US" altLang="zh-CN" sz="1210" b="1" dirty="0">
                      <a:latin typeface="Times New Roman" panose="02020603050405020304" charset="0"/>
                      <a:cs typeface="Times New Roman" panose="02020603050405020304" charset="0"/>
                    </a:rPr>
                    <a:t>Prediction</a:t>
                  </a:r>
                  <a:endParaRPr lang="zh-CN" altLang="en-US" sz="1210" b="1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40" name="箭头: 下 403"/>
                <p:cNvSpPr/>
                <p:nvPr/>
              </p:nvSpPr>
              <p:spPr>
                <a:xfrm rot="16200000" flipV="1">
                  <a:off x="1360335" y="3033729"/>
                  <a:ext cx="115445" cy="1152000"/>
                </a:xfrm>
                <a:prstGeom prst="downArrow">
                  <a:avLst/>
                </a:prstGeom>
                <a:solidFill>
                  <a:srgbClr val="4472C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15" u="sng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1" name="文本框 140"/>
                <p:cNvSpPr txBox="1"/>
                <p:nvPr/>
              </p:nvSpPr>
              <p:spPr>
                <a:xfrm>
                  <a:off x="650279" y="3668789"/>
                  <a:ext cx="1496341" cy="278859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10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charset="0"/>
                    </a:rPr>
                    <a:t>③</a:t>
                  </a:r>
                  <a:r>
                    <a:rPr lang="zh-CN" altLang="en-US" sz="1210" b="1" dirty="0">
                      <a:latin typeface="Times New Roman" panose="02020603050405020304" charset="0"/>
                      <a:cs typeface="Times New Roman" panose="02020603050405020304" charset="0"/>
                    </a:rPr>
                    <a:t> </a:t>
                  </a:r>
                  <a:r>
                    <a:rPr lang="en-US" altLang="zh-CN" sz="1210" b="1" dirty="0">
                      <a:latin typeface="Times New Roman" panose="02020603050405020304" charset="0"/>
                      <a:cs typeface="Times New Roman" panose="02020603050405020304" charset="0"/>
                    </a:rPr>
                    <a:t>Retained Tokens</a:t>
                  </a:r>
                  <a:endParaRPr lang="zh-CN" altLang="en-US" sz="1210" b="1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43" name="箭头: 下 403"/>
              <p:cNvSpPr/>
              <p:nvPr/>
            </p:nvSpPr>
            <p:spPr>
              <a:xfrm rot="5400000" flipV="1">
                <a:off x="4129306" y="3547740"/>
                <a:ext cx="115570" cy="936000"/>
              </a:xfrm>
              <a:prstGeom prst="downArrow">
                <a:avLst/>
              </a:prstGeom>
              <a:solidFill>
                <a:srgbClr val="4472C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15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文本框 143"/>
              <p:cNvSpPr txBox="1"/>
              <p:nvPr/>
            </p:nvSpPr>
            <p:spPr>
              <a:xfrm>
                <a:off x="3464756" y="4024630"/>
                <a:ext cx="141541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④ </a:t>
                </a:r>
                <a:r>
                  <a:rPr lang="en-US" altLang="zh-CN" sz="1100" b="1" dirty="0"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E</a:t>
                </a:r>
                <a:r>
                  <a:rPr lang="en-US" altLang="zh-CN" sz="1100" b="1" dirty="0">
                    <a:latin typeface="Times New Roman" panose="02020603050405020304" charset="0"/>
                    <a:cs typeface="Times New Roman" panose="02020603050405020304" charset="0"/>
                  </a:rPr>
                  <a:t>xpansion</a:t>
                </a:r>
              </a:p>
            </p:txBody>
          </p:sp>
          <p:sp>
            <p:nvSpPr>
              <p:cNvPr id="261" name="文本框 260"/>
              <p:cNvSpPr txBox="1"/>
              <p:nvPr/>
            </p:nvSpPr>
            <p:spPr>
              <a:xfrm>
                <a:off x="2453005" y="4447979"/>
                <a:ext cx="1641475" cy="30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15" b="1" dirty="0">
                    <a:latin typeface="Times New Roman" panose="02020603050405020304" charset="0"/>
                    <a:cs typeface="Times New Roman" panose="02020603050405020304" charset="0"/>
                  </a:rPr>
                  <a:t>Self-Draft Model</a:t>
                </a:r>
                <a:endParaRPr lang="zh-CN" altLang="en-US" sz="1415" b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2192656" y="3096895"/>
                <a:ext cx="1115060" cy="27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1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①</a:t>
                </a:r>
                <a:r>
                  <a:rPr lang="zh-CN" altLang="en-US" sz="1210" b="1" dirty="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r>
                  <a:rPr lang="en-US" altLang="zh-CN" sz="1210" b="1" dirty="0">
                    <a:latin typeface="Times New Roman" panose="02020603050405020304" charset="0"/>
                    <a:cs typeface="Times New Roman" panose="02020603050405020304" charset="0"/>
                  </a:rPr>
                  <a:t>Evaluation</a:t>
                </a:r>
                <a:endParaRPr lang="zh-CN" altLang="en-US" sz="1210" b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307590" y="2404745"/>
                <a:ext cx="1934210" cy="30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415" b="1">
                    <a:latin typeface="Times New Roman" panose="02020603050405020304" charset="0"/>
                    <a:cs typeface="Times New Roman" panose="02020603050405020304" charset="0"/>
                  </a:defRPr>
                </a:lvl1pPr>
              </a:lstStyle>
              <a:p>
                <a:r>
                  <a:rPr lang="en-US" altLang="zh-CN" dirty="0"/>
                  <a:t>Retrieved Tree</a:t>
                </a:r>
                <a:endParaRPr lang="zh-CN" altLang="en-US" dirty="0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4650740" y="2410460"/>
                <a:ext cx="1934210" cy="30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415" b="1">
                    <a:latin typeface="Times New Roman" panose="02020603050405020304" charset="0"/>
                    <a:cs typeface="Times New Roman" panose="02020603050405020304" charset="0"/>
                  </a:defRPr>
                </a:lvl1pPr>
              </a:lstStyle>
              <a:p>
                <a:r>
                  <a:rPr lang="en-US" altLang="zh-CN" dirty="0"/>
                  <a:t>Retained Tree</a:t>
                </a:r>
                <a:endParaRPr lang="zh-CN" alt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4708525" y="4447979"/>
                <a:ext cx="1934210" cy="30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415" b="1">
                    <a:latin typeface="Times New Roman" panose="02020603050405020304" charset="0"/>
                    <a:cs typeface="Times New Roman" panose="02020603050405020304" charset="0"/>
                  </a:defRPr>
                </a:lvl1pPr>
              </a:lstStyle>
              <a:p>
                <a:r>
                  <a:rPr lang="en-US" altLang="zh-CN" dirty="0"/>
                  <a:t>Final Draft Tree</a:t>
                </a:r>
                <a:endParaRPr lang="zh-CN" altLang="en-US" dirty="0"/>
              </a:p>
            </p:txBody>
          </p: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BF42826A-79FE-596B-AC4E-37B9AF6E3F07}"/>
                  </a:ext>
                </a:extLst>
              </p:cNvPr>
              <p:cNvGrpSpPr/>
              <p:nvPr/>
            </p:nvGrpSpPr>
            <p:grpSpPr>
              <a:xfrm>
                <a:off x="2401168" y="1504265"/>
                <a:ext cx="1643086" cy="942826"/>
                <a:chOff x="2269490" y="1082040"/>
                <a:chExt cx="2015196" cy="942826"/>
              </a:xfrm>
            </p:grpSpPr>
            <p:sp>
              <p:nvSpPr>
                <p:cNvPr id="22" name="圆角矩形 66"/>
                <p:cNvSpPr/>
                <p:nvPr/>
              </p:nvSpPr>
              <p:spPr>
                <a:xfrm>
                  <a:off x="3189783" y="1082040"/>
                  <a:ext cx="583233" cy="218128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][</a:t>
                  </a:r>
                </a:p>
              </p:txBody>
            </p:sp>
            <p:sp>
              <p:nvSpPr>
                <p:cNvPr id="29" name="圆角矩形 67"/>
                <p:cNvSpPr/>
                <p:nvPr/>
              </p:nvSpPr>
              <p:spPr>
                <a:xfrm>
                  <a:off x="2635833" y="1441975"/>
                  <a:ext cx="583233" cy="218128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n</a:t>
                  </a:r>
                </a:p>
              </p:txBody>
            </p:sp>
            <p:sp>
              <p:nvSpPr>
                <p:cNvPr id="30" name="圆角矩形 94"/>
                <p:cNvSpPr/>
                <p:nvPr/>
              </p:nvSpPr>
              <p:spPr>
                <a:xfrm>
                  <a:off x="3701453" y="1441974"/>
                  <a:ext cx="583233" cy="218128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1</a:t>
                  </a:r>
                </a:p>
              </p:txBody>
            </p:sp>
            <p:sp>
              <p:nvSpPr>
                <p:cNvPr id="26" name="圆角矩形 87"/>
                <p:cNvSpPr/>
                <p:nvPr/>
              </p:nvSpPr>
              <p:spPr>
                <a:xfrm>
                  <a:off x="2269490" y="1801912"/>
                  <a:ext cx="583233" cy="218128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</a:t>
                  </a:r>
                </a:p>
              </p:txBody>
            </p:sp>
            <p:sp>
              <p:nvSpPr>
                <p:cNvPr id="27" name="圆角矩形 99"/>
                <p:cNvSpPr/>
                <p:nvPr/>
              </p:nvSpPr>
              <p:spPr>
                <a:xfrm>
                  <a:off x="3698016" y="1800645"/>
                  <a:ext cx="583233" cy="218128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])</a:t>
                  </a:r>
                </a:p>
              </p:txBody>
            </p:sp>
            <p:cxnSp>
              <p:nvCxnSpPr>
                <p:cNvPr id="45" name="直接箭头连接符 44"/>
                <p:cNvCxnSpPr>
                  <a:stCxn id="22" idx="2"/>
                  <a:endCxn id="29" idx="0"/>
                </p:cNvCxnSpPr>
                <p:nvPr/>
              </p:nvCxnSpPr>
              <p:spPr>
                <a:xfrm flipH="1">
                  <a:off x="2927450" y="1300168"/>
                  <a:ext cx="553950" cy="14180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箭头连接符 45"/>
                <p:cNvCxnSpPr>
                  <a:cxnSpLocks/>
                  <a:stCxn id="22" idx="2"/>
                  <a:endCxn id="30" idx="0"/>
                </p:cNvCxnSpPr>
                <p:nvPr/>
              </p:nvCxnSpPr>
              <p:spPr>
                <a:xfrm>
                  <a:off x="3481400" y="1300168"/>
                  <a:ext cx="511670" cy="14180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箭头连接符 51"/>
                <p:cNvCxnSpPr>
                  <a:stCxn id="29" idx="2"/>
                  <a:endCxn id="26" idx="0"/>
                </p:cNvCxnSpPr>
                <p:nvPr/>
              </p:nvCxnSpPr>
              <p:spPr>
                <a:xfrm flipH="1">
                  <a:off x="2561107" y="1660103"/>
                  <a:ext cx="366343" cy="1418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箭头连接符 54"/>
                <p:cNvCxnSpPr>
                  <a:cxnSpLocks/>
                  <a:stCxn id="30" idx="2"/>
                  <a:endCxn id="27" idx="0"/>
                </p:cNvCxnSpPr>
                <p:nvPr/>
              </p:nvCxnSpPr>
              <p:spPr>
                <a:xfrm flipH="1">
                  <a:off x="3989633" y="1660102"/>
                  <a:ext cx="3437" cy="14054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圆角矩形 87">
                  <a:extLst>
                    <a:ext uri="{FF2B5EF4-FFF2-40B4-BE49-F238E27FC236}">
                      <a16:creationId xmlns:a16="http://schemas.microsoft.com/office/drawing/2014/main" id="{722AA132-26FC-CCA2-12D4-5307F8DD239F}"/>
                    </a:ext>
                  </a:extLst>
                </p:cNvPr>
                <p:cNvSpPr/>
                <p:nvPr/>
              </p:nvSpPr>
              <p:spPr>
                <a:xfrm>
                  <a:off x="2988479" y="1806738"/>
                  <a:ext cx="583233" cy="218128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-</a:t>
                  </a:r>
                </a:p>
              </p:txBody>
            </p:sp>
            <p:cxnSp>
              <p:nvCxnSpPr>
                <p:cNvPr id="38" name="直接箭头连接符 37">
                  <a:extLst>
                    <a:ext uri="{FF2B5EF4-FFF2-40B4-BE49-F238E27FC236}">
                      <a16:creationId xmlns:a16="http://schemas.microsoft.com/office/drawing/2014/main" id="{F620B1CB-1BDA-21F8-7138-F0092612C57D}"/>
                    </a:ext>
                  </a:extLst>
                </p:cNvPr>
                <p:cNvCxnSpPr>
                  <a:cxnSpLocks/>
                  <a:stCxn id="29" idx="2"/>
                  <a:endCxn id="34" idx="0"/>
                </p:cNvCxnSpPr>
                <p:nvPr/>
              </p:nvCxnSpPr>
              <p:spPr>
                <a:xfrm>
                  <a:off x="2927450" y="1660103"/>
                  <a:ext cx="352646" cy="14663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75E68495-883F-E5FF-104A-88C550210476}"/>
                  </a:ext>
                </a:extLst>
              </p:cNvPr>
              <p:cNvGrpSpPr/>
              <p:nvPr/>
            </p:nvGrpSpPr>
            <p:grpSpPr>
              <a:xfrm>
                <a:off x="4669732" y="1498522"/>
                <a:ext cx="1820625" cy="940364"/>
                <a:chOff x="4616451" y="1083310"/>
                <a:chExt cx="1999558" cy="940364"/>
              </a:xfrm>
            </p:grpSpPr>
            <p:sp>
              <p:nvSpPr>
                <p:cNvPr id="116" name="圆角矩形 66"/>
                <p:cNvSpPr/>
                <p:nvPr/>
              </p:nvSpPr>
              <p:spPr>
                <a:xfrm>
                  <a:off x="5445494" y="1083310"/>
                  <a:ext cx="585321" cy="218128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][ (1.00)</a:t>
                  </a:r>
                </a:p>
              </p:txBody>
            </p:sp>
            <p:sp>
              <p:nvSpPr>
                <p:cNvPr id="119" name="圆角矩形 67"/>
                <p:cNvSpPr/>
                <p:nvPr/>
              </p:nvSpPr>
              <p:spPr>
                <a:xfrm>
                  <a:off x="4994223" y="1441979"/>
                  <a:ext cx="585194" cy="218128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n (0.95)</a:t>
                  </a:r>
                </a:p>
              </p:txBody>
            </p:sp>
            <p:sp>
              <p:nvSpPr>
                <p:cNvPr id="120" name="圆角矩形 94"/>
                <p:cNvSpPr/>
                <p:nvPr/>
              </p:nvSpPr>
              <p:spPr>
                <a:xfrm>
                  <a:off x="6030815" y="1441979"/>
                  <a:ext cx="585194" cy="218128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1 (0.02)</a:t>
                  </a:r>
                </a:p>
              </p:txBody>
            </p:sp>
            <p:sp>
              <p:nvSpPr>
                <p:cNvPr id="123" name="圆角矩形 87"/>
                <p:cNvSpPr/>
                <p:nvPr/>
              </p:nvSpPr>
              <p:spPr>
                <a:xfrm>
                  <a:off x="4616451" y="1801906"/>
                  <a:ext cx="584530" cy="216868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 (0.60</a:t>
                  </a:r>
                </a:p>
              </p:txBody>
            </p:sp>
            <p:sp>
              <p:nvSpPr>
                <p:cNvPr id="124" name="圆角矩形 99"/>
                <p:cNvSpPr/>
                <p:nvPr/>
              </p:nvSpPr>
              <p:spPr>
                <a:xfrm>
                  <a:off x="6030815" y="1800647"/>
                  <a:ext cx="584530" cy="216868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]) (0.01)</a:t>
                  </a:r>
                </a:p>
              </p:txBody>
            </p:sp>
            <p:cxnSp>
              <p:nvCxnSpPr>
                <p:cNvPr id="126" name="直接箭头连接符 125"/>
                <p:cNvCxnSpPr>
                  <a:cxnSpLocks/>
                  <a:stCxn id="116" idx="2"/>
                  <a:endCxn id="119" idx="0"/>
                </p:cNvCxnSpPr>
                <p:nvPr/>
              </p:nvCxnSpPr>
              <p:spPr>
                <a:xfrm flipH="1">
                  <a:off x="5286820" y="1301438"/>
                  <a:ext cx="451335" cy="14054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箭头连接符 126"/>
                <p:cNvCxnSpPr>
                  <a:cxnSpLocks/>
                  <a:stCxn id="116" idx="2"/>
                  <a:endCxn id="120" idx="0"/>
                </p:cNvCxnSpPr>
                <p:nvPr/>
              </p:nvCxnSpPr>
              <p:spPr>
                <a:xfrm>
                  <a:off x="5738155" y="1301438"/>
                  <a:ext cx="585257" cy="14054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箭头连接符 128"/>
                <p:cNvCxnSpPr>
                  <a:cxnSpLocks/>
                  <a:stCxn id="119" idx="2"/>
                  <a:endCxn id="123" idx="0"/>
                </p:cNvCxnSpPr>
                <p:nvPr/>
              </p:nvCxnSpPr>
              <p:spPr>
                <a:xfrm flipH="1">
                  <a:off x="4908716" y="1660107"/>
                  <a:ext cx="378104" cy="14179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箭头连接符 129"/>
                <p:cNvCxnSpPr>
                  <a:cxnSpLocks/>
                  <a:stCxn id="120" idx="2"/>
                  <a:endCxn id="124" idx="0"/>
                </p:cNvCxnSpPr>
                <p:nvPr/>
              </p:nvCxnSpPr>
              <p:spPr>
                <a:xfrm flipH="1">
                  <a:off x="6323080" y="1660107"/>
                  <a:ext cx="332" cy="14054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圆角矩形 87">
                  <a:extLst>
                    <a:ext uri="{FF2B5EF4-FFF2-40B4-BE49-F238E27FC236}">
                      <a16:creationId xmlns:a16="http://schemas.microsoft.com/office/drawing/2014/main" id="{EDE48AE7-8749-9077-C105-BC0FCDEE9AB0}"/>
                    </a:ext>
                  </a:extLst>
                </p:cNvPr>
                <p:cNvSpPr/>
                <p:nvPr/>
              </p:nvSpPr>
              <p:spPr>
                <a:xfrm>
                  <a:off x="5323831" y="1806806"/>
                  <a:ext cx="584530" cy="216868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- (0.30)</a:t>
                  </a:r>
                </a:p>
              </p:txBody>
            </p:sp>
            <p:cxnSp>
              <p:nvCxnSpPr>
                <p:cNvPr id="71" name="直接箭头连接符 70">
                  <a:extLst>
                    <a:ext uri="{FF2B5EF4-FFF2-40B4-BE49-F238E27FC236}">
                      <a16:creationId xmlns:a16="http://schemas.microsoft.com/office/drawing/2014/main" id="{406DF4F4-71A2-7708-BE5A-B55A7D1A7880}"/>
                    </a:ext>
                  </a:extLst>
                </p:cNvPr>
                <p:cNvCxnSpPr>
                  <a:cxnSpLocks/>
                  <a:stCxn id="119" idx="2"/>
                  <a:endCxn id="63" idx="0"/>
                </p:cNvCxnSpPr>
                <p:nvPr/>
              </p:nvCxnSpPr>
              <p:spPr>
                <a:xfrm>
                  <a:off x="5286820" y="1660107"/>
                  <a:ext cx="329276" cy="14669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组合 165">
                <a:extLst>
                  <a:ext uri="{FF2B5EF4-FFF2-40B4-BE49-F238E27FC236}">
                    <a16:creationId xmlns:a16="http://schemas.microsoft.com/office/drawing/2014/main" id="{7D401121-FF41-F6FF-F357-C7FE17B200FC}"/>
                  </a:ext>
                </a:extLst>
              </p:cNvPr>
              <p:cNvGrpSpPr/>
              <p:nvPr/>
            </p:nvGrpSpPr>
            <p:grpSpPr>
              <a:xfrm>
                <a:off x="4669732" y="2767729"/>
                <a:ext cx="1955903" cy="1687788"/>
                <a:chOff x="4754788" y="2745105"/>
                <a:chExt cx="1990182" cy="1789430"/>
              </a:xfrm>
            </p:grpSpPr>
            <p:sp>
              <p:nvSpPr>
                <p:cNvPr id="145" name="圆角矩形 66"/>
                <p:cNvSpPr/>
                <p:nvPr/>
              </p:nvSpPr>
              <p:spPr>
                <a:xfrm>
                  <a:off x="5855080" y="2745105"/>
                  <a:ext cx="468000" cy="218440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][(1.00)</a:t>
                  </a:r>
                </a:p>
              </p:txBody>
            </p:sp>
            <p:sp>
              <p:nvSpPr>
                <p:cNvPr id="147" name="圆角矩形 67"/>
                <p:cNvSpPr/>
                <p:nvPr/>
              </p:nvSpPr>
              <p:spPr>
                <a:xfrm>
                  <a:off x="5502820" y="3060285"/>
                  <a:ext cx="468000" cy="218220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n(0.95)</a:t>
                  </a:r>
                </a:p>
              </p:txBody>
            </p:sp>
            <p:sp>
              <p:nvSpPr>
                <p:cNvPr id="149" name="圆角矩形 102"/>
                <p:cNvSpPr/>
                <p:nvPr/>
              </p:nvSpPr>
              <p:spPr>
                <a:xfrm>
                  <a:off x="6268813" y="3057525"/>
                  <a:ext cx="468000" cy="218220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m(0.1)</a:t>
                  </a:r>
                </a:p>
              </p:txBody>
            </p:sp>
            <p:sp>
              <p:nvSpPr>
                <p:cNvPr id="150" name="圆角矩形 87"/>
                <p:cNvSpPr/>
                <p:nvPr/>
              </p:nvSpPr>
              <p:spPr>
                <a:xfrm>
                  <a:off x="5034820" y="3373120"/>
                  <a:ext cx="468000" cy="217170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](0.60)</a:t>
                  </a:r>
                </a:p>
              </p:txBody>
            </p:sp>
            <p:sp>
              <p:nvSpPr>
                <p:cNvPr id="152" name="圆角矩形 103"/>
                <p:cNvSpPr/>
                <p:nvPr/>
              </p:nvSpPr>
              <p:spPr>
                <a:xfrm>
                  <a:off x="6003576" y="3373120"/>
                  <a:ext cx="468000" cy="217170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- (0.3)</a:t>
                  </a:r>
                </a:p>
              </p:txBody>
            </p:sp>
            <p:cxnSp>
              <p:nvCxnSpPr>
                <p:cNvPr id="153" name="直接箭头连接符 152"/>
                <p:cNvCxnSpPr>
                  <a:stCxn id="145" idx="2"/>
                  <a:endCxn id="147" idx="0"/>
                </p:cNvCxnSpPr>
                <p:nvPr/>
              </p:nvCxnSpPr>
              <p:spPr>
                <a:xfrm flipH="1">
                  <a:off x="5736820" y="2963545"/>
                  <a:ext cx="352260" cy="9674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箭头连接符 154"/>
                <p:cNvCxnSpPr>
                  <a:stCxn id="145" idx="2"/>
                  <a:endCxn id="149" idx="0"/>
                </p:cNvCxnSpPr>
                <p:nvPr/>
              </p:nvCxnSpPr>
              <p:spPr>
                <a:xfrm>
                  <a:off x="6089080" y="2963545"/>
                  <a:ext cx="413733" cy="9398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箭头连接符 155"/>
                <p:cNvCxnSpPr>
                  <a:stCxn id="147" idx="2"/>
                  <a:endCxn id="150" idx="0"/>
                </p:cNvCxnSpPr>
                <p:nvPr/>
              </p:nvCxnSpPr>
              <p:spPr>
                <a:xfrm flipH="1">
                  <a:off x="5268820" y="3278505"/>
                  <a:ext cx="468000" cy="9461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箭头连接符 157"/>
                <p:cNvCxnSpPr>
                  <a:stCxn id="147" idx="2"/>
                  <a:endCxn id="152" idx="0"/>
                </p:cNvCxnSpPr>
                <p:nvPr/>
              </p:nvCxnSpPr>
              <p:spPr>
                <a:xfrm>
                  <a:off x="5736820" y="3278505"/>
                  <a:ext cx="500756" cy="9461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箭头连接符 158"/>
                <p:cNvCxnSpPr>
                  <a:stCxn id="150" idx="2"/>
                  <a:endCxn id="146" idx="0"/>
                </p:cNvCxnSpPr>
                <p:nvPr/>
              </p:nvCxnSpPr>
              <p:spPr>
                <a:xfrm>
                  <a:off x="5268820" y="3590290"/>
                  <a:ext cx="227362" cy="9688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圆角矩形 93"/>
                <p:cNvSpPr/>
                <p:nvPr/>
              </p:nvSpPr>
              <p:spPr>
                <a:xfrm>
                  <a:off x="5262182" y="3687171"/>
                  <a:ext cx="468000" cy="218353"/>
                </a:xfrm>
                <a:prstGeom prst="round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\n(0.55)</a:t>
                  </a:r>
                </a:p>
              </p:txBody>
            </p:sp>
            <p:sp>
              <p:nvSpPr>
                <p:cNvPr id="164" name="圆角矩形 103"/>
                <p:cNvSpPr/>
                <p:nvPr/>
              </p:nvSpPr>
              <p:spPr>
                <a:xfrm>
                  <a:off x="4754788" y="3687801"/>
                  <a:ext cx="468000" cy="217092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#(0.02)</a:t>
                  </a:r>
                </a:p>
              </p:txBody>
            </p:sp>
            <p:cxnSp>
              <p:nvCxnSpPr>
                <p:cNvPr id="165" name="直接箭头连接符 164"/>
                <p:cNvCxnSpPr>
                  <a:stCxn id="150" idx="2"/>
                  <a:endCxn id="164" idx="0"/>
                </p:cNvCxnSpPr>
                <p:nvPr/>
              </p:nvCxnSpPr>
              <p:spPr>
                <a:xfrm flipH="1">
                  <a:off x="4988788" y="3590290"/>
                  <a:ext cx="280032" cy="9751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直接箭头连接符 168"/>
                <p:cNvCxnSpPr>
                  <a:cxnSpLocks/>
                  <a:stCxn id="146" idx="2"/>
                  <a:endCxn id="168" idx="0"/>
                </p:cNvCxnSpPr>
                <p:nvPr/>
              </p:nvCxnSpPr>
              <p:spPr>
                <a:xfrm flipH="1">
                  <a:off x="5247255" y="3905524"/>
                  <a:ext cx="248927" cy="10693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8" name="圆角矩形 103"/>
                <p:cNvSpPr/>
                <p:nvPr/>
              </p:nvSpPr>
              <p:spPr>
                <a:xfrm>
                  <a:off x="5013255" y="4012460"/>
                  <a:ext cx="468000" cy="216743"/>
                </a:xfrm>
                <a:prstGeom prst="roundRect">
                  <a:avLst/>
                </a:prstGeom>
                <a:solidFill>
                  <a:srgbClr val="96DCF8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\t(0.35)</a:t>
                  </a:r>
                </a:p>
              </p:txBody>
            </p:sp>
            <p:sp>
              <p:nvSpPr>
                <p:cNvPr id="172" name="圆角矩形 103"/>
                <p:cNvSpPr/>
                <p:nvPr/>
              </p:nvSpPr>
              <p:spPr>
                <a:xfrm>
                  <a:off x="5537176" y="4006007"/>
                  <a:ext cx="468000" cy="216743"/>
                </a:xfrm>
                <a:prstGeom prst="roundRect">
                  <a:avLst/>
                </a:prstGeom>
                <a:solidFill>
                  <a:srgbClr val="96DCF8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\n(0.04)</a:t>
                  </a:r>
                </a:p>
              </p:txBody>
            </p:sp>
            <p:sp>
              <p:nvSpPr>
                <p:cNvPr id="173" name="圆角矩形 103"/>
                <p:cNvSpPr/>
                <p:nvPr/>
              </p:nvSpPr>
              <p:spPr>
                <a:xfrm>
                  <a:off x="4754788" y="4317365"/>
                  <a:ext cx="468000" cy="217169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 err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elif</a:t>
                  </a:r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(0.2)</a:t>
                  </a:r>
                </a:p>
              </p:txBody>
            </p:sp>
            <p:sp>
              <p:nvSpPr>
                <p:cNvPr id="174" name="圆角矩形 103"/>
                <p:cNvSpPr/>
                <p:nvPr/>
              </p:nvSpPr>
              <p:spPr>
                <a:xfrm>
                  <a:off x="5313284" y="4317366"/>
                  <a:ext cx="468000" cy="217169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if(0.05)</a:t>
                  </a:r>
                </a:p>
              </p:txBody>
            </p:sp>
            <p:cxnSp>
              <p:nvCxnSpPr>
                <p:cNvPr id="198" name="直接箭头连接符 197"/>
                <p:cNvCxnSpPr>
                  <a:cxnSpLocks/>
                  <a:stCxn id="146" idx="2"/>
                  <a:endCxn id="172" idx="0"/>
                </p:cNvCxnSpPr>
                <p:nvPr/>
              </p:nvCxnSpPr>
              <p:spPr>
                <a:xfrm>
                  <a:off x="5496182" y="3905524"/>
                  <a:ext cx="274994" cy="10048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直接箭头连接符 200"/>
                <p:cNvCxnSpPr>
                  <a:cxnSpLocks/>
                  <a:stCxn id="168" idx="2"/>
                  <a:endCxn id="173" idx="0"/>
                </p:cNvCxnSpPr>
                <p:nvPr/>
              </p:nvCxnSpPr>
              <p:spPr>
                <a:xfrm flipH="1">
                  <a:off x="4988788" y="4229203"/>
                  <a:ext cx="258467" cy="8816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直接箭头连接符 203"/>
                <p:cNvCxnSpPr>
                  <a:cxnSpLocks/>
                  <a:stCxn id="168" idx="2"/>
                  <a:endCxn id="174" idx="0"/>
                </p:cNvCxnSpPr>
                <p:nvPr/>
              </p:nvCxnSpPr>
              <p:spPr>
                <a:xfrm>
                  <a:off x="5247255" y="4229203"/>
                  <a:ext cx="300029" cy="8816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" name="圆角矩形 103">
                  <a:extLst>
                    <a:ext uri="{FF2B5EF4-FFF2-40B4-BE49-F238E27FC236}">
                      <a16:creationId xmlns:a16="http://schemas.microsoft.com/office/drawing/2014/main" id="{321111F2-21F0-1B56-73A0-5C6929A36995}"/>
                    </a:ext>
                  </a:extLst>
                </p:cNvPr>
                <p:cNvSpPr/>
                <p:nvPr/>
              </p:nvSpPr>
              <p:spPr>
                <a:xfrm>
                  <a:off x="5769576" y="3687976"/>
                  <a:ext cx="468000" cy="216743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1(0.1)</a:t>
                  </a:r>
                </a:p>
              </p:txBody>
            </p:sp>
            <p:sp>
              <p:nvSpPr>
                <p:cNvPr id="88" name="圆角矩形 103">
                  <a:extLst>
                    <a:ext uri="{FF2B5EF4-FFF2-40B4-BE49-F238E27FC236}">
                      <a16:creationId xmlns:a16="http://schemas.microsoft.com/office/drawing/2014/main" id="{441144B7-C06D-B959-0A51-FB03A1DB0400}"/>
                    </a:ext>
                  </a:extLst>
                </p:cNvPr>
                <p:cNvSpPr/>
                <p:nvPr/>
              </p:nvSpPr>
              <p:spPr>
                <a:xfrm>
                  <a:off x="6276970" y="3687976"/>
                  <a:ext cx="468000" cy="216743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2(0.04)</a:t>
                  </a:r>
                </a:p>
              </p:txBody>
            </p:sp>
            <p:cxnSp>
              <p:nvCxnSpPr>
                <p:cNvPr id="92" name="直接箭头连接符 91">
                  <a:extLst>
                    <a:ext uri="{FF2B5EF4-FFF2-40B4-BE49-F238E27FC236}">
                      <a16:creationId xmlns:a16="http://schemas.microsoft.com/office/drawing/2014/main" id="{7B42AA82-A3D0-40B8-C03F-ED7B63E9BE01}"/>
                    </a:ext>
                  </a:extLst>
                </p:cNvPr>
                <p:cNvCxnSpPr>
                  <a:cxnSpLocks/>
                  <a:stCxn id="152" idx="2"/>
                  <a:endCxn id="87" idx="0"/>
                </p:cNvCxnSpPr>
                <p:nvPr/>
              </p:nvCxnSpPr>
              <p:spPr>
                <a:xfrm flipH="1">
                  <a:off x="6003576" y="3590290"/>
                  <a:ext cx="234000" cy="9768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箭头连接符 94">
                  <a:extLst>
                    <a:ext uri="{FF2B5EF4-FFF2-40B4-BE49-F238E27FC236}">
                      <a16:creationId xmlns:a16="http://schemas.microsoft.com/office/drawing/2014/main" id="{ADE438ED-D317-6CD7-146D-D07E210FF4FB}"/>
                    </a:ext>
                  </a:extLst>
                </p:cNvPr>
                <p:cNvCxnSpPr>
                  <a:cxnSpLocks/>
                  <a:stCxn id="152" idx="2"/>
                  <a:endCxn id="88" idx="0"/>
                </p:cNvCxnSpPr>
                <p:nvPr/>
              </p:nvCxnSpPr>
              <p:spPr>
                <a:xfrm>
                  <a:off x="6237576" y="3590290"/>
                  <a:ext cx="273394" cy="9768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3442</TotalTime>
  <Words>106</Words>
  <Application>Microsoft Office PowerPoint</Application>
  <PresentationFormat>自定义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微软雅黑</vt:lpstr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23</cp:revision>
  <dcterms:created xsi:type="dcterms:W3CDTF">2026-01-11T13:49:00Z</dcterms:created>
  <dcterms:modified xsi:type="dcterms:W3CDTF">2026-07-08T09:10:19Z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18A0B4FBE28B4FDC863DFE2B1CCC2431_12</vt:lpwstr>
  </property>
  <property fmtid="{D5CDD505-2E9C-101B-9397-08002B2CF9AE}" pid="3" name="KSOProductBuildVer">
    <vt:lpwstr>2052-12.1.0.21915</vt:lpwstr>
  </property>
</Properties>
</file>