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A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D57B773-948E-A454-6E3F-CFABB8C3C820}"/>
              </a:ext>
            </a:extLst>
          </p:cNvPr>
          <p:cNvGrpSpPr/>
          <p:nvPr/>
        </p:nvGrpSpPr>
        <p:grpSpPr>
          <a:xfrm>
            <a:off x="3225800" y="761365"/>
            <a:ext cx="5208905" cy="4870450"/>
            <a:chOff x="3225800" y="761365"/>
            <a:chExt cx="5208905" cy="4870450"/>
          </a:xfrm>
        </p:grpSpPr>
        <p:sp>
          <p:nvSpPr>
            <p:cNvPr id="42" name="圆角矩形 41"/>
            <p:cNvSpPr/>
            <p:nvPr/>
          </p:nvSpPr>
          <p:spPr>
            <a:xfrm>
              <a:off x="3225800" y="761365"/>
              <a:ext cx="5208270" cy="4870450"/>
            </a:xfrm>
            <a:prstGeom prst="roundRect">
              <a:avLst>
                <a:gd name="adj" fmla="val 1954"/>
              </a:avLst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3347720" y="3557905"/>
              <a:ext cx="803910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5033010" y="3557905"/>
              <a:ext cx="1339850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3347720" y="3766185"/>
              <a:ext cx="438785" cy="20828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4375785" y="3765550"/>
              <a:ext cx="657860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5145405" y="3765550"/>
              <a:ext cx="424815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4213860" y="3973830"/>
              <a:ext cx="459105" cy="20828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441950" y="3975735"/>
              <a:ext cx="495935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6667500" y="3975735"/>
              <a:ext cx="248285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3786505" y="4181475"/>
              <a:ext cx="130175" cy="20828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347720" y="4389120"/>
              <a:ext cx="438785" cy="20828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4375785" y="4388485"/>
              <a:ext cx="539750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5029200" y="4388485"/>
              <a:ext cx="541020" cy="20880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4213225" y="4596765"/>
              <a:ext cx="459105" cy="20828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5442585" y="4596130"/>
              <a:ext cx="279400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7164070" y="4596130"/>
              <a:ext cx="76200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3347720" y="4804295"/>
              <a:ext cx="568325" cy="20828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3347720" y="5012055"/>
              <a:ext cx="438785" cy="20828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6" name="矩形 35"/>
            <p:cNvSpPr/>
            <p:nvPr/>
          </p:nvSpPr>
          <p:spPr>
            <a:xfrm>
              <a:off x="5813425" y="5011420"/>
              <a:ext cx="123825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7" name="矩形 36"/>
            <p:cNvSpPr/>
            <p:nvPr/>
          </p:nvSpPr>
          <p:spPr>
            <a:xfrm>
              <a:off x="3347720" y="5219585"/>
              <a:ext cx="111125" cy="20828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6043295" y="3765550"/>
              <a:ext cx="870585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6043930" y="4388485"/>
              <a:ext cx="688975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929630" y="4597400"/>
              <a:ext cx="76200" cy="208915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354705" y="882333"/>
              <a:ext cx="5080000" cy="4570095"/>
            </a:xfrm>
            <a:prstGeom prst="rect">
              <a:avLst/>
            </a:prstGeom>
          </p:spPr>
          <p:txBody>
            <a:bodyPr lIns="0" tIns="0" rIns="0" bIns="0" anchor="ctr" anchorCtr="0">
              <a:spAutoFit/>
            </a:bodyPr>
            <a:lstStyle/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#include </a:t>
              </a:r>
              <a:r>
                <a:rPr lang="en-US" altLang="zh-CN" sz="1600" b="0">
                  <a:solidFill>
                    <a:srgbClr val="A31515"/>
                  </a:solidFill>
                  <a:latin typeface="Consolas" panose="020B0609020204030204"/>
                  <a:ea typeface="Consolas" panose="020B0609020204030204"/>
                </a:rPr>
                <a:t>&lt;bits/stdc++.h&gt;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using </a:t>
              </a: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namespace </a:t>
              </a:r>
              <a:r>
                <a:rPr lang="en-US" altLang="zh-CN" sz="1600" b="0">
                  <a:solidFill>
                    <a:srgbClr val="267F99"/>
                  </a:solidFill>
                  <a:latin typeface="Consolas" panose="020B0609020204030204"/>
                  <a:ea typeface="Consolas" panose="020B0609020204030204"/>
                </a:rPr>
                <a:t>std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/**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Write a c++ function to check whether the sum of divisors are same or not.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&gt; areequivalent(36, 57)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false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&gt; areequivalent(2, 4)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false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&gt; areequivalent(23, 47)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true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*/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bool </a:t>
              </a:r>
              <a:r>
                <a:rPr lang="en-US" altLang="zh-CN" sz="1600" b="0">
                  <a:solidFill>
                    <a:srgbClr val="795E26"/>
                  </a:solidFill>
                  <a:latin typeface="Consolas" panose="020B0609020204030204"/>
                  <a:ea typeface="Consolas" panose="020B0609020204030204"/>
                </a:rPr>
                <a:t>areequivalent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(</a:t>
              </a: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num1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, </a:t>
              </a: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num2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{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</a:t>
              </a: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sum1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 </a:t>
              </a:r>
              <a:r>
                <a:rPr lang="en-US" altLang="zh-CN" sz="1600" b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,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sum2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 </a:t>
              </a:r>
              <a:r>
                <a:rPr lang="en-US" altLang="zh-CN" sz="1600" b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</a:t>
              </a: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for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 (</a:t>
              </a: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</a:t>
              </a:r>
              <a:r>
                <a:rPr lang="en-US" altLang="zh-CN" sz="1600" b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1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&lt;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num1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++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{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    </a:t>
              </a: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if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 (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num1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%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== </a:t>
              </a:r>
              <a:r>
                <a:rPr lang="en-US" altLang="zh-CN" sz="1600" b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sum1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+=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}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</a:t>
              </a: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for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 (</a:t>
              </a:r>
              <a:r>
                <a:rPr lang="en-US" altLang="zh-CN" sz="1600" b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</a:t>
              </a:r>
              <a:r>
                <a:rPr lang="en-US" altLang="zh-CN" sz="1600" b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1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&lt;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num2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++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{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    </a:t>
              </a: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if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 (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num2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%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== </a:t>
              </a:r>
              <a:r>
                <a:rPr lang="en-US" altLang="zh-CN" sz="1600" b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sum2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+=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}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</a:t>
              </a:r>
              <a:r>
                <a:rPr lang="en-US" altLang="zh-CN" sz="1600" b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return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sum1 </a:t>
              </a:r>
              <a:r>
                <a:rPr lang="en-US" altLang="zh-CN" sz="1600" b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== </a:t>
              </a:r>
              <a:r>
                <a:rPr lang="en-US" altLang="zh-CN" sz="1600" b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sum2</a:t>
              </a: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盈钢 邱</cp:lastModifiedBy>
  <cp:revision>6</cp:revision>
  <dcterms:created xsi:type="dcterms:W3CDTF">2023-08-09T12:44:00Z</dcterms:created>
  <dcterms:modified xsi:type="dcterms:W3CDTF">2026-01-25T12:58:00Z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FA86EEB701A048A68792B1F375BAC7ED_12</vt:lpwstr>
  </property>
</Properties>
</file>