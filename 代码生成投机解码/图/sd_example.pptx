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8210550" cy="3927475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41" d="100"/>
          <a:sy n="141" d="100"/>
        </p:scale>
        <p:origin x="16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026825" y="642946"/>
            <a:ext cx="6160948" cy="1367738"/>
          </a:xfrm>
        </p:spPr>
        <p:txBody>
          <a:bodyPr anchor="b"/>
          <a:lstStyle>
            <a:lvl1pPr algn="ctr">
              <a:defRPr sz="344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026825" y="2063430"/>
            <a:ext cx="6160948" cy="948504"/>
          </a:xfrm>
        </p:spPr>
        <p:txBody>
          <a:bodyPr/>
          <a:lstStyle>
            <a:lvl1pPr marL="0" indent="0" algn="ctr">
              <a:buNone/>
              <a:defRPr sz="1375"/>
            </a:lvl1pPr>
            <a:lvl2pPr marL="262255" indent="0" algn="ctr">
              <a:buNone/>
              <a:defRPr sz="1145"/>
            </a:lvl2pPr>
            <a:lvl3pPr marL="523875" indent="0" algn="ctr">
              <a:buNone/>
              <a:defRPr sz="1030"/>
            </a:lvl3pPr>
            <a:lvl4pPr marL="785495" indent="0" algn="ctr">
              <a:buNone/>
              <a:defRPr sz="920"/>
            </a:lvl4pPr>
            <a:lvl5pPr marL="1047750" indent="0" algn="ctr">
              <a:buNone/>
              <a:defRPr sz="920"/>
            </a:lvl5pPr>
            <a:lvl6pPr marL="1309370" indent="0" algn="ctr">
              <a:buNone/>
              <a:defRPr sz="920"/>
            </a:lvl6pPr>
            <a:lvl7pPr marL="1571625" indent="0" algn="ctr">
              <a:buNone/>
              <a:defRPr sz="920"/>
            </a:lvl7pPr>
            <a:lvl8pPr marL="1833245" indent="0" algn="ctr">
              <a:buNone/>
              <a:defRPr sz="920"/>
            </a:lvl8pPr>
            <a:lvl9pPr marL="2094865" indent="0" algn="ctr">
              <a:buNone/>
              <a:defRPr sz="92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60475" y="979424"/>
            <a:ext cx="7085091" cy="1634192"/>
          </a:xfrm>
        </p:spPr>
        <p:txBody>
          <a:bodyPr anchor="b"/>
          <a:lstStyle>
            <a:lvl1pPr>
              <a:defRPr sz="344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60475" y="2629077"/>
            <a:ext cx="7085091" cy="859383"/>
          </a:xfrm>
        </p:spPr>
        <p:txBody>
          <a:bodyPr/>
          <a:lstStyle>
            <a:lvl1pPr marL="0" indent="0">
              <a:buNone/>
              <a:defRPr sz="1375">
                <a:solidFill>
                  <a:schemeClr val="tx1">
                    <a:tint val="75000"/>
                  </a:schemeClr>
                </a:solidFill>
              </a:defRPr>
            </a:lvl1pPr>
            <a:lvl2pPr marL="262255" indent="0">
              <a:buNone/>
              <a:defRPr sz="1145">
                <a:solidFill>
                  <a:schemeClr val="tx1">
                    <a:tint val="75000"/>
                  </a:schemeClr>
                </a:solidFill>
              </a:defRPr>
            </a:lvl2pPr>
            <a:lvl3pPr marL="523875" indent="0">
              <a:buNone/>
              <a:defRPr sz="1030">
                <a:solidFill>
                  <a:schemeClr val="tx1">
                    <a:tint val="75000"/>
                  </a:schemeClr>
                </a:solidFill>
              </a:defRPr>
            </a:lvl3pPr>
            <a:lvl4pPr marL="785495" indent="0">
              <a:buNone/>
              <a:defRPr sz="920">
                <a:solidFill>
                  <a:schemeClr val="tx1">
                    <a:tint val="75000"/>
                  </a:schemeClr>
                </a:solidFill>
              </a:defRPr>
            </a:lvl4pPr>
            <a:lvl5pPr marL="1047750" indent="0">
              <a:buNone/>
              <a:defRPr sz="920">
                <a:solidFill>
                  <a:schemeClr val="tx1">
                    <a:tint val="75000"/>
                  </a:schemeClr>
                </a:solidFill>
              </a:defRPr>
            </a:lvl5pPr>
            <a:lvl6pPr marL="1309370" indent="0">
              <a:buNone/>
              <a:defRPr sz="920">
                <a:solidFill>
                  <a:schemeClr val="tx1">
                    <a:tint val="75000"/>
                  </a:schemeClr>
                </a:solidFill>
              </a:defRPr>
            </a:lvl6pPr>
            <a:lvl7pPr marL="1571625" indent="0">
              <a:buNone/>
              <a:defRPr sz="920">
                <a:solidFill>
                  <a:schemeClr val="tx1">
                    <a:tint val="75000"/>
                  </a:schemeClr>
                </a:solidFill>
              </a:defRPr>
            </a:lvl7pPr>
            <a:lvl8pPr marL="1833245" indent="0">
              <a:buNone/>
              <a:defRPr sz="920">
                <a:solidFill>
                  <a:schemeClr val="tx1">
                    <a:tint val="75000"/>
                  </a:schemeClr>
                </a:solidFill>
              </a:defRPr>
            </a:lvl8pPr>
            <a:lvl9pPr marL="2094865" indent="0">
              <a:buNone/>
              <a:defRPr sz="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4754" y="1045810"/>
            <a:ext cx="3491204" cy="249266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158640" y="1045810"/>
            <a:ext cx="3491204" cy="249266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65824" y="209162"/>
            <a:ext cx="7085091" cy="75935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65824" y="963055"/>
            <a:ext cx="3475160" cy="471978"/>
          </a:xfrm>
        </p:spPr>
        <p:txBody>
          <a:bodyPr anchor="b"/>
          <a:lstStyle>
            <a:lvl1pPr marL="0" indent="0">
              <a:buNone/>
              <a:defRPr sz="1375" b="1"/>
            </a:lvl1pPr>
            <a:lvl2pPr marL="262255" indent="0">
              <a:buNone/>
              <a:defRPr sz="1145" b="1"/>
            </a:lvl2pPr>
            <a:lvl3pPr marL="523875" indent="0">
              <a:buNone/>
              <a:defRPr sz="1030" b="1"/>
            </a:lvl3pPr>
            <a:lvl4pPr marL="785495" indent="0">
              <a:buNone/>
              <a:defRPr sz="920" b="1"/>
            </a:lvl4pPr>
            <a:lvl5pPr marL="1047750" indent="0">
              <a:buNone/>
              <a:defRPr sz="920" b="1"/>
            </a:lvl5pPr>
            <a:lvl6pPr marL="1309370" indent="0">
              <a:buNone/>
              <a:defRPr sz="920" b="1"/>
            </a:lvl6pPr>
            <a:lvl7pPr marL="1571625" indent="0">
              <a:buNone/>
              <a:defRPr sz="920" b="1"/>
            </a:lvl7pPr>
            <a:lvl8pPr marL="1833245" indent="0">
              <a:buNone/>
              <a:defRPr sz="920" b="1"/>
            </a:lvl8pPr>
            <a:lvl9pPr marL="2094865" indent="0">
              <a:buNone/>
              <a:defRPr sz="92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65824" y="1435034"/>
            <a:ext cx="3475160" cy="211071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158640" y="963055"/>
            <a:ext cx="3492274" cy="471978"/>
          </a:xfrm>
        </p:spPr>
        <p:txBody>
          <a:bodyPr anchor="b"/>
          <a:lstStyle>
            <a:lvl1pPr marL="0" indent="0">
              <a:buNone/>
              <a:defRPr sz="1375" b="1"/>
            </a:lvl1pPr>
            <a:lvl2pPr marL="262255" indent="0">
              <a:buNone/>
              <a:defRPr sz="1145" b="1"/>
            </a:lvl2pPr>
            <a:lvl3pPr marL="523875" indent="0">
              <a:buNone/>
              <a:defRPr sz="1030" b="1"/>
            </a:lvl3pPr>
            <a:lvl4pPr marL="785495" indent="0">
              <a:buNone/>
              <a:defRPr sz="920" b="1"/>
            </a:lvl4pPr>
            <a:lvl5pPr marL="1047750" indent="0">
              <a:buNone/>
              <a:defRPr sz="920" b="1"/>
            </a:lvl5pPr>
            <a:lvl6pPr marL="1309370" indent="0">
              <a:buNone/>
              <a:defRPr sz="920" b="1"/>
            </a:lvl6pPr>
            <a:lvl7pPr marL="1571625" indent="0">
              <a:buNone/>
              <a:defRPr sz="920" b="1"/>
            </a:lvl7pPr>
            <a:lvl8pPr marL="1833245" indent="0">
              <a:buNone/>
              <a:defRPr sz="920" b="1"/>
            </a:lvl8pPr>
            <a:lvl9pPr marL="2094865" indent="0">
              <a:buNone/>
              <a:defRPr sz="92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158640" y="1435034"/>
            <a:ext cx="3492274" cy="211071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65824" y="261907"/>
            <a:ext cx="2649421" cy="916675"/>
          </a:xfrm>
        </p:spPr>
        <p:txBody>
          <a:bodyPr anchor="b"/>
          <a:lstStyle>
            <a:lvl1pPr>
              <a:defRPr sz="183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492274" y="565647"/>
            <a:ext cx="4158640" cy="2791859"/>
          </a:xfrm>
        </p:spPr>
        <p:txBody>
          <a:bodyPr/>
          <a:lstStyle>
            <a:lvl1pPr>
              <a:defRPr sz="1830"/>
            </a:lvl1pPr>
            <a:lvl2pPr>
              <a:defRPr sz="1605"/>
            </a:lvl2pPr>
            <a:lvl3pPr>
              <a:defRPr sz="1375"/>
            </a:lvl3pPr>
            <a:lvl4pPr>
              <a:defRPr sz="1145"/>
            </a:lvl4pPr>
            <a:lvl5pPr>
              <a:defRPr sz="1145"/>
            </a:lvl5pPr>
            <a:lvl6pPr>
              <a:defRPr sz="1145"/>
            </a:lvl6pPr>
            <a:lvl7pPr>
              <a:defRPr sz="1145"/>
            </a:lvl7pPr>
            <a:lvl8pPr>
              <a:defRPr sz="1145"/>
            </a:lvl8pPr>
            <a:lvl9pPr>
              <a:defRPr sz="114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65824" y="1178583"/>
            <a:ext cx="2649421" cy="2183470"/>
          </a:xfrm>
        </p:spPr>
        <p:txBody>
          <a:bodyPr/>
          <a:lstStyle>
            <a:lvl1pPr marL="0" indent="0">
              <a:buNone/>
              <a:defRPr sz="920"/>
            </a:lvl1pPr>
            <a:lvl2pPr marL="262255" indent="0">
              <a:buNone/>
              <a:defRPr sz="800"/>
            </a:lvl2pPr>
            <a:lvl3pPr marL="523875" indent="0">
              <a:buNone/>
              <a:defRPr sz="690"/>
            </a:lvl3pPr>
            <a:lvl4pPr marL="785495" indent="0">
              <a:buNone/>
              <a:defRPr sz="575"/>
            </a:lvl4pPr>
            <a:lvl5pPr marL="1047750" indent="0">
              <a:buNone/>
              <a:defRPr sz="575"/>
            </a:lvl5pPr>
            <a:lvl6pPr marL="1309370" indent="0">
              <a:buNone/>
              <a:defRPr sz="575"/>
            </a:lvl6pPr>
            <a:lvl7pPr marL="1571625" indent="0">
              <a:buNone/>
              <a:defRPr sz="575"/>
            </a:lvl7pPr>
            <a:lvl8pPr marL="1833245" indent="0">
              <a:buNone/>
              <a:defRPr sz="575"/>
            </a:lvl8pPr>
            <a:lvl9pPr marL="2094865" indent="0">
              <a:buNone/>
              <a:defRPr sz="5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65824" y="261907"/>
            <a:ext cx="2649421" cy="916675"/>
          </a:xfrm>
        </p:spPr>
        <p:txBody>
          <a:bodyPr anchor="b"/>
          <a:lstStyle>
            <a:lvl1pPr>
              <a:defRPr sz="183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492274" y="565647"/>
            <a:ext cx="4158640" cy="2791859"/>
          </a:xfrm>
        </p:spPr>
        <p:txBody>
          <a:bodyPr/>
          <a:lstStyle>
            <a:lvl1pPr marL="0" indent="0">
              <a:buNone/>
              <a:defRPr sz="1830"/>
            </a:lvl1pPr>
            <a:lvl2pPr marL="262255" indent="0">
              <a:buNone/>
              <a:defRPr sz="1605"/>
            </a:lvl2pPr>
            <a:lvl3pPr marL="523875" indent="0">
              <a:buNone/>
              <a:defRPr sz="1375"/>
            </a:lvl3pPr>
            <a:lvl4pPr marL="785495" indent="0">
              <a:buNone/>
              <a:defRPr sz="1145"/>
            </a:lvl4pPr>
            <a:lvl5pPr marL="1047750" indent="0">
              <a:buNone/>
              <a:defRPr sz="1145"/>
            </a:lvl5pPr>
            <a:lvl6pPr marL="1309370" indent="0">
              <a:buNone/>
              <a:defRPr sz="1145"/>
            </a:lvl6pPr>
            <a:lvl7pPr marL="1571625" indent="0">
              <a:buNone/>
              <a:defRPr sz="1145"/>
            </a:lvl7pPr>
            <a:lvl8pPr marL="1833245" indent="0">
              <a:buNone/>
              <a:defRPr sz="1145"/>
            </a:lvl8pPr>
            <a:lvl9pPr marL="2094865" indent="0">
              <a:buNone/>
              <a:defRPr sz="1145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65824" y="1178583"/>
            <a:ext cx="2649421" cy="2183470"/>
          </a:xfrm>
        </p:spPr>
        <p:txBody>
          <a:bodyPr/>
          <a:lstStyle>
            <a:lvl1pPr marL="0" indent="0">
              <a:buNone/>
              <a:defRPr sz="920"/>
            </a:lvl1pPr>
            <a:lvl2pPr marL="262255" indent="0">
              <a:buNone/>
              <a:defRPr sz="800"/>
            </a:lvl2pPr>
            <a:lvl3pPr marL="523875" indent="0">
              <a:buNone/>
              <a:defRPr sz="690"/>
            </a:lvl3pPr>
            <a:lvl4pPr marL="785495" indent="0">
              <a:buNone/>
              <a:defRPr sz="575"/>
            </a:lvl4pPr>
            <a:lvl5pPr marL="1047750" indent="0">
              <a:buNone/>
              <a:defRPr sz="575"/>
            </a:lvl5pPr>
            <a:lvl6pPr marL="1309370" indent="0">
              <a:buNone/>
              <a:defRPr sz="575"/>
            </a:lvl6pPr>
            <a:lvl7pPr marL="1571625" indent="0">
              <a:buNone/>
              <a:defRPr sz="575"/>
            </a:lvl7pPr>
            <a:lvl8pPr marL="1833245" indent="0">
              <a:buNone/>
              <a:defRPr sz="575"/>
            </a:lvl8pPr>
            <a:lvl9pPr marL="2094865" indent="0">
              <a:buNone/>
              <a:defRPr sz="5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5878572" y="209162"/>
            <a:ext cx="1771273" cy="332931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4754" y="209162"/>
            <a:ext cx="5211135" cy="332931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564754" y="209162"/>
            <a:ext cx="7085091" cy="7593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64754" y="1045810"/>
            <a:ext cx="7085091" cy="24926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564754" y="3641239"/>
            <a:ext cx="1848284" cy="2091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2721086" y="3641239"/>
            <a:ext cx="2772427" cy="2091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801560" y="3641239"/>
            <a:ext cx="1848284" cy="2091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523875" rtl="0" eaLnBrk="1" latinLnBrk="0" hangingPunct="1">
        <a:lnSpc>
          <a:spcPct val="90000"/>
        </a:lnSpc>
        <a:spcBef>
          <a:spcPct val="0"/>
        </a:spcBef>
        <a:buNone/>
        <a:defRPr sz="25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0810" indent="-130810" algn="l" defTabSz="523875" rtl="0" eaLnBrk="1" latinLnBrk="0" hangingPunct="1">
        <a:lnSpc>
          <a:spcPct val="90000"/>
        </a:lnSpc>
        <a:spcBef>
          <a:spcPct val="115000"/>
        </a:spcBef>
        <a:buFont typeface="Arial" panose="020B0604020202020204" pitchFamily="34" charset="0"/>
        <a:buChar char="•"/>
        <a:defRPr sz="1605" kern="1200">
          <a:solidFill>
            <a:schemeClr val="tx1"/>
          </a:solidFill>
          <a:latin typeface="+mn-lt"/>
          <a:ea typeface="+mn-ea"/>
          <a:cs typeface="+mn-cs"/>
        </a:defRPr>
      </a:lvl1pPr>
      <a:lvl2pPr marL="393065" indent="-130810" algn="l" defTabSz="523875" rtl="0" eaLnBrk="1" latinLnBrk="0" hangingPunct="1">
        <a:lnSpc>
          <a:spcPct val="90000"/>
        </a:lnSpc>
        <a:spcBef>
          <a:spcPts val="285"/>
        </a:spcBef>
        <a:buFont typeface="Arial" panose="020B0604020202020204" pitchFamily="34" charset="0"/>
        <a:buChar char="•"/>
        <a:defRPr sz="1375" kern="1200">
          <a:solidFill>
            <a:schemeClr val="tx1"/>
          </a:solidFill>
          <a:latin typeface="+mn-lt"/>
          <a:ea typeface="+mn-ea"/>
          <a:cs typeface="+mn-cs"/>
        </a:defRPr>
      </a:lvl2pPr>
      <a:lvl3pPr marL="654685" indent="-130810" algn="l" defTabSz="523875" rtl="0" eaLnBrk="1" latinLnBrk="0" hangingPunct="1">
        <a:lnSpc>
          <a:spcPct val="90000"/>
        </a:lnSpc>
        <a:spcBef>
          <a:spcPts val="285"/>
        </a:spcBef>
        <a:buFont typeface="Arial" panose="020B0604020202020204" pitchFamily="34" charset="0"/>
        <a:buChar char="•"/>
        <a:defRPr sz="1145" kern="1200">
          <a:solidFill>
            <a:schemeClr val="tx1"/>
          </a:solidFill>
          <a:latin typeface="+mn-lt"/>
          <a:ea typeface="+mn-ea"/>
          <a:cs typeface="+mn-cs"/>
        </a:defRPr>
      </a:lvl3pPr>
      <a:lvl4pPr marL="916305" indent="-130810" algn="l" defTabSz="523875" rtl="0" eaLnBrk="1" latinLnBrk="0" hangingPunct="1">
        <a:lnSpc>
          <a:spcPct val="90000"/>
        </a:lnSpc>
        <a:spcBef>
          <a:spcPts val="285"/>
        </a:spcBef>
        <a:buFont typeface="Arial" panose="020B0604020202020204" pitchFamily="34" charset="0"/>
        <a:buChar char="•"/>
        <a:defRPr sz="1030" kern="1200">
          <a:solidFill>
            <a:schemeClr val="tx1"/>
          </a:solidFill>
          <a:latin typeface="+mn-lt"/>
          <a:ea typeface="+mn-ea"/>
          <a:cs typeface="+mn-cs"/>
        </a:defRPr>
      </a:lvl4pPr>
      <a:lvl5pPr marL="1178560" indent="-130810" algn="l" defTabSz="523875" rtl="0" eaLnBrk="1" latinLnBrk="0" hangingPunct="1">
        <a:lnSpc>
          <a:spcPct val="90000"/>
        </a:lnSpc>
        <a:spcBef>
          <a:spcPts val="285"/>
        </a:spcBef>
        <a:buFont typeface="Arial" panose="020B0604020202020204" pitchFamily="34" charset="0"/>
        <a:buChar char="•"/>
        <a:defRPr sz="1030" kern="1200">
          <a:solidFill>
            <a:schemeClr val="tx1"/>
          </a:solidFill>
          <a:latin typeface="+mn-lt"/>
          <a:ea typeface="+mn-ea"/>
          <a:cs typeface="+mn-cs"/>
        </a:defRPr>
      </a:lvl5pPr>
      <a:lvl6pPr marL="1440815" indent="-130810" algn="l" defTabSz="523875" rtl="0" eaLnBrk="1" latinLnBrk="0" hangingPunct="1">
        <a:lnSpc>
          <a:spcPct val="90000"/>
        </a:lnSpc>
        <a:spcBef>
          <a:spcPts val="285"/>
        </a:spcBef>
        <a:buFont typeface="Arial" panose="020B0604020202020204" pitchFamily="34" charset="0"/>
        <a:buChar char="•"/>
        <a:defRPr sz="1030" kern="1200">
          <a:solidFill>
            <a:schemeClr val="tx1"/>
          </a:solidFill>
          <a:latin typeface="+mn-lt"/>
          <a:ea typeface="+mn-ea"/>
          <a:cs typeface="+mn-cs"/>
        </a:defRPr>
      </a:lvl6pPr>
      <a:lvl7pPr marL="1702435" indent="-130810" algn="l" defTabSz="523875" rtl="0" eaLnBrk="1" latinLnBrk="0" hangingPunct="1">
        <a:lnSpc>
          <a:spcPct val="90000"/>
        </a:lnSpc>
        <a:spcBef>
          <a:spcPts val="285"/>
        </a:spcBef>
        <a:buFont typeface="Arial" panose="020B0604020202020204" pitchFamily="34" charset="0"/>
        <a:buChar char="•"/>
        <a:defRPr sz="1030" kern="1200">
          <a:solidFill>
            <a:schemeClr val="tx1"/>
          </a:solidFill>
          <a:latin typeface="+mn-lt"/>
          <a:ea typeface="+mn-ea"/>
          <a:cs typeface="+mn-cs"/>
        </a:defRPr>
      </a:lvl7pPr>
      <a:lvl8pPr marL="1964055" indent="-130810" algn="l" defTabSz="523875" rtl="0" eaLnBrk="1" latinLnBrk="0" hangingPunct="1">
        <a:lnSpc>
          <a:spcPct val="90000"/>
        </a:lnSpc>
        <a:spcBef>
          <a:spcPts val="285"/>
        </a:spcBef>
        <a:buFont typeface="Arial" panose="020B0604020202020204" pitchFamily="34" charset="0"/>
        <a:buChar char="•"/>
        <a:defRPr sz="1030" kern="1200">
          <a:solidFill>
            <a:schemeClr val="tx1"/>
          </a:solidFill>
          <a:latin typeface="+mn-lt"/>
          <a:ea typeface="+mn-ea"/>
          <a:cs typeface="+mn-cs"/>
        </a:defRPr>
      </a:lvl8pPr>
      <a:lvl9pPr marL="2226310" indent="-130810" algn="l" defTabSz="523875" rtl="0" eaLnBrk="1" latinLnBrk="0" hangingPunct="1">
        <a:lnSpc>
          <a:spcPct val="90000"/>
        </a:lnSpc>
        <a:spcBef>
          <a:spcPts val="285"/>
        </a:spcBef>
        <a:buFont typeface="Arial" panose="020B0604020202020204" pitchFamily="34" charset="0"/>
        <a:buChar char="•"/>
        <a:defRPr sz="10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523875" rtl="0" eaLnBrk="1" latinLnBrk="0" hangingPunct="1">
        <a:defRPr sz="1030" kern="1200">
          <a:solidFill>
            <a:schemeClr val="tx1"/>
          </a:solidFill>
          <a:latin typeface="+mn-lt"/>
          <a:ea typeface="+mn-ea"/>
          <a:cs typeface="+mn-cs"/>
        </a:defRPr>
      </a:lvl1pPr>
      <a:lvl2pPr marL="262255" algn="l" defTabSz="523875" rtl="0" eaLnBrk="1" latinLnBrk="0" hangingPunct="1">
        <a:defRPr sz="1030" kern="1200">
          <a:solidFill>
            <a:schemeClr val="tx1"/>
          </a:solidFill>
          <a:latin typeface="+mn-lt"/>
          <a:ea typeface="+mn-ea"/>
          <a:cs typeface="+mn-cs"/>
        </a:defRPr>
      </a:lvl2pPr>
      <a:lvl3pPr marL="523875" algn="l" defTabSz="523875" rtl="0" eaLnBrk="1" latinLnBrk="0" hangingPunct="1">
        <a:defRPr sz="1030" kern="1200">
          <a:solidFill>
            <a:schemeClr val="tx1"/>
          </a:solidFill>
          <a:latin typeface="+mn-lt"/>
          <a:ea typeface="+mn-ea"/>
          <a:cs typeface="+mn-cs"/>
        </a:defRPr>
      </a:lvl3pPr>
      <a:lvl4pPr marL="785495" algn="l" defTabSz="523875" rtl="0" eaLnBrk="1" latinLnBrk="0" hangingPunct="1">
        <a:defRPr sz="1030" kern="1200">
          <a:solidFill>
            <a:schemeClr val="tx1"/>
          </a:solidFill>
          <a:latin typeface="+mn-lt"/>
          <a:ea typeface="+mn-ea"/>
          <a:cs typeface="+mn-cs"/>
        </a:defRPr>
      </a:lvl4pPr>
      <a:lvl5pPr marL="1047750" algn="l" defTabSz="523875" rtl="0" eaLnBrk="1" latinLnBrk="0" hangingPunct="1">
        <a:defRPr sz="1030" kern="1200">
          <a:solidFill>
            <a:schemeClr val="tx1"/>
          </a:solidFill>
          <a:latin typeface="+mn-lt"/>
          <a:ea typeface="+mn-ea"/>
          <a:cs typeface="+mn-cs"/>
        </a:defRPr>
      </a:lvl5pPr>
      <a:lvl6pPr marL="1309370" algn="l" defTabSz="523875" rtl="0" eaLnBrk="1" latinLnBrk="0" hangingPunct="1">
        <a:defRPr sz="1030" kern="1200">
          <a:solidFill>
            <a:schemeClr val="tx1"/>
          </a:solidFill>
          <a:latin typeface="+mn-lt"/>
          <a:ea typeface="+mn-ea"/>
          <a:cs typeface="+mn-cs"/>
        </a:defRPr>
      </a:lvl6pPr>
      <a:lvl7pPr marL="1571625" algn="l" defTabSz="523875" rtl="0" eaLnBrk="1" latinLnBrk="0" hangingPunct="1">
        <a:defRPr sz="1030" kern="1200">
          <a:solidFill>
            <a:schemeClr val="tx1"/>
          </a:solidFill>
          <a:latin typeface="+mn-lt"/>
          <a:ea typeface="+mn-ea"/>
          <a:cs typeface="+mn-cs"/>
        </a:defRPr>
      </a:lvl7pPr>
      <a:lvl8pPr marL="1833245" algn="l" defTabSz="523875" rtl="0" eaLnBrk="1" latinLnBrk="0" hangingPunct="1">
        <a:defRPr sz="1030" kern="1200">
          <a:solidFill>
            <a:schemeClr val="tx1"/>
          </a:solidFill>
          <a:latin typeface="+mn-lt"/>
          <a:ea typeface="+mn-ea"/>
          <a:cs typeface="+mn-cs"/>
        </a:defRPr>
      </a:lvl8pPr>
      <a:lvl9pPr marL="2094865" algn="l" defTabSz="523875" rtl="0" eaLnBrk="1" latinLnBrk="0" hangingPunct="1">
        <a:defRPr sz="10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21" Type="http://schemas.openxmlformats.org/officeDocument/2006/relationships/image" Target="../media/image20.sv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sv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组合 57"/>
          <p:cNvGrpSpPr/>
          <p:nvPr/>
        </p:nvGrpSpPr>
        <p:grpSpPr>
          <a:xfrm>
            <a:off x="54285" y="1013921"/>
            <a:ext cx="3399617" cy="2327004"/>
            <a:chOff x="629" y="2683"/>
            <a:chExt cx="5274" cy="3610"/>
          </a:xfrm>
        </p:grpSpPr>
        <p:cxnSp>
          <p:nvCxnSpPr>
            <p:cNvPr id="244" name="直接箭头连接符 243"/>
            <p:cNvCxnSpPr>
              <a:endCxn id="243" idx="2"/>
            </p:cNvCxnSpPr>
            <p:nvPr/>
          </p:nvCxnSpPr>
          <p:spPr>
            <a:xfrm flipH="1" flipV="1">
              <a:off x="2524" y="3200"/>
              <a:ext cx="1" cy="1875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箭头连接符 29"/>
            <p:cNvCxnSpPr/>
            <p:nvPr/>
          </p:nvCxnSpPr>
          <p:spPr>
            <a:xfrm flipV="1">
              <a:off x="5477" y="3201"/>
              <a:ext cx="9" cy="187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直接箭头连接符 245"/>
            <p:cNvCxnSpPr>
              <a:endCxn id="245" idx="2"/>
            </p:cNvCxnSpPr>
            <p:nvPr/>
          </p:nvCxnSpPr>
          <p:spPr>
            <a:xfrm flipH="1" flipV="1">
              <a:off x="3999" y="3200"/>
              <a:ext cx="6" cy="1879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连接符: 曲线 227"/>
            <p:cNvCxnSpPr>
              <a:stCxn id="236" idx="1"/>
              <a:endCxn id="245" idx="3"/>
            </p:cNvCxnSpPr>
            <p:nvPr/>
          </p:nvCxnSpPr>
          <p:spPr>
            <a:xfrm rot="10800000">
              <a:off x="4415" y="2942"/>
              <a:ext cx="656" cy="3090"/>
            </a:xfrm>
            <a:prstGeom prst="curvedConnector3">
              <a:avLst>
                <a:gd name="adj1" fmla="val 50000"/>
              </a:avLst>
            </a:prstGeom>
            <a:ln w="19050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连接符: 曲线 229"/>
            <p:cNvCxnSpPr>
              <a:stCxn id="235" idx="1"/>
              <a:endCxn id="243" idx="3"/>
            </p:cNvCxnSpPr>
            <p:nvPr/>
          </p:nvCxnSpPr>
          <p:spPr>
            <a:xfrm rot="10800000">
              <a:off x="2939" y="2942"/>
              <a:ext cx="649" cy="3090"/>
            </a:xfrm>
            <a:prstGeom prst="curvedConnector3">
              <a:avLst>
                <a:gd name="adj1" fmla="val 50000"/>
              </a:avLst>
            </a:prstGeom>
            <a:ln w="19050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2" name="矩形: 圆角 231"/>
                <p:cNvSpPr/>
                <p:nvPr/>
              </p:nvSpPr>
              <p:spPr>
                <a:xfrm>
                  <a:off x="629" y="5777"/>
                  <a:ext cx="831" cy="517"/>
                </a:xfrm>
                <a:prstGeom prst="roundRect">
                  <a:avLst/>
                </a:prstGeom>
                <a:ln w="19050"/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20" b="0" i="1" smtClean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20" b="0" i="1" smtClean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1620" b="0" i="1" smtClean="0">
                                <a:latin typeface="Cambria Math" panose="02040503050406030204" pitchFamily="18" charset="0"/>
                                <a:ea typeface="MS Mincho" charset="0"/>
                                <a:cs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1620" dirty="0"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</mc:Choice>
          <mc:Fallback xmlns="">
            <p:sp>
              <p:nvSpPr>
                <p:cNvPr id="232" name="矩形: 圆角 23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9" y="5777"/>
                  <a:ext cx="831" cy="517"/>
                </a:xfrm>
                <a:prstGeom prst="roundRect">
                  <a:avLst/>
                </a:prstGeom>
                <a:blipFill rotWithShape="1">
                  <a:blip r:embed="rId2"/>
                </a:blipFill>
                <a:ln w="19050"/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3" name="矩形: 圆角 232"/>
                <p:cNvSpPr/>
                <p:nvPr/>
              </p:nvSpPr>
              <p:spPr>
                <a:xfrm>
                  <a:off x="2109" y="5777"/>
                  <a:ext cx="831" cy="517"/>
                </a:xfrm>
                <a:prstGeom prst="roundRect">
                  <a:avLst/>
                </a:prstGeom>
                <a:ln w="19050"/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20" b="0" i="1" smtClean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20" b="0" i="1" smtClean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1620" b="0" i="1" smtClean="0">
                                <a:latin typeface="Cambria Math" panose="02040503050406030204" pitchFamily="18" charset="0"/>
                                <a:ea typeface="MS Mincho" charset="0"/>
                                <a:cs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1620" dirty="0"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</mc:Choice>
          <mc:Fallback xmlns="">
            <p:sp>
              <p:nvSpPr>
                <p:cNvPr id="233" name="矩形: 圆角 23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09" y="5777"/>
                  <a:ext cx="831" cy="517"/>
                </a:xfrm>
                <a:prstGeom prst="roundRect">
                  <a:avLst/>
                </a:prstGeom>
                <a:blipFill rotWithShape="1">
                  <a:blip r:embed="rId3"/>
                </a:blipFill>
                <a:ln w="19050"/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34" name="矩形: 圆角 233"/>
            <p:cNvSpPr/>
            <p:nvPr/>
          </p:nvSpPr>
          <p:spPr>
            <a:xfrm>
              <a:off x="720" y="3842"/>
              <a:ext cx="5102" cy="1237"/>
            </a:xfrm>
            <a:prstGeom prst="round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solidFill>
                <a:schemeClr val="accent3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Target Model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5" name="矩形: 圆角 234"/>
                <p:cNvSpPr/>
                <p:nvPr/>
              </p:nvSpPr>
              <p:spPr>
                <a:xfrm>
                  <a:off x="3589" y="5774"/>
                  <a:ext cx="833" cy="516"/>
                </a:xfrm>
                <a:prstGeom prst="roundRect">
                  <a:avLst/>
                </a:prstGeom>
                <a:ln w="19050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825" b="0" i="1" smtClean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25" b="0" i="1" smtClean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1825" b="0" i="1" smtClean="0">
                                <a:latin typeface="Cambria Math" panose="02040503050406030204" pitchFamily="18" charset="0"/>
                                <a:ea typeface="MS Mincho" charset="0"/>
                                <a:cs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sz="1825" dirty="0"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</mc:Choice>
          <mc:Fallback xmlns="">
            <p:sp>
              <p:nvSpPr>
                <p:cNvPr id="235" name="矩形: 圆角 23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89" y="5774"/>
                  <a:ext cx="833" cy="516"/>
                </a:xfrm>
                <a:prstGeom prst="roundRect">
                  <a:avLst/>
                </a:prstGeom>
                <a:blipFill rotWithShape="1">
                  <a:blip r:embed="rId4"/>
                </a:blipFill>
                <a:ln w="19050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6" name="矩形: 圆角 235"/>
                <p:cNvSpPr/>
                <p:nvPr/>
              </p:nvSpPr>
              <p:spPr>
                <a:xfrm>
                  <a:off x="5071" y="5774"/>
                  <a:ext cx="833" cy="516"/>
                </a:xfrm>
                <a:prstGeom prst="roundRect">
                  <a:avLst/>
                </a:prstGeom>
                <a:ln w="19050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825" b="0" i="1" smtClean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25" b="0" i="1" smtClean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1825" b="0" i="1" smtClean="0">
                                <a:latin typeface="Cambria Math" panose="02040503050406030204" pitchFamily="18" charset="0"/>
                                <a:ea typeface="MS Mincho" charset="0"/>
                                <a:cs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zh-CN" altLang="en-US" sz="1825" dirty="0"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</mc:Choice>
          <mc:Fallback xmlns="">
            <p:sp>
              <p:nvSpPr>
                <p:cNvPr id="236" name="矩形: 圆角 23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71" y="5774"/>
                  <a:ext cx="833" cy="516"/>
                </a:xfrm>
                <a:prstGeom prst="roundRect">
                  <a:avLst/>
                </a:prstGeom>
                <a:blipFill rotWithShape="1">
                  <a:blip r:embed="rId5"/>
                </a:blipFill>
                <a:ln w="19050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39" name="直接箭头连接符 238"/>
            <p:cNvCxnSpPr>
              <a:stCxn id="232" idx="0"/>
            </p:cNvCxnSpPr>
            <p:nvPr/>
          </p:nvCxnSpPr>
          <p:spPr>
            <a:xfrm flipV="1">
              <a:off x="1044" y="5076"/>
              <a:ext cx="0" cy="70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直接箭头连接符 239"/>
            <p:cNvCxnSpPr>
              <a:stCxn id="233" idx="0"/>
            </p:cNvCxnSpPr>
            <p:nvPr/>
          </p:nvCxnSpPr>
          <p:spPr>
            <a:xfrm flipH="1" flipV="1">
              <a:off x="2521" y="5075"/>
              <a:ext cx="3" cy="702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直接箭头连接符 240"/>
            <p:cNvCxnSpPr>
              <a:stCxn id="235" idx="0"/>
            </p:cNvCxnSpPr>
            <p:nvPr/>
          </p:nvCxnSpPr>
          <p:spPr>
            <a:xfrm flipV="1">
              <a:off x="4005" y="5076"/>
              <a:ext cx="0" cy="69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3" name="矩形: 圆角 242"/>
                <p:cNvSpPr/>
                <p:nvPr/>
              </p:nvSpPr>
              <p:spPr>
                <a:xfrm>
                  <a:off x="2109" y="2683"/>
                  <a:ext cx="831" cy="517"/>
                </a:xfrm>
                <a:prstGeom prst="roundRect">
                  <a:avLst/>
                </a:prstGeom>
                <a:ln w="19050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20" b="0" i="1" smtClean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20" b="0" i="1" smtClean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1620" b="0" i="1" smtClean="0">
                                <a:latin typeface="Cambria Math" panose="02040503050406030204" pitchFamily="18" charset="0"/>
                                <a:ea typeface="MS Mincho" charset="0"/>
                                <a:cs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sz="1620" dirty="0"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</mc:Choice>
          <mc:Fallback xmlns="">
            <p:sp>
              <p:nvSpPr>
                <p:cNvPr id="243" name="矩形: 圆角 24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09" y="2683"/>
                  <a:ext cx="831" cy="517"/>
                </a:xfrm>
                <a:prstGeom prst="roundRect">
                  <a:avLst/>
                </a:prstGeom>
                <a:blipFill rotWithShape="1">
                  <a:blip r:embed="rId6"/>
                </a:blipFill>
                <a:ln w="19050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5" name="矩形: 圆角 244"/>
                <p:cNvSpPr/>
                <p:nvPr/>
              </p:nvSpPr>
              <p:spPr>
                <a:xfrm>
                  <a:off x="3584" y="2683"/>
                  <a:ext cx="831" cy="517"/>
                </a:xfrm>
                <a:prstGeom prst="roundRect">
                  <a:avLst/>
                </a:prstGeom>
                <a:ln w="19050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20" b="0" i="1" smtClean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20" b="0" i="1" smtClean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1620" b="0" i="1" smtClean="0">
                                <a:latin typeface="Cambria Math" panose="02040503050406030204" pitchFamily="18" charset="0"/>
                                <a:ea typeface="MS Mincho" charset="0"/>
                                <a:cs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zh-CN" altLang="en-US" sz="1620" dirty="0"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</mc:Choice>
          <mc:Fallback xmlns="">
            <p:sp>
              <p:nvSpPr>
                <p:cNvPr id="245" name="矩形: 圆角 24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84" y="2683"/>
                  <a:ext cx="831" cy="517"/>
                </a:xfrm>
                <a:prstGeom prst="roundRect">
                  <a:avLst/>
                </a:prstGeom>
                <a:blipFill rotWithShape="1">
                  <a:blip r:embed="rId7"/>
                </a:blipFill>
                <a:ln w="19050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7" name="直接箭头连接符 26"/>
            <p:cNvCxnSpPr>
              <a:stCxn id="236" idx="0"/>
            </p:cNvCxnSpPr>
            <p:nvPr/>
          </p:nvCxnSpPr>
          <p:spPr>
            <a:xfrm flipH="1" flipV="1">
              <a:off x="5481" y="5079"/>
              <a:ext cx="7" cy="69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矩形: 圆角 244"/>
                <p:cNvSpPr/>
                <p:nvPr/>
              </p:nvSpPr>
              <p:spPr>
                <a:xfrm>
                  <a:off x="5071" y="2684"/>
                  <a:ext cx="831" cy="517"/>
                </a:xfrm>
                <a:prstGeom prst="roundRect">
                  <a:avLst/>
                </a:prstGeom>
                <a:ln w="19050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20" b="0" i="1" smtClean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20" b="0" i="1" smtClean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1620" b="0" i="1" smtClean="0">
                                <a:latin typeface="Cambria Math" panose="02040503050406030204" pitchFamily="18" charset="0"/>
                                <a:ea typeface="MS Mincho" charset="0"/>
                                <a:cs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zh-CN" altLang="en-US" sz="1620" dirty="0"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</mc:Choice>
          <mc:Fallback xmlns="">
            <p:sp>
              <p:nvSpPr>
                <p:cNvPr id="28" name="矩形: 圆角 24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71" y="2684"/>
                  <a:ext cx="831" cy="517"/>
                </a:xfrm>
                <a:prstGeom prst="roundRect">
                  <a:avLst/>
                </a:prstGeom>
                <a:blipFill rotWithShape="1">
                  <a:blip r:embed="rId8"/>
                </a:blipFill>
                <a:ln w="19050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9" name="组合 68"/>
          <p:cNvGrpSpPr/>
          <p:nvPr/>
        </p:nvGrpSpPr>
        <p:grpSpPr>
          <a:xfrm>
            <a:off x="3746551" y="-679"/>
            <a:ext cx="4410349" cy="3341604"/>
            <a:chOff x="6446" y="1750"/>
            <a:chExt cx="6842" cy="5184"/>
          </a:xfrm>
        </p:grpSpPr>
        <p:cxnSp>
          <p:nvCxnSpPr>
            <p:cNvPr id="25" name="直接箭头连接符 24"/>
            <p:cNvCxnSpPr>
              <a:endCxn id="24" idx="2"/>
            </p:cNvCxnSpPr>
            <p:nvPr/>
          </p:nvCxnSpPr>
          <p:spPr>
            <a:xfrm flipH="1" flipV="1">
              <a:off x="12850" y="4811"/>
              <a:ext cx="11" cy="1132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箭头连接符 21"/>
            <p:cNvCxnSpPr>
              <a:endCxn id="21" idx="2"/>
            </p:cNvCxnSpPr>
            <p:nvPr/>
          </p:nvCxnSpPr>
          <p:spPr>
            <a:xfrm flipH="1" flipV="1">
              <a:off x="11304" y="4811"/>
              <a:ext cx="1" cy="114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箭头连接符 19"/>
            <p:cNvCxnSpPr>
              <a:endCxn id="19" idx="2"/>
            </p:cNvCxnSpPr>
            <p:nvPr/>
          </p:nvCxnSpPr>
          <p:spPr>
            <a:xfrm flipV="1">
              <a:off x="9816" y="4811"/>
              <a:ext cx="0" cy="997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箭头连接符 17"/>
            <p:cNvCxnSpPr>
              <a:endCxn id="17" idx="2"/>
            </p:cNvCxnSpPr>
            <p:nvPr/>
          </p:nvCxnSpPr>
          <p:spPr>
            <a:xfrm flipV="1">
              <a:off x="8340" y="4811"/>
              <a:ext cx="1" cy="1149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连接符: 曲线 261"/>
            <p:cNvCxnSpPr>
              <a:stCxn id="23" idx="1"/>
              <a:endCxn id="21" idx="3"/>
            </p:cNvCxnSpPr>
            <p:nvPr/>
          </p:nvCxnSpPr>
          <p:spPr>
            <a:xfrm rot="10800000">
              <a:off x="11719" y="4553"/>
              <a:ext cx="737" cy="2123"/>
            </a:xfrm>
            <a:prstGeom prst="curvedConnector3">
              <a:avLst>
                <a:gd name="adj1" fmla="val 49932"/>
              </a:avLst>
            </a:prstGeom>
            <a:ln w="19050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连接符: 曲线 227"/>
            <p:cNvCxnSpPr>
              <a:stCxn id="12" idx="1"/>
              <a:endCxn id="19" idx="3"/>
            </p:cNvCxnSpPr>
            <p:nvPr/>
          </p:nvCxnSpPr>
          <p:spPr>
            <a:xfrm rot="10800000">
              <a:off x="10232" y="4553"/>
              <a:ext cx="656" cy="2119"/>
            </a:xfrm>
            <a:prstGeom prst="curvedConnector3">
              <a:avLst>
                <a:gd name="adj1" fmla="val 50000"/>
              </a:avLst>
            </a:prstGeom>
            <a:ln w="19050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连接符: 曲线 229"/>
            <p:cNvCxnSpPr>
              <a:stCxn id="11" idx="1"/>
              <a:endCxn id="17" idx="3"/>
            </p:cNvCxnSpPr>
            <p:nvPr/>
          </p:nvCxnSpPr>
          <p:spPr>
            <a:xfrm rot="10800000">
              <a:off x="8757" y="4553"/>
              <a:ext cx="649" cy="2119"/>
            </a:xfrm>
            <a:prstGeom prst="curvedConnector3">
              <a:avLst>
                <a:gd name="adj1" fmla="val 49923"/>
              </a:avLst>
            </a:prstGeom>
            <a:ln w="19050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矩形: 圆角 233"/>
            <p:cNvSpPr/>
            <p:nvPr/>
          </p:nvSpPr>
          <p:spPr>
            <a:xfrm>
              <a:off x="6537" y="5263"/>
              <a:ext cx="6728" cy="698"/>
            </a:xfrm>
            <a:prstGeom prst="round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solidFill>
                <a:schemeClr val="accent3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Draft Model</a:t>
              </a:r>
            </a:p>
          </p:txBody>
        </p:sp>
        <p:cxnSp>
          <p:nvCxnSpPr>
            <p:cNvPr id="13" name="直接箭头连接符 12"/>
            <p:cNvCxnSpPr>
              <a:stCxn id="8" idx="0"/>
            </p:cNvCxnSpPr>
            <p:nvPr/>
          </p:nvCxnSpPr>
          <p:spPr>
            <a:xfrm flipH="1" flipV="1">
              <a:off x="6860" y="5952"/>
              <a:ext cx="1" cy="46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箭头连接符 13"/>
            <p:cNvCxnSpPr>
              <a:stCxn id="9" idx="0"/>
            </p:cNvCxnSpPr>
            <p:nvPr/>
          </p:nvCxnSpPr>
          <p:spPr>
            <a:xfrm flipV="1">
              <a:off x="8341" y="5956"/>
              <a:ext cx="3" cy="46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箭头连接符 14"/>
            <p:cNvCxnSpPr/>
            <p:nvPr/>
          </p:nvCxnSpPr>
          <p:spPr>
            <a:xfrm flipV="1">
              <a:off x="9814" y="5955"/>
              <a:ext cx="3" cy="45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箭头连接符 15"/>
            <p:cNvCxnSpPr>
              <a:stCxn id="12" idx="0"/>
            </p:cNvCxnSpPr>
            <p:nvPr/>
          </p:nvCxnSpPr>
          <p:spPr>
            <a:xfrm flipV="1">
              <a:off x="11305" y="5963"/>
              <a:ext cx="0" cy="45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2" name="组合 31"/>
            <p:cNvGrpSpPr/>
            <p:nvPr/>
          </p:nvGrpSpPr>
          <p:grpSpPr>
            <a:xfrm>
              <a:off x="6446" y="6414"/>
              <a:ext cx="6842" cy="520"/>
              <a:chOff x="6446" y="6413"/>
              <a:chExt cx="6842" cy="52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矩形: 圆角 231"/>
                  <p:cNvSpPr/>
                  <p:nvPr/>
                </p:nvSpPr>
                <p:spPr>
                  <a:xfrm>
                    <a:off x="6446" y="6416"/>
                    <a:ext cx="831" cy="517"/>
                  </a:xfrm>
                  <a:prstGeom prst="roundRect">
                    <a:avLst/>
                  </a:prstGeom>
                  <a:ln w="19050"/>
                </p:spPr>
                <p:style>
                  <a:lnRef idx="2">
                    <a:schemeClr val="accent1"/>
                  </a:lnRef>
                  <a:fillRef idx="1">
                    <a:schemeClr val="lt1"/>
                  </a:fillRef>
                  <a:effectRef idx="0">
                    <a:schemeClr val="accent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620" b="0" i="1" smtClean="0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20" b="0" i="1" smtClean="0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1620" b="0" i="1" smtClean="0"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620" dirty="0">
                      <a:latin typeface="Times New Roman" panose="02020603050405020304" charset="0"/>
                      <a:cs typeface="Times New Roman" panose="02020603050405020304" charset="0"/>
                    </a:endParaRPr>
                  </a:p>
                </p:txBody>
              </p:sp>
            </mc:Choice>
            <mc:Fallback xmlns="">
              <p:sp>
                <p:nvSpPr>
                  <p:cNvPr id="8" name="矩形: 圆角 231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446" y="6416"/>
                    <a:ext cx="831" cy="517"/>
                  </a:xfrm>
                  <a:prstGeom prst="roundRect">
                    <a:avLst/>
                  </a:prstGeom>
                  <a:blipFill rotWithShape="1">
                    <a:blip r:embed="rId2"/>
                  </a:blipFill>
                  <a:ln w="19050"/>
                </p:spPr>
                <p:style>
                  <a:lnRef idx="2">
                    <a:schemeClr val="accent1"/>
                  </a:lnRef>
                  <a:fillRef idx="1">
                    <a:schemeClr val="lt1"/>
                  </a:fillRef>
                  <a:effectRef idx="0">
                    <a:schemeClr val="accent1"/>
                  </a:effectRef>
                  <a:fontRef idx="minor">
                    <a:schemeClr val="dk1"/>
                  </a:fontRef>
                </p:style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" name="矩形: 圆角 232"/>
                  <p:cNvSpPr/>
                  <p:nvPr/>
                </p:nvSpPr>
                <p:spPr>
                  <a:xfrm>
                    <a:off x="7926" y="6416"/>
                    <a:ext cx="831" cy="517"/>
                  </a:xfrm>
                  <a:prstGeom prst="roundRect">
                    <a:avLst/>
                  </a:prstGeom>
                  <a:ln w="19050"/>
                </p:spPr>
                <p:style>
                  <a:lnRef idx="2">
                    <a:schemeClr val="accent1"/>
                  </a:lnRef>
                  <a:fillRef idx="1">
                    <a:schemeClr val="lt1"/>
                  </a:fillRef>
                  <a:effectRef idx="0">
                    <a:schemeClr val="accent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620" b="0" i="1" smtClean="0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20" b="0" i="1" smtClean="0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1620" b="0" i="1" smtClean="0"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620" dirty="0">
                      <a:latin typeface="Times New Roman" panose="02020603050405020304" charset="0"/>
                      <a:cs typeface="Times New Roman" panose="02020603050405020304" charset="0"/>
                    </a:endParaRPr>
                  </a:p>
                </p:txBody>
              </p:sp>
            </mc:Choice>
            <mc:Fallback xmlns="">
              <p:sp>
                <p:nvSpPr>
                  <p:cNvPr id="9" name="矩形: 圆角 232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926" y="6416"/>
                    <a:ext cx="831" cy="517"/>
                  </a:xfrm>
                  <a:prstGeom prst="roundRect">
                    <a:avLst/>
                  </a:prstGeom>
                  <a:blipFill rotWithShape="1">
                    <a:blip r:embed="rId3"/>
                  </a:blipFill>
                  <a:ln w="19050"/>
                </p:spPr>
                <p:style>
                  <a:lnRef idx="2">
                    <a:schemeClr val="accent1"/>
                  </a:lnRef>
                  <a:fillRef idx="1">
                    <a:schemeClr val="lt1"/>
                  </a:fillRef>
                  <a:effectRef idx="0">
                    <a:schemeClr val="accent1"/>
                  </a:effectRef>
                  <a:fontRef idx="minor">
                    <a:schemeClr val="dk1"/>
                  </a:fontRef>
                </p:style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矩形: 圆角 234"/>
                  <p:cNvSpPr/>
                  <p:nvPr/>
                </p:nvSpPr>
                <p:spPr>
                  <a:xfrm>
                    <a:off x="9406" y="6413"/>
                    <a:ext cx="833" cy="516"/>
                  </a:xfrm>
                  <a:prstGeom prst="roundRect">
                    <a:avLst/>
                  </a:prstGeom>
                  <a:ln w="19050">
                    <a:solidFill>
                      <a:schemeClr val="accent2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1">
                    <a:schemeClr val="lt1"/>
                  </a:fillRef>
                  <a:effectRef idx="0">
                    <a:schemeClr val="accent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825" b="0" i="1" smtClean="0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CN" sz="1825" b="0" i="1" smtClean="0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825" b="0" i="1" smtClean="0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1825" b="0" i="1" smtClean="0"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825" dirty="0">
                      <a:latin typeface="Times New Roman" panose="02020603050405020304" charset="0"/>
                      <a:cs typeface="Times New Roman" panose="02020603050405020304" charset="0"/>
                    </a:endParaRPr>
                  </a:p>
                </p:txBody>
              </p:sp>
            </mc:Choice>
            <mc:Fallback xmlns="">
              <p:sp>
                <p:nvSpPr>
                  <p:cNvPr id="11" name="矩形: 圆角 234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406" y="6413"/>
                    <a:ext cx="833" cy="516"/>
                  </a:xfrm>
                  <a:prstGeom prst="roundRect">
                    <a:avLst/>
                  </a:prstGeom>
                  <a:blipFill rotWithShape="1">
                    <a:blip r:embed="rId9"/>
                  </a:blipFill>
                  <a:ln w="19050">
                    <a:solidFill>
                      <a:schemeClr val="accent2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1">
                    <a:schemeClr val="lt1"/>
                  </a:fillRef>
                  <a:effectRef idx="0">
                    <a:schemeClr val="accent1"/>
                  </a:effectRef>
                  <a:fontRef idx="minor">
                    <a:schemeClr val="dk1"/>
                  </a:fontRef>
                </p:style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矩形: 圆角 235"/>
                  <p:cNvSpPr/>
                  <p:nvPr/>
                </p:nvSpPr>
                <p:spPr>
                  <a:xfrm>
                    <a:off x="10888" y="6413"/>
                    <a:ext cx="833" cy="516"/>
                  </a:xfrm>
                  <a:prstGeom prst="roundRect">
                    <a:avLst/>
                  </a:prstGeom>
                  <a:ln w="19050">
                    <a:solidFill>
                      <a:schemeClr val="accent2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1">
                    <a:schemeClr val="lt1"/>
                  </a:fillRef>
                  <a:effectRef idx="0">
                    <a:schemeClr val="accent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825" b="0" i="1" smtClean="0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CN" sz="1825" b="0" i="1" smtClean="0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825" b="0" i="1" smtClean="0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1825" b="0" i="1" smtClean="0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825" dirty="0">
                      <a:latin typeface="Times New Roman" panose="02020603050405020304" charset="0"/>
                      <a:cs typeface="Times New Roman" panose="02020603050405020304" charset="0"/>
                    </a:endParaRPr>
                  </a:p>
                </p:txBody>
              </p:sp>
            </mc:Choice>
            <mc:Fallback xmlns="">
              <p:sp>
                <p:nvSpPr>
                  <p:cNvPr id="12" name="矩形: 圆角 235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888" y="6413"/>
                    <a:ext cx="833" cy="516"/>
                  </a:xfrm>
                  <a:prstGeom prst="roundRect">
                    <a:avLst/>
                  </a:prstGeom>
                  <a:blipFill rotWithShape="1">
                    <a:blip r:embed="rId10"/>
                  </a:blipFill>
                  <a:ln w="19050">
                    <a:solidFill>
                      <a:schemeClr val="accent2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1">
                    <a:schemeClr val="lt1"/>
                  </a:fillRef>
                  <a:effectRef idx="0">
                    <a:schemeClr val="accent1"/>
                  </a:effectRef>
                  <a:fontRef idx="minor">
                    <a:schemeClr val="dk1"/>
                  </a:fontRef>
                </p:style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矩形: 圆角 262"/>
                  <p:cNvSpPr/>
                  <p:nvPr/>
                </p:nvSpPr>
                <p:spPr>
                  <a:xfrm>
                    <a:off x="12456" y="6417"/>
                    <a:ext cx="833" cy="516"/>
                  </a:xfrm>
                  <a:prstGeom prst="roundRect">
                    <a:avLst/>
                  </a:prstGeom>
                  <a:ln w="19050">
                    <a:solidFill>
                      <a:schemeClr val="accent2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1">
                    <a:schemeClr val="lt1"/>
                  </a:fillRef>
                  <a:effectRef idx="0">
                    <a:schemeClr val="accent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825" b="0" i="1" smtClean="0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CN" sz="1825" b="0" i="1" smtClean="0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825" b="0" i="1" smtClean="0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1825" b="0" i="1" smtClean="0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825" dirty="0">
                      <a:latin typeface="Times New Roman" panose="02020603050405020304" charset="0"/>
                      <a:cs typeface="Times New Roman" panose="02020603050405020304" charset="0"/>
                    </a:endParaRPr>
                  </a:p>
                </p:txBody>
              </p:sp>
            </mc:Choice>
            <mc:Fallback xmlns="">
              <p:sp>
                <p:nvSpPr>
                  <p:cNvPr id="23" name="矩形: 圆角 262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456" y="6417"/>
                    <a:ext cx="833" cy="516"/>
                  </a:xfrm>
                  <a:prstGeom prst="roundRect">
                    <a:avLst/>
                  </a:prstGeom>
                  <a:blipFill rotWithShape="1">
                    <a:blip r:embed="rId11"/>
                  </a:blipFill>
                  <a:ln w="19050">
                    <a:solidFill>
                      <a:schemeClr val="accent2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1">
                    <a:schemeClr val="lt1"/>
                  </a:fillRef>
                  <a:effectRef idx="0">
                    <a:schemeClr val="accent1"/>
                  </a:effectRef>
                  <a:fontRef idx="minor">
                    <a:schemeClr val="dk1"/>
                  </a:fontRef>
                </p:style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3" name="组合 32"/>
            <p:cNvGrpSpPr/>
            <p:nvPr/>
          </p:nvGrpSpPr>
          <p:grpSpPr>
            <a:xfrm>
              <a:off x="7926" y="4294"/>
              <a:ext cx="5338" cy="516"/>
              <a:chOff x="7926" y="4294"/>
              <a:chExt cx="5338" cy="516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" name="矩形: 圆角 242"/>
                  <p:cNvSpPr/>
                  <p:nvPr/>
                </p:nvSpPr>
                <p:spPr>
                  <a:xfrm>
                    <a:off x="7926" y="4294"/>
                    <a:ext cx="831" cy="517"/>
                  </a:xfrm>
                  <a:prstGeom prst="roundRect">
                    <a:avLst/>
                  </a:prstGeom>
                  <a:ln w="19050">
                    <a:solidFill>
                      <a:schemeClr val="accent2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1">
                    <a:schemeClr val="lt1"/>
                  </a:fillRef>
                  <a:effectRef idx="0">
                    <a:schemeClr val="accent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620" b="0" i="1" smtClean="0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CN" sz="1620" b="0" i="1" smtClean="0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620" b="0" i="1" smtClean="0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1620" b="0" i="1" smtClean="0"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620" dirty="0">
                      <a:latin typeface="Times New Roman" panose="02020603050405020304" charset="0"/>
                      <a:cs typeface="Times New Roman" panose="02020603050405020304" charset="0"/>
                    </a:endParaRPr>
                  </a:p>
                </p:txBody>
              </p:sp>
            </mc:Choice>
            <mc:Fallback xmlns="">
              <p:sp>
                <p:nvSpPr>
                  <p:cNvPr id="17" name="矩形: 圆角 242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926" y="4294"/>
                    <a:ext cx="831" cy="517"/>
                  </a:xfrm>
                  <a:prstGeom prst="roundRect">
                    <a:avLst/>
                  </a:prstGeom>
                  <a:blipFill rotWithShape="1">
                    <a:blip r:embed="rId12"/>
                  </a:blipFill>
                  <a:ln w="19050">
                    <a:solidFill>
                      <a:schemeClr val="accent2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1">
                    <a:schemeClr val="lt1"/>
                  </a:fillRef>
                  <a:effectRef idx="0">
                    <a:schemeClr val="accent1"/>
                  </a:effectRef>
                  <a:fontRef idx="minor">
                    <a:schemeClr val="dk1"/>
                  </a:fontRef>
                </p:style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矩形: 圆角 244"/>
                  <p:cNvSpPr/>
                  <p:nvPr/>
                </p:nvSpPr>
                <p:spPr>
                  <a:xfrm>
                    <a:off x="9401" y="4294"/>
                    <a:ext cx="831" cy="517"/>
                  </a:xfrm>
                  <a:prstGeom prst="roundRect">
                    <a:avLst/>
                  </a:prstGeom>
                  <a:ln w="19050">
                    <a:solidFill>
                      <a:schemeClr val="accent2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1">
                    <a:schemeClr val="lt1"/>
                  </a:fillRef>
                  <a:effectRef idx="0">
                    <a:schemeClr val="accent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620" b="0" i="1" smtClean="0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CN" sz="1620" b="0" i="1" smtClean="0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620" b="0" i="1" smtClean="0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1620" b="0" i="1" smtClean="0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620" dirty="0">
                      <a:latin typeface="Times New Roman" panose="02020603050405020304" charset="0"/>
                      <a:cs typeface="Times New Roman" panose="02020603050405020304" charset="0"/>
                    </a:endParaRPr>
                  </a:p>
                </p:txBody>
              </p:sp>
            </mc:Choice>
            <mc:Fallback xmlns="">
              <p:sp>
                <p:nvSpPr>
                  <p:cNvPr id="19" name="矩形: 圆角 244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401" y="4294"/>
                    <a:ext cx="831" cy="517"/>
                  </a:xfrm>
                  <a:prstGeom prst="roundRect">
                    <a:avLst/>
                  </a:prstGeom>
                  <a:blipFill rotWithShape="1">
                    <a:blip r:embed="rId13"/>
                  </a:blipFill>
                  <a:ln w="19050">
                    <a:solidFill>
                      <a:schemeClr val="accent2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1">
                    <a:schemeClr val="lt1"/>
                  </a:fillRef>
                  <a:effectRef idx="0">
                    <a:schemeClr val="accent1"/>
                  </a:effectRef>
                  <a:fontRef idx="minor">
                    <a:schemeClr val="dk1"/>
                  </a:fontRef>
                </p:style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矩形: 圆角 246"/>
                  <p:cNvSpPr/>
                  <p:nvPr/>
                </p:nvSpPr>
                <p:spPr>
                  <a:xfrm>
                    <a:off x="10888" y="4294"/>
                    <a:ext cx="831" cy="517"/>
                  </a:xfrm>
                  <a:prstGeom prst="roundRect">
                    <a:avLst/>
                  </a:prstGeom>
                  <a:ln w="19050">
                    <a:solidFill>
                      <a:schemeClr val="accent2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1">
                    <a:schemeClr val="lt1"/>
                  </a:fillRef>
                  <a:effectRef idx="0">
                    <a:schemeClr val="accent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620" b="0" i="1" smtClean="0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CN" sz="1620" b="0" i="1" smtClean="0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620" b="0" i="1" smtClean="0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1620" b="0" i="1" smtClean="0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620" dirty="0">
                      <a:latin typeface="Times New Roman" panose="02020603050405020304" charset="0"/>
                      <a:cs typeface="Times New Roman" panose="02020603050405020304" charset="0"/>
                    </a:endParaRPr>
                  </a:p>
                </p:txBody>
              </p:sp>
            </mc:Choice>
            <mc:Fallback xmlns="">
              <p:sp>
                <p:nvSpPr>
                  <p:cNvPr id="21" name="矩形: 圆角 246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888" y="4294"/>
                    <a:ext cx="831" cy="517"/>
                  </a:xfrm>
                  <a:prstGeom prst="roundRect">
                    <a:avLst/>
                  </a:prstGeom>
                  <a:blipFill rotWithShape="1">
                    <a:blip r:embed="rId14"/>
                  </a:blipFill>
                  <a:ln w="19050">
                    <a:solidFill>
                      <a:schemeClr val="accent2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1">
                    <a:schemeClr val="lt1"/>
                  </a:fillRef>
                  <a:effectRef idx="0">
                    <a:schemeClr val="accent1"/>
                  </a:effectRef>
                  <a:fontRef idx="minor">
                    <a:schemeClr val="dk1"/>
                  </a:fontRef>
                </p:style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矩形: 圆角 264"/>
                  <p:cNvSpPr/>
                  <p:nvPr/>
                </p:nvSpPr>
                <p:spPr>
                  <a:xfrm>
                    <a:off x="12434" y="4294"/>
                    <a:ext cx="831" cy="517"/>
                  </a:xfrm>
                  <a:prstGeom prst="roundRect">
                    <a:avLst/>
                  </a:prstGeom>
                  <a:ln w="19050">
                    <a:solidFill>
                      <a:schemeClr val="accent2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1">
                    <a:schemeClr val="lt1"/>
                  </a:fillRef>
                  <a:effectRef idx="0">
                    <a:schemeClr val="accent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620" b="0" i="1" smtClean="0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CN" sz="1620" b="0" i="1" smtClean="0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620" b="0" i="1" smtClean="0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1620" b="0" i="1" smtClean="0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6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620" dirty="0">
                      <a:latin typeface="Times New Roman" panose="02020603050405020304" charset="0"/>
                      <a:cs typeface="Times New Roman" panose="02020603050405020304" charset="0"/>
                    </a:endParaRPr>
                  </a:p>
                </p:txBody>
              </p:sp>
            </mc:Choice>
            <mc:Fallback xmlns="">
              <p:sp>
                <p:nvSpPr>
                  <p:cNvPr id="24" name="矩形: 圆角 264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434" y="4294"/>
                    <a:ext cx="831" cy="517"/>
                  </a:xfrm>
                  <a:prstGeom prst="roundRect">
                    <a:avLst/>
                  </a:prstGeom>
                  <a:blipFill rotWithShape="1">
                    <a:blip r:embed="rId15"/>
                  </a:blipFill>
                  <a:ln w="19050">
                    <a:solidFill>
                      <a:schemeClr val="accent2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1">
                    <a:schemeClr val="lt1"/>
                  </a:fillRef>
                  <a:effectRef idx="0">
                    <a:schemeClr val="accent1"/>
                  </a:effectRef>
                  <a:fontRef idx="minor">
                    <a:schemeClr val="dk1"/>
                  </a:fontRef>
                </p:style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26" name="直接箭头连接符 25"/>
            <p:cNvCxnSpPr>
              <a:stCxn id="23" idx="0"/>
            </p:cNvCxnSpPr>
            <p:nvPr/>
          </p:nvCxnSpPr>
          <p:spPr>
            <a:xfrm flipH="1" flipV="1">
              <a:off x="12869" y="5963"/>
              <a:ext cx="3" cy="45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箭头连接符 33"/>
            <p:cNvCxnSpPr/>
            <p:nvPr/>
          </p:nvCxnSpPr>
          <p:spPr>
            <a:xfrm flipH="1" flipV="1">
              <a:off x="12850" y="2675"/>
              <a:ext cx="11" cy="1132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箭头连接符 34"/>
            <p:cNvCxnSpPr/>
            <p:nvPr/>
          </p:nvCxnSpPr>
          <p:spPr>
            <a:xfrm flipH="1" flipV="1">
              <a:off x="11304" y="2675"/>
              <a:ext cx="1" cy="114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箭头连接符 35"/>
            <p:cNvCxnSpPr/>
            <p:nvPr/>
          </p:nvCxnSpPr>
          <p:spPr>
            <a:xfrm flipV="1">
              <a:off x="9817" y="2675"/>
              <a:ext cx="0" cy="997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箭头连接符 36"/>
            <p:cNvCxnSpPr/>
            <p:nvPr/>
          </p:nvCxnSpPr>
          <p:spPr>
            <a:xfrm flipV="1">
              <a:off x="8341" y="2675"/>
              <a:ext cx="1" cy="1149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矩形: 圆角 233"/>
            <p:cNvSpPr/>
            <p:nvPr/>
          </p:nvSpPr>
          <p:spPr>
            <a:xfrm>
              <a:off x="6537" y="3127"/>
              <a:ext cx="6728" cy="698"/>
            </a:xfrm>
            <a:prstGeom prst="round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solidFill>
                <a:schemeClr val="accent3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Target Model</a:t>
              </a:r>
            </a:p>
          </p:txBody>
        </p:sp>
        <p:grpSp>
          <p:nvGrpSpPr>
            <p:cNvPr id="52" name="组合 51"/>
            <p:cNvGrpSpPr/>
            <p:nvPr/>
          </p:nvGrpSpPr>
          <p:grpSpPr>
            <a:xfrm>
              <a:off x="7926" y="2158"/>
              <a:ext cx="5338" cy="516"/>
              <a:chOff x="7926" y="4294"/>
              <a:chExt cx="5338" cy="516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3" name="矩形: 圆角 242"/>
                  <p:cNvSpPr/>
                  <p:nvPr/>
                </p:nvSpPr>
                <p:spPr>
                  <a:xfrm>
                    <a:off x="7926" y="4294"/>
                    <a:ext cx="831" cy="517"/>
                  </a:xfrm>
                  <a:prstGeom prst="roundRect">
                    <a:avLst/>
                  </a:prstGeom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/>
                  </a:lnRef>
                  <a:fillRef idx="1">
                    <a:schemeClr val="lt1"/>
                  </a:fillRef>
                  <a:effectRef idx="0">
                    <a:schemeClr val="accent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620" b="0" i="1" smtClean="0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20" b="0" i="1" smtClean="0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1620" b="0" i="1" smtClean="0"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620" dirty="0">
                      <a:latin typeface="Times New Roman" panose="02020603050405020304" charset="0"/>
                      <a:cs typeface="Times New Roman" panose="02020603050405020304" charset="0"/>
                    </a:endParaRPr>
                  </a:p>
                </p:txBody>
              </p:sp>
            </mc:Choice>
            <mc:Fallback xmlns="">
              <p:sp>
                <p:nvSpPr>
                  <p:cNvPr id="53" name="矩形: 圆角 242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926" y="4294"/>
                    <a:ext cx="831" cy="517"/>
                  </a:xfrm>
                  <a:prstGeom prst="roundRect">
                    <a:avLst/>
                  </a:prstGeom>
                  <a:blipFill rotWithShape="1">
                    <a:blip r:embed="rId16"/>
                  </a:blipFill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/>
                  </a:lnRef>
                  <a:fillRef idx="1">
                    <a:schemeClr val="lt1"/>
                  </a:fillRef>
                  <a:effectRef idx="0">
                    <a:schemeClr val="accent1"/>
                  </a:effectRef>
                  <a:fontRef idx="minor">
                    <a:schemeClr val="dk1"/>
                  </a:fontRef>
                </p:style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4" name="矩形: 圆角 244"/>
                  <p:cNvSpPr/>
                  <p:nvPr/>
                </p:nvSpPr>
                <p:spPr>
                  <a:xfrm>
                    <a:off x="9401" y="4294"/>
                    <a:ext cx="831" cy="517"/>
                  </a:xfrm>
                  <a:prstGeom prst="roundRect">
                    <a:avLst/>
                  </a:prstGeom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/>
                  </a:lnRef>
                  <a:fillRef idx="1">
                    <a:schemeClr val="lt1"/>
                  </a:fillRef>
                  <a:effectRef idx="0">
                    <a:schemeClr val="accent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620" b="0" i="1" smtClean="0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20" b="0" i="1" smtClean="0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1620" b="0" i="1" smtClean="0"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620" dirty="0">
                      <a:latin typeface="Times New Roman" panose="02020603050405020304" charset="0"/>
                      <a:cs typeface="Times New Roman" panose="02020603050405020304" charset="0"/>
                    </a:endParaRPr>
                  </a:p>
                </p:txBody>
              </p:sp>
            </mc:Choice>
            <mc:Fallback xmlns="">
              <p:sp>
                <p:nvSpPr>
                  <p:cNvPr id="54" name="矩形: 圆角 244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401" y="4294"/>
                    <a:ext cx="831" cy="517"/>
                  </a:xfrm>
                  <a:prstGeom prst="roundRect">
                    <a:avLst/>
                  </a:prstGeom>
                  <a:blipFill rotWithShape="1">
                    <a:blip r:embed="rId17"/>
                  </a:blipFill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/>
                  </a:lnRef>
                  <a:fillRef idx="1">
                    <a:schemeClr val="lt1"/>
                  </a:fillRef>
                  <a:effectRef idx="0">
                    <a:schemeClr val="accent1"/>
                  </a:effectRef>
                  <a:fontRef idx="minor">
                    <a:schemeClr val="dk1"/>
                  </a:fontRef>
                </p:style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5" name="矩形: 圆角 246"/>
                  <p:cNvSpPr/>
                  <p:nvPr/>
                </p:nvSpPr>
                <p:spPr>
                  <a:xfrm>
                    <a:off x="10888" y="4294"/>
                    <a:ext cx="831" cy="517"/>
                  </a:xfrm>
                  <a:prstGeom prst="roundRect">
                    <a:avLst/>
                  </a:prstGeom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/>
                  </a:lnRef>
                  <a:fillRef idx="1">
                    <a:schemeClr val="lt1"/>
                  </a:fillRef>
                  <a:effectRef idx="0">
                    <a:schemeClr val="accent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620" b="0" i="1" smtClean="0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20" b="0" i="1" smtClean="0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1620" b="0" i="1" smtClean="0"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620" dirty="0">
                      <a:latin typeface="Times New Roman" panose="02020603050405020304" charset="0"/>
                      <a:cs typeface="Times New Roman" panose="02020603050405020304" charset="0"/>
                    </a:endParaRPr>
                  </a:p>
                </p:txBody>
              </p:sp>
            </mc:Choice>
            <mc:Fallback xmlns="">
              <p:sp>
                <p:nvSpPr>
                  <p:cNvPr id="55" name="矩形: 圆角 246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888" y="4294"/>
                    <a:ext cx="831" cy="517"/>
                  </a:xfrm>
                  <a:prstGeom prst="roundRect">
                    <a:avLst/>
                  </a:prstGeom>
                  <a:blipFill rotWithShape="1">
                    <a:blip r:embed="rId18"/>
                  </a:blipFill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/>
                  </a:lnRef>
                  <a:fillRef idx="1">
                    <a:schemeClr val="lt1"/>
                  </a:fillRef>
                  <a:effectRef idx="0">
                    <a:schemeClr val="accent1"/>
                  </a:effectRef>
                  <a:fontRef idx="minor">
                    <a:schemeClr val="dk1"/>
                  </a:fontRef>
                </p:style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6" name="矩形: 圆角 264"/>
                  <p:cNvSpPr/>
                  <p:nvPr/>
                </p:nvSpPr>
                <p:spPr>
                  <a:xfrm>
                    <a:off x="12434" y="4294"/>
                    <a:ext cx="831" cy="517"/>
                  </a:xfrm>
                  <a:prstGeom prst="roundRect">
                    <a:avLst/>
                  </a:prstGeom>
                  <a:ln w="19050">
                    <a:solidFill>
                      <a:srgbClr val="C00000"/>
                    </a:solidFill>
                  </a:ln>
                </p:spPr>
                <p:style>
                  <a:lnRef idx="2">
                    <a:schemeClr val="accent1"/>
                  </a:lnRef>
                  <a:fillRef idx="1">
                    <a:schemeClr val="lt1"/>
                  </a:fillRef>
                  <a:effectRef idx="0">
                    <a:schemeClr val="accent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620" b="0" i="1" smtClean="0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CN" sz="1620" b="0" i="1" smtClean="0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620" b="0" i="1" smtClean="0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1620" b="0" i="1" smtClean="0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6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620" dirty="0">
                      <a:latin typeface="Times New Roman" panose="02020603050405020304" charset="0"/>
                      <a:cs typeface="Times New Roman" panose="02020603050405020304" charset="0"/>
                    </a:endParaRPr>
                  </a:p>
                </p:txBody>
              </p:sp>
            </mc:Choice>
            <mc:Fallback xmlns="">
              <p:sp>
                <p:nvSpPr>
                  <p:cNvPr id="56" name="矩形: 圆角 264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434" y="4294"/>
                    <a:ext cx="831" cy="517"/>
                  </a:xfrm>
                  <a:prstGeom prst="roundRect">
                    <a:avLst/>
                  </a:prstGeom>
                  <a:blipFill rotWithShape="1">
                    <a:blip r:embed="rId19"/>
                  </a:blipFill>
                  <a:ln w="19050">
                    <a:solidFill>
                      <a:srgbClr val="C00000"/>
                    </a:solidFill>
                  </a:ln>
                </p:spPr>
                <p:style>
                  <a:lnRef idx="2">
                    <a:schemeClr val="accent1"/>
                  </a:lnRef>
                  <a:fillRef idx="1">
                    <a:schemeClr val="lt1"/>
                  </a:fillRef>
                  <a:effectRef idx="0">
                    <a:schemeClr val="accent1"/>
                  </a:effectRef>
                  <a:fontRef idx="minor">
                    <a:schemeClr val="dk1"/>
                  </a:fontRef>
                </p:style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60" name="直接箭头连接符 59"/>
            <p:cNvCxnSpPr/>
            <p:nvPr/>
          </p:nvCxnSpPr>
          <p:spPr>
            <a:xfrm flipV="1">
              <a:off x="8337" y="3833"/>
              <a:ext cx="3" cy="46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箭头连接符 60"/>
            <p:cNvCxnSpPr/>
            <p:nvPr/>
          </p:nvCxnSpPr>
          <p:spPr>
            <a:xfrm flipV="1">
              <a:off x="9817" y="3842"/>
              <a:ext cx="3" cy="46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箭头连接符 61"/>
            <p:cNvCxnSpPr/>
            <p:nvPr/>
          </p:nvCxnSpPr>
          <p:spPr>
            <a:xfrm flipV="1">
              <a:off x="11301" y="3842"/>
              <a:ext cx="3" cy="46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箭头连接符 62"/>
            <p:cNvCxnSpPr/>
            <p:nvPr/>
          </p:nvCxnSpPr>
          <p:spPr>
            <a:xfrm flipV="1">
              <a:off x="12872" y="3842"/>
              <a:ext cx="3" cy="46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65" name="图片 64" descr="正确"/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8145" y="1751"/>
              <a:ext cx="396" cy="396"/>
            </a:xfrm>
            <a:prstGeom prst="rect">
              <a:avLst/>
            </a:prstGeom>
          </p:spPr>
        </p:pic>
        <p:pic>
          <p:nvPicPr>
            <p:cNvPr id="66" name="图片 65" descr="正确"/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9625" y="1751"/>
              <a:ext cx="396" cy="396"/>
            </a:xfrm>
            <a:prstGeom prst="rect">
              <a:avLst/>
            </a:prstGeom>
          </p:spPr>
        </p:pic>
        <p:pic>
          <p:nvPicPr>
            <p:cNvPr id="67" name="图片 66" descr="正确"/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11104" y="1751"/>
              <a:ext cx="396" cy="396"/>
            </a:xfrm>
            <a:prstGeom prst="rect">
              <a:avLst/>
            </a:prstGeom>
          </p:spPr>
        </p:pic>
        <p:pic>
          <p:nvPicPr>
            <p:cNvPr id="68" name="图片 67" descr="错误"/>
            <p:cNvPicPr>
              <a:picLocks noChangeAspect="1"/>
            </p:cNvPicPr>
            <p:nvPr/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12651" y="1750"/>
              <a:ext cx="397" cy="397"/>
            </a:xfrm>
            <a:prstGeom prst="rect">
              <a:avLst/>
            </a:prstGeom>
          </p:spPr>
        </p:pic>
      </p:grpSp>
      <p:sp>
        <p:nvSpPr>
          <p:cNvPr id="71" name="文本框 70"/>
          <p:cNvSpPr txBox="1"/>
          <p:nvPr/>
        </p:nvSpPr>
        <p:spPr>
          <a:xfrm>
            <a:off x="383031" y="3588451"/>
            <a:ext cx="2738903" cy="3397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20" dirty="0">
                <a:latin typeface="Times New Roman" panose="02020603050405020304" charset="0"/>
                <a:cs typeface="Times New Roman" panose="02020603050405020304" charset="0"/>
              </a:rPr>
              <a:t>(a) Autoregressive decoding</a:t>
            </a:r>
          </a:p>
        </p:txBody>
      </p:sp>
      <p:sp>
        <p:nvSpPr>
          <p:cNvPr id="72" name="文本框 71"/>
          <p:cNvSpPr txBox="1"/>
          <p:nvPr/>
        </p:nvSpPr>
        <p:spPr>
          <a:xfrm>
            <a:off x="4582596" y="3588451"/>
            <a:ext cx="2738903" cy="3397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20" dirty="0">
                <a:latin typeface="Times New Roman" panose="02020603050405020304" charset="0"/>
                <a:cs typeface="Times New Roman" panose="02020603050405020304" charset="0"/>
              </a:rPr>
              <a:t>(b) Speculative decoding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</TotalTime>
  <Words>36</Words>
  <Application>Microsoft Office PowerPoint</Application>
  <PresentationFormat>自定义</PresentationFormat>
  <Paragraphs>25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Arial</vt:lpstr>
      <vt:lpstr>Calibri</vt:lpstr>
      <vt:lpstr>Cambria Math</vt:lpstr>
      <vt:lpstr>Times New Roman</vt:lpstr>
      <vt:lpstr>WPS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盈钢 邱</cp:lastModifiedBy>
  <cp:revision>8</cp:revision>
  <dcterms:created xsi:type="dcterms:W3CDTF">2023-08-09T12:44:00Z</dcterms:created>
  <dcterms:modified xsi:type="dcterms:W3CDTF">2026-01-29T18:21:59Z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A2D721B595384ED39BE1EF2E24D6D019_13</vt:lpwstr>
  </property>
</Properties>
</file>