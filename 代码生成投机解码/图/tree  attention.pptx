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86" y="-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38C89-112D-4C14-8F87-430211762C3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65BD2-6B43-4B64-9CCE-C2BC27FCA5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68">
            <a:extLst>
              <a:ext uri="{FF2B5EF4-FFF2-40B4-BE49-F238E27FC236}">
                <a16:creationId xmlns:a16="http://schemas.microsoft.com/office/drawing/2014/main" id="{BB2CDAB2-4EA5-4109-9237-56413D278DBD}"/>
              </a:ext>
            </a:extLst>
          </p:cNvPr>
          <p:cNvGrpSpPr/>
          <p:nvPr/>
        </p:nvGrpSpPr>
        <p:grpSpPr>
          <a:xfrm>
            <a:off x="2808437" y="1002369"/>
            <a:ext cx="1097026" cy="1063537"/>
            <a:chOff x="2808437" y="1002369"/>
            <a:chExt cx="1097026" cy="1063537"/>
          </a:xfrm>
        </p:grpSpPr>
        <p:graphicFrame>
          <p:nvGraphicFramePr>
            <p:cNvPr id="5" name="表格 4"/>
            <p:cNvGraphicFramePr/>
            <p:nvPr>
              <p:extLst>
                <p:ext uri="{D42A27DB-BD31-4B8C-83A1-F6EECF244321}">
                  <p14:modId xmlns:p14="http://schemas.microsoft.com/office/powerpoint/2010/main" val="2805745450"/>
                </p:ext>
              </p:extLst>
            </p:nvPr>
          </p:nvGraphicFramePr>
          <p:xfrm>
            <a:off x="2935572" y="1165906"/>
            <a:ext cx="900000" cy="900000"/>
          </p:xfrm>
          <a:graphic>
            <a:graphicData uri="http://schemas.openxmlformats.org/drawingml/2006/table">
              <a:tbl>
                <a:tblPr firstRow="1" bandRow="1">
                  <a:tableStyleId>{2D5ABB26-0587-4C30-8999-92F81FD0307C}</a:tableStyleId>
                </a:tblPr>
                <a:tblGrid>
                  <a:gridCol w="1800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8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80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8000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800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1800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800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800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800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1800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C0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0" dirty="0"/>
                      </a:p>
                    </a:txBody>
                    <a:tcPr marL="0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FFC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sp>
          <p:nvSpPr>
            <p:cNvPr id="6" name="文本框 5"/>
            <p:cNvSpPr txBox="1"/>
            <p:nvPr/>
          </p:nvSpPr>
          <p:spPr>
            <a:xfrm>
              <a:off x="2859237" y="1036994"/>
              <a:ext cx="323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600" b="1" dirty="0"/>
                <a:t>][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48721" y="1002369"/>
              <a:ext cx="323850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1050" b="1" dirty="0"/>
                <a:t>m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217885" y="1002369"/>
              <a:ext cx="323850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1050" b="1" dirty="0"/>
                <a:t>n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402289" y="1002369"/>
              <a:ext cx="323850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1050" b="1" dirty="0"/>
                <a:t>-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581613" y="1036994"/>
              <a:ext cx="323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600" b="1" dirty="0"/>
                <a:t>]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808437" y="1339534"/>
              <a:ext cx="122400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ctr"/>
              <a:r>
                <a:rPr lang="en-US" altLang="zh-CN" sz="1050" b="1" dirty="0"/>
                <a:t>m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808437" y="1536720"/>
              <a:ext cx="122400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ctr"/>
              <a:r>
                <a:rPr lang="en-US" altLang="zh-CN" sz="1050" b="1" dirty="0"/>
                <a:t>n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808437" y="1733906"/>
              <a:ext cx="122400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ctr"/>
              <a:r>
                <a:rPr lang="en-US" altLang="zh-CN" sz="1050" b="1" dirty="0"/>
                <a:t>-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808437" y="1931091"/>
              <a:ext cx="12240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2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algn="ctr"/>
              <a:r>
                <a:rPr lang="en-US" altLang="zh-CN" sz="600" b="1" dirty="0"/>
                <a:t>]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808437" y="1211598"/>
              <a:ext cx="12369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87F14D0-A813-F16B-887E-871C37AE962E}"/>
              </a:ext>
            </a:extLst>
          </p:cNvPr>
          <p:cNvGrpSpPr/>
          <p:nvPr/>
        </p:nvGrpSpPr>
        <p:grpSpPr>
          <a:xfrm>
            <a:off x="1790338" y="1096042"/>
            <a:ext cx="544408" cy="507239"/>
            <a:chOff x="1790338" y="1045242"/>
            <a:chExt cx="544408" cy="507239"/>
          </a:xfrm>
        </p:grpSpPr>
        <p:sp>
          <p:nvSpPr>
            <p:cNvPr id="33" name="圆角矩形 119"/>
            <p:cNvSpPr/>
            <p:nvPr/>
          </p:nvSpPr>
          <p:spPr>
            <a:xfrm>
              <a:off x="1914488" y="1045242"/>
              <a:ext cx="172544" cy="121751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][</a:t>
              </a: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790338" y="1233800"/>
              <a:ext cx="420385" cy="130124"/>
              <a:chOff x="4448548" y="1765557"/>
              <a:chExt cx="613969" cy="153903"/>
            </a:xfrm>
            <a:noFill/>
          </p:grpSpPr>
          <p:sp>
            <p:nvSpPr>
              <p:cNvPr id="34" name="圆角矩形 122"/>
              <p:cNvSpPr/>
              <p:nvPr/>
            </p:nvSpPr>
            <p:spPr>
              <a:xfrm>
                <a:off x="4810517" y="1765557"/>
                <a:ext cx="252000" cy="144000"/>
              </a:xfrm>
              <a:prstGeom prst="roundRect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n</a:t>
                </a:r>
              </a:p>
            </p:txBody>
          </p:sp>
          <p:sp>
            <p:nvSpPr>
              <p:cNvPr id="35" name="圆角矩形 124"/>
              <p:cNvSpPr/>
              <p:nvPr/>
            </p:nvSpPr>
            <p:spPr>
              <a:xfrm>
                <a:off x="4448548" y="1775460"/>
                <a:ext cx="252000" cy="144000"/>
              </a:xfrm>
              <a:prstGeom prst="roundRect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5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m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938621" y="1430730"/>
              <a:ext cx="396125" cy="121751"/>
              <a:chOff x="4665115" y="2029751"/>
              <a:chExt cx="578536" cy="144000"/>
            </a:xfrm>
            <a:noFill/>
          </p:grpSpPr>
          <p:sp>
            <p:nvSpPr>
              <p:cNvPr id="36" name="圆角矩形 123"/>
              <p:cNvSpPr/>
              <p:nvPr/>
            </p:nvSpPr>
            <p:spPr>
              <a:xfrm>
                <a:off x="4991651" y="2029751"/>
                <a:ext cx="252000" cy="144000"/>
              </a:xfrm>
              <a:prstGeom prst="roundRect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6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]</a:t>
                </a:r>
              </a:p>
            </p:txBody>
          </p:sp>
          <p:sp>
            <p:nvSpPr>
              <p:cNvPr id="37" name="圆角矩形 131"/>
              <p:cNvSpPr/>
              <p:nvPr/>
            </p:nvSpPr>
            <p:spPr>
              <a:xfrm>
                <a:off x="4665115" y="2029751"/>
                <a:ext cx="252000" cy="144000"/>
              </a:xfrm>
              <a:prstGeom prst="roundRect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-</a:t>
                </a:r>
              </a:p>
            </p:txBody>
          </p:sp>
        </p:grpSp>
        <p:cxnSp>
          <p:nvCxnSpPr>
            <p:cNvPr id="41" name="直接箭头连接符 40"/>
            <p:cNvCxnSpPr>
              <a:stCxn id="33" idx="2"/>
              <a:endCxn id="35" idx="0"/>
            </p:cNvCxnSpPr>
            <p:nvPr/>
          </p:nvCxnSpPr>
          <p:spPr>
            <a:xfrm flipH="1">
              <a:off x="1876611" y="1166993"/>
              <a:ext cx="124150" cy="75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>
              <a:stCxn id="33" idx="2"/>
              <a:endCxn id="34" idx="0"/>
            </p:cNvCxnSpPr>
            <p:nvPr/>
          </p:nvCxnSpPr>
          <p:spPr>
            <a:xfrm>
              <a:off x="2000761" y="1166993"/>
              <a:ext cx="123691" cy="668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34" idx="2"/>
              <a:endCxn id="37" idx="0"/>
            </p:cNvCxnSpPr>
            <p:nvPr/>
          </p:nvCxnSpPr>
          <p:spPr>
            <a:xfrm flipH="1">
              <a:off x="2024893" y="1355550"/>
              <a:ext cx="99558" cy="75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>
              <a:stCxn id="34" idx="2"/>
              <a:endCxn id="36" idx="0"/>
            </p:cNvCxnSpPr>
            <p:nvPr/>
          </p:nvCxnSpPr>
          <p:spPr>
            <a:xfrm>
              <a:off x="2124451" y="1355550"/>
              <a:ext cx="124023" cy="75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箭头: 下 403">
            <a:extLst>
              <a:ext uri="{FF2B5EF4-FFF2-40B4-BE49-F238E27FC236}">
                <a16:creationId xmlns:a16="http://schemas.microsoft.com/office/drawing/2014/main" id="{1595DE36-6B19-CD21-C48F-E4D7090199B4}"/>
              </a:ext>
            </a:extLst>
          </p:cNvPr>
          <p:cNvSpPr/>
          <p:nvPr/>
        </p:nvSpPr>
        <p:spPr>
          <a:xfrm>
            <a:off x="2004934" y="1646031"/>
            <a:ext cx="115217" cy="180000"/>
          </a:xfrm>
          <a:prstGeom prst="down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57" name="表格 56">
            <a:extLst>
              <a:ext uri="{FF2B5EF4-FFF2-40B4-BE49-F238E27FC236}">
                <a16:creationId xmlns:a16="http://schemas.microsoft.com/office/drawing/2014/main" id="{4E912074-8456-2181-C399-A386A5AF7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808670"/>
              </p:ext>
            </p:extLst>
          </p:nvPr>
        </p:nvGraphicFramePr>
        <p:xfrm>
          <a:off x="1729542" y="1848462"/>
          <a:ext cx="666000" cy="160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200">
                  <a:extLst>
                    <a:ext uri="{9D8B030D-6E8A-4147-A177-3AD203B41FA5}">
                      <a16:colId xmlns:a16="http://schemas.microsoft.com/office/drawing/2014/main" val="4052010672"/>
                    </a:ext>
                  </a:extLst>
                </a:gridCol>
                <a:gridCol w="133200">
                  <a:extLst>
                    <a:ext uri="{9D8B030D-6E8A-4147-A177-3AD203B41FA5}">
                      <a16:colId xmlns:a16="http://schemas.microsoft.com/office/drawing/2014/main" val="3483599414"/>
                    </a:ext>
                  </a:extLst>
                </a:gridCol>
                <a:gridCol w="133200">
                  <a:extLst>
                    <a:ext uri="{9D8B030D-6E8A-4147-A177-3AD203B41FA5}">
                      <a16:colId xmlns:a16="http://schemas.microsoft.com/office/drawing/2014/main" val="1303514873"/>
                    </a:ext>
                  </a:extLst>
                </a:gridCol>
                <a:gridCol w="133200">
                  <a:extLst>
                    <a:ext uri="{9D8B030D-6E8A-4147-A177-3AD203B41FA5}">
                      <a16:colId xmlns:a16="http://schemas.microsoft.com/office/drawing/2014/main" val="1411209231"/>
                    </a:ext>
                  </a:extLst>
                </a:gridCol>
                <a:gridCol w="133200">
                  <a:extLst>
                    <a:ext uri="{9D8B030D-6E8A-4147-A177-3AD203B41FA5}">
                      <a16:colId xmlns:a16="http://schemas.microsoft.com/office/drawing/2014/main" val="2359045280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][</a:t>
                      </a:r>
                      <a:endParaRPr lang="zh-CN" altLang="en-US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CN" altLang="en-US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CN" altLang="en-US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5747301"/>
                  </a:ext>
                </a:extLst>
              </a:tr>
            </a:tbl>
          </a:graphicData>
        </a:graphic>
      </p:graphicFrame>
      <p:sp>
        <p:nvSpPr>
          <p:cNvPr id="60" name="文本框 59">
            <a:extLst>
              <a:ext uri="{FF2B5EF4-FFF2-40B4-BE49-F238E27FC236}">
                <a16:creationId xmlns:a16="http://schemas.microsoft.com/office/drawing/2014/main" id="{9F0D1513-ECFE-7AFC-D7E5-9B1B5B5500D5}"/>
              </a:ext>
            </a:extLst>
          </p:cNvPr>
          <p:cNvSpPr txBox="1"/>
          <p:nvPr/>
        </p:nvSpPr>
        <p:spPr>
          <a:xfrm>
            <a:off x="1572990" y="1641976"/>
            <a:ext cx="48735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9C83BDF2-3399-3B75-5EA3-35FBBCF1D5A6}"/>
              </a:ext>
            </a:extLst>
          </p:cNvPr>
          <p:cNvGrpSpPr/>
          <p:nvPr/>
        </p:nvGrpSpPr>
        <p:grpSpPr>
          <a:xfrm>
            <a:off x="2358313" y="1626735"/>
            <a:ext cx="487353" cy="348742"/>
            <a:chOff x="2357647" y="1626735"/>
            <a:chExt cx="487353" cy="348742"/>
          </a:xfrm>
        </p:grpSpPr>
        <p:sp>
          <p:nvSpPr>
            <p:cNvPr id="61" name="箭头: 下 403">
              <a:extLst>
                <a:ext uri="{FF2B5EF4-FFF2-40B4-BE49-F238E27FC236}">
                  <a16:creationId xmlns:a16="http://schemas.microsoft.com/office/drawing/2014/main" id="{8C5FBA86-4A9A-BD00-8A6B-7AAE1DD922A3}"/>
                </a:ext>
              </a:extLst>
            </p:cNvPr>
            <p:cNvSpPr/>
            <p:nvPr/>
          </p:nvSpPr>
          <p:spPr>
            <a:xfrm rot="16200000">
              <a:off x="2543715" y="1773869"/>
              <a:ext cx="115217" cy="288000"/>
            </a:xfrm>
            <a:prstGeom prst="downArrow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5AB36216-C603-2E53-8FA4-CAA966F82025}"/>
                </a:ext>
              </a:extLst>
            </p:cNvPr>
            <p:cNvSpPr txBox="1"/>
            <p:nvPr/>
          </p:nvSpPr>
          <p:spPr>
            <a:xfrm>
              <a:off x="2357647" y="1626735"/>
              <a:ext cx="487353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</a:t>
              </a:r>
            </a:p>
            <a:p>
              <a:pPr algn="ctr"/>
              <a:r>
                <a:rPr lang="en-US" altLang="zh-CN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Mask</a:t>
              </a:r>
              <a:endPara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64" name="图片 63" descr="robot">
            <a:extLst>
              <a:ext uri="{FF2B5EF4-FFF2-40B4-BE49-F238E27FC236}">
                <a16:creationId xmlns:a16="http://schemas.microsoft.com/office/drawing/2014/main" id="{950794B3-98FE-527A-AD1B-1C3DE9BA5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038" y="2137435"/>
            <a:ext cx="368570" cy="368570"/>
          </a:xfrm>
          <a:prstGeom prst="rect">
            <a:avLst/>
          </a:prstGeom>
        </p:spPr>
      </p:pic>
      <p:sp>
        <p:nvSpPr>
          <p:cNvPr id="65" name="箭头: 下 403">
            <a:extLst>
              <a:ext uri="{FF2B5EF4-FFF2-40B4-BE49-F238E27FC236}">
                <a16:creationId xmlns:a16="http://schemas.microsoft.com/office/drawing/2014/main" id="{BBA17F92-2EB4-C5E7-7F2C-22102EF85A20}"/>
              </a:ext>
            </a:extLst>
          </p:cNvPr>
          <p:cNvSpPr/>
          <p:nvPr/>
        </p:nvSpPr>
        <p:spPr>
          <a:xfrm>
            <a:off x="2162201" y="2046605"/>
            <a:ext cx="115217" cy="288000"/>
          </a:xfrm>
          <a:prstGeom prst="down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scene3d>
            <a:camera prst="orthographicFront">
              <a:rot lat="0" lon="0" rev="30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68" name="箭头: 下 403">
            <a:extLst>
              <a:ext uri="{FF2B5EF4-FFF2-40B4-BE49-F238E27FC236}">
                <a16:creationId xmlns:a16="http://schemas.microsoft.com/office/drawing/2014/main" id="{5EBE41CF-A1A8-8E68-F66B-91E6C1E0EB27}"/>
              </a:ext>
            </a:extLst>
          </p:cNvPr>
          <p:cNvSpPr/>
          <p:nvPr/>
        </p:nvSpPr>
        <p:spPr>
          <a:xfrm>
            <a:off x="2925228" y="2046605"/>
            <a:ext cx="115217" cy="288000"/>
          </a:xfrm>
          <a:prstGeom prst="down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scene3d>
            <a:camera prst="orthographicFront">
              <a:rot lat="0" lon="0" rev="186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F9549BB-858A-96D8-0621-18948A720411}"/>
              </a:ext>
            </a:extLst>
          </p:cNvPr>
          <p:cNvSpPr txBox="1"/>
          <p:nvPr/>
        </p:nvSpPr>
        <p:spPr>
          <a:xfrm>
            <a:off x="2256119" y="2494512"/>
            <a:ext cx="69040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Model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DE6A44E-7BF4-EFCE-D2B0-DD9CE3CE12D7}"/>
              </a:ext>
            </a:extLst>
          </p:cNvPr>
          <p:cNvSpPr txBox="1"/>
          <p:nvPr/>
        </p:nvSpPr>
        <p:spPr>
          <a:xfrm>
            <a:off x="1783319" y="2162835"/>
            <a:ext cx="48735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66C1035-26BE-C5C7-A526-C9B52D0326D4}"/>
              </a:ext>
            </a:extLst>
          </p:cNvPr>
          <p:cNvSpPr txBox="1"/>
          <p:nvPr/>
        </p:nvSpPr>
        <p:spPr>
          <a:xfrm>
            <a:off x="2939495" y="2162835"/>
            <a:ext cx="48735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27</Words>
  <Application>Microsoft Office PowerPoint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5</cp:revision>
  <dcterms:created xsi:type="dcterms:W3CDTF">2026-01-11T10:32:00Z</dcterms:created>
  <dcterms:modified xsi:type="dcterms:W3CDTF">2026-03-07T11:36:33Z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5BB4822113504D8EB2022B0BB9A89AAB_12</vt:lpwstr>
  </property>
  <property fmtid="{D5CDD505-2E9C-101B-9397-08002B2CF9AE}" pid="3" name="KSOProductBuildVer">
    <vt:lpwstr>2052-12.1.0.21915</vt:lpwstr>
  </property>
</Properties>
</file>