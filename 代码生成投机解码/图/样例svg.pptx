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"/>
  </p:notesMasterIdLst>
  <p:sldIdLst>
    <p:sldId id="256" r:id="rId2"/>
  </p:sldIdLst>
  <p:sldSz cx="7059613" cy="6048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652FD-A306-4148-8921-0FEF58C2FDCE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28775" y="1143000"/>
            <a:ext cx="3600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200D3-74EF-4AC9-8640-88961EA70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61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1pPr>
    <a:lvl2pPr marL="852014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2pPr>
    <a:lvl3pPr marL="1704028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3pPr>
    <a:lvl4pPr marL="2556043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4pPr>
    <a:lvl5pPr marL="3408057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5pPr>
    <a:lvl6pPr marL="4260071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6pPr>
    <a:lvl7pPr marL="5112085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7pPr>
    <a:lvl8pPr marL="5964099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8pPr>
    <a:lvl9pPr marL="6816113" algn="l" defTabSz="1704028" rtl="0" eaLnBrk="1" latinLnBrk="0" hangingPunct="1">
      <a:defRPr sz="22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471" y="989862"/>
            <a:ext cx="6000671" cy="2105731"/>
          </a:xfrm>
        </p:spPr>
        <p:txBody>
          <a:bodyPr anchor="b"/>
          <a:lstStyle>
            <a:lvl1pPr algn="ctr">
              <a:defRPr sz="46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2452" y="3176797"/>
            <a:ext cx="5294710" cy="1460290"/>
          </a:xfrm>
        </p:spPr>
        <p:txBody>
          <a:bodyPr/>
          <a:lstStyle>
            <a:lvl1pPr marL="0" indent="0" algn="ctr">
              <a:buNone/>
              <a:defRPr sz="1853"/>
            </a:lvl1pPr>
            <a:lvl2pPr marL="352958" indent="0" algn="ctr">
              <a:buNone/>
              <a:defRPr sz="1544"/>
            </a:lvl2pPr>
            <a:lvl3pPr marL="705917" indent="0" algn="ctr">
              <a:buNone/>
              <a:defRPr sz="1390"/>
            </a:lvl3pPr>
            <a:lvl4pPr marL="1058875" indent="0" algn="ctr">
              <a:buNone/>
              <a:defRPr sz="1235"/>
            </a:lvl4pPr>
            <a:lvl5pPr marL="1411834" indent="0" algn="ctr">
              <a:buNone/>
              <a:defRPr sz="1235"/>
            </a:lvl5pPr>
            <a:lvl6pPr marL="1764792" indent="0" algn="ctr">
              <a:buNone/>
              <a:defRPr sz="1235"/>
            </a:lvl6pPr>
            <a:lvl7pPr marL="2117750" indent="0" algn="ctr">
              <a:buNone/>
              <a:defRPr sz="1235"/>
            </a:lvl7pPr>
            <a:lvl8pPr marL="2470709" indent="0" algn="ctr">
              <a:buNone/>
              <a:defRPr sz="1235"/>
            </a:lvl8pPr>
            <a:lvl9pPr marL="2823667" indent="0" algn="ctr">
              <a:buNone/>
              <a:defRPr sz="12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18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27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672" y="1507895"/>
            <a:ext cx="6088916" cy="2515956"/>
          </a:xfrm>
        </p:spPr>
        <p:txBody>
          <a:bodyPr anchor="b"/>
          <a:lstStyle>
            <a:lvl1pPr>
              <a:defRPr sz="46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672" y="4047653"/>
            <a:ext cx="6088916" cy="1323082"/>
          </a:xfrm>
        </p:spPr>
        <p:txBody>
          <a:bodyPr/>
          <a:lstStyle>
            <a:lvl1pPr marL="0" indent="0">
              <a:buNone/>
              <a:defRPr sz="1853">
                <a:solidFill>
                  <a:schemeClr val="tx1">
                    <a:tint val="82000"/>
                  </a:schemeClr>
                </a:solidFill>
              </a:defRPr>
            </a:lvl1pPr>
            <a:lvl2pPr marL="352958" indent="0">
              <a:buNone/>
              <a:defRPr sz="1544">
                <a:solidFill>
                  <a:schemeClr val="tx1">
                    <a:tint val="82000"/>
                  </a:schemeClr>
                </a:solidFill>
              </a:defRPr>
            </a:lvl2pPr>
            <a:lvl3pPr marL="705917" indent="0">
              <a:buNone/>
              <a:defRPr sz="1390">
                <a:solidFill>
                  <a:schemeClr val="tx1">
                    <a:tint val="82000"/>
                  </a:schemeClr>
                </a:solidFill>
              </a:defRPr>
            </a:lvl3pPr>
            <a:lvl4pPr marL="1058875" indent="0">
              <a:buNone/>
              <a:defRPr sz="1235">
                <a:solidFill>
                  <a:schemeClr val="tx1">
                    <a:tint val="82000"/>
                  </a:schemeClr>
                </a:solidFill>
              </a:defRPr>
            </a:lvl4pPr>
            <a:lvl5pPr marL="1411834" indent="0">
              <a:buNone/>
              <a:defRPr sz="1235">
                <a:solidFill>
                  <a:schemeClr val="tx1">
                    <a:tint val="82000"/>
                  </a:schemeClr>
                </a:solidFill>
              </a:defRPr>
            </a:lvl5pPr>
            <a:lvl6pPr marL="1764792" indent="0">
              <a:buNone/>
              <a:defRPr sz="1235">
                <a:solidFill>
                  <a:schemeClr val="tx1">
                    <a:tint val="82000"/>
                  </a:schemeClr>
                </a:solidFill>
              </a:defRPr>
            </a:lvl6pPr>
            <a:lvl7pPr marL="2117750" indent="0">
              <a:buNone/>
              <a:defRPr sz="1235">
                <a:solidFill>
                  <a:schemeClr val="tx1">
                    <a:tint val="82000"/>
                  </a:schemeClr>
                </a:solidFill>
              </a:defRPr>
            </a:lvl7pPr>
            <a:lvl8pPr marL="2470709" indent="0">
              <a:buNone/>
              <a:defRPr sz="1235">
                <a:solidFill>
                  <a:schemeClr val="tx1">
                    <a:tint val="82000"/>
                  </a:schemeClr>
                </a:solidFill>
              </a:defRPr>
            </a:lvl8pPr>
            <a:lvl9pPr marL="2823667" indent="0">
              <a:buNone/>
              <a:defRPr sz="12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52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5348" y="1610100"/>
            <a:ext cx="3000336" cy="3837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3929" y="1610100"/>
            <a:ext cx="3000336" cy="3837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0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68" y="322021"/>
            <a:ext cx="6088916" cy="116907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269" y="1482692"/>
            <a:ext cx="2986547" cy="726645"/>
          </a:xfrm>
        </p:spPr>
        <p:txBody>
          <a:bodyPr anchor="b"/>
          <a:lstStyle>
            <a:lvl1pPr marL="0" indent="0">
              <a:buNone/>
              <a:defRPr sz="1853" b="1"/>
            </a:lvl1pPr>
            <a:lvl2pPr marL="352958" indent="0">
              <a:buNone/>
              <a:defRPr sz="1544" b="1"/>
            </a:lvl2pPr>
            <a:lvl3pPr marL="705917" indent="0">
              <a:buNone/>
              <a:defRPr sz="1390" b="1"/>
            </a:lvl3pPr>
            <a:lvl4pPr marL="1058875" indent="0">
              <a:buNone/>
              <a:defRPr sz="1235" b="1"/>
            </a:lvl4pPr>
            <a:lvl5pPr marL="1411834" indent="0">
              <a:buNone/>
              <a:defRPr sz="1235" b="1"/>
            </a:lvl5pPr>
            <a:lvl6pPr marL="1764792" indent="0">
              <a:buNone/>
              <a:defRPr sz="1235" b="1"/>
            </a:lvl6pPr>
            <a:lvl7pPr marL="2117750" indent="0">
              <a:buNone/>
              <a:defRPr sz="1235" b="1"/>
            </a:lvl7pPr>
            <a:lvl8pPr marL="2470709" indent="0">
              <a:buNone/>
              <a:defRPr sz="1235" b="1"/>
            </a:lvl8pPr>
            <a:lvl9pPr marL="2823667" indent="0">
              <a:buNone/>
              <a:defRPr sz="12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269" y="2209337"/>
            <a:ext cx="2986547" cy="32496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73929" y="1482692"/>
            <a:ext cx="3001255" cy="726645"/>
          </a:xfrm>
        </p:spPr>
        <p:txBody>
          <a:bodyPr anchor="b"/>
          <a:lstStyle>
            <a:lvl1pPr marL="0" indent="0">
              <a:buNone/>
              <a:defRPr sz="1853" b="1"/>
            </a:lvl1pPr>
            <a:lvl2pPr marL="352958" indent="0">
              <a:buNone/>
              <a:defRPr sz="1544" b="1"/>
            </a:lvl2pPr>
            <a:lvl3pPr marL="705917" indent="0">
              <a:buNone/>
              <a:defRPr sz="1390" b="1"/>
            </a:lvl3pPr>
            <a:lvl4pPr marL="1058875" indent="0">
              <a:buNone/>
              <a:defRPr sz="1235" b="1"/>
            </a:lvl4pPr>
            <a:lvl5pPr marL="1411834" indent="0">
              <a:buNone/>
              <a:defRPr sz="1235" b="1"/>
            </a:lvl5pPr>
            <a:lvl6pPr marL="1764792" indent="0">
              <a:buNone/>
              <a:defRPr sz="1235" b="1"/>
            </a:lvl6pPr>
            <a:lvl7pPr marL="2117750" indent="0">
              <a:buNone/>
              <a:defRPr sz="1235" b="1"/>
            </a:lvl7pPr>
            <a:lvl8pPr marL="2470709" indent="0">
              <a:buNone/>
              <a:defRPr sz="1235" b="1"/>
            </a:lvl8pPr>
            <a:lvl9pPr marL="2823667" indent="0">
              <a:buNone/>
              <a:defRPr sz="12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73929" y="2209337"/>
            <a:ext cx="3001255" cy="32496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98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7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93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68" y="403225"/>
            <a:ext cx="2276909" cy="1411288"/>
          </a:xfrm>
        </p:spPr>
        <p:txBody>
          <a:bodyPr anchor="b"/>
          <a:lstStyle>
            <a:lvl1pPr>
              <a:defRPr sz="24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1255" y="870856"/>
            <a:ext cx="3573929" cy="4298266"/>
          </a:xfrm>
        </p:spPr>
        <p:txBody>
          <a:bodyPr/>
          <a:lstStyle>
            <a:lvl1pPr>
              <a:defRPr sz="2470"/>
            </a:lvl1pPr>
            <a:lvl2pPr>
              <a:defRPr sz="2162"/>
            </a:lvl2pPr>
            <a:lvl3pPr>
              <a:defRPr sz="1853"/>
            </a:lvl3pPr>
            <a:lvl4pPr>
              <a:defRPr sz="1544"/>
            </a:lvl4pPr>
            <a:lvl5pPr>
              <a:defRPr sz="1544"/>
            </a:lvl5pPr>
            <a:lvl6pPr>
              <a:defRPr sz="1544"/>
            </a:lvl6pPr>
            <a:lvl7pPr>
              <a:defRPr sz="1544"/>
            </a:lvl7pPr>
            <a:lvl8pPr>
              <a:defRPr sz="1544"/>
            </a:lvl8pPr>
            <a:lvl9pPr>
              <a:defRPr sz="154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268" y="1814512"/>
            <a:ext cx="2276909" cy="3361609"/>
          </a:xfrm>
        </p:spPr>
        <p:txBody>
          <a:bodyPr/>
          <a:lstStyle>
            <a:lvl1pPr marL="0" indent="0">
              <a:buNone/>
              <a:defRPr sz="1235"/>
            </a:lvl1pPr>
            <a:lvl2pPr marL="352958" indent="0">
              <a:buNone/>
              <a:defRPr sz="1081"/>
            </a:lvl2pPr>
            <a:lvl3pPr marL="705917" indent="0">
              <a:buNone/>
              <a:defRPr sz="926"/>
            </a:lvl3pPr>
            <a:lvl4pPr marL="1058875" indent="0">
              <a:buNone/>
              <a:defRPr sz="772"/>
            </a:lvl4pPr>
            <a:lvl5pPr marL="1411834" indent="0">
              <a:buNone/>
              <a:defRPr sz="772"/>
            </a:lvl5pPr>
            <a:lvl6pPr marL="1764792" indent="0">
              <a:buNone/>
              <a:defRPr sz="772"/>
            </a:lvl6pPr>
            <a:lvl7pPr marL="2117750" indent="0">
              <a:buNone/>
              <a:defRPr sz="772"/>
            </a:lvl7pPr>
            <a:lvl8pPr marL="2470709" indent="0">
              <a:buNone/>
              <a:defRPr sz="772"/>
            </a:lvl8pPr>
            <a:lvl9pPr marL="2823667" indent="0">
              <a:buNone/>
              <a:defRPr sz="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31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68" y="403225"/>
            <a:ext cx="2276909" cy="1411288"/>
          </a:xfrm>
        </p:spPr>
        <p:txBody>
          <a:bodyPr anchor="b"/>
          <a:lstStyle>
            <a:lvl1pPr>
              <a:defRPr sz="24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01255" y="870856"/>
            <a:ext cx="3573929" cy="4298266"/>
          </a:xfrm>
        </p:spPr>
        <p:txBody>
          <a:bodyPr anchor="t"/>
          <a:lstStyle>
            <a:lvl1pPr marL="0" indent="0">
              <a:buNone/>
              <a:defRPr sz="2470"/>
            </a:lvl1pPr>
            <a:lvl2pPr marL="352958" indent="0">
              <a:buNone/>
              <a:defRPr sz="2162"/>
            </a:lvl2pPr>
            <a:lvl3pPr marL="705917" indent="0">
              <a:buNone/>
              <a:defRPr sz="1853"/>
            </a:lvl3pPr>
            <a:lvl4pPr marL="1058875" indent="0">
              <a:buNone/>
              <a:defRPr sz="1544"/>
            </a:lvl4pPr>
            <a:lvl5pPr marL="1411834" indent="0">
              <a:buNone/>
              <a:defRPr sz="1544"/>
            </a:lvl5pPr>
            <a:lvl6pPr marL="1764792" indent="0">
              <a:buNone/>
              <a:defRPr sz="1544"/>
            </a:lvl6pPr>
            <a:lvl7pPr marL="2117750" indent="0">
              <a:buNone/>
              <a:defRPr sz="1544"/>
            </a:lvl7pPr>
            <a:lvl8pPr marL="2470709" indent="0">
              <a:buNone/>
              <a:defRPr sz="1544"/>
            </a:lvl8pPr>
            <a:lvl9pPr marL="2823667" indent="0">
              <a:buNone/>
              <a:defRPr sz="154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268" y="1814512"/>
            <a:ext cx="2276909" cy="3361609"/>
          </a:xfrm>
        </p:spPr>
        <p:txBody>
          <a:bodyPr/>
          <a:lstStyle>
            <a:lvl1pPr marL="0" indent="0">
              <a:buNone/>
              <a:defRPr sz="1235"/>
            </a:lvl1pPr>
            <a:lvl2pPr marL="352958" indent="0">
              <a:buNone/>
              <a:defRPr sz="1081"/>
            </a:lvl2pPr>
            <a:lvl3pPr marL="705917" indent="0">
              <a:buNone/>
              <a:defRPr sz="926"/>
            </a:lvl3pPr>
            <a:lvl4pPr marL="1058875" indent="0">
              <a:buNone/>
              <a:defRPr sz="772"/>
            </a:lvl4pPr>
            <a:lvl5pPr marL="1411834" indent="0">
              <a:buNone/>
              <a:defRPr sz="772"/>
            </a:lvl5pPr>
            <a:lvl6pPr marL="1764792" indent="0">
              <a:buNone/>
              <a:defRPr sz="772"/>
            </a:lvl6pPr>
            <a:lvl7pPr marL="2117750" indent="0">
              <a:buNone/>
              <a:defRPr sz="772"/>
            </a:lvl7pPr>
            <a:lvl8pPr marL="2470709" indent="0">
              <a:buNone/>
              <a:defRPr sz="772"/>
            </a:lvl8pPr>
            <a:lvl9pPr marL="2823667" indent="0">
              <a:buNone/>
              <a:defRPr sz="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36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31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52036" y="322020"/>
            <a:ext cx="1522229" cy="51257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349" y="322020"/>
            <a:ext cx="4478442" cy="51257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8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349" y="322021"/>
            <a:ext cx="6088916" cy="1169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349" y="1610100"/>
            <a:ext cx="6088916" cy="383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348" y="5605949"/>
            <a:ext cx="1588413" cy="3220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3E010-F0F2-4B5C-A3A9-7A60799313D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8497" y="5605949"/>
            <a:ext cx="2382619" cy="3220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5852" y="5605949"/>
            <a:ext cx="1588413" cy="3220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8593B-7FBE-46BF-A5A8-4134F6D2A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79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705917" rtl="0" eaLnBrk="1" latinLnBrk="0" hangingPunct="1">
        <a:lnSpc>
          <a:spcPct val="90000"/>
        </a:lnSpc>
        <a:spcBef>
          <a:spcPct val="0"/>
        </a:spcBef>
        <a:buNone/>
        <a:defRPr sz="3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6479" indent="-176479" algn="l" defTabSz="705917" rtl="0" eaLnBrk="1" latinLnBrk="0" hangingPunct="1">
        <a:lnSpc>
          <a:spcPct val="90000"/>
        </a:lnSpc>
        <a:spcBef>
          <a:spcPts val="772"/>
        </a:spcBef>
        <a:buFont typeface="Arial" panose="020B0604020202020204" pitchFamily="34" charset="0"/>
        <a:buChar char="•"/>
        <a:defRPr sz="2162" kern="1200">
          <a:solidFill>
            <a:schemeClr val="tx1"/>
          </a:solidFill>
          <a:latin typeface="+mn-lt"/>
          <a:ea typeface="+mn-ea"/>
          <a:cs typeface="+mn-cs"/>
        </a:defRPr>
      </a:lvl1pPr>
      <a:lvl2pPr marL="529438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853" kern="1200">
          <a:solidFill>
            <a:schemeClr val="tx1"/>
          </a:solidFill>
          <a:latin typeface="+mn-lt"/>
          <a:ea typeface="+mn-ea"/>
          <a:cs typeface="+mn-cs"/>
        </a:defRPr>
      </a:lvl2pPr>
      <a:lvl3pPr marL="882396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544" kern="1200">
          <a:solidFill>
            <a:schemeClr val="tx1"/>
          </a:solidFill>
          <a:latin typeface="+mn-lt"/>
          <a:ea typeface="+mn-ea"/>
          <a:cs typeface="+mn-cs"/>
        </a:defRPr>
      </a:lvl3pPr>
      <a:lvl4pPr marL="1235354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4pPr>
      <a:lvl5pPr marL="1588313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5pPr>
      <a:lvl6pPr marL="1941271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6pPr>
      <a:lvl7pPr marL="2294230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7pPr>
      <a:lvl8pPr marL="2647188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8pPr>
      <a:lvl9pPr marL="3000146" indent="-176479" algn="l" defTabSz="705917" rtl="0" eaLnBrk="1" latinLnBrk="0" hangingPunct="1">
        <a:lnSpc>
          <a:spcPct val="90000"/>
        </a:lnSpc>
        <a:spcBef>
          <a:spcPts val="386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1pPr>
      <a:lvl2pPr marL="352958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2pPr>
      <a:lvl3pPr marL="705917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3pPr>
      <a:lvl4pPr marL="1058875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4pPr>
      <a:lvl5pPr marL="1411834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6pPr>
      <a:lvl7pPr marL="2117750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7pPr>
      <a:lvl8pPr marL="2470709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8pPr>
      <a:lvl9pPr marL="2823667" algn="l" defTabSz="705917" rtl="0" eaLnBrk="1" latinLnBrk="0" hangingPunct="1">
        <a:defRPr sz="13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A4E3284B-8324-67C9-E878-22420A757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1748"/>
            <a:ext cx="7059613" cy="592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2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4004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19</cp:revision>
  <dcterms:created xsi:type="dcterms:W3CDTF">2026-01-11T13:49:21Z</dcterms:created>
  <dcterms:modified xsi:type="dcterms:W3CDTF">2026-03-27T11:19:12Z</dcterms:modified>
</cp:coreProperties>
</file>