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9586913" cy="3467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68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8364" y="567417"/>
            <a:ext cx="7190185" cy="1207064"/>
          </a:xfrm>
        </p:spPr>
        <p:txBody>
          <a:bodyPr anchor="b"/>
          <a:lstStyle>
            <a:lvl1pPr algn="ctr">
              <a:defRPr sz="303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8364" y="1821030"/>
            <a:ext cx="7190185" cy="837080"/>
          </a:xfrm>
        </p:spPr>
        <p:txBody>
          <a:bodyPr/>
          <a:lstStyle>
            <a:lvl1pPr marL="0" indent="0" algn="ctr">
              <a:buNone/>
              <a:defRPr sz="1213"/>
            </a:lvl1pPr>
            <a:lvl2pPr marL="231160" indent="0" algn="ctr">
              <a:buNone/>
              <a:defRPr sz="1011"/>
            </a:lvl2pPr>
            <a:lvl3pPr marL="462321" indent="0" algn="ctr">
              <a:buNone/>
              <a:defRPr sz="910"/>
            </a:lvl3pPr>
            <a:lvl4pPr marL="693481" indent="0" algn="ctr">
              <a:buNone/>
              <a:defRPr sz="809"/>
            </a:lvl4pPr>
            <a:lvl5pPr marL="924641" indent="0" algn="ctr">
              <a:buNone/>
              <a:defRPr sz="809"/>
            </a:lvl5pPr>
            <a:lvl6pPr marL="1155802" indent="0" algn="ctr">
              <a:buNone/>
              <a:defRPr sz="809"/>
            </a:lvl6pPr>
            <a:lvl7pPr marL="1386962" indent="0" algn="ctr">
              <a:buNone/>
              <a:defRPr sz="809"/>
            </a:lvl7pPr>
            <a:lvl8pPr marL="1618122" indent="0" algn="ctr">
              <a:buNone/>
              <a:defRPr sz="809"/>
            </a:lvl8pPr>
            <a:lvl9pPr marL="1849283" indent="0" algn="ctr">
              <a:buNone/>
              <a:defRPr sz="80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E236-94EC-478F-A767-FF2EBD6F00C3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AE179-AF11-4E6A-9498-A68485B1BE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632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E236-94EC-478F-A767-FF2EBD6F00C3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AE179-AF11-4E6A-9498-A68485B1BE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18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107" y="864368"/>
            <a:ext cx="8268712" cy="1442217"/>
          </a:xfrm>
        </p:spPr>
        <p:txBody>
          <a:bodyPr anchor="b"/>
          <a:lstStyle>
            <a:lvl1pPr>
              <a:defRPr sz="303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4107" y="2320229"/>
            <a:ext cx="8268712" cy="758428"/>
          </a:xfrm>
        </p:spPr>
        <p:txBody>
          <a:bodyPr/>
          <a:lstStyle>
            <a:lvl1pPr marL="0" indent="0">
              <a:buNone/>
              <a:defRPr sz="1213">
                <a:solidFill>
                  <a:schemeClr val="tx1">
                    <a:tint val="82000"/>
                  </a:schemeClr>
                </a:solidFill>
              </a:defRPr>
            </a:lvl1pPr>
            <a:lvl2pPr marL="231160" indent="0">
              <a:buNone/>
              <a:defRPr sz="1011">
                <a:solidFill>
                  <a:schemeClr val="tx1">
                    <a:tint val="82000"/>
                  </a:schemeClr>
                </a:solidFill>
              </a:defRPr>
            </a:lvl2pPr>
            <a:lvl3pPr marL="462321" indent="0">
              <a:buNone/>
              <a:defRPr sz="910">
                <a:solidFill>
                  <a:schemeClr val="tx1">
                    <a:tint val="82000"/>
                  </a:schemeClr>
                </a:solidFill>
              </a:defRPr>
            </a:lvl3pPr>
            <a:lvl4pPr marL="693481" indent="0">
              <a:buNone/>
              <a:defRPr sz="809">
                <a:solidFill>
                  <a:schemeClr val="tx1">
                    <a:tint val="82000"/>
                  </a:schemeClr>
                </a:solidFill>
              </a:defRPr>
            </a:lvl4pPr>
            <a:lvl5pPr marL="924641" indent="0">
              <a:buNone/>
              <a:defRPr sz="809">
                <a:solidFill>
                  <a:schemeClr val="tx1">
                    <a:tint val="82000"/>
                  </a:schemeClr>
                </a:solidFill>
              </a:defRPr>
            </a:lvl5pPr>
            <a:lvl6pPr marL="1155802" indent="0">
              <a:buNone/>
              <a:defRPr sz="809">
                <a:solidFill>
                  <a:schemeClr val="tx1">
                    <a:tint val="82000"/>
                  </a:schemeClr>
                </a:solidFill>
              </a:defRPr>
            </a:lvl6pPr>
            <a:lvl7pPr marL="1386962" indent="0">
              <a:buNone/>
              <a:defRPr sz="809">
                <a:solidFill>
                  <a:schemeClr val="tx1">
                    <a:tint val="82000"/>
                  </a:schemeClr>
                </a:solidFill>
              </a:defRPr>
            </a:lvl7pPr>
            <a:lvl8pPr marL="1618122" indent="0">
              <a:buNone/>
              <a:defRPr sz="809">
                <a:solidFill>
                  <a:schemeClr val="tx1">
                    <a:tint val="82000"/>
                  </a:schemeClr>
                </a:solidFill>
              </a:defRPr>
            </a:lvl8pPr>
            <a:lvl9pPr marL="1849283" indent="0">
              <a:buNone/>
              <a:defRPr sz="8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E236-94EC-478F-A767-FF2EBD6F00C3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AE179-AF11-4E6A-9498-A68485B1BE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306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9100" y="922955"/>
            <a:ext cx="4074438" cy="21998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3375" y="922955"/>
            <a:ext cx="4074438" cy="21998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E236-94EC-478F-A767-FF2EBD6F00C3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AE179-AF11-4E6A-9498-A68485B1BE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628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349" y="184591"/>
            <a:ext cx="8268712" cy="67014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349" y="849921"/>
            <a:ext cx="4055713" cy="416533"/>
          </a:xfrm>
        </p:spPr>
        <p:txBody>
          <a:bodyPr anchor="b"/>
          <a:lstStyle>
            <a:lvl1pPr marL="0" indent="0">
              <a:buNone/>
              <a:defRPr sz="1213" b="1"/>
            </a:lvl1pPr>
            <a:lvl2pPr marL="231160" indent="0">
              <a:buNone/>
              <a:defRPr sz="1011" b="1"/>
            </a:lvl2pPr>
            <a:lvl3pPr marL="462321" indent="0">
              <a:buNone/>
              <a:defRPr sz="910" b="1"/>
            </a:lvl3pPr>
            <a:lvl4pPr marL="693481" indent="0">
              <a:buNone/>
              <a:defRPr sz="809" b="1"/>
            </a:lvl4pPr>
            <a:lvl5pPr marL="924641" indent="0">
              <a:buNone/>
              <a:defRPr sz="809" b="1"/>
            </a:lvl5pPr>
            <a:lvl6pPr marL="1155802" indent="0">
              <a:buNone/>
              <a:defRPr sz="809" b="1"/>
            </a:lvl6pPr>
            <a:lvl7pPr marL="1386962" indent="0">
              <a:buNone/>
              <a:defRPr sz="809" b="1"/>
            </a:lvl7pPr>
            <a:lvl8pPr marL="1618122" indent="0">
              <a:buNone/>
              <a:defRPr sz="809" b="1"/>
            </a:lvl8pPr>
            <a:lvl9pPr marL="1849283" indent="0">
              <a:buNone/>
              <a:defRPr sz="80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349" y="1266455"/>
            <a:ext cx="4055713" cy="18627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3375" y="849921"/>
            <a:ext cx="4075687" cy="416533"/>
          </a:xfrm>
        </p:spPr>
        <p:txBody>
          <a:bodyPr anchor="b"/>
          <a:lstStyle>
            <a:lvl1pPr marL="0" indent="0">
              <a:buNone/>
              <a:defRPr sz="1213" b="1"/>
            </a:lvl1pPr>
            <a:lvl2pPr marL="231160" indent="0">
              <a:buNone/>
              <a:defRPr sz="1011" b="1"/>
            </a:lvl2pPr>
            <a:lvl3pPr marL="462321" indent="0">
              <a:buNone/>
              <a:defRPr sz="910" b="1"/>
            </a:lvl3pPr>
            <a:lvl4pPr marL="693481" indent="0">
              <a:buNone/>
              <a:defRPr sz="809" b="1"/>
            </a:lvl4pPr>
            <a:lvl5pPr marL="924641" indent="0">
              <a:buNone/>
              <a:defRPr sz="809" b="1"/>
            </a:lvl5pPr>
            <a:lvl6pPr marL="1155802" indent="0">
              <a:buNone/>
              <a:defRPr sz="809" b="1"/>
            </a:lvl6pPr>
            <a:lvl7pPr marL="1386962" indent="0">
              <a:buNone/>
              <a:defRPr sz="809" b="1"/>
            </a:lvl7pPr>
            <a:lvl8pPr marL="1618122" indent="0">
              <a:buNone/>
              <a:defRPr sz="809" b="1"/>
            </a:lvl8pPr>
            <a:lvl9pPr marL="1849283" indent="0">
              <a:buNone/>
              <a:defRPr sz="80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53375" y="1266455"/>
            <a:ext cx="4075687" cy="18627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E236-94EC-478F-A767-FF2EBD6F00C3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AE179-AF11-4E6A-9498-A68485B1BE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29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E236-94EC-478F-A767-FF2EBD6F00C3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AE179-AF11-4E6A-9498-A68485B1BE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891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E236-94EC-478F-A767-FF2EBD6F00C3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AE179-AF11-4E6A-9498-A68485B1BE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016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349" y="231140"/>
            <a:ext cx="3092029" cy="808990"/>
          </a:xfrm>
        </p:spPr>
        <p:txBody>
          <a:bodyPr anchor="b"/>
          <a:lstStyle>
            <a:lvl1pPr>
              <a:defRPr sz="161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5687" y="499199"/>
            <a:ext cx="4853375" cy="2463888"/>
          </a:xfrm>
        </p:spPr>
        <p:txBody>
          <a:bodyPr/>
          <a:lstStyle>
            <a:lvl1pPr>
              <a:defRPr sz="1618"/>
            </a:lvl1pPr>
            <a:lvl2pPr>
              <a:defRPr sz="1416"/>
            </a:lvl2pPr>
            <a:lvl3pPr>
              <a:defRPr sz="1213"/>
            </a:lvl3pPr>
            <a:lvl4pPr>
              <a:defRPr sz="1011"/>
            </a:lvl4pPr>
            <a:lvl5pPr>
              <a:defRPr sz="1011"/>
            </a:lvl5pPr>
            <a:lvl6pPr>
              <a:defRPr sz="1011"/>
            </a:lvl6pPr>
            <a:lvl7pPr>
              <a:defRPr sz="1011"/>
            </a:lvl7pPr>
            <a:lvl8pPr>
              <a:defRPr sz="1011"/>
            </a:lvl8pPr>
            <a:lvl9pPr>
              <a:defRPr sz="101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0349" y="1040130"/>
            <a:ext cx="3092029" cy="1926969"/>
          </a:xfrm>
        </p:spPr>
        <p:txBody>
          <a:bodyPr/>
          <a:lstStyle>
            <a:lvl1pPr marL="0" indent="0">
              <a:buNone/>
              <a:defRPr sz="809"/>
            </a:lvl1pPr>
            <a:lvl2pPr marL="231160" indent="0">
              <a:buNone/>
              <a:defRPr sz="708"/>
            </a:lvl2pPr>
            <a:lvl3pPr marL="462321" indent="0">
              <a:buNone/>
              <a:defRPr sz="607"/>
            </a:lvl3pPr>
            <a:lvl4pPr marL="693481" indent="0">
              <a:buNone/>
              <a:defRPr sz="506"/>
            </a:lvl4pPr>
            <a:lvl5pPr marL="924641" indent="0">
              <a:buNone/>
              <a:defRPr sz="506"/>
            </a:lvl5pPr>
            <a:lvl6pPr marL="1155802" indent="0">
              <a:buNone/>
              <a:defRPr sz="506"/>
            </a:lvl6pPr>
            <a:lvl7pPr marL="1386962" indent="0">
              <a:buNone/>
              <a:defRPr sz="506"/>
            </a:lvl7pPr>
            <a:lvl8pPr marL="1618122" indent="0">
              <a:buNone/>
              <a:defRPr sz="506"/>
            </a:lvl8pPr>
            <a:lvl9pPr marL="1849283" indent="0">
              <a:buNone/>
              <a:defRPr sz="50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E236-94EC-478F-A767-FF2EBD6F00C3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AE179-AF11-4E6A-9498-A68485B1BE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36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349" y="231140"/>
            <a:ext cx="3092029" cy="808990"/>
          </a:xfrm>
        </p:spPr>
        <p:txBody>
          <a:bodyPr anchor="b"/>
          <a:lstStyle>
            <a:lvl1pPr>
              <a:defRPr sz="161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75687" y="499199"/>
            <a:ext cx="4853375" cy="2463888"/>
          </a:xfrm>
        </p:spPr>
        <p:txBody>
          <a:bodyPr anchor="t"/>
          <a:lstStyle>
            <a:lvl1pPr marL="0" indent="0">
              <a:buNone/>
              <a:defRPr sz="1618"/>
            </a:lvl1pPr>
            <a:lvl2pPr marL="231160" indent="0">
              <a:buNone/>
              <a:defRPr sz="1416"/>
            </a:lvl2pPr>
            <a:lvl3pPr marL="462321" indent="0">
              <a:buNone/>
              <a:defRPr sz="1213"/>
            </a:lvl3pPr>
            <a:lvl4pPr marL="693481" indent="0">
              <a:buNone/>
              <a:defRPr sz="1011"/>
            </a:lvl4pPr>
            <a:lvl5pPr marL="924641" indent="0">
              <a:buNone/>
              <a:defRPr sz="1011"/>
            </a:lvl5pPr>
            <a:lvl6pPr marL="1155802" indent="0">
              <a:buNone/>
              <a:defRPr sz="1011"/>
            </a:lvl6pPr>
            <a:lvl7pPr marL="1386962" indent="0">
              <a:buNone/>
              <a:defRPr sz="1011"/>
            </a:lvl7pPr>
            <a:lvl8pPr marL="1618122" indent="0">
              <a:buNone/>
              <a:defRPr sz="1011"/>
            </a:lvl8pPr>
            <a:lvl9pPr marL="1849283" indent="0">
              <a:buNone/>
              <a:defRPr sz="1011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0349" y="1040130"/>
            <a:ext cx="3092029" cy="1926969"/>
          </a:xfrm>
        </p:spPr>
        <p:txBody>
          <a:bodyPr/>
          <a:lstStyle>
            <a:lvl1pPr marL="0" indent="0">
              <a:buNone/>
              <a:defRPr sz="809"/>
            </a:lvl1pPr>
            <a:lvl2pPr marL="231160" indent="0">
              <a:buNone/>
              <a:defRPr sz="708"/>
            </a:lvl2pPr>
            <a:lvl3pPr marL="462321" indent="0">
              <a:buNone/>
              <a:defRPr sz="607"/>
            </a:lvl3pPr>
            <a:lvl4pPr marL="693481" indent="0">
              <a:buNone/>
              <a:defRPr sz="506"/>
            </a:lvl4pPr>
            <a:lvl5pPr marL="924641" indent="0">
              <a:buNone/>
              <a:defRPr sz="506"/>
            </a:lvl5pPr>
            <a:lvl6pPr marL="1155802" indent="0">
              <a:buNone/>
              <a:defRPr sz="506"/>
            </a:lvl6pPr>
            <a:lvl7pPr marL="1386962" indent="0">
              <a:buNone/>
              <a:defRPr sz="506"/>
            </a:lvl7pPr>
            <a:lvl8pPr marL="1618122" indent="0">
              <a:buNone/>
              <a:defRPr sz="506"/>
            </a:lvl8pPr>
            <a:lvl9pPr marL="1849283" indent="0">
              <a:buNone/>
              <a:defRPr sz="50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E236-94EC-478F-A767-FF2EBD6F00C3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AE179-AF11-4E6A-9498-A68485B1BE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29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E236-94EC-478F-A767-FF2EBD6F00C3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AE179-AF11-4E6A-9498-A68485B1BE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24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60635" y="184591"/>
            <a:ext cx="2067178" cy="293820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9100" y="184591"/>
            <a:ext cx="6081698" cy="29382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E236-94EC-478F-A767-FF2EBD6F00C3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AE179-AF11-4E6A-9498-A68485B1BE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53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9101" y="184591"/>
            <a:ext cx="8268712" cy="670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9101" y="922955"/>
            <a:ext cx="8268712" cy="2199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9100" y="3213488"/>
            <a:ext cx="2157055" cy="1845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CE236-94EC-478F-A767-FF2EBD6F00C3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75665" y="3213488"/>
            <a:ext cx="3235583" cy="1845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70758" y="3213488"/>
            <a:ext cx="2157055" cy="1845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AE179-AF11-4E6A-9498-A68485B1BE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458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462321" rtl="0" eaLnBrk="1" latinLnBrk="0" hangingPunct="1">
        <a:lnSpc>
          <a:spcPct val="90000"/>
        </a:lnSpc>
        <a:spcBef>
          <a:spcPct val="0"/>
        </a:spcBef>
        <a:buNone/>
        <a:defRPr sz="22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5580" indent="-115580" algn="l" defTabSz="462321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416" kern="1200">
          <a:solidFill>
            <a:schemeClr val="tx1"/>
          </a:solidFill>
          <a:latin typeface="+mn-lt"/>
          <a:ea typeface="+mn-ea"/>
          <a:cs typeface="+mn-cs"/>
        </a:defRPr>
      </a:lvl1pPr>
      <a:lvl2pPr marL="346740" indent="-115580" algn="l" defTabSz="462321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1213" kern="1200">
          <a:solidFill>
            <a:schemeClr val="tx1"/>
          </a:solidFill>
          <a:latin typeface="+mn-lt"/>
          <a:ea typeface="+mn-ea"/>
          <a:cs typeface="+mn-cs"/>
        </a:defRPr>
      </a:lvl2pPr>
      <a:lvl3pPr marL="577901" indent="-115580" algn="l" defTabSz="462321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1011" kern="1200">
          <a:solidFill>
            <a:schemeClr val="tx1"/>
          </a:solidFill>
          <a:latin typeface="+mn-lt"/>
          <a:ea typeface="+mn-ea"/>
          <a:cs typeface="+mn-cs"/>
        </a:defRPr>
      </a:lvl3pPr>
      <a:lvl4pPr marL="809061" indent="-115580" algn="l" defTabSz="462321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0" kern="1200">
          <a:solidFill>
            <a:schemeClr val="tx1"/>
          </a:solidFill>
          <a:latin typeface="+mn-lt"/>
          <a:ea typeface="+mn-ea"/>
          <a:cs typeface="+mn-cs"/>
        </a:defRPr>
      </a:lvl4pPr>
      <a:lvl5pPr marL="1040221" indent="-115580" algn="l" defTabSz="462321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0" kern="1200">
          <a:solidFill>
            <a:schemeClr val="tx1"/>
          </a:solidFill>
          <a:latin typeface="+mn-lt"/>
          <a:ea typeface="+mn-ea"/>
          <a:cs typeface="+mn-cs"/>
        </a:defRPr>
      </a:lvl5pPr>
      <a:lvl6pPr marL="1271382" indent="-115580" algn="l" defTabSz="462321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0" kern="1200">
          <a:solidFill>
            <a:schemeClr val="tx1"/>
          </a:solidFill>
          <a:latin typeface="+mn-lt"/>
          <a:ea typeface="+mn-ea"/>
          <a:cs typeface="+mn-cs"/>
        </a:defRPr>
      </a:lvl6pPr>
      <a:lvl7pPr marL="1502542" indent="-115580" algn="l" defTabSz="462321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0" kern="1200">
          <a:solidFill>
            <a:schemeClr val="tx1"/>
          </a:solidFill>
          <a:latin typeface="+mn-lt"/>
          <a:ea typeface="+mn-ea"/>
          <a:cs typeface="+mn-cs"/>
        </a:defRPr>
      </a:lvl7pPr>
      <a:lvl8pPr marL="1733702" indent="-115580" algn="l" defTabSz="462321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0" kern="1200">
          <a:solidFill>
            <a:schemeClr val="tx1"/>
          </a:solidFill>
          <a:latin typeface="+mn-lt"/>
          <a:ea typeface="+mn-ea"/>
          <a:cs typeface="+mn-cs"/>
        </a:defRPr>
      </a:lvl8pPr>
      <a:lvl9pPr marL="1964863" indent="-115580" algn="l" defTabSz="462321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2321" rtl="0" eaLnBrk="1" latinLnBrk="0" hangingPunct="1">
        <a:defRPr sz="910" kern="1200">
          <a:solidFill>
            <a:schemeClr val="tx1"/>
          </a:solidFill>
          <a:latin typeface="+mn-lt"/>
          <a:ea typeface="+mn-ea"/>
          <a:cs typeface="+mn-cs"/>
        </a:defRPr>
      </a:lvl1pPr>
      <a:lvl2pPr marL="231160" algn="l" defTabSz="462321" rtl="0" eaLnBrk="1" latinLnBrk="0" hangingPunct="1">
        <a:defRPr sz="910" kern="1200">
          <a:solidFill>
            <a:schemeClr val="tx1"/>
          </a:solidFill>
          <a:latin typeface="+mn-lt"/>
          <a:ea typeface="+mn-ea"/>
          <a:cs typeface="+mn-cs"/>
        </a:defRPr>
      </a:lvl2pPr>
      <a:lvl3pPr marL="462321" algn="l" defTabSz="462321" rtl="0" eaLnBrk="1" latinLnBrk="0" hangingPunct="1">
        <a:defRPr sz="910" kern="1200">
          <a:solidFill>
            <a:schemeClr val="tx1"/>
          </a:solidFill>
          <a:latin typeface="+mn-lt"/>
          <a:ea typeface="+mn-ea"/>
          <a:cs typeface="+mn-cs"/>
        </a:defRPr>
      </a:lvl3pPr>
      <a:lvl4pPr marL="693481" algn="l" defTabSz="462321" rtl="0" eaLnBrk="1" latinLnBrk="0" hangingPunct="1">
        <a:defRPr sz="910" kern="1200">
          <a:solidFill>
            <a:schemeClr val="tx1"/>
          </a:solidFill>
          <a:latin typeface="+mn-lt"/>
          <a:ea typeface="+mn-ea"/>
          <a:cs typeface="+mn-cs"/>
        </a:defRPr>
      </a:lvl4pPr>
      <a:lvl5pPr marL="924641" algn="l" defTabSz="462321" rtl="0" eaLnBrk="1" latinLnBrk="0" hangingPunct="1">
        <a:defRPr sz="910" kern="1200">
          <a:solidFill>
            <a:schemeClr val="tx1"/>
          </a:solidFill>
          <a:latin typeface="+mn-lt"/>
          <a:ea typeface="+mn-ea"/>
          <a:cs typeface="+mn-cs"/>
        </a:defRPr>
      </a:lvl5pPr>
      <a:lvl6pPr marL="1155802" algn="l" defTabSz="462321" rtl="0" eaLnBrk="1" latinLnBrk="0" hangingPunct="1">
        <a:defRPr sz="910" kern="1200">
          <a:solidFill>
            <a:schemeClr val="tx1"/>
          </a:solidFill>
          <a:latin typeface="+mn-lt"/>
          <a:ea typeface="+mn-ea"/>
          <a:cs typeface="+mn-cs"/>
        </a:defRPr>
      </a:lvl6pPr>
      <a:lvl7pPr marL="1386962" algn="l" defTabSz="462321" rtl="0" eaLnBrk="1" latinLnBrk="0" hangingPunct="1">
        <a:defRPr sz="910" kern="1200">
          <a:solidFill>
            <a:schemeClr val="tx1"/>
          </a:solidFill>
          <a:latin typeface="+mn-lt"/>
          <a:ea typeface="+mn-ea"/>
          <a:cs typeface="+mn-cs"/>
        </a:defRPr>
      </a:lvl7pPr>
      <a:lvl8pPr marL="1618122" algn="l" defTabSz="462321" rtl="0" eaLnBrk="1" latinLnBrk="0" hangingPunct="1">
        <a:defRPr sz="910" kern="1200">
          <a:solidFill>
            <a:schemeClr val="tx1"/>
          </a:solidFill>
          <a:latin typeface="+mn-lt"/>
          <a:ea typeface="+mn-ea"/>
          <a:cs typeface="+mn-cs"/>
        </a:defRPr>
      </a:lvl8pPr>
      <a:lvl9pPr marL="1849283" algn="l" defTabSz="462321" rtl="0" eaLnBrk="1" latinLnBrk="0" hangingPunct="1">
        <a:defRPr sz="9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F3D2EFDF-700D-2B17-AE0C-D3E0DD6F8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52"/>
            <a:ext cx="9586913" cy="346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149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7288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13</cp:revision>
  <dcterms:created xsi:type="dcterms:W3CDTF">2026-01-11T09:45:25Z</dcterms:created>
  <dcterms:modified xsi:type="dcterms:W3CDTF">2026-03-27T11:19:12Z</dcterms:modified>
</cp:coreProperties>
</file>