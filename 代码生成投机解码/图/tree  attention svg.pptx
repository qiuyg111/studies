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7815263" cy="58388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5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145" y="955567"/>
            <a:ext cx="6642974" cy="2032776"/>
          </a:xfrm>
        </p:spPr>
        <p:txBody>
          <a:bodyPr anchor="b"/>
          <a:lstStyle>
            <a:lvl1pPr algn="ctr">
              <a:defRPr sz="51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6908" y="3066735"/>
            <a:ext cx="5861447" cy="1409697"/>
          </a:xfrm>
        </p:spPr>
        <p:txBody>
          <a:bodyPr/>
          <a:lstStyle>
            <a:lvl1pPr marL="0" indent="0" algn="ctr">
              <a:buNone/>
              <a:defRPr sz="2043"/>
            </a:lvl1pPr>
            <a:lvl2pPr marL="389260" indent="0" algn="ctr">
              <a:buNone/>
              <a:defRPr sz="1703"/>
            </a:lvl2pPr>
            <a:lvl3pPr marL="778520" indent="0" algn="ctr">
              <a:buNone/>
              <a:defRPr sz="1533"/>
            </a:lvl3pPr>
            <a:lvl4pPr marL="1167780" indent="0" algn="ctr">
              <a:buNone/>
              <a:defRPr sz="1362"/>
            </a:lvl4pPr>
            <a:lvl5pPr marL="1557040" indent="0" algn="ctr">
              <a:buNone/>
              <a:defRPr sz="1362"/>
            </a:lvl5pPr>
            <a:lvl6pPr marL="1946300" indent="0" algn="ctr">
              <a:buNone/>
              <a:defRPr sz="1362"/>
            </a:lvl6pPr>
            <a:lvl7pPr marL="2335560" indent="0" algn="ctr">
              <a:buNone/>
              <a:defRPr sz="1362"/>
            </a:lvl7pPr>
            <a:lvl8pPr marL="2724821" indent="0" algn="ctr">
              <a:buNone/>
              <a:defRPr sz="1362"/>
            </a:lvl8pPr>
            <a:lvl9pPr marL="3114081" indent="0" algn="ctr">
              <a:buNone/>
              <a:defRPr sz="136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80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10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229" y="1455653"/>
            <a:ext cx="6740664" cy="2428789"/>
          </a:xfrm>
        </p:spPr>
        <p:txBody>
          <a:bodyPr anchor="b"/>
          <a:lstStyle>
            <a:lvl1pPr>
              <a:defRPr sz="51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229" y="3907419"/>
            <a:ext cx="6740664" cy="1277243"/>
          </a:xfrm>
        </p:spPr>
        <p:txBody>
          <a:bodyPr/>
          <a:lstStyle>
            <a:lvl1pPr marL="0" indent="0">
              <a:buNone/>
              <a:defRPr sz="2043">
                <a:solidFill>
                  <a:schemeClr val="tx1">
                    <a:tint val="82000"/>
                  </a:schemeClr>
                </a:solidFill>
              </a:defRPr>
            </a:lvl1pPr>
            <a:lvl2pPr marL="389260" indent="0">
              <a:buNone/>
              <a:defRPr sz="1703">
                <a:solidFill>
                  <a:schemeClr val="tx1">
                    <a:tint val="82000"/>
                  </a:schemeClr>
                </a:solidFill>
              </a:defRPr>
            </a:lvl2pPr>
            <a:lvl3pPr marL="778520" indent="0">
              <a:buNone/>
              <a:defRPr sz="1533">
                <a:solidFill>
                  <a:schemeClr val="tx1">
                    <a:tint val="82000"/>
                  </a:schemeClr>
                </a:solidFill>
              </a:defRPr>
            </a:lvl3pPr>
            <a:lvl4pPr marL="1167780" indent="0">
              <a:buNone/>
              <a:defRPr sz="1362">
                <a:solidFill>
                  <a:schemeClr val="tx1">
                    <a:tint val="82000"/>
                  </a:schemeClr>
                </a:solidFill>
              </a:defRPr>
            </a:lvl4pPr>
            <a:lvl5pPr marL="1557040" indent="0">
              <a:buNone/>
              <a:defRPr sz="1362">
                <a:solidFill>
                  <a:schemeClr val="tx1">
                    <a:tint val="82000"/>
                  </a:schemeClr>
                </a:solidFill>
              </a:defRPr>
            </a:lvl5pPr>
            <a:lvl6pPr marL="1946300" indent="0">
              <a:buNone/>
              <a:defRPr sz="1362">
                <a:solidFill>
                  <a:schemeClr val="tx1">
                    <a:tint val="82000"/>
                  </a:schemeClr>
                </a:solidFill>
              </a:defRPr>
            </a:lvl6pPr>
            <a:lvl7pPr marL="2335560" indent="0">
              <a:buNone/>
              <a:defRPr sz="1362">
                <a:solidFill>
                  <a:schemeClr val="tx1">
                    <a:tint val="82000"/>
                  </a:schemeClr>
                </a:solidFill>
              </a:defRPr>
            </a:lvl7pPr>
            <a:lvl8pPr marL="2724821" indent="0">
              <a:buNone/>
              <a:defRPr sz="1362">
                <a:solidFill>
                  <a:schemeClr val="tx1">
                    <a:tint val="82000"/>
                  </a:schemeClr>
                </a:solidFill>
              </a:defRPr>
            </a:lvl8pPr>
            <a:lvl9pPr marL="3114081" indent="0">
              <a:buNone/>
              <a:defRPr sz="13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84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299" y="1554317"/>
            <a:ext cx="3321487" cy="3704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6477" y="1554317"/>
            <a:ext cx="3321487" cy="3704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79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317" y="310864"/>
            <a:ext cx="6740664" cy="11285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318" y="1431323"/>
            <a:ext cx="3306222" cy="701470"/>
          </a:xfrm>
        </p:spPr>
        <p:txBody>
          <a:bodyPr anchor="b"/>
          <a:lstStyle>
            <a:lvl1pPr marL="0" indent="0">
              <a:buNone/>
              <a:defRPr sz="2043" b="1"/>
            </a:lvl1pPr>
            <a:lvl2pPr marL="389260" indent="0">
              <a:buNone/>
              <a:defRPr sz="1703" b="1"/>
            </a:lvl2pPr>
            <a:lvl3pPr marL="778520" indent="0">
              <a:buNone/>
              <a:defRPr sz="1533" b="1"/>
            </a:lvl3pPr>
            <a:lvl4pPr marL="1167780" indent="0">
              <a:buNone/>
              <a:defRPr sz="1362" b="1"/>
            </a:lvl4pPr>
            <a:lvl5pPr marL="1557040" indent="0">
              <a:buNone/>
              <a:defRPr sz="1362" b="1"/>
            </a:lvl5pPr>
            <a:lvl6pPr marL="1946300" indent="0">
              <a:buNone/>
              <a:defRPr sz="1362" b="1"/>
            </a:lvl6pPr>
            <a:lvl7pPr marL="2335560" indent="0">
              <a:buNone/>
              <a:defRPr sz="1362" b="1"/>
            </a:lvl7pPr>
            <a:lvl8pPr marL="2724821" indent="0">
              <a:buNone/>
              <a:defRPr sz="1362" b="1"/>
            </a:lvl8pPr>
            <a:lvl9pPr marL="3114081" indent="0">
              <a:buNone/>
              <a:defRPr sz="136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8318" y="2132793"/>
            <a:ext cx="3306222" cy="31370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477" y="1431323"/>
            <a:ext cx="3322505" cy="701470"/>
          </a:xfrm>
        </p:spPr>
        <p:txBody>
          <a:bodyPr anchor="b"/>
          <a:lstStyle>
            <a:lvl1pPr marL="0" indent="0">
              <a:buNone/>
              <a:defRPr sz="2043" b="1"/>
            </a:lvl1pPr>
            <a:lvl2pPr marL="389260" indent="0">
              <a:buNone/>
              <a:defRPr sz="1703" b="1"/>
            </a:lvl2pPr>
            <a:lvl3pPr marL="778520" indent="0">
              <a:buNone/>
              <a:defRPr sz="1533" b="1"/>
            </a:lvl3pPr>
            <a:lvl4pPr marL="1167780" indent="0">
              <a:buNone/>
              <a:defRPr sz="1362" b="1"/>
            </a:lvl4pPr>
            <a:lvl5pPr marL="1557040" indent="0">
              <a:buNone/>
              <a:defRPr sz="1362" b="1"/>
            </a:lvl5pPr>
            <a:lvl6pPr marL="1946300" indent="0">
              <a:buNone/>
              <a:defRPr sz="1362" b="1"/>
            </a:lvl6pPr>
            <a:lvl7pPr marL="2335560" indent="0">
              <a:buNone/>
              <a:defRPr sz="1362" b="1"/>
            </a:lvl7pPr>
            <a:lvl8pPr marL="2724821" indent="0">
              <a:buNone/>
              <a:defRPr sz="1362" b="1"/>
            </a:lvl8pPr>
            <a:lvl9pPr marL="3114081" indent="0">
              <a:buNone/>
              <a:defRPr sz="136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56477" y="2132793"/>
            <a:ext cx="3322505" cy="31370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61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800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286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317" y="389255"/>
            <a:ext cx="2520626" cy="1362393"/>
          </a:xfrm>
        </p:spPr>
        <p:txBody>
          <a:bodyPr anchor="b"/>
          <a:lstStyle>
            <a:lvl1pPr>
              <a:defRPr sz="2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2505" y="840684"/>
            <a:ext cx="3956477" cy="4149350"/>
          </a:xfrm>
        </p:spPr>
        <p:txBody>
          <a:bodyPr/>
          <a:lstStyle>
            <a:lvl1pPr>
              <a:defRPr sz="2724"/>
            </a:lvl1pPr>
            <a:lvl2pPr>
              <a:defRPr sz="2384"/>
            </a:lvl2pPr>
            <a:lvl3pPr>
              <a:defRPr sz="2043"/>
            </a:lvl3pPr>
            <a:lvl4pPr>
              <a:defRPr sz="1703"/>
            </a:lvl4pPr>
            <a:lvl5pPr>
              <a:defRPr sz="1703"/>
            </a:lvl5pPr>
            <a:lvl6pPr>
              <a:defRPr sz="1703"/>
            </a:lvl6pPr>
            <a:lvl7pPr>
              <a:defRPr sz="1703"/>
            </a:lvl7pPr>
            <a:lvl8pPr>
              <a:defRPr sz="1703"/>
            </a:lvl8pPr>
            <a:lvl9pPr>
              <a:defRPr sz="170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317" y="1751647"/>
            <a:ext cx="2520626" cy="3245144"/>
          </a:xfrm>
        </p:spPr>
        <p:txBody>
          <a:bodyPr/>
          <a:lstStyle>
            <a:lvl1pPr marL="0" indent="0">
              <a:buNone/>
              <a:defRPr sz="1362"/>
            </a:lvl1pPr>
            <a:lvl2pPr marL="389260" indent="0">
              <a:buNone/>
              <a:defRPr sz="1192"/>
            </a:lvl2pPr>
            <a:lvl3pPr marL="778520" indent="0">
              <a:buNone/>
              <a:defRPr sz="1022"/>
            </a:lvl3pPr>
            <a:lvl4pPr marL="1167780" indent="0">
              <a:buNone/>
              <a:defRPr sz="851"/>
            </a:lvl4pPr>
            <a:lvl5pPr marL="1557040" indent="0">
              <a:buNone/>
              <a:defRPr sz="851"/>
            </a:lvl5pPr>
            <a:lvl6pPr marL="1946300" indent="0">
              <a:buNone/>
              <a:defRPr sz="851"/>
            </a:lvl6pPr>
            <a:lvl7pPr marL="2335560" indent="0">
              <a:buNone/>
              <a:defRPr sz="851"/>
            </a:lvl7pPr>
            <a:lvl8pPr marL="2724821" indent="0">
              <a:buNone/>
              <a:defRPr sz="851"/>
            </a:lvl8pPr>
            <a:lvl9pPr marL="3114081" indent="0">
              <a:buNone/>
              <a:defRPr sz="8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81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317" y="389255"/>
            <a:ext cx="2520626" cy="1362393"/>
          </a:xfrm>
        </p:spPr>
        <p:txBody>
          <a:bodyPr anchor="b"/>
          <a:lstStyle>
            <a:lvl1pPr>
              <a:defRPr sz="2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22505" y="840684"/>
            <a:ext cx="3956477" cy="4149350"/>
          </a:xfrm>
        </p:spPr>
        <p:txBody>
          <a:bodyPr anchor="t"/>
          <a:lstStyle>
            <a:lvl1pPr marL="0" indent="0">
              <a:buNone/>
              <a:defRPr sz="2724"/>
            </a:lvl1pPr>
            <a:lvl2pPr marL="389260" indent="0">
              <a:buNone/>
              <a:defRPr sz="2384"/>
            </a:lvl2pPr>
            <a:lvl3pPr marL="778520" indent="0">
              <a:buNone/>
              <a:defRPr sz="2043"/>
            </a:lvl3pPr>
            <a:lvl4pPr marL="1167780" indent="0">
              <a:buNone/>
              <a:defRPr sz="1703"/>
            </a:lvl4pPr>
            <a:lvl5pPr marL="1557040" indent="0">
              <a:buNone/>
              <a:defRPr sz="1703"/>
            </a:lvl5pPr>
            <a:lvl6pPr marL="1946300" indent="0">
              <a:buNone/>
              <a:defRPr sz="1703"/>
            </a:lvl6pPr>
            <a:lvl7pPr marL="2335560" indent="0">
              <a:buNone/>
              <a:defRPr sz="1703"/>
            </a:lvl7pPr>
            <a:lvl8pPr marL="2724821" indent="0">
              <a:buNone/>
              <a:defRPr sz="1703"/>
            </a:lvl8pPr>
            <a:lvl9pPr marL="3114081" indent="0">
              <a:buNone/>
              <a:defRPr sz="170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317" y="1751647"/>
            <a:ext cx="2520626" cy="3245144"/>
          </a:xfrm>
        </p:spPr>
        <p:txBody>
          <a:bodyPr/>
          <a:lstStyle>
            <a:lvl1pPr marL="0" indent="0">
              <a:buNone/>
              <a:defRPr sz="1362"/>
            </a:lvl1pPr>
            <a:lvl2pPr marL="389260" indent="0">
              <a:buNone/>
              <a:defRPr sz="1192"/>
            </a:lvl2pPr>
            <a:lvl3pPr marL="778520" indent="0">
              <a:buNone/>
              <a:defRPr sz="1022"/>
            </a:lvl3pPr>
            <a:lvl4pPr marL="1167780" indent="0">
              <a:buNone/>
              <a:defRPr sz="851"/>
            </a:lvl4pPr>
            <a:lvl5pPr marL="1557040" indent="0">
              <a:buNone/>
              <a:defRPr sz="851"/>
            </a:lvl5pPr>
            <a:lvl6pPr marL="1946300" indent="0">
              <a:buNone/>
              <a:defRPr sz="851"/>
            </a:lvl6pPr>
            <a:lvl7pPr marL="2335560" indent="0">
              <a:buNone/>
              <a:defRPr sz="851"/>
            </a:lvl7pPr>
            <a:lvl8pPr marL="2724821" indent="0">
              <a:buNone/>
              <a:defRPr sz="851"/>
            </a:lvl8pPr>
            <a:lvl9pPr marL="3114081" indent="0">
              <a:buNone/>
              <a:defRPr sz="8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216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70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92798" y="310864"/>
            <a:ext cx="1685166" cy="49481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7300" y="310864"/>
            <a:ext cx="4957807" cy="49481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5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7300" y="310864"/>
            <a:ext cx="6740664" cy="112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300" y="1554317"/>
            <a:ext cx="6740664" cy="3704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7299" y="5411727"/>
            <a:ext cx="1758434" cy="3108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A060A-34F9-4D81-AAE4-D8F37053654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8806" y="5411727"/>
            <a:ext cx="2637651" cy="3108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19530" y="5411727"/>
            <a:ext cx="1758434" cy="3108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754B0-C1E4-41A1-844D-8A0826030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725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78520" rtl="0" eaLnBrk="1" latinLnBrk="0" hangingPunct="1">
        <a:lnSpc>
          <a:spcPct val="90000"/>
        </a:lnSpc>
        <a:spcBef>
          <a:spcPct val="0"/>
        </a:spcBef>
        <a:buNone/>
        <a:defRPr sz="37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630" indent="-194630" algn="l" defTabSz="778520" rtl="0" eaLnBrk="1" latinLnBrk="0" hangingPunct="1">
        <a:lnSpc>
          <a:spcPct val="90000"/>
        </a:lnSpc>
        <a:spcBef>
          <a:spcPts val="851"/>
        </a:spcBef>
        <a:buFont typeface="Arial" panose="020B0604020202020204" pitchFamily="34" charset="0"/>
        <a:buChar char="•"/>
        <a:defRPr sz="2384" kern="1200">
          <a:solidFill>
            <a:schemeClr val="tx1"/>
          </a:solidFill>
          <a:latin typeface="+mn-lt"/>
          <a:ea typeface="+mn-ea"/>
          <a:cs typeface="+mn-cs"/>
        </a:defRPr>
      </a:lvl1pPr>
      <a:lvl2pPr marL="583890" indent="-194630" algn="l" defTabSz="778520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2043" kern="1200">
          <a:solidFill>
            <a:schemeClr val="tx1"/>
          </a:solidFill>
          <a:latin typeface="+mn-lt"/>
          <a:ea typeface="+mn-ea"/>
          <a:cs typeface="+mn-cs"/>
        </a:defRPr>
      </a:lvl2pPr>
      <a:lvl3pPr marL="973150" indent="-194630" algn="l" defTabSz="778520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703" kern="1200">
          <a:solidFill>
            <a:schemeClr val="tx1"/>
          </a:solidFill>
          <a:latin typeface="+mn-lt"/>
          <a:ea typeface="+mn-ea"/>
          <a:cs typeface="+mn-cs"/>
        </a:defRPr>
      </a:lvl3pPr>
      <a:lvl4pPr marL="1362410" indent="-194630" algn="l" defTabSz="778520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4pPr>
      <a:lvl5pPr marL="1751670" indent="-194630" algn="l" defTabSz="778520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5pPr>
      <a:lvl6pPr marL="2140930" indent="-194630" algn="l" defTabSz="778520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6pPr>
      <a:lvl7pPr marL="2530191" indent="-194630" algn="l" defTabSz="778520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7pPr>
      <a:lvl8pPr marL="2919451" indent="-194630" algn="l" defTabSz="778520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8pPr>
      <a:lvl9pPr marL="3308711" indent="-194630" algn="l" defTabSz="778520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8520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1pPr>
      <a:lvl2pPr marL="389260" algn="l" defTabSz="778520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2pPr>
      <a:lvl3pPr marL="778520" algn="l" defTabSz="778520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3pPr>
      <a:lvl4pPr marL="1167780" algn="l" defTabSz="778520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4pPr>
      <a:lvl5pPr marL="1557040" algn="l" defTabSz="778520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5pPr>
      <a:lvl6pPr marL="1946300" algn="l" defTabSz="778520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6pPr>
      <a:lvl7pPr marL="2335560" algn="l" defTabSz="778520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7pPr>
      <a:lvl8pPr marL="2724821" algn="l" defTabSz="778520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8pPr>
      <a:lvl9pPr marL="3114081" algn="l" defTabSz="778520" rtl="0" eaLnBrk="1" latinLnBrk="0" hangingPunct="1">
        <a:defRPr sz="15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1A939C90-703A-683C-5AB5-9F4028E51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90" y="1"/>
            <a:ext cx="7816042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4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5</cp:revision>
  <dcterms:created xsi:type="dcterms:W3CDTF">2026-01-11T10:49:54Z</dcterms:created>
  <dcterms:modified xsi:type="dcterms:W3CDTF">2026-03-07T11:36:33Z</dcterms:modified>
</cp:coreProperties>
</file>