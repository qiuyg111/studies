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0799763" cy="594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D966"/>
    <a:srgbClr val="2F5597"/>
    <a:srgbClr val="FFEFBE"/>
    <a:srgbClr val="548235"/>
    <a:srgbClr val="A9D18E"/>
    <a:srgbClr val="BFBFBF"/>
    <a:srgbClr val="4874CB"/>
    <a:srgbClr val="FC8F5D"/>
    <a:srgbClr val="129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4660"/>
  </p:normalViewPr>
  <p:slideViewPr>
    <p:cSldViewPr snapToGrid="0">
      <p:cViewPr varScale="1">
        <p:scale>
          <a:sx n="84" d="100"/>
          <a:sy n="84" d="100"/>
        </p:scale>
        <p:origin x="8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1pPr>
    <a:lvl2pPr marL="346710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2pPr>
    <a:lvl3pPr marL="693420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3pPr>
    <a:lvl4pPr marL="1039495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4pPr>
    <a:lvl5pPr marL="1386205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5pPr>
    <a:lvl6pPr marL="1732915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6pPr>
    <a:lvl7pPr marL="2079625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7pPr>
    <a:lvl8pPr marL="2426335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8pPr>
    <a:lvl9pPr marL="2773045" algn="l" defTabSz="693420" rtl="0" eaLnBrk="1" latinLnBrk="0" hangingPunct="1">
      <a:defRPr sz="9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D415-DAA7-3AA7-1271-F6E983BC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BFF375-4A2E-F745-EA30-BABDD54D7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7A4C2-E9AB-6038-C4E1-BAB6DEAFC51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809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58293-B2EC-2426-57A7-7F075AA5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F69F6E-BA53-A642-D1FB-2A68ABE22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A44BAF-18D9-2072-D17B-5599C5D7186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76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A2944-4BBA-EB4C-AAF1-879EA7F9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FA98D3-EEC6-4EC7-DC2D-3C54A5DE2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3E2D18-3D79-0F3D-70D6-7B48093EAB1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73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972195"/>
            <a:ext cx="8099822" cy="2068148"/>
          </a:xfrm>
        </p:spPr>
        <p:txBody>
          <a:bodyPr anchor="b"/>
          <a:lstStyle>
            <a:lvl1pPr algn="ctr">
              <a:defRPr sz="51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120099"/>
            <a:ext cx="8099822" cy="1434227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40" indent="0" algn="ctr">
              <a:buNone/>
              <a:defRPr sz="1730"/>
            </a:lvl2pPr>
            <a:lvl3pPr marL="791845" indent="0" algn="ctr">
              <a:buNone/>
              <a:defRPr sz="1560"/>
            </a:lvl3pPr>
            <a:lvl4pPr marL="1188085" indent="0" algn="ctr">
              <a:buNone/>
              <a:defRPr sz="1385"/>
            </a:lvl4pPr>
            <a:lvl5pPr marL="1584325" indent="0" algn="ctr">
              <a:buNone/>
              <a:defRPr sz="1385"/>
            </a:lvl5pPr>
            <a:lvl6pPr marL="1979930" indent="0" algn="ctr">
              <a:buNone/>
              <a:defRPr sz="1385"/>
            </a:lvl6pPr>
            <a:lvl7pPr marL="2376170" indent="0" algn="ctr">
              <a:buNone/>
              <a:defRPr sz="1385"/>
            </a:lvl7pPr>
            <a:lvl8pPr marL="2772410" indent="0" algn="ctr">
              <a:buNone/>
              <a:defRPr sz="1385"/>
            </a:lvl8pPr>
            <a:lvl9pPr marL="3168015" indent="0" algn="ctr">
              <a:buNone/>
              <a:defRPr sz="138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480982"/>
            <a:ext cx="9314796" cy="2471051"/>
          </a:xfrm>
        </p:spPr>
        <p:txBody>
          <a:bodyPr anchor="b"/>
          <a:lstStyle>
            <a:lvl1pPr>
              <a:defRPr sz="51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975410"/>
            <a:ext cx="9314796" cy="1299468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1pPr>
            <a:lvl2pPr marL="396240" indent="0">
              <a:buNone/>
              <a:defRPr sz="1730">
                <a:solidFill>
                  <a:schemeClr val="tx1">
                    <a:tint val="75000"/>
                  </a:schemeClr>
                </a:solidFill>
              </a:defRPr>
            </a:lvl2pPr>
            <a:lvl3pPr marL="79184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188085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4pPr>
            <a:lvl5pPr marL="1584325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5pPr>
            <a:lvl6pPr marL="197993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6pPr>
            <a:lvl7pPr marL="237617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7pPr>
            <a:lvl8pPr marL="277241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8pPr>
            <a:lvl9pPr marL="3168015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581363"/>
            <a:ext cx="4589899" cy="37691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581363"/>
            <a:ext cx="4589899" cy="37691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16273"/>
            <a:ext cx="9314796" cy="11482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456229"/>
            <a:ext cx="4568806" cy="713676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40" indent="0">
              <a:buNone/>
              <a:defRPr sz="1730" b="1"/>
            </a:lvl2pPr>
            <a:lvl3pPr marL="791845" indent="0">
              <a:buNone/>
              <a:defRPr sz="1560" b="1"/>
            </a:lvl3pPr>
            <a:lvl4pPr marL="1188085" indent="0">
              <a:buNone/>
              <a:defRPr sz="1385" b="1"/>
            </a:lvl4pPr>
            <a:lvl5pPr marL="1584325" indent="0">
              <a:buNone/>
              <a:defRPr sz="1385" b="1"/>
            </a:lvl5pPr>
            <a:lvl6pPr marL="1979930" indent="0">
              <a:buNone/>
              <a:defRPr sz="1385" b="1"/>
            </a:lvl6pPr>
            <a:lvl7pPr marL="2376170" indent="0">
              <a:buNone/>
              <a:defRPr sz="1385" b="1"/>
            </a:lvl7pPr>
            <a:lvl8pPr marL="2772410" indent="0">
              <a:buNone/>
              <a:defRPr sz="1385" b="1"/>
            </a:lvl8pPr>
            <a:lvl9pPr marL="3168015" indent="0">
              <a:buNone/>
              <a:defRPr sz="138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169905"/>
            <a:ext cx="4568806" cy="31916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456229"/>
            <a:ext cx="4591306" cy="713676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40" indent="0">
              <a:buNone/>
              <a:defRPr sz="1730" b="1"/>
            </a:lvl2pPr>
            <a:lvl3pPr marL="791845" indent="0">
              <a:buNone/>
              <a:defRPr sz="1560" b="1"/>
            </a:lvl3pPr>
            <a:lvl4pPr marL="1188085" indent="0">
              <a:buNone/>
              <a:defRPr sz="1385" b="1"/>
            </a:lvl4pPr>
            <a:lvl5pPr marL="1584325" indent="0">
              <a:buNone/>
              <a:defRPr sz="1385" b="1"/>
            </a:lvl5pPr>
            <a:lvl6pPr marL="1979930" indent="0">
              <a:buNone/>
              <a:defRPr sz="1385" b="1"/>
            </a:lvl6pPr>
            <a:lvl7pPr marL="2376170" indent="0">
              <a:buNone/>
              <a:defRPr sz="1385" b="1"/>
            </a:lvl7pPr>
            <a:lvl8pPr marL="2772410" indent="0">
              <a:buNone/>
              <a:defRPr sz="1385" b="1"/>
            </a:lvl8pPr>
            <a:lvl9pPr marL="3168015" indent="0">
              <a:buNone/>
              <a:defRPr sz="138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169905"/>
            <a:ext cx="4591306" cy="31916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96028"/>
            <a:ext cx="3483204" cy="1386099"/>
          </a:xfrm>
        </p:spPr>
        <p:txBody>
          <a:bodyPr anchor="b"/>
          <a:lstStyle>
            <a:lvl1pPr>
              <a:defRPr sz="27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855312"/>
            <a:ext cx="5467380" cy="4221552"/>
          </a:xfrm>
        </p:spPr>
        <p:txBody>
          <a:bodyPr/>
          <a:lstStyle>
            <a:lvl1pPr>
              <a:defRPr sz="2770"/>
            </a:lvl1pPr>
            <a:lvl2pPr>
              <a:defRPr sz="2425"/>
            </a:lvl2pPr>
            <a:lvl3pPr>
              <a:defRPr sz="2080"/>
            </a:lvl3pPr>
            <a:lvl4pPr>
              <a:defRPr sz="1730"/>
            </a:lvl4pPr>
            <a:lvl5pPr>
              <a:defRPr sz="1730"/>
            </a:lvl5pPr>
            <a:lvl6pPr>
              <a:defRPr sz="1730"/>
            </a:lvl6pPr>
            <a:lvl7pPr>
              <a:defRPr sz="1730"/>
            </a:lvl7pPr>
            <a:lvl8pPr>
              <a:defRPr sz="1730"/>
            </a:lvl8pPr>
            <a:lvl9pPr>
              <a:defRPr sz="17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782127"/>
            <a:ext cx="3483204" cy="3301612"/>
          </a:xfrm>
        </p:spPr>
        <p:txBody>
          <a:bodyPr/>
          <a:lstStyle>
            <a:lvl1pPr marL="0" indent="0">
              <a:buNone/>
              <a:defRPr sz="1385"/>
            </a:lvl1pPr>
            <a:lvl2pPr marL="396240" indent="0">
              <a:buNone/>
              <a:defRPr sz="1215"/>
            </a:lvl2pPr>
            <a:lvl3pPr marL="791845" indent="0">
              <a:buNone/>
              <a:defRPr sz="1040"/>
            </a:lvl3pPr>
            <a:lvl4pPr marL="1188085" indent="0">
              <a:buNone/>
              <a:defRPr sz="865"/>
            </a:lvl4pPr>
            <a:lvl5pPr marL="1584325" indent="0">
              <a:buNone/>
              <a:defRPr sz="865"/>
            </a:lvl5pPr>
            <a:lvl6pPr marL="1979930" indent="0">
              <a:buNone/>
              <a:defRPr sz="865"/>
            </a:lvl6pPr>
            <a:lvl7pPr marL="2376170" indent="0">
              <a:buNone/>
              <a:defRPr sz="865"/>
            </a:lvl7pPr>
            <a:lvl8pPr marL="2772410" indent="0">
              <a:buNone/>
              <a:defRPr sz="865"/>
            </a:lvl8pPr>
            <a:lvl9pPr marL="3168015" indent="0">
              <a:buNone/>
              <a:defRPr sz="8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96028"/>
            <a:ext cx="3483204" cy="1386099"/>
          </a:xfrm>
        </p:spPr>
        <p:txBody>
          <a:bodyPr anchor="b"/>
          <a:lstStyle>
            <a:lvl1pPr>
              <a:defRPr sz="27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855312"/>
            <a:ext cx="5467380" cy="4221552"/>
          </a:xfrm>
        </p:spPr>
        <p:txBody>
          <a:bodyPr anchor="t"/>
          <a:lstStyle>
            <a:lvl1pPr marL="0" indent="0">
              <a:buNone/>
              <a:defRPr sz="2770"/>
            </a:lvl1pPr>
            <a:lvl2pPr marL="396240" indent="0">
              <a:buNone/>
              <a:defRPr sz="2425"/>
            </a:lvl2pPr>
            <a:lvl3pPr marL="791845" indent="0">
              <a:buNone/>
              <a:defRPr sz="2080"/>
            </a:lvl3pPr>
            <a:lvl4pPr marL="1188085" indent="0">
              <a:buNone/>
              <a:defRPr sz="1730"/>
            </a:lvl4pPr>
            <a:lvl5pPr marL="1584325" indent="0">
              <a:buNone/>
              <a:defRPr sz="1730"/>
            </a:lvl5pPr>
            <a:lvl6pPr marL="1979930" indent="0">
              <a:buNone/>
              <a:defRPr sz="1730"/>
            </a:lvl6pPr>
            <a:lvl7pPr marL="2376170" indent="0">
              <a:buNone/>
              <a:defRPr sz="1730"/>
            </a:lvl7pPr>
            <a:lvl8pPr marL="2772410" indent="0">
              <a:buNone/>
              <a:defRPr sz="1730"/>
            </a:lvl8pPr>
            <a:lvl9pPr marL="3168015" indent="0">
              <a:buNone/>
              <a:defRPr sz="173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782127"/>
            <a:ext cx="3483204" cy="3301612"/>
          </a:xfrm>
        </p:spPr>
        <p:txBody>
          <a:bodyPr/>
          <a:lstStyle>
            <a:lvl1pPr marL="0" indent="0">
              <a:buNone/>
              <a:defRPr sz="1385"/>
            </a:lvl1pPr>
            <a:lvl2pPr marL="396240" indent="0">
              <a:buNone/>
              <a:defRPr sz="1215"/>
            </a:lvl2pPr>
            <a:lvl3pPr marL="791845" indent="0">
              <a:buNone/>
              <a:defRPr sz="1040"/>
            </a:lvl3pPr>
            <a:lvl4pPr marL="1188085" indent="0">
              <a:buNone/>
              <a:defRPr sz="865"/>
            </a:lvl4pPr>
            <a:lvl5pPr marL="1584325" indent="0">
              <a:buNone/>
              <a:defRPr sz="865"/>
            </a:lvl5pPr>
            <a:lvl6pPr marL="1979930" indent="0">
              <a:buNone/>
              <a:defRPr sz="865"/>
            </a:lvl6pPr>
            <a:lvl7pPr marL="2376170" indent="0">
              <a:buNone/>
              <a:defRPr sz="865"/>
            </a:lvl7pPr>
            <a:lvl8pPr marL="2772410" indent="0">
              <a:buNone/>
              <a:defRPr sz="865"/>
            </a:lvl8pPr>
            <a:lvl9pPr marL="3168015" indent="0">
              <a:buNone/>
              <a:defRPr sz="86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16272"/>
            <a:ext cx="2328699" cy="503423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16272"/>
            <a:ext cx="6851100" cy="503423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16273"/>
            <a:ext cx="9314796" cy="1148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581363"/>
            <a:ext cx="9314796" cy="3769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505894"/>
            <a:ext cx="2429947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505894"/>
            <a:ext cx="364492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505894"/>
            <a:ext cx="2429947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1845" rtl="0" eaLnBrk="1" latinLnBrk="0" hangingPunct="1">
        <a:lnSpc>
          <a:spcPct val="90000"/>
        </a:lnSpc>
        <a:spcBef>
          <a:spcPct val="0"/>
        </a:spcBef>
        <a:buNone/>
        <a:defRPr sz="38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0" indent="-198120" algn="l" defTabSz="791845" rtl="0" eaLnBrk="1" latinLnBrk="0" hangingPunct="1">
        <a:lnSpc>
          <a:spcPct val="90000"/>
        </a:lnSpc>
        <a:spcBef>
          <a:spcPts val="865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89965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3pPr>
      <a:lvl4pPr marL="1386205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1810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8050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4290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69895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6135" indent="-198120" algn="l" defTabSz="79184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40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1845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085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4325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6170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2410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68015" algn="l" defTabSz="791845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8.svg"/><Relationship Id="rId4" Type="http://schemas.openxmlformats.org/officeDocument/2006/relationships/image" Target="../media/image14.svg"/><Relationship Id="rId9" Type="http://schemas.openxmlformats.org/officeDocument/2006/relationships/image" Target="../media/image7.png"/><Relationship Id="rId1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5.svg"/><Relationship Id="rId5" Type="http://schemas.openxmlformats.org/officeDocument/2006/relationships/image" Target="../media/image1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18.svg"/><Relationship Id="rId4" Type="http://schemas.openxmlformats.org/officeDocument/2006/relationships/image" Target="../media/image14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5" Type="http://schemas.openxmlformats.org/officeDocument/2006/relationships/image" Target="../media/image25.png"/><Relationship Id="rId10" Type="http://schemas.openxmlformats.org/officeDocument/2006/relationships/image" Target="../media/image15.svg"/><Relationship Id="rId4" Type="http://schemas.openxmlformats.org/officeDocument/2006/relationships/image" Target="../media/image23.png"/><Relationship Id="rId9" Type="http://schemas.openxmlformats.org/officeDocument/2006/relationships/image" Target="../media/image3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/>
          <p:nvPr/>
        </p:nvSpPr>
        <p:spPr>
          <a:xfrm>
            <a:off x="1780067" y="3081023"/>
            <a:ext cx="1820545" cy="2439035"/>
          </a:xfrm>
          <a:prstGeom prst="rect">
            <a:avLst/>
          </a:prstGeom>
          <a:solidFill>
            <a:srgbClr val="FFEFB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1829598" y="3127375"/>
            <a:ext cx="1720215" cy="388620"/>
          </a:xfrm>
          <a:prstGeom prst="roundRect">
            <a:avLst/>
          </a:prstGeom>
          <a:noFill/>
          <a:ln w="19050">
            <a:solidFill>
              <a:srgbClr val="1296DB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1829598" y="3164840"/>
            <a:ext cx="1720215" cy="2303780"/>
            <a:chOff x="4970" y="5440"/>
            <a:chExt cx="2709" cy="4112"/>
          </a:xfrm>
        </p:grpSpPr>
        <p:sp>
          <p:nvSpPr>
            <p:cNvPr id="64" name="圆角矩形 63"/>
            <p:cNvSpPr/>
            <p:nvPr/>
          </p:nvSpPr>
          <p:spPr>
            <a:xfrm>
              <a:off x="4970" y="6249"/>
              <a:ext cx="2709" cy="687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4970" y="8824"/>
              <a:ext cx="2709" cy="728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5074" y="8913"/>
              <a:ext cx="1769" cy="555"/>
            </a:xfrm>
            <a:prstGeom prst="roundRect">
              <a:avLst/>
            </a:prstGeom>
            <a:solidFill>
              <a:srgbClr val="FFD96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Attention</a:t>
              </a: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5074" y="8045"/>
              <a:ext cx="1769" cy="555"/>
            </a:xfrm>
            <a:prstGeom prst="roundRect">
              <a:avLst/>
            </a:prstGeom>
            <a:solidFill>
              <a:srgbClr val="F4B183">
                <a:alpha val="40000"/>
              </a:srgbClr>
            </a:solidFill>
            <a:ln w="19050">
              <a:solidFill>
                <a:schemeClr val="tx1">
                  <a:alpha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>
                      <a:alpha val="4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MLP</a:t>
              </a: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074" y="7177"/>
              <a:ext cx="1769" cy="555"/>
            </a:xfrm>
            <a:prstGeom prst="roundRect">
              <a:avLst/>
            </a:prstGeom>
            <a:solidFill>
              <a:srgbClr val="FFD966"/>
            </a:solidFill>
            <a:ln w="19050">
              <a:solidFill>
                <a:schemeClr val="tx1">
                  <a:alpha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chemeClr val="tx1">
                      <a:alpha val="4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Attention</a:t>
              </a: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5074" y="6309"/>
              <a:ext cx="1769" cy="555"/>
            </a:xfrm>
            <a:prstGeom prst="roundRect">
              <a:avLst/>
            </a:prstGeom>
            <a:solidFill>
              <a:srgbClr val="F4B18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MLP</a:t>
              </a: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5074" y="5440"/>
              <a:ext cx="1769" cy="556"/>
            </a:xfrm>
            <a:prstGeom prst="round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LM Head</a:t>
              </a:r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V="1">
              <a:off x="5966" y="6063"/>
              <a:ext cx="0" cy="165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prstDash val="solid"/>
              <a:miter lim="800000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endCxn id="48" idx="2"/>
            </p:cNvCxnSpPr>
            <p:nvPr/>
          </p:nvCxnSpPr>
          <p:spPr>
            <a:xfrm flipV="1">
              <a:off x="5957" y="8721"/>
              <a:ext cx="0" cy="107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弧形 47"/>
            <p:cNvSpPr/>
            <p:nvPr/>
          </p:nvSpPr>
          <p:spPr>
            <a:xfrm>
              <a:off x="5618" y="7973"/>
              <a:ext cx="680" cy="748"/>
            </a:xfrm>
            <a:prstGeom prst="arc">
              <a:avLst>
                <a:gd name="adj1" fmla="val 16233359"/>
                <a:gd name="adj2" fmla="val 5413095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箭头连接符 48"/>
            <p:cNvCxnSpPr>
              <a:stCxn id="48" idx="0"/>
              <a:endCxn id="50" idx="2"/>
            </p:cNvCxnSpPr>
            <p:nvPr/>
          </p:nvCxnSpPr>
          <p:spPr>
            <a:xfrm flipV="1">
              <a:off x="5961" y="7820"/>
              <a:ext cx="3" cy="15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弧形 49"/>
            <p:cNvSpPr/>
            <p:nvPr/>
          </p:nvSpPr>
          <p:spPr>
            <a:xfrm>
              <a:off x="5618" y="7130"/>
              <a:ext cx="680" cy="690"/>
            </a:xfrm>
            <a:prstGeom prst="arc">
              <a:avLst>
                <a:gd name="adj1" fmla="val 16195810"/>
                <a:gd name="adj2" fmla="val 5331352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箭头连接符 50"/>
            <p:cNvCxnSpPr/>
            <p:nvPr/>
          </p:nvCxnSpPr>
          <p:spPr>
            <a:xfrm flipV="1">
              <a:off x="5957" y="6945"/>
              <a:ext cx="0" cy="1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2" name="图片 51" descr="雪花-0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70" y="9051"/>
              <a:ext cx="278" cy="278"/>
            </a:xfrm>
            <a:prstGeom prst="rect">
              <a:avLst/>
            </a:prstGeom>
          </p:spPr>
        </p:pic>
        <p:pic>
          <p:nvPicPr>
            <p:cNvPr id="53" name="图片 52" descr="雪花-0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70" y="6447"/>
              <a:ext cx="278" cy="278"/>
            </a:xfrm>
            <a:prstGeom prst="rect">
              <a:avLst/>
            </a:prstGeom>
          </p:spPr>
        </p:pic>
        <p:pic>
          <p:nvPicPr>
            <p:cNvPr id="54" name="图片 53" descr="雪花-0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70" y="5580"/>
              <a:ext cx="278" cy="278"/>
            </a:xfrm>
            <a:prstGeom prst="rect">
              <a:avLst/>
            </a:prstGeom>
          </p:spPr>
        </p:pic>
        <p:grpSp>
          <p:nvGrpSpPr>
            <p:cNvPr id="57" name="组合 56"/>
            <p:cNvGrpSpPr/>
            <p:nvPr/>
          </p:nvGrpSpPr>
          <p:grpSpPr>
            <a:xfrm>
              <a:off x="6960" y="8913"/>
              <a:ext cx="442" cy="556"/>
              <a:chOff x="7158" y="8821"/>
              <a:chExt cx="540" cy="646"/>
            </a:xfrm>
            <a:solidFill>
              <a:srgbClr val="FFBE79"/>
            </a:solidFill>
          </p:grpSpPr>
          <p:sp>
            <p:nvSpPr>
              <p:cNvPr id="55" name="梯形 54"/>
              <p:cNvSpPr/>
              <p:nvPr/>
            </p:nvSpPr>
            <p:spPr>
              <a:xfrm>
                <a:off x="7158" y="9185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梯形 55"/>
              <p:cNvSpPr/>
              <p:nvPr/>
            </p:nvSpPr>
            <p:spPr>
              <a:xfrm rot="10800000">
                <a:off x="7158" y="8821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958" y="6309"/>
              <a:ext cx="444" cy="556"/>
              <a:chOff x="7158" y="8821"/>
              <a:chExt cx="540" cy="646"/>
            </a:xfrm>
            <a:solidFill>
              <a:srgbClr val="FFBE79"/>
            </a:solidFill>
          </p:grpSpPr>
          <p:sp>
            <p:nvSpPr>
              <p:cNvPr id="59" name="梯形 58"/>
              <p:cNvSpPr/>
              <p:nvPr/>
            </p:nvSpPr>
            <p:spPr>
              <a:xfrm>
                <a:off x="7158" y="9185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梯形 59"/>
              <p:cNvSpPr/>
              <p:nvPr/>
            </p:nvSpPr>
            <p:spPr>
              <a:xfrm rot="10800000">
                <a:off x="7158" y="8821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1" name="图片 60" descr="火焰-copy-copy (1)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01" y="9051"/>
              <a:ext cx="278" cy="278"/>
            </a:xfrm>
            <a:prstGeom prst="rect">
              <a:avLst/>
            </a:prstGeom>
          </p:spPr>
        </p:pic>
        <p:pic>
          <p:nvPicPr>
            <p:cNvPr id="62" name="图片 61" descr="火焰-copy-copy (1)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01" y="6447"/>
              <a:ext cx="278" cy="278"/>
            </a:xfrm>
            <a:prstGeom prst="rect">
              <a:avLst/>
            </a:prstGeom>
          </p:spPr>
        </p:pic>
      </p:grpSp>
      <p:pic>
        <p:nvPicPr>
          <p:cNvPr id="2" name="图片 1" descr="数据库,数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8859" y="379730"/>
            <a:ext cx="720090" cy="7200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41964" y="1099824"/>
            <a:ext cx="18326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Retrieval Corpus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427504" y="5520693"/>
            <a:ext cx="18326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Target Model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940087" y="5600068"/>
            <a:ext cx="1515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5718969" y="3081655"/>
            <a:ext cx="1233170" cy="2438400"/>
            <a:chOff x="1169" y="5792"/>
            <a:chExt cx="1942" cy="3840"/>
          </a:xfrm>
        </p:grpSpPr>
        <p:sp>
          <p:nvSpPr>
            <p:cNvPr id="69" name="矩形 68"/>
            <p:cNvSpPr/>
            <p:nvPr/>
          </p:nvSpPr>
          <p:spPr>
            <a:xfrm>
              <a:off x="1169" y="5792"/>
              <a:ext cx="1942" cy="3841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1263" y="5898"/>
              <a:ext cx="1773" cy="3628"/>
              <a:chOff x="740" y="5442"/>
              <a:chExt cx="1773" cy="402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740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743" y="8045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743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743" y="6309"/>
                <a:ext cx="1770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743" y="5442"/>
                <a:ext cx="1769" cy="554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24" name="曲线连接符 23"/>
              <p:cNvCxnSpPr>
                <a:stCxn id="7" idx="0"/>
                <a:endCxn id="8" idx="2"/>
              </p:cNvCxnSpPr>
              <p:nvPr/>
            </p:nvCxnSpPr>
            <p:spPr>
              <a:xfrm rot="16200000">
                <a:off x="1470" y="8755"/>
                <a:ext cx="313" cy="3"/>
              </a:xfrm>
              <a:prstGeom prst="curvedConnector3">
                <a:avLst>
                  <a:gd name="adj1" fmla="val 49840"/>
                </a:avLst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1628" y="5996"/>
                <a:ext cx="0" cy="313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曲线连接符 41"/>
              <p:cNvCxnSpPr>
                <a:stCxn id="8" idx="0"/>
                <a:endCxn id="9" idx="2"/>
              </p:cNvCxnSpPr>
              <p:nvPr/>
            </p:nvCxnSpPr>
            <p:spPr>
              <a:xfrm rot="16200000">
                <a:off x="1472" y="7889"/>
                <a:ext cx="313" cy="5"/>
              </a:xfrm>
              <a:prstGeom prst="curvedConnector2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9" idx="0"/>
                <a:endCxn id="10" idx="2"/>
              </p:cNvCxnSpPr>
              <p:nvPr/>
            </p:nvCxnSpPr>
            <p:spPr>
              <a:xfrm flipV="1">
                <a:off x="1628" y="6864"/>
                <a:ext cx="0" cy="313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圆角矩形 71"/>
          <p:cNvSpPr/>
          <p:nvPr/>
        </p:nvSpPr>
        <p:spPr>
          <a:xfrm>
            <a:off x="1726089" y="1972310"/>
            <a:ext cx="1910080" cy="515620"/>
          </a:xfrm>
          <a:prstGeom prst="roundRect">
            <a:avLst/>
          </a:prstGeom>
          <a:solidFill>
            <a:srgbClr val="F5F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1842932" y="2229486"/>
            <a:ext cx="169100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... \n        return cost</a:t>
            </a:r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</a:rPr>
              <a:t>[m][</a:t>
            </a:r>
          </a:p>
        </p:txBody>
      </p:sp>
      <p:sp>
        <p:nvSpPr>
          <p:cNvPr id="77" name="箭头: 下 403"/>
          <p:cNvSpPr/>
          <p:nvPr/>
        </p:nvSpPr>
        <p:spPr>
          <a:xfrm rot="10800000">
            <a:off x="2590325" y="1456056"/>
            <a:ext cx="82550" cy="4660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610644" y="1551309"/>
            <a:ext cx="9639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① Retrieve</a:t>
            </a:r>
          </a:p>
        </p:txBody>
      </p:sp>
      <p:sp>
        <p:nvSpPr>
          <p:cNvPr id="81" name="箭头: 下 403"/>
          <p:cNvSpPr/>
          <p:nvPr/>
        </p:nvSpPr>
        <p:spPr>
          <a:xfrm>
            <a:off x="2590325" y="2566673"/>
            <a:ext cx="82550" cy="46418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u="sng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698274" y="2647954"/>
            <a:ext cx="127889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③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Self-Draft</a:t>
            </a:r>
          </a:p>
        </p:txBody>
      </p:sp>
      <p:sp>
        <p:nvSpPr>
          <p:cNvPr id="142" name="箭头: 下 403"/>
          <p:cNvSpPr/>
          <p:nvPr/>
        </p:nvSpPr>
        <p:spPr>
          <a:xfrm rot="16200000">
            <a:off x="3592989" y="386715"/>
            <a:ext cx="76200" cy="69088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194969" y="1377954"/>
            <a:ext cx="11887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Retrieval Code</a:t>
            </a:r>
          </a:p>
        </p:txBody>
      </p:sp>
      <p:sp>
        <p:nvSpPr>
          <p:cNvPr id="6" name="圆角矩形 8"/>
          <p:cNvSpPr/>
          <p:nvPr/>
        </p:nvSpPr>
        <p:spPr>
          <a:xfrm>
            <a:off x="4871883" y="1972313"/>
            <a:ext cx="1123315" cy="509905"/>
          </a:xfrm>
          <a:prstGeom prst="roundRect">
            <a:avLst/>
          </a:prstGeom>
          <a:solidFill>
            <a:srgbClr val="FFB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Quality Evaluation</a:t>
            </a:r>
          </a:p>
        </p:txBody>
      </p:sp>
      <p:cxnSp>
        <p:nvCxnSpPr>
          <p:cNvPr id="14" name="直接箭头连接符 13"/>
          <p:cNvCxnSpPr>
            <a:stCxn id="146" idx="2"/>
            <a:endCxn id="6" idx="0"/>
          </p:cNvCxnSpPr>
          <p:nvPr/>
        </p:nvCxnSpPr>
        <p:spPr>
          <a:xfrm>
            <a:off x="4789332" y="1654950"/>
            <a:ext cx="644209" cy="317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6" idx="2"/>
            <a:endCxn id="69" idx="0"/>
          </p:cNvCxnSpPr>
          <p:nvPr/>
        </p:nvCxnSpPr>
        <p:spPr>
          <a:xfrm>
            <a:off x="5433854" y="2482215"/>
            <a:ext cx="901700" cy="599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5649123" y="2465073"/>
            <a:ext cx="10394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 Quality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6151404" y="2741934"/>
            <a:ext cx="13144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③ Verification</a:t>
            </a:r>
          </a:p>
        </p:txBody>
      </p:sp>
      <p:sp>
        <p:nvSpPr>
          <p:cNvPr id="156" name="箭头: 下 403"/>
          <p:cNvSpPr/>
          <p:nvPr/>
        </p:nvSpPr>
        <p:spPr>
          <a:xfrm rot="5400000" flipV="1">
            <a:off x="7178834" y="4047490"/>
            <a:ext cx="97790" cy="47625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7507133" y="4003040"/>
            <a:ext cx="927735" cy="534670"/>
            <a:chOff x="1207" y="3867"/>
            <a:chExt cx="3008" cy="440"/>
          </a:xfrm>
        </p:grpSpPr>
        <p:sp>
          <p:nvSpPr>
            <p:cNvPr id="158" name="圆角矩形 71"/>
            <p:cNvSpPr/>
            <p:nvPr/>
          </p:nvSpPr>
          <p:spPr>
            <a:xfrm>
              <a:off x="1207" y="3867"/>
              <a:ext cx="3008" cy="440"/>
            </a:xfrm>
            <a:prstGeom prst="roundRect">
              <a:avLst/>
            </a:prstGeom>
            <a:solidFill>
              <a:srgbClr val="F5F5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1208" y="3870"/>
              <a:ext cx="3007" cy="2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60" name="文本框 159"/>
          <p:cNvSpPr txBox="1"/>
          <p:nvPr/>
        </p:nvSpPr>
        <p:spPr>
          <a:xfrm>
            <a:off x="7745258" y="4011299"/>
            <a:ext cx="6902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buSzTx/>
              <a:buFontTx/>
            </a:pPr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</a:p>
        </p:txBody>
      </p:sp>
      <p:pic>
        <p:nvPicPr>
          <p:cNvPr id="162" name="图形 16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2932" y="1993904"/>
            <a:ext cx="230505" cy="230505"/>
          </a:xfrm>
          <a:prstGeom prst="rect">
            <a:avLst/>
          </a:prstGeom>
        </p:spPr>
      </p:pic>
      <p:sp>
        <p:nvSpPr>
          <p:cNvPr id="164" name="文本框 163"/>
          <p:cNvSpPr txBox="1"/>
          <p:nvPr/>
        </p:nvSpPr>
        <p:spPr>
          <a:xfrm>
            <a:off x="2018193" y="1968504"/>
            <a:ext cx="554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zh-CN" altLang="en-US" sz="1200" b="1" dirty="0"/>
          </a:p>
        </p:txBody>
      </p:sp>
      <p:pic>
        <p:nvPicPr>
          <p:cNvPr id="169" name="图形 168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95397" y="4015108"/>
            <a:ext cx="230505" cy="230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95394" y="4275833"/>
            <a:ext cx="7874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not in remov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572412" y="33023"/>
            <a:ext cx="2380615" cy="1657985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668294" y="92710"/>
            <a:ext cx="2438400" cy="1891030"/>
            <a:chOff x="8022" y="840"/>
            <a:chExt cx="3840" cy="2340"/>
          </a:xfrm>
        </p:grpSpPr>
        <p:grpSp>
          <p:nvGrpSpPr>
            <p:cNvPr id="73" name="组合 72"/>
            <p:cNvGrpSpPr/>
            <p:nvPr/>
          </p:nvGrpSpPr>
          <p:grpSpPr>
            <a:xfrm>
              <a:off x="8022" y="840"/>
              <a:ext cx="3454" cy="571"/>
              <a:chOff x="8022" y="968"/>
              <a:chExt cx="3454" cy="571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8022" y="1083"/>
                <a:ext cx="366" cy="204"/>
              </a:xfrm>
              <a:prstGeom prst="rect">
                <a:avLst/>
              </a:prstGeom>
              <a:solidFill>
                <a:srgbClr val="588E3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8388" y="968"/>
                <a:ext cx="3088" cy="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Retrieval-based Draft &amp; Verification</a:t>
                </a: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8022" y="1555"/>
              <a:ext cx="3840" cy="343"/>
              <a:chOff x="8022" y="1697"/>
              <a:chExt cx="3840" cy="343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8022" y="1812"/>
                <a:ext cx="366" cy="204"/>
              </a:xfrm>
              <a:prstGeom prst="rect">
                <a:avLst/>
              </a:prstGeom>
              <a:solidFill>
                <a:srgbClr val="4874CB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8388" y="1697"/>
                <a:ext cx="3474" cy="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1200" b="1" kern="0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Retrieval </a:t>
                </a:r>
                <a:r>
                  <a:rPr lang="en-US" altLang="zh-CN" sz="1200" b="1" dirty="0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Quality Evaluation</a:t>
                </a: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022" y="1980"/>
              <a:ext cx="3454" cy="343"/>
              <a:chOff x="8022" y="2135"/>
              <a:chExt cx="3454" cy="343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8022" y="2250"/>
                <a:ext cx="366" cy="20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388" y="2135"/>
                <a:ext cx="3088" cy="3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Self-Draft &amp; Verification</a:t>
                </a: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054" y="2405"/>
              <a:ext cx="3422" cy="351"/>
              <a:chOff x="8054" y="2569"/>
              <a:chExt cx="3422" cy="351"/>
            </a:xfrm>
          </p:grpSpPr>
          <p:pic>
            <p:nvPicPr>
              <p:cNvPr id="22" name="图片 21" descr="雪花-02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054" y="2653"/>
                <a:ext cx="302" cy="267"/>
              </a:xfrm>
              <a:prstGeom prst="rect">
                <a:avLst/>
              </a:prstGeom>
            </p:spPr>
          </p:pic>
          <p:sp>
            <p:nvSpPr>
              <p:cNvPr id="36" name="文本框 35"/>
              <p:cNvSpPr txBox="1"/>
              <p:nvPr/>
            </p:nvSpPr>
            <p:spPr>
              <a:xfrm>
                <a:off x="8388" y="2569"/>
                <a:ext cx="3088" cy="3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1296DB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Frozen Parameters</a:t>
                </a: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8054" y="2830"/>
              <a:ext cx="3638" cy="350"/>
              <a:chOff x="8054" y="2955"/>
              <a:chExt cx="3638" cy="350"/>
            </a:xfrm>
          </p:grpSpPr>
          <p:pic>
            <p:nvPicPr>
              <p:cNvPr id="37" name="图片 36" descr="火焰-copy-copy (1)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054" y="3039"/>
                <a:ext cx="302" cy="266"/>
              </a:xfrm>
              <a:prstGeom prst="rect">
                <a:avLst/>
              </a:prstGeom>
            </p:spPr>
          </p:pic>
          <p:sp>
            <p:nvSpPr>
              <p:cNvPr id="39" name="文本框 38"/>
              <p:cNvSpPr txBox="1"/>
              <p:nvPr/>
            </p:nvSpPr>
            <p:spPr>
              <a:xfrm>
                <a:off x="8388" y="2955"/>
                <a:ext cx="3304" cy="3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FC8F5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Trainable LoRA Parameters</a:t>
                </a:r>
              </a:p>
            </p:txBody>
          </p:sp>
        </p:grpSp>
      </p:grpSp>
      <p:sp>
        <p:nvSpPr>
          <p:cNvPr id="5" name="梯形 4"/>
          <p:cNvSpPr/>
          <p:nvPr/>
        </p:nvSpPr>
        <p:spPr>
          <a:xfrm>
            <a:off x="3091978" y="3343279"/>
            <a:ext cx="282575" cy="136525"/>
          </a:xfrm>
          <a:prstGeom prst="trapezoid">
            <a:avLst/>
          </a:prstGeom>
          <a:solidFill>
            <a:srgbClr val="FFB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梯形 22"/>
          <p:cNvSpPr/>
          <p:nvPr/>
        </p:nvSpPr>
        <p:spPr>
          <a:xfrm rot="10800000">
            <a:off x="3091978" y="3168019"/>
            <a:ext cx="282575" cy="136525"/>
          </a:xfrm>
          <a:prstGeom prst="trapezoid">
            <a:avLst/>
          </a:prstGeom>
          <a:solidFill>
            <a:srgbClr val="FFB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火焰-copy-copy (1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3279" y="3245488"/>
            <a:ext cx="176530" cy="155575"/>
          </a:xfrm>
          <a:prstGeom prst="rect">
            <a:avLst/>
          </a:prstGeom>
        </p:spPr>
      </p:pic>
      <p:grpSp>
        <p:nvGrpSpPr>
          <p:cNvPr id="221" name="组合 220"/>
          <p:cNvGrpSpPr/>
          <p:nvPr/>
        </p:nvGrpSpPr>
        <p:grpSpPr>
          <a:xfrm>
            <a:off x="3662204" y="3375664"/>
            <a:ext cx="1944370" cy="2144395"/>
            <a:chOff x="6186" y="5744"/>
            <a:chExt cx="3062" cy="3377"/>
          </a:xfrm>
        </p:grpSpPr>
        <p:grpSp>
          <p:nvGrpSpPr>
            <p:cNvPr id="219" name="组合 218"/>
            <p:cNvGrpSpPr/>
            <p:nvPr/>
          </p:nvGrpSpPr>
          <p:grpSpPr>
            <a:xfrm>
              <a:off x="6187" y="5744"/>
              <a:ext cx="3061" cy="703"/>
              <a:chOff x="6174" y="5744"/>
              <a:chExt cx="3158" cy="703"/>
            </a:xfrm>
          </p:grpSpPr>
          <p:sp>
            <p:nvSpPr>
              <p:cNvPr id="27" name="箭头: 下 403"/>
              <p:cNvSpPr/>
              <p:nvPr/>
            </p:nvSpPr>
            <p:spPr>
              <a:xfrm rot="16200000" flipV="1">
                <a:off x="7663" y="4778"/>
                <a:ext cx="180" cy="3158"/>
              </a:xfrm>
              <a:prstGeom prst="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484" y="5744"/>
                <a:ext cx="2658" cy="58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Bayesian Optimization </a:t>
                </a: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&amp; Distill</a:t>
                </a:r>
              </a:p>
            </p:txBody>
          </p:sp>
        </p:grpSp>
        <p:grpSp>
          <p:nvGrpSpPr>
            <p:cNvPr id="218" name="组合 217"/>
            <p:cNvGrpSpPr/>
            <p:nvPr/>
          </p:nvGrpSpPr>
          <p:grpSpPr>
            <a:xfrm>
              <a:off x="6186" y="6655"/>
              <a:ext cx="3061" cy="458"/>
              <a:chOff x="6199" y="6655"/>
              <a:chExt cx="3157" cy="458"/>
            </a:xfrm>
          </p:grpSpPr>
          <p:sp>
            <p:nvSpPr>
              <p:cNvPr id="151" name="箭头: 下 403"/>
              <p:cNvSpPr/>
              <p:nvPr/>
            </p:nvSpPr>
            <p:spPr>
              <a:xfrm rot="5400000" flipV="1">
                <a:off x="7687" y="5444"/>
                <a:ext cx="181" cy="3157"/>
              </a:xfrm>
              <a:prstGeom prst="down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>
                <a:off x="6966" y="6655"/>
                <a:ext cx="1959" cy="29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200" b="1" dirty="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④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</a:t>
                </a:r>
                <a:r>
                  <a:rPr lang="zh-CN" altLang="en-US" sz="1200" b="1" dirty="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Verification</a:t>
                </a:r>
              </a:p>
            </p:txBody>
          </p:sp>
        </p:grpSp>
        <p:grpSp>
          <p:nvGrpSpPr>
            <p:cNvPr id="214" name="组合 213"/>
            <p:cNvGrpSpPr/>
            <p:nvPr/>
          </p:nvGrpSpPr>
          <p:grpSpPr>
            <a:xfrm>
              <a:off x="6267" y="7185"/>
              <a:ext cx="2902" cy="1936"/>
              <a:chOff x="6271" y="7149"/>
              <a:chExt cx="2902" cy="1936"/>
            </a:xfrm>
          </p:grpSpPr>
          <p:sp>
            <p:nvSpPr>
              <p:cNvPr id="153" name="圆角矩形 71"/>
              <p:cNvSpPr/>
              <p:nvPr/>
            </p:nvSpPr>
            <p:spPr>
              <a:xfrm>
                <a:off x="6271" y="7172"/>
                <a:ext cx="2902" cy="1913"/>
              </a:xfrm>
              <a:prstGeom prst="roundRect">
                <a:avLst>
                  <a:gd name="adj" fmla="val 6783"/>
                </a:avLst>
              </a:prstGeom>
              <a:solidFill>
                <a:srgbClr val="F5F5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66" name="图形 165"/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398" y="7209"/>
                <a:ext cx="363" cy="363"/>
              </a:xfrm>
              <a:prstGeom prst="rect">
                <a:avLst/>
              </a:prstGeom>
            </p:spPr>
          </p:pic>
          <p:sp>
            <p:nvSpPr>
              <p:cNvPr id="167" name="文本框 166"/>
              <p:cNvSpPr txBox="1"/>
              <p:nvPr/>
            </p:nvSpPr>
            <p:spPr>
              <a:xfrm>
                <a:off x="6619" y="7149"/>
                <a:ext cx="873" cy="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Draft</a:t>
                </a:r>
                <a:endParaRPr lang="zh-CN" altLang="en-US" sz="1200" b="1" dirty="0"/>
              </a:p>
            </p:txBody>
          </p:sp>
          <p:grpSp>
            <p:nvGrpSpPr>
              <p:cNvPr id="213" name="组合 212"/>
              <p:cNvGrpSpPr/>
              <p:nvPr/>
            </p:nvGrpSpPr>
            <p:grpSpPr>
              <a:xfrm>
                <a:off x="6470" y="7514"/>
                <a:ext cx="2529" cy="1502"/>
                <a:chOff x="6271" y="7546"/>
                <a:chExt cx="2529" cy="1502"/>
              </a:xfrm>
            </p:grpSpPr>
            <p:grpSp>
              <p:nvGrpSpPr>
                <p:cNvPr id="209" name="组合 208"/>
                <p:cNvGrpSpPr/>
                <p:nvPr/>
              </p:nvGrpSpPr>
              <p:grpSpPr>
                <a:xfrm>
                  <a:off x="6271" y="7799"/>
                  <a:ext cx="454" cy="454"/>
                  <a:chOff x="6323" y="8142"/>
                  <a:chExt cx="454" cy="454"/>
                </a:xfrm>
              </p:grpSpPr>
              <p:sp>
                <p:nvSpPr>
                  <p:cNvPr id="80" name="文本框 79"/>
                  <p:cNvSpPr txBox="1"/>
                  <p:nvPr/>
                </p:nvSpPr>
                <p:spPr>
                  <a:xfrm>
                    <a:off x="6329" y="8163"/>
                    <a:ext cx="440" cy="41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10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Root</a:t>
                    </a:r>
                  </a:p>
                </p:txBody>
              </p:sp>
              <p:sp>
                <p:nvSpPr>
                  <p:cNvPr id="79" name="椭圆 78"/>
                  <p:cNvSpPr/>
                  <p:nvPr/>
                </p:nvSpPr>
                <p:spPr>
                  <a:xfrm>
                    <a:off x="6323" y="8142"/>
                    <a:ext cx="454" cy="454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cxnSp>
              <p:nvCxnSpPr>
                <p:cNvPr id="121" name="曲线连接符 120"/>
                <p:cNvCxnSpPr>
                  <a:stCxn id="79" idx="6"/>
                  <a:endCxn id="102" idx="2"/>
                </p:cNvCxnSpPr>
                <p:nvPr/>
              </p:nvCxnSpPr>
              <p:spPr>
                <a:xfrm flipV="1">
                  <a:off x="6725" y="7773"/>
                  <a:ext cx="219" cy="252"/>
                </a:xfrm>
                <a:prstGeom prst="curvedConnector3">
                  <a:avLst>
                    <a:gd name="adj1" fmla="val 50228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12" name="组合 211"/>
                <p:cNvGrpSpPr/>
                <p:nvPr/>
              </p:nvGrpSpPr>
              <p:grpSpPr>
                <a:xfrm>
                  <a:off x="6944" y="7546"/>
                  <a:ext cx="454" cy="959"/>
                  <a:chOff x="6925" y="7546"/>
                  <a:chExt cx="454" cy="959"/>
                </a:xfrm>
              </p:grpSpPr>
              <p:grpSp>
                <p:nvGrpSpPr>
                  <p:cNvPr id="208" name="组合 207"/>
                  <p:cNvGrpSpPr/>
                  <p:nvPr/>
                </p:nvGrpSpPr>
                <p:grpSpPr>
                  <a:xfrm>
                    <a:off x="6925" y="7546"/>
                    <a:ext cx="454" cy="454"/>
                    <a:chOff x="6925" y="7546"/>
                    <a:chExt cx="454" cy="454"/>
                  </a:xfrm>
                </p:grpSpPr>
                <p:sp>
                  <p:nvSpPr>
                    <p:cNvPr id="102" name="椭圆 101"/>
                    <p:cNvSpPr/>
                    <p:nvPr/>
                  </p:nvSpPr>
                  <p:spPr>
                    <a:xfrm>
                      <a:off x="6925" y="7546"/>
                      <a:ext cx="454" cy="454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8" name="文本框 107"/>
                    <p:cNvSpPr txBox="1"/>
                    <p:nvPr/>
                  </p:nvSpPr>
                  <p:spPr>
                    <a:xfrm>
                      <a:off x="6990" y="7608"/>
                      <a:ext cx="323" cy="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in</a:t>
                      </a:r>
                    </a:p>
                  </p:txBody>
                </p:sp>
              </p:grpSp>
              <p:grpSp>
                <p:nvGrpSpPr>
                  <p:cNvPr id="207" name="组合 206"/>
                  <p:cNvGrpSpPr/>
                  <p:nvPr/>
                </p:nvGrpSpPr>
                <p:grpSpPr>
                  <a:xfrm>
                    <a:off x="6925" y="8051"/>
                    <a:ext cx="454" cy="454"/>
                    <a:chOff x="6925" y="9200"/>
                    <a:chExt cx="454" cy="454"/>
                  </a:xfrm>
                </p:grpSpPr>
                <p:sp>
                  <p:nvSpPr>
                    <p:cNvPr id="161" name="椭圆 160"/>
                    <p:cNvSpPr/>
                    <p:nvPr/>
                  </p:nvSpPr>
                  <p:spPr>
                    <a:xfrm>
                      <a:off x="6925" y="9200"/>
                      <a:ext cx="454" cy="454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63" name="文本框 162"/>
                    <p:cNvSpPr txBox="1"/>
                    <p:nvPr/>
                  </p:nvSpPr>
                  <p:spPr>
                    <a:xfrm>
                      <a:off x="6998" y="9263"/>
                      <a:ext cx="309" cy="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not</a:t>
                      </a:r>
                    </a:p>
                  </p:txBody>
                </p:sp>
              </p:grpSp>
            </p:grpSp>
            <p:cxnSp>
              <p:nvCxnSpPr>
                <p:cNvPr id="176" name="曲线连接符 175"/>
                <p:cNvCxnSpPr>
                  <a:stCxn id="79" idx="6"/>
                  <a:endCxn id="161" idx="2"/>
                </p:cNvCxnSpPr>
                <p:nvPr/>
              </p:nvCxnSpPr>
              <p:spPr>
                <a:xfrm>
                  <a:off x="6725" y="8025"/>
                  <a:ext cx="219" cy="253"/>
                </a:xfrm>
                <a:prstGeom prst="curvedConnector3">
                  <a:avLst>
                    <a:gd name="adj1" fmla="val 50228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曲线连接符 176"/>
                <p:cNvCxnSpPr>
                  <a:stCxn id="161" idx="6"/>
                  <a:endCxn id="168" idx="2"/>
                </p:cNvCxnSpPr>
                <p:nvPr/>
              </p:nvCxnSpPr>
              <p:spPr>
                <a:xfrm>
                  <a:off x="7398" y="8278"/>
                  <a:ext cx="218" cy="278"/>
                </a:xfrm>
                <a:prstGeom prst="curved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11" name="组合 210"/>
                <p:cNvGrpSpPr/>
                <p:nvPr/>
              </p:nvGrpSpPr>
              <p:grpSpPr>
                <a:xfrm>
                  <a:off x="7617" y="7773"/>
                  <a:ext cx="454" cy="1010"/>
                  <a:chOff x="7606" y="7773"/>
                  <a:chExt cx="454" cy="1010"/>
                </a:xfrm>
              </p:grpSpPr>
              <p:grpSp>
                <p:nvGrpSpPr>
                  <p:cNvPr id="205" name="组合 204"/>
                  <p:cNvGrpSpPr/>
                  <p:nvPr/>
                </p:nvGrpSpPr>
                <p:grpSpPr>
                  <a:xfrm>
                    <a:off x="7606" y="8329"/>
                    <a:ext cx="454" cy="454"/>
                    <a:chOff x="7709" y="8555"/>
                    <a:chExt cx="454" cy="454"/>
                  </a:xfrm>
                </p:grpSpPr>
                <p:sp>
                  <p:nvSpPr>
                    <p:cNvPr id="168" name="椭圆 167"/>
                    <p:cNvSpPr/>
                    <p:nvPr/>
                  </p:nvSpPr>
                  <p:spPr>
                    <a:xfrm>
                      <a:off x="7709" y="8555"/>
                      <a:ext cx="454" cy="454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70" name="文本框 169"/>
                    <p:cNvSpPr txBox="1"/>
                    <p:nvPr/>
                  </p:nvSpPr>
                  <p:spPr>
                    <a:xfrm>
                      <a:off x="7712" y="8617"/>
                      <a:ext cx="447" cy="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in</a:t>
                      </a:r>
                    </a:p>
                  </p:txBody>
                </p:sp>
              </p:grpSp>
              <p:grpSp>
                <p:nvGrpSpPr>
                  <p:cNvPr id="206" name="组合 205"/>
                  <p:cNvGrpSpPr/>
                  <p:nvPr/>
                </p:nvGrpSpPr>
                <p:grpSpPr>
                  <a:xfrm>
                    <a:off x="7606" y="7773"/>
                    <a:ext cx="454" cy="454"/>
                    <a:chOff x="7634" y="7942"/>
                    <a:chExt cx="454" cy="454"/>
                  </a:xfrm>
                </p:grpSpPr>
                <p:sp>
                  <p:nvSpPr>
                    <p:cNvPr id="179" name="椭圆 178"/>
                    <p:cNvSpPr/>
                    <p:nvPr/>
                  </p:nvSpPr>
                  <p:spPr>
                    <a:xfrm>
                      <a:off x="7634" y="7942"/>
                      <a:ext cx="454" cy="454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80" name="文本框 179"/>
                    <p:cNvSpPr txBox="1"/>
                    <p:nvPr/>
                  </p:nvSpPr>
                  <p:spPr>
                    <a:xfrm>
                      <a:off x="7692" y="8004"/>
                      <a:ext cx="337" cy="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x</a:t>
                      </a:r>
                    </a:p>
                  </p:txBody>
                </p:sp>
              </p:grpSp>
            </p:grpSp>
            <p:cxnSp>
              <p:nvCxnSpPr>
                <p:cNvPr id="181" name="曲线连接符 180"/>
                <p:cNvCxnSpPr>
                  <a:stCxn id="161" idx="6"/>
                  <a:endCxn id="179" idx="2"/>
                </p:cNvCxnSpPr>
                <p:nvPr/>
              </p:nvCxnSpPr>
              <p:spPr>
                <a:xfrm flipV="1">
                  <a:off x="7398" y="8000"/>
                  <a:ext cx="218" cy="278"/>
                </a:xfrm>
                <a:prstGeom prst="curved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10" name="组合 209"/>
                <p:cNvGrpSpPr/>
                <p:nvPr/>
              </p:nvGrpSpPr>
              <p:grpSpPr>
                <a:xfrm>
                  <a:off x="8290" y="8062"/>
                  <a:ext cx="510" cy="987"/>
                  <a:chOff x="8291" y="8062"/>
                  <a:chExt cx="510" cy="987"/>
                </a:xfrm>
              </p:grpSpPr>
              <p:grpSp>
                <p:nvGrpSpPr>
                  <p:cNvPr id="203" name="组合 202"/>
                  <p:cNvGrpSpPr/>
                  <p:nvPr/>
                </p:nvGrpSpPr>
                <p:grpSpPr>
                  <a:xfrm>
                    <a:off x="8291" y="8595"/>
                    <a:ext cx="510" cy="454"/>
                    <a:chOff x="10061" y="10129"/>
                    <a:chExt cx="510" cy="454"/>
                  </a:xfrm>
                </p:grpSpPr>
                <p:sp>
                  <p:nvSpPr>
                    <p:cNvPr id="186" name="椭圆 185"/>
                    <p:cNvSpPr/>
                    <p:nvPr/>
                  </p:nvSpPr>
                  <p:spPr>
                    <a:xfrm>
                      <a:off x="10089" y="10129"/>
                      <a:ext cx="454" cy="454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87" name="文本框 186"/>
                    <p:cNvSpPr txBox="1"/>
                    <p:nvPr/>
                  </p:nvSpPr>
                  <p:spPr>
                    <a:xfrm>
                      <a:off x="10061" y="10192"/>
                      <a:ext cx="510" cy="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altLang="zh-CN" sz="8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remov</a:t>
                      </a:r>
                    </a:p>
                  </p:txBody>
                </p:sp>
              </p:grpSp>
              <p:grpSp>
                <p:nvGrpSpPr>
                  <p:cNvPr id="204" name="组合 203"/>
                  <p:cNvGrpSpPr/>
                  <p:nvPr/>
                </p:nvGrpSpPr>
                <p:grpSpPr>
                  <a:xfrm>
                    <a:off x="8319" y="8062"/>
                    <a:ext cx="454" cy="454"/>
                    <a:chOff x="8320" y="8124"/>
                    <a:chExt cx="454" cy="454"/>
                  </a:xfrm>
                </p:grpSpPr>
                <p:sp>
                  <p:nvSpPr>
                    <p:cNvPr id="190" name="椭圆 189"/>
                    <p:cNvSpPr/>
                    <p:nvPr/>
                  </p:nvSpPr>
                  <p:spPr>
                    <a:xfrm>
                      <a:off x="8320" y="8124"/>
                      <a:ext cx="454" cy="454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91" name="文本框 190"/>
                    <p:cNvSpPr txBox="1"/>
                    <p:nvPr/>
                  </p:nvSpPr>
                  <p:spPr>
                    <a:xfrm>
                      <a:off x="8389" y="8186"/>
                      <a:ext cx="315" cy="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list</a:t>
                      </a:r>
                    </a:p>
                  </p:txBody>
                </p:sp>
              </p:grpSp>
            </p:grpSp>
            <p:cxnSp>
              <p:nvCxnSpPr>
                <p:cNvPr id="200" name="曲线连接符 199"/>
                <p:cNvCxnSpPr>
                  <a:stCxn id="168" idx="6"/>
                  <a:endCxn id="186" idx="2"/>
                </p:cNvCxnSpPr>
                <p:nvPr/>
              </p:nvCxnSpPr>
              <p:spPr>
                <a:xfrm>
                  <a:off x="8070" y="8556"/>
                  <a:ext cx="248" cy="266"/>
                </a:xfrm>
                <a:prstGeom prst="curved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曲线连接符 200"/>
                <p:cNvCxnSpPr>
                  <a:stCxn id="168" idx="6"/>
                  <a:endCxn id="190" idx="2"/>
                </p:cNvCxnSpPr>
                <p:nvPr/>
              </p:nvCxnSpPr>
              <p:spPr>
                <a:xfrm flipV="1">
                  <a:off x="8070" y="8289"/>
                  <a:ext cx="248" cy="267"/>
                </a:xfrm>
                <a:prstGeom prst="curved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5" name="组合 224"/>
          <p:cNvGrpSpPr/>
          <p:nvPr/>
        </p:nvGrpSpPr>
        <p:grpSpPr>
          <a:xfrm rot="19980000">
            <a:off x="3659210" y="2741562"/>
            <a:ext cx="1318895" cy="299720"/>
            <a:chOff x="6196" y="4735"/>
            <a:chExt cx="1959" cy="472"/>
          </a:xfrm>
        </p:grpSpPr>
        <p:sp>
          <p:nvSpPr>
            <p:cNvPr id="223" name="箭头: 下 403"/>
            <p:cNvSpPr/>
            <p:nvPr/>
          </p:nvSpPr>
          <p:spPr>
            <a:xfrm rot="5400000" flipV="1">
              <a:off x="7085" y="3846"/>
              <a:ext cx="181" cy="1959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6282" y="4916"/>
              <a:ext cx="1789" cy="29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②</a:t>
              </a:r>
              <a:r>
                <a:rPr lang="en-US" altLang="zh-CN" sz="12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Evaluator</a:t>
              </a:r>
            </a:p>
          </p:txBody>
        </p:sp>
      </p:grpSp>
      <p:sp>
        <p:nvSpPr>
          <p:cNvPr id="144" name="圆角矩形 143"/>
          <p:cNvSpPr/>
          <p:nvPr/>
        </p:nvSpPr>
        <p:spPr>
          <a:xfrm>
            <a:off x="4167029" y="33020"/>
            <a:ext cx="1211580" cy="1344930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0" name="组合 109"/>
          <p:cNvGrpSpPr/>
          <p:nvPr/>
        </p:nvGrpSpPr>
        <p:grpSpPr>
          <a:xfrm>
            <a:off x="4287679" y="86995"/>
            <a:ext cx="970280" cy="1236980"/>
            <a:chOff x="4272" y="125"/>
            <a:chExt cx="1528" cy="1948"/>
          </a:xfrm>
        </p:grpSpPr>
        <p:sp>
          <p:nvSpPr>
            <p:cNvPr id="93" name="文本框 92"/>
            <p:cNvSpPr txBox="1"/>
            <p:nvPr/>
          </p:nvSpPr>
          <p:spPr>
            <a:xfrm>
              <a:off x="4657" y="125"/>
              <a:ext cx="758" cy="340"/>
            </a:xfrm>
            <a:prstGeom prst="rect">
              <a:avLst/>
            </a:prstGeom>
            <a:noFill/>
          </p:spPr>
          <p:txBody>
            <a:bodyPr wrap="square" lIns="0" tIns="46990" rIns="0" bIns="46990" rtlCol="0" anchor="ctr" anchorCtr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Root</a:t>
              </a:r>
            </a:p>
          </p:txBody>
        </p:sp>
        <p:cxnSp>
          <p:nvCxnSpPr>
            <p:cNvPr id="136" name="曲线连接符 135"/>
            <p:cNvCxnSpPr>
              <a:stCxn id="93" idx="2"/>
              <a:endCxn id="13" idx="0"/>
            </p:cNvCxnSpPr>
            <p:nvPr/>
          </p:nvCxnSpPr>
          <p:spPr>
            <a:xfrm rot="5400000" flipV="1">
              <a:off x="4939" y="563"/>
              <a:ext cx="196" cy="1"/>
            </a:xfrm>
            <a:prstGeom prst="curvedConnector3">
              <a:avLst>
                <a:gd name="adj1" fmla="val 49745"/>
              </a:avLst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7" name="曲线连接符 136"/>
            <p:cNvCxnSpPr>
              <a:stCxn id="93" idx="2"/>
              <a:endCxn id="21" idx="0"/>
            </p:cNvCxnSpPr>
            <p:nvPr/>
          </p:nvCxnSpPr>
          <p:spPr>
            <a:xfrm rot="5400000">
              <a:off x="4670" y="295"/>
              <a:ext cx="196" cy="537"/>
            </a:xfrm>
            <a:prstGeom prst="curvedConnector3">
              <a:avLst>
                <a:gd name="adj1" fmla="val 49745"/>
              </a:avLst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8" name="曲线连接符 137"/>
            <p:cNvCxnSpPr>
              <a:stCxn id="93" idx="2"/>
              <a:endCxn id="26" idx="0"/>
            </p:cNvCxnSpPr>
            <p:nvPr/>
          </p:nvCxnSpPr>
          <p:spPr>
            <a:xfrm rot="5400000" flipV="1">
              <a:off x="5208" y="294"/>
              <a:ext cx="196" cy="539"/>
            </a:xfrm>
            <a:prstGeom prst="curvedConnector3">
              <a:avLst>
                <a:gd name="adj1" fmla="val 49745"/>
              </a:avLst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8" name="组合 97"/>
            <p:cNvGrpSpPr/>
            <p:nvPr/>
          </p:nvGrpSpPr>
          <p:grpSpPr>
            <a:xfrm>
              <a:off x="4272" y="661"/>
              <a:ext cx="1528" cy="340"/>
              <a:chOff x="4699" y="732"/>
              <a:chExt cx="1528" cy="340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5237" y="732"/>
                <a:ext cx="453" cy="340"/>
              </a:xfrm>
              <a:prstGeom prst="rect">
                <a:avLst/>
              </a:prstGeom>
              <a:noFill/>
            </p:spPr>
            <p:txBody>
              <a:bodyPr wrap="square" lIns="0" tIns="46990" rIns="0" bIns="46990" rtlCol="0" anchor="ctr" anchorCtr="0">
                <a:noAutofit/>
              </a:bodyPr>
              <a:lstStyle/>
              <a:p>
                <a:pPr algn="ctr"/>
                <a:r>
                  <a:rPr lang="en-US" altLang="zh-CN" sz="1200" b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699" y="732"/>
                <a:ext cx="453" cy="340"/>
              </a:xfrm>
              <a:prstGeom prst="rect">
                <a:avLst/>
              </a:prstGeom>
              <a:noFill/>
            </p:spPr>
            <p:txBody>
              <a:bodyPr wrap="square" lIns="0" tIns="46990" rIns="0" bIns="46990" rtlCol="0" anchor="ctr" anchorCtr="0">
                <a:noAutofit/>
              </a:bodyPr>
              <a:lstStyle/>
              <a:p>
                <a:pPr algn="ctr"/>
                <a:r>
                  <a:rPr lang="en-US" altLang="zh-CN" sz="1200" b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n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775" y="732"/>
                <a:ext cx="453" cy="340"/>
              </a:xfrm>
              <a:prstGeom prst="rect">
                <a:avLst/>
              </a:prstGeom>
              <a:noFill/>
            </p:spPr>
            <p:txBody>
              <a:bodyPr wrap="square" lIns="0" tIns="46990" rIns="0" bIns="46990" rtlCol="0" anchor="ctr" anchorCtr="0">
                <a:noAutofit/>
              </a:bodyPr>
              <a:lstStyle/>
              <a:p>
                <a:pPr algn="ctr"/>
                <a:r>
                  <a:rPr lang="en-US" altLang="zh-CN" sz="1200" b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:</a:t>
                </a: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4272" y="1197"/>
              <a:ext cx="1528" cy="340"/>
              <a:chOff x="4699" y="1298"/>
              <a:chExt cx="1528" cy="340"/>
            </a:xfrm>
          </p:grpSpPr>
          <p:sp>
            <p:nvSpPr>
              <p:cNvPr id="82" name="文本框 81"/>
              <p:cNvSpPr txBox="1"/>
              <p:nvPr/>
            </p:nvSpPr>
            <p:spPr>
              <a:xfrm>
                <a:off x="4699" y="1298"/>
                <a:ext cx="453" cy="340"/>
              </a:xfrm>
              <a:prstGeom prst="rect">
                <a:avLst/>
              </a:prstGeom>
              <a:noFill/>
            </p:spPr>
            <p:txBody>
              <a:bodyPr wrap="square" lIns="0" tIns="46990" rIns="0" bIns="46990" rtlCol="0" anchor="ctr" anchorCtr="0">
                <a:noAutofit/>
              </a:bodyPr>
              <a:lstStyle/>
              <a:p>
                <a:pPr algn="ctr"/>
                <a:r>
                  <a:rPr lang="en-US" altLang="zh-CN" sz="1200" b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</a:t>
                </a: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5237" y="1298"/>
                <a:ext cx="453" cy="340"/>
              </a:xfrm>
              <a:prstGeom prst="rect">
                <a:avLst/>
              </a:prstGeom>
              <a:noFill/>
            </p:spPr>
            <p:txBody>
              <a:bodyPr wrap="square" lIns="0" tIns="46990" rIns="0" bIns="46990" rtlCol="0" anchor="ctr" anchorCtr="0">
                <a:noAutofit/>
              </a:bodyPr>
              <a:lstStyle/>
              <a:p>
                <a:pPr algn="ctr"/>
                <a:r>
                  <a:rPr lang="en-US" altLang="zh-CN" sz="1200" b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])</a:t>
                </a: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5775" y="1298"/>
                <a:ext cx="453" cy="340"/>
              </a:xfrm>
              <a:prstGeom prst="rect">
                <a:avLst/>
              </a:prstGeom>
              <a:noFill/>
            </p:spPr>
            <p:txBody>
              <a:bodyPr wrap="square" lIns="0" tIns="46990" rIns="0" bIns="46990" rtlCol="0" anchor="ctr" anchorCtr="0">
                <a:noAutofit/>
              </a:bodyPr>
              <a:lstStyle/>
              <a:p>
                <a:pPr algn="ctr"/>
                <a:r>
                  <a:rPr lang="en-US" altLang="zh-CN" sz="1200" b="1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int</a:t>
                </a:r>
              </a:p>
            </p:txBody>
          </p:sp>
        </p:grpSp>
        <p:sp>
          <p:nvSpPr>
            <p:cNvPr id="86" name="文本框 85"/>
            <p:cNvSpPr txBox="1"/>
            <p:nvPr/>
          </p:nvSpPr>
          <p:spPr>
            <a:xfrm>
              <a:off x="4272" y="1733"/>
              <a:ext cx="453" cy="340"/>
            </a:xfrm>
            <a:prstGeom prst="rect">
              <a:avLst/>
            </a:prstGeom>
            <a:noFill/>
          </p:spPr>
          <p:txBody>
            <a:bodyPr wrap="square" lIns="0" tIns="46990" rIns="0" bIns="46990" rtlCol="0" anchor="ctr" anchorCtr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\n</a:t>
              </a:r>
            </a:p>
          </p:txBody>
        </p:sp>
        <p:cxnSp>
          <p:nvCxnSpPr>
            <p:cNvPr id="89" name="曲线连接符 88"/>
            <p:cNvCxnSpPr>
              <a:stCxn id="21" idx="2"/>
              <a:endCxn id="82" idx="0"/>
            </p:cNvCxnSpPr>
            <p:nvPr/>
          </p:nvCxnSpPr>
          <p:spPr>
            <a:xfrm rot="5400000" flipV="1">
              <a:off x="4401" y="1099"/>
              <a:ext cx="196" cy="5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曲线连接符 89"/>
            <p:cNvCxnSpPr>
              <a:stCxn id="13" idx="2"/>
              <a:endCxn id="84" idx="0"/>
            </p:cNvCxnSpPr>
            <p:nvPr/>
          </p:nvCxnSpPr>
          <p:spPr>
            <a:xfrm rot="5400000" flipV="1">
              <a:off x="4939" y="1099"/>
              <a:ext cx="196" cy="5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曲线连接符 90"/>
            <p:cNvCxnSpPr>
              <a:stCxn id="26" idx="2"/>
              <a:endCxn id="85" idx="0"/>
            </p:cNvCxnSpPr>
            <p:nvPr/>
          </p:nvCxnSpPr>
          <p:spPr>
            <a:xfrm rot="5400000" flipV="1">
              <a:off x="5477" y="1099"/>
              <a:ext cx="196" cy="5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曲线连接符 91"/>
            <p:cNvCxnSpPr>
              <a:stCxn id="82" idx="2"/>
            </p:cNvCxnSpPr>
            <p:nvPr/>
          </p:nvCxnSpPr>
          <p:spPr>
            <a:xfrm rot="5400000" flipV="1">
              <a:off x="4404" y="1631"/>
              <a:ext cx="195" cy="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/>
          <p:nvPr/>
        </p:nvSpPr>
        <p:spPr>
          <a:xfrm>
            <a:off x="1780067" y="3081023"/>
            <a:ext cx="1820545" cy="2439035"/>
          </a:xfrm>
          <a:prstGeom prst="rect">
            <a:avLst/>
          </a:prstGeom>
          <a:solidFill>
            <a:srgbClr val="FFEFB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1829598" y="3127375"/>
            <a:ext cx="1720215" cy="388620"/>
          </a:xfrm>
          <a:prstGeom prst="roundRect">
            <a:avLst/>
          </a:prstGeom>
          <a:noFill/>
          <a:ln w="19050">
            <a:solidFill>
              <a:srgbClr val="1296DB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1829598" y="3164840"/>
            <a:ext cx="1720215" cy="2303780"/>
            <a:chOff x="4970" y="5440"/>
            <a:chExt cx="2709" cy="4112"/>
          </a:xfrm>
        </p:grpSpPr>
        <p:sp>
          <p:nvSpPr>
            <p:cNvPr id="64" name="圆角矩形 63"/>
            <p:cNvSpPr/>
            <p:nvPr/>
          </p:nvSpPr>
          <p:spPr>
            <a:xfrm>
              <a:off x="4970" y="6249"/>
              <a:ext cx="2709" cy="687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4970" y="8824"/>
              <a:ext cx="2709" cy="728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5074" y="8913"/>
              <a:ext cx="1769" cy="555"/>
            </a:xfrm>
            <a:prstGeom prst="roundRect">
              <a:avLst/>
            </a:prstGeom>
            <a:solidFill>
              <a:srgbClr val="FFD96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Attention</a:t>
              </a: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5074" y="8045"/>
              <a:ext cx="1769" cy="555"/>
            </a:xfrm>
            <a:prstGeom prst="roundRect">
              <a:avLst/>
            </a:prstGeom>
            <a:solidFill>
              <a:srgbClr val="F4B183">
                <a:alpha val="40000"/>
              </a:srgbClr>
            </a:solidFill>
            <a:ln w="19050">
              <a:solidFill>
                <a:schemeClr val="tx1">
                  <a:alpha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>
                      <a:alpha val="4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MLP</a:t>
              </a: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074" y="7177"/>
              <a:ext cx="1769" cy="555"/>
            </a:xfrm>
            <a:prstGeom prst="roundRect">
              <a:avLst/>
            </a:prstGeom>
            <a:solidFill>
              <a:srgbClr val="FFD966"/>
            </a:solidFill>
            <a:ln w="19050">
              <a:solidFill>
                <a:schemeClr val="tx1">
                  <a:alpha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chemeClr val="tx1">
                      <a:alpha val="4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Attention</a:t>
              </a: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5074" y="6309"/>
              <a:ext cx="1769" cy="555"/>
            </a:xfrm>
            <a:prstGeom prst="roundRect">
              <a:avLst/>
            </a:prstGeom>
            <a:solidFill>
              <a:srgbClr val="F4B18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MLP</a:t>
              </a: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5074" y="5440"/>
              <a:ext cx="1769" cy="556"/>
            </a:xfrm>
            <a:prstGeom prst="round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LM Head</a:t>
              </a:r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V="1">
              <a:off x="5966" y="6063"/>
              <a:ext cx="0" cy="165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prstDash val="solid"/>
              <a:miter lim="800000"/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endCxn id="48" idx="2"/>
            </p:cNvCxnSpPr>
            <p:nvPr/>
          </p:nvCxnSpPr>
          <p:spPr>
            <a:xfrm flipV="1">
              <a:off x="5957" y="8721"/>
              <a:ext cx="0" cy="107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弧形 47"/>
            <p:cNvSpPr/>
            <p:nvPr/>
          </p:nvSpPr>
          <p:spPr>
            <a:xfrm>
              <a:off x="5618" y="7973"/>
              <a:ext cx="680" cy="748"/>
            </a:xfrm>
            <a:prstGeom prst="arc">
              <a:avLst>
                <a:gd name="adj1" fmla="val 16233359"/>
                <a:gd name="adj2" fmla="val 5413095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箭头连接符 48"/>
            <p:cNvCxnSpPr>
              <a:stCxn id="48" idx="0"/>
              <a:endCxn id="50" idx="2"/>
            </p:cNvCxnSpPr>
            <p:nvPr/>
          </p:nvCxnSpPr>
          <p:spPr>
            <a:xfrm flipV="1">
              <a:off x="5961" y="7820"/>
              <a:ext cx="3" cy="15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弧形 49"/>
            <p:cNvSpPr/>
            <p:nvPr/>
          </p:nvSpPr>
          <p:spPr>
            <a:xfrm>
              <a:off x="5618" y="7130"/>
              <a:ext cx="680" cy="690"/>
            </a:xfrm>
            <a:prstGeom prst="arc">
              <a:avLst>
                <a:gd name="adj1" fmla="val 16195810"/>
                <a:gd name="adj2" fmla="val 5331352"/>
              </a:avLst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箭头连接符 50"/>
            <p:cNvCxnSpPr/>
            <p:nvPr/>
          </p:nvCxnSpPr>
          <p:spPr>
            <a:xfrm flipV="1">
              <a:off x="5957" y="6945"/>
              <a:ext cx="0" cy="1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2" name="图片 51" descr="雪花-0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70" y="9051"/>
              <a:ext cx="278" cy="278"/>
            </a:xfrm>
            <a:prstGeom prst="rect">
              <a:avLst/>
            </a:prstGeom>
          </p:spPr>
        </p:pic>
        <p:pic>
          <p:nvPicPr>
            <p:cNvPr id="53" name="图片 52" descr="雪花-0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70" y="6447"/>
              <a:ext cx="278" cy="278"/>
            </a:xfrm>
            <a:prstGeom prst="rect">
              <a:avLst/>
            </a:prstGeom>
          </p:spPr>
        </p:pic>
        <p:pic>
          <p:nvPicPr>
            <p:cNvPr id="54" name="图片 53" descr="雪花-0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70" y="5580"/>
              <a:ext cx="278" cy="278"/>
            </a:xfrm>
            <a:prstGeom prst="rect">
              <a:avLst/>
            </a:prstGeom>
          </p:spPr>
        </p:pic>
        <p:grpSp>
          <p:nvGrpSpPr>
            <p:cNvPr id="57" name="组合 56"/>
            <p:cNvGrpSpPr/>
            <p:nvPr/>
          </p:nvGrpSpPr>
          <p:grpSpPr>
            <a:xfrm>
              <a:off x="6960" y="8913"/>
              <a:ext cx="442" cy="556"/>
              <a:chOff x="7158" y="8821"/>
              <a:chExt cx="540" cy="646"/>
            </a:xfrm>
            <a:solidFill>
              <a:srgbClr val="FFBE79"/>
            </a:solidFill>
          </p:grpSpPr>
          <p:sp>
            <p:nvSpPr>
              <p:cNvPr id="55" name="梯形 54"/>
              <p:cNvSpPr/>
              <p:nvPr/>
            </p:nvSpPr>
            <p:spPr>
              <a:xfrm>
                <a:off x="7158" y="9185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梯形 55"/>
              <p:cNvSpPr/>
              <p:nvPr/>
            </p:nvSpPr>
            <p:spPr>
              <a:xfrm rot="10800000">
                <a:off x="7158" y="8821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958" y="6309"/>
              <a:ext cx="444" cy="556"/>
              <a:chOff x="7158" y="8821"/>
              <a:chExt cx="540" cy="646"/>
            </a:xfrm>
            <a:solidFill>
              <a:srgbClr val="FFBE79"/>
            </a:solidFill>
          </p:grpSpPr>
          <p:sp>
            <p:nvSpPr>
              <p:cNvPr id="59" name="梯形 58"/>
              <p:cNvSpPr/>
              <p:nvPr/>
            </p:nvSpPr>
            <p:spPr>
              <a:xfrm>
                <a:off x="7158" y="9185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梯形 59"/>
              <p:cNvSpPr/>
              <p:nvPr/>
            </p:nvSpPr>
            <p:spPr>
              <a:xfrm rot="10800000">
                <a:off x="7158" y="8821"/>
                <a:ext cx="541" cy="283"/>
              </a:xfrm>
              <a:prstGeom prst="trapezoid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1" name="图片 60" descr="火焰-copy-copy (1)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01" y="9051"/>
              <a:ext cx="278" cy="278"/>
            </a:xfrm>
            <a:prstGeom prst="rect">
              <a:avLst/>
            </a:prstGeom>
          </p:spPr>
        </p:pic>
        <p:pic>
          <p:nvPicPr>
            <p:cNvPr id="62" name="图片 61" descr="火焰-copy-copy (1)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01" y="6447"/>
              <a:ext cx="278" cy="278"/>
            </a:xfrm>
            <a:prstGeom prst="rect">
              <a:avLst/>
            </a:prstGeom>
          </p:spPr>
        </p:pic>
      </p:grpSp>
      <p:pic>
        <p:nvPicPr>
          <p:cNvPr id="2" name="图片 1" descr="数据库,数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8859" y="532130"/>
            <a:ext cx="720090" cy="7200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41964" y="1252224"/>
            <a:ext cx="18326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Retrieval Corpus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427504" y="5520693"/>
            <a:ext cx="18326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Target Model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940087" y="5600068"/>
            <a:ext cx="1515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5718969" y="3081655"/>
            <a:ext cx="1233170" cy="2438400"/>
            <a:chOff x="1169" y="5792"/>
            <a:chExt cx="1942" cy="3840"/>
          </a:xfrm>
        </p:grpSpPr>
        <p:sp>
          <p:nvSpPr>
            <p:cNvPr id="69" name="矩形 68"/>
            <p:cNvSpPr/>
            <p:nvPr/>
          </p:nvSpPr>
          <p:spPr>
            <a:xfrm>
              <a:off x="1169" y="5792"/>
              <a:ext cx="1942" cy="3841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1263" y="5898"/>
              <a:ext cx="1773" cy="3628"/>
              <a:chOff x="740" y="5442"/>
              <a:chExt cx="1773" cy="402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740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743" y="8045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743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743" y="6309"/>
                <a:ext cx="1770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743" y="5442"/>
                <a:ext cx="1769" cy="554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24" name="曲线连接符 23"/>
              <p:cNvCxnSpPr>
                <a:stCxn id="7" idx="0"/>
                <a:endCxn id="8" idx="2"/>
              </p:cNvCxnSpPr>
              <p:nvPr/>
            </p:nvCxnSpPr>
            <p:spPr>
              <a:xfrm rot="16200000">
                <a:off x="1470" y="8755"/>
                <a:ext cx="313" cy="3"/>
              </a:xfrm>
              <a:prstGeom prst="curvedConnector3">
                <a:avLst>
                  <a:gd name="adj1" fmla="val 49840"/>
                </a:avLst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1628" y="5996"/>
                <a:ext cx="0" cy="313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曲线连接符 41"/>
              <p:cNvCxnSpPr>
                <a:stCxn id="8" idx="0"/>
                <a:endCxn id="9" idx="2"/>
              </p:cNvCxnSpPr>
              <p:nvPr/>
            </p:nvCxnSpPr>
            <p:spPr>
              <a:xfrm rot="16200000">
                <a:off x="1472" y="7889"/>
                <a:ext cx="313" cy="5"/>
              </a:xfrm>
              <a:prstGeom prst="curvedConnector2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9" idx="0"/>
                <a:endCxn id="10" idx="2"/>
              </p:cNvCxnSpPr>
              <p:nvPr/>
            </p:nvCxnSpPr>
            <p:spPr>
              <a:xfrm flipV="1">
                <a:off x="1628" y="6864"/>
                <a:ext cx="0" cy="313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圆角矩形 71"/>
          <p:cNvSpPr/>
          <p:nvPr/>
        </p:nvSpPr>
        <p:spPr>
          <a:xfrm>
            <a:off x="1760382" y="2124710"/>
            <a:ext cx="1773555" cy="515620"/>
          </a:xfrm>
          <a:prstGeom prst="roundRect">
            <a:avLst/>
          </a:prstGeom>
          <a:solidFill>
            <a:srgbClr val="F5F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842932" y="2381885"/>
            <a:ext cx="169100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... \n\treturn cost</a:t>
            </a:r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</a:rPr>
              <a:t>[m][</a:t>
            </a:r>
          </a:p>
        </p:txBody>
      </p:sp>
      <p:sp>
        <p:nvSpPr>
          <p:cNvPr id="77" name="箭头: 下 403"/>
          <p:cNvSpPr/>
          <p:nvPr/>
        </p:nvSpPr>
        <p:spPr>
          <a:xfrm rot="10800000">
            <a:off x="2590325" y="1608456"/>
            <a:ext cx="82550" cy="4660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610644" y="1703709"/>
            <a:ext cx="9639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①</a:t>
            </a:r>
            <a:r>
              <a:rPr lang="en-US" altLang="zh-CN" sz="1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Retrieve</a:t>
            </a:r>
          </a:p>
        </p:txBody>
      </p:sp>
      <p:sp>
        <p:nvSpPr>
          <p:cNvPr id="142" name="箭头: 下 403"/>
          <p:cNvSpPr/>
          <p:nvPr/>
        </p:nvSpPr>
        <p:spPr>
          <a:xfrm rot="16200000">
            <a:off x="3592989" y="589915"/>
            <a:ext cx="76200" cy="69088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386739" y="1677670"/>
            <a:ext cx="1188720" cy="230832"/>
          </a:xfrm>
          <a:prstGeom prst="rect">
            <a:avLst/>
          </a:prstGeom>
        </p:spPr>
        <p:txBody>
          <a:bodyPr wrap="square" lIns="0" rIns="0" bIns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Retrieval Code</a:t>
            </a:r>
          </a:p>
        </p:txBody>
      </p:sp>
      <p:sp>
        <p:nvSpPr>
          <p:cNvPr id="6" name="圆角矩形 8"/>
          <p:cNvSpPr/>
          <p:nvPr/>
        </p:nvSpPr>
        <p:spPr>
          <a:xfrm>
            <a:off x="4419763" y="2099945"/>
            <a:ext cx="1123315" cy="459740"/>
          </a:xfrm>
          <a:prstGeom prst="roundRect">
            <a:avLst/>
          </a:prstGeom>
          <a:solidFill>
            <a:srgbClr val="FFB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Quality Evaluation</a:t>
            </a:r>
          </a:p>
        </p:txBody>
      </p:sp>
      <p:cxnSp>
        <p:nvCxnSpPr>
          <p:cNvPr id="14" name="直接箭头连接符 13"/>
          <p:cNvCxnSpPr>
            <a:stCxn id="146" idx="2"/>
            <a:endCxn id="6" idx="0"/>
          </p:cNvCxnSpPr>
          <p:nvPr/>
        </p:nvCxnSpPr>
        <p:spPr>
          <a:xfrm>
            <a:off x="4981102" y="1908505"/>
            <a:ext cx="319" cy="191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箭头: 下 403"/>
          <p:cNvSpPr/>
          <p:nvPr/>
        </p:nvSpPr>
        <p:spPr>
          <a:xfrm rot="5400000" flipV="1">
            <a:off x="7117874" y="4128771"/>
            <a:ext cx="107950" cy="32385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7380133" y="4003040"/>
            <a:ext cx="927735" cy="534670"/>
            <a:chOff x="1207" y="3867"/>
            <a:chExt cx="3008" cy="440"/>
          </a:xfrm>
        </p:grpSpPr>
        <p:sp>
          <p:nvSpPr>
            <p:cNvPr id="158" name="圆角矩形 71"/>
            <p:cNvSpPr/>
            <p:nvPr/>
          </p:nvSpPr>
          <p:spPr>
            <a:xfrm>
              <a:off x="1207" y="3867"/>
              <a:ext cx="3008" cy="440"/>
            </a:xfrm>
            <a:prstGeom prst="roundRect">
              <a:avLst/>
            </a:prstGeom>
            <a:solidFill>
              <a:srgbClr val="F5F5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1208" y="3870"/>
              <a:ext cx="3007" cy="2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60" name="文本框 159"/>
          <p:cNvSpPr txBox="1"/>
          <p:nvPr/>
        </p:nvSpPr>
        <p:spPr>
          <a:xfrm>
            <a:off x="7618258" y="4011299"/>
            <a:ext cx="6902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buSzTx/>
              <a:buFontTx/>
            </a:pPr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</a:p>
        </p:txBody>
      </p:sp>
      <p:pic>
        <p:nvPicPr>
          <p:cNvPr id="162" name="图形 16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2932" y="2146304"/>
            <a:ext cx="230505" cy="230505"/>
          </a:xfrm>
          <a:prstGeom prst="rect">
            <a:avLst/>
          </a:prstGeom>
        </p:spPr>
      </p:pic>
      <p:sp>
        <p:nvSpPr>
          <p:cNvPr id="164" name="文本框 163"/>
          <p:cNvSpPr txBox="1"/>
          <p:nvPr/>
        </p:nvSpPr>
        <p:spPr>
          <a:xfrm>
            <a:off x="2018193" y="2120904"/>
            <a:ext cx="554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zh-CN" altLang="en-US" sz="1200" b="1" dirty="0"/>
          </a:p>
        </p:txBody>
      </p:sp>
      <p:pic>
        <p:nvPicPr>
          <p:cNvPr id="169" name="图形 168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8397" y="4015108"/>
            <a:ext cx="230505" cy="230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68394" y="4275833"/>
            <a:ext cx="7874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n]\n\telif</a:t>
            </a:r>
          </a:p>
        </p:txBody>
      </p:sp>
      <p:sp>
        <p:nvSpPr>
          <p:cNvPr id="5" name="梯形 4"/>
          <p:cNvSpPr/>
          <p:nvPr/>
        </p:nvSpPr>
        <p:spPr>
          <a:xfrm>
            <a:off x="3091978" y="3343279"/>
            <a:ext cx="282575" cy="136525"/>
          </a:xfrm>
          <a:prstGeom prst="trapezoid">
            <a:avLst/>
          </a:prstGeom>
          <a:solidFill>
            <a:srgbClr val="FFB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梯形 22"/>
          <p:cNvSpPr/>
          <p:nvPr/>
        </p:nvSpPr>
        <p:spPr>
          <a:xfrm rot="10800000">
            <a:off x="3091978" y="3168019"/>
            <a:ext cx="282575" cy="136525"/>
          </a:xfrm>
          <a:prstGeom prst="trapezoid">
            <a:avLst/>
          </a:prstGeom>
          <a:solidFill>
            <a:srgbClr val="FFB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火焰-copy-copy (1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3279" y="3245488"/>
            <a:ext cx="176530" cy="155575"/>
          </a:xfrm>
          <a:prstGeom prst="rect">
            <a:avLst/>
          </a:prstGeom>
        </p:spPr>
      </p:pic>
      <p:grpSp>
        <p:nvGrpSpPr>
          <p:cNvPr id="219" name="组合 218"/>
          <p:cNvGrpSpPr/>
          <p:nvPr/>
        </p:nvGrpSpPr>
        <p:grpSpPr>
          <a:xfrm>
            <a:off x="3662843" y="3375666"/>
            <a:ext cx="1943735" cy="446405"/>
            <a:chOff x="6174" y="5744"/>
            <a:chExt cx="3158" cy="703"/>
          </a:xfrm>
        </p:grpSpPr>
        <p:sp>
          <p:nvSpPr>
            <p:cNvPr id="27" name="箭头: 下 403"/>
            <p:cNvSpPr/>
            <p:nvPr/>
          </p:nvSpPr>
          <p:spPr>
            <a:xfrm rot="16200000" flipV="1">
              <a:off x="7663" y="4778"/>
              <a:ext cx="180" cy="3158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484" y="5744"/>
              <a:ext cx="2658" cy="58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Bayesian Optimization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&amp; Distill</a:t>
              </a: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3662227" y="3954145"/>
            <a:ext cx="1943735" cy="290830"/>
            <a:chOff x="6199" y="6655"/>
            <a:chExt cx="3157" cy="458"/>
          </a:xfrm>
        </p:grpSpPr>
        <p:sp>
          <p:nvSpPr>
            <p:cNvPr id="151" name="箭头: 下 403"/>
            <p:cNvSpPr/>
            <p:nvPr/>
          </p:nvSpPr>
          <p:spPr>
            <a:xfrm rot="5400000" flipV="1">
              <a:off x="7687" y="5444"/>
              <a:ext cx="181" cy="315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6966" y="6655"/>
              <a:ext cx="1959" cy="29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200" b="1" dirty="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④</a:t>
              </a:r>
              <a:r>
                <a:rPr lang="en-US" altLang="zh-CN" sz="1200" b="1" dirty="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</a:t>
              </a:r>
              <a:r>
                <a:rPr lang="zh-CN" altLang="en-US" sz="1200" b="1" dirty="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Verification</a:t>
              </a:r>
            </a:p>
          </p:txBody>
        </p:sp>
      </p:grpSp>
      <p:sp>
        <p:nvSpPr>
          <p:cNvPr id="153" name="圆角矩形 71"/>
          <p:cNvSpPr/>
          <p:nvPr/>
        </p:nvSpPr>
        <p:spPr>
          <a:xfrm>
            <a:off x="3662208" y="4305304"/>
            <a:ext cx="1980565" cy="1214755"/>
          </a:xfrm>
          <a:prstGeom prst="roundRect">
            <a:avLst>
              <a:gd name="adj" fmla="val 6783"/>
            </a:avLst>
          </a:prstGeom>
          <a:solidFill>
            <a:srgbClr val="F5F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6" name="图形 165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94288" y="4328798"/>
            <a:ext cx="230505" cy="230505"/>
          </a:xfrm>
          <a:prstGeom prst="rect">
            <a:avLst/>
          </a:prstGeom>
        </p:spPr>
      </p:pic>
      <p:sp>
        <p:nvSpPr>
          <p:cNvPr id="167" name="文本框 166"/>
          <p:cNvSpPr txBox="1"/>
          <p:nvPr/>
        </p:nvSpPr>
        <p:spPr>
          <a:xfrm>
            <a:off x="3934623" y="4290699"/>
            <a:ext cx="554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</a:rPr>
              <a:t>Draft</a:t>
            </a:r>
            <a:endParaRPr lang="zh-CN" altLang="en-US" sz="1200" b="1" dirty="0"/>
          </a:p>
        </p:txBody>
      </p:sp>
      <p:grpSp>
        <p:nvGrpSpPr>
          <p:cNvPr id="109" name="组合 108"/>
          <p:cNvGrpSpPr/>
          <p:nvPr/>
        </p:nvGrpSpPr>
        <p:grpSpPr>
          <a:xfrm>
            <a:off x="4320064" y="327660"/>
            <a:ext cx="1322070" cy="1344930"/>
            <a:chOff x="3926" y="52"/>
            <a:chExt cx="2082" cy="2118"/>
          </a:xfrm>
        </p:grpSpPr>
        <p:sp>
          <p:nvSpPr>
            <p:cNvPr id="144" name="圆角矩形 143"/>
            <p:cNvSpPr/>
            <p:nvPr/>
          </p:nvSpPr>
          <p:spPr>
            <a:xfrm>
              <a:off x="3926" y="52"/>
              <a:ext cx="2082" cy="2118"/>
            </a:xfrm>
            <a:prstGeom prst="roundRect">
              <a:avLst>
                <a:gd name="adj" fmla="val 8933"/>
              </a:avLst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4061" y="153"/>
              <a:ext cx="1812" cy="1916"/>
              <a:chOff x="4108" y="146"/>
              <a:chExt cx="1812" cy="1916"/>
            </a:xfrm>
          </p:grpSpPr>
          <p:cxnSp>
            <p:nvCxnSpPr>
              <p:cNvPr id="136" name="曲线连接符 135"/>
              <p:cNvCxnSpPr>
                <a:stCxn id="67" idx="2"/>
                <a:endCxn id="95" idx="0"/>
              </p:cNvCxnSpPr>
              <p:nvPr/>
            </p:nvCxnSpPr>
            <p:spPr>
              <a:xfrm rot="5400000">
                <a:off x="4905" y="566"/>
                <a:ext cx="228" cy="4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7" name="曲线连接符 136"/>
              <p:cNvCxnSpPr>
                <a:stCxn id="67" idx="2"/>
                <a:endCxn id="68" idx="0"/>
              </p:cNvCxnSpPr>
              <p:nvPr/>
            </p:nvCxnSpPr>
            <p:spPr>
              <a:xfrm rot="5400000">
                <a:off x="4582" y="243"/>
                <a:ext cx="228" cy="650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8" name="曲线连接符 137"/>
              <p:cNvCxnSpPr>
                <a:stCxn id="67" idx="2"/>
                <a:endCxn id="103" idx="0"/>
              </p:cNvCxnSpPr>
              <p:nvPr/>
            </p:nvCxnSpPr>
            <p:spPr>
              <a:xfrm rot="5400000" flipV="1">
                <a:off x="5228" y="248"/>
                <a:ext cx="228" cy="641"/>
              </a:xfrm>
              <a:prstGeom prst="curvedConnector3">
                <a:avLst>
                  <a:gd name="adj1" fmla="val 49781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9" name="曲线连接符 88"/>
              <p:cNvCxnSpPr>
                <a:stCxn id="68" idx="2"/>
                <a:endCxn id="88" idx="0"/>
              </p:cNvCxnSpPr>
              <p:nvPr/>
            </p:nvCxnSpPr>
            <p:spPr>
              <a:xfrm rot="5400000">
                <a:off x="4256" y="1103"/>
                <a:ext cx="228" cy="2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0" name="曲线连接符 89"/>
              <p:cNvCxnSpPr>
                <a:stCxn id="95" idx="2"/>
                <a:endCxn id="100" idx="0"/>
              </p:cNvCxnSpPr>
              <p:nvPr/>
            </p:nvCxnSpPr>
            <p:spPr>
              <a:xfrm rot="5400000">
                <a:off x="4903" y="1104"/>
                <a:ext cx="228" cy="1"/>
              </a:xfrm>
              <a:prstGeom prst="curvedConnector3">
                <a:avLst>
                  <a:gd name="adj1" fmla="val 49781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1" name="曲线连接符 90"/>
              <p:cNvCxnSpPr>
                <a:stCxn id="103" idx="2"/>
                <a:endCxn id="104" idx="0"/>
              </p:cNvCxnSpPr>
              <p:nvPr/>
            </p:nvCxnSpPr>
            <p:spPr>
              <a:xfrm rot="5400000" flipV="1">
                <a:off x="5548" y="1104"/>
                <a:ext cx="228" cy="5"/>
              </a:xfrm>
              <a:prstGeom prst="curvedConnector2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2" name="曲线连接符 91"/>
              <p:cNvCxnSpPr>
                <a:stCxn id="88" idx="2"/>
                <a:endCxn id="94" idx="0"/>
              </p:cNvCxnSpPr>
              <p:nvPr/>
            </p:nvCxnSpPr>
            <p:spPr>
              <a:xfrm rot="5400000" flipV="1">
                <a:off x="4256" y="1640"/>
                <a:ext cx="228" cy="1"/>
              </a:xfrm>
              <a:prstGeom prst="curvedConnector3">
                <a:avLst>
                  <a:gd name="adj1" fmla="val 49781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圆角矩形 66"/>
              <p:cNvSpPr/>
              <p:nvPr/>
            </p:nvSpPr>
            <p:spPr>
              <a:xfrm>
                <a:off x="4760" y="146"/>
                <a:ext cx="522" cy="3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][</a:t>
                </a:r>
              </a:p>
            </p:txBody>
          </p:sp>
          <p:sp>
            <p:nvSpPr>
              <p:cNvPr id="94" name="圆角矩形 93"/>
              <p:cNvSpPr/>
              <p:nvPr/>
            </p:nvSpPr>
            <p:spPr>
              <a:xfrm>
                <a:off x="4108" y="1754"/>
                <a:ext cx="524" cy="3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\n</a:t>
                </a:r>
              </a:p>
            </p:txBody>
          </p:sp>
          <p:grpSp>
            <p:nvGrpSpPr>
              <p:cNvPr id="105" name="组合 104"/>
              <p:cNvGrpSpPr/>
              <p:nvPr/>
            </p:nvGrpSpPr>
            <p:grpSpPr>
              <a:xfrm>
                <a:off x="4110" y="682"/>
                <a:ext cx="1811" cy="308"/>
                <a:chOff x="4110" y="708"/>
                <a:chExt cx="1811" cy="308"/>
              </a:xfrm>
            </p:grpSpPr>
            <p:sp>
              <p:nvSpPr>
                <p:cNvPr id="68" name="圆角矩形 67"/>
                <p:cNvSpPr/>
                <p:nvPr/>
              </p:nvSpPr>
              <p:spPr>
                <a:xfrm>
                  <a:off x="4110" y="708"/>
                  <a:ext cx="522" cy="308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</a:t>
                  </a:r>
                </a:p>
              </p:txBody>
            </p:sp>
            <p:sp>
              <p:nvSpPr>
                <p:cNvPr id="95" name="圆角矩形 94"/>
                <p:cNvSpPr/>
                <p:nvPr/>
              </p:nvSpPr>
              <p:spPr>
                <a:xfrm>
                  <a:off x="4756" y="708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1</a:t>
                  </a:r>
                </a:p>
              </p:txBody>
            </p:sp>
            <p:sp>
              <p:nvSpPr>
                <p:cNvPr id="103" name="圆角矩形 102"/>
                <p:cNvSpPr/>
                <p:nvPr/>
              </p:nvSpPr>
              <p:spPr>
                <a:xfrm>
                  <a:off x="5401" y="708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:</a:t>
                  </a: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4108" y="1218"/>
                <a:ext cx="1813" cy="308"/>
                <a:chOff x="4108" y="1272"/>
                <a:chExt cx="1813" cy="308"/>
              </a:xfrm>
            </p:grpSpPr>
            <p:sp>
              <p:nvSpPr>
                <p:cNvPr id="88" name="圆角矩形 87"/>
                <p:cNvSpPr/>
                <p:nvPr/>
              </p:nvSpPr>
              <p:spPr>
                <a:xfrm>
                  <a:off x="4108" y="1272"/>
                  <a:ext cx="522" cy="308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</a:t>
                  </a:r>
                </a:p>
              </p:txBody>
            </p:sp>
            <p:sp>
              <p:nvSpPr>
                <p:cNvPr id="100" name="圆角矩形 99"/>
                <p:cNvSpPr/>
                <p:nvPr/>
              </p:nvSpPr>
              <p:spPr>
                <a:xfrm>
                  <a:off x="4755" y="1272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])</a:t>
                  </a:r>
                </a:p>
              </p:txBody>
            </p:sp>
            <p:sp>
              <p:nvSpPr>
                <p:cNvPr id="104" name="圆角矩形 103"/>
                <p:cNvSpPr/>
                <p:nvPr/>
              </p:nvSpPr>
              <p:spPr>
                <a:xfrm>
                  <a:off x="5401" y="1272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int</a:t>
                  </a:r>
                </a:p>
              </p:txBody>
            </p:sp>
          </p:grpSp>
        </p:grpSp>
      </p:grpSp>
      <p:grpSp>
        <p:nvGrpSpPr>
          <p:cNvPr id="114" name="组合 113"/>
          <p:cNvGrpSpPr/>
          <p:nvPr/>
        </p:nvGrpSpPr>
        <p:grpSpPr>
          <a:xfrm rot="19800000">
            <a:off x="3574892" y="2459438"/>
            <a:ext cx="878840" cy="600710"/>
            <a:chOff x="8032" y="3457"/>
            <a:chExt cx="1683" cy="946"/>
          </a:xfrm>
        </p:grpSpPr>
        <p:sp>
          <p:nvSpPr>
            <p:cNvPr id="223" name="箭头: 下 403"/>
            <p:cNvSpPr/>
            <p:nvPr/>
          </p:nvSpPr>
          <p:spPr>
            <a:xfrm rot="5400000" flipV="1">
              <a:off x="8783" y="2986"/>
              <a:ext cx="181" cy="1683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8040" y="3457"/>
              <a:ext cx="1537" cy="24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②</a:t>
              </a:r>
              <a:r>
                <a:rPr lang="en-US" altLang="zh-CN" sz="10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Evaluator</a:t>
              </a:r>
            </a:p>
          </p:txBody>
        </p:sp>
        <p:sp>
          <p:nvSpPr>
            <p:cNvPr id="111" name="箭头: 下 403"/>
            <p:cNvSpPr/>
            <p:nvPr/>
          </p:nvSpPr>
          <p:spPr>
            <a:xfrm rot="16200000" flipH="1" flipV="1">
              <a:off x="8783" y="3186"/>
              <a:ext cx="181" cy="1683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8039" y="4161"/>
              <a:ext cx="1638" cy="24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③</a:t>
              </a:r>
              <a:r>
                <a:rPr lang="en-US" altLang="zh-CN" sz="10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Pruned Tree</a:t>
              </a:r>
            </a:p>
          </p:txBody>
        </p:sp>
      </p:grpSp>
      <p:cxnSp>
        <p:nvCxnSpPr>
          <p:cNvPr id="117" name="曲线连接符 116"/>
          <p:cNvCxnSpPr>
            <a:stCxn id="120" idx="3"/>
            <a:endCxn id="123" idx="1"/>
          </p:cNvCxnSpPr>
          <p:nvPr/>
        </p:nvCxnSpPr>
        <p:spPr>
          <a:xfrm>
            <a:off x="3954939" y="4735830"/>
            <a:ext cx="76200" cy="10414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曲线连接符 117"/>
          <p:cNvCxnSpPr>
            <a:stCxn id="123" idx="3"/>
            <a:endCxn id="124" idx="1"/>
          </p:cNvCxnSpPr>
          <p:nvPr/>
        </p:nvCxnSpPr>
        <p:spPr>
          <a:xfrm>
            <a:off x="4283238" y="4839971"/>
            <a:ext cx="75565" cy="14478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圆角矩形 119"/>
          <p:cNvSpPr/>
          <p:nvPr/>
        </p:nvSpPr>
        <p:spPr>
          <a:xfrm>
            <a:off x="3702848" y="4663444"/>
            <a:ext cx="252095" cy="1441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][</a:t>
            </a:r>
          </a:p>
        </p:txBody>
      </p:sp>
      <p:cxnSp>
        <p:nvCxnSpPr>
          <p:cNvPr id="119" name="曲线连接符 118"/>
          <p:cNvCxnSpPr>
            <a:stCxn id="124" idx="3"/>
            <a:endCxn id="122" idx="1"/>
          </p:cNvCxnSpPr>
          <p:nvPr/>
        </p:nvCxnSpPr>
        <p:spPr>
          <a:xfrm>
            <a:off x="4610897" y="4984750"/>
            <a:ext cx="75565" cy="14478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5" name="组合 164"/>
          <p:cNvGrpSpPr/>
          <p:nvPr/>
        </p:nvGrpSpPr>
        <p:grpSpPr>
          <a:xfrm>
            <a:off x="4031139" y="4559303"/>
            <a:ext cx="251460" cy="352425"/>
            <a:chOff x="3656" y="7180"/>
            <a:chExt cx="396" cy="555"/>
          </a:xfrm>
        </p:grpSpPr>
        <p:sp>
          <p:nvSpPr>
            <p:cNvPr id="123" name="圆角矩形 122"/>
            <p:cNvSpPr/>
            <p:nvPr/>
          </p:nvSpPr>
          <p:spPr>
            <a:xfrm>
              <a:off x="3656" y="7509"/>
              <a:ext cx="397" cy="22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n</a:t>
              </a:r>
            </a:p>
          </p:txBody>
        </p:sp>
        <p:sp>
          <p:nvSpPr>
            <p:cNvPr id="125" name="圆角矩形 124"/>
            <p:cNvSpPr/>
            <p:nvPr/>
          </p:nvSpPr>
          <p:spPr>
            <a:xfrm>
              <a:off x="3656" y="7180"/>
              <a:ext cx="397" cy="22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</a:t>
              </a: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5824382" y="327660"/>
            <a:ext cx="2534285" cy="1953260"/>
            <a:chOff x="6536" y="916"/>
            <a:chExt cx="3991" cy="2611"/>
          </a:xfrm>
        </p:grpSpPr>
        <p:sp>
          <p:nvSpPr>
            <p:cNvPr id="12" name="圆角矩形 11"/>
            <p:cNvSpPr/>
            <p:nvPr/>
          </p:nvSpPr>
          <p:spPr>
            <a:xfrm>
              <a:off x="6536" y="916"/>
              <a:ext cx="3749" cy="2611"/>
            </a:xfrm>
            <a:prstGeom prst="roundRect">
              <a:avLst>
                <a:gd name="adj" fmla="val 9842"/>
              </a:avLst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  <p:grpSp>
          <p:nvGrpSpPr>
            <p:cNvPr id="182" name="组合 181"/>
            <p:cNvGrpSpPr/>
            <p:nvPr/>
          </p:nvGrpSpPr>
          <p:grpSpPr>
            <a:xfrm>
              <a:off x="6687" y="1010"/>
              <a:ext cx="3454" cy="370"/>
              <a:chOff x="6687" y="538"/>
              <a:chExt cx="3454" cy="370"/>
            </a:xfrm>
          </p:grpSpPr>
          <p:sp>
            <p:nvSpPr>
              <p:cNvPr id="116" name="圆角矩形 115"/>
              <p:cNvSpPr/>
              <p:nvPr/>
            </p:nvSpPr>
            <p:spPr>
              <a:xfrm>
                <a:off x="6687" y="653"/>
                <a:ext cx="369" cy="20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7053" y="538"/>
                <a:ext cx="3088" cy="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Retained Retrieval Tokens</a:t>
                </a:r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6719" y="2578"/>
              <a:ext cx="3422" cy="370"/>
              <a:chOff x="6719" y="2103"/>
              <a:chExt cx="3422" cy="370"/>
            </a:xfrm>
          </p:grpSpPr>
          <p:pic>
            <p:nvPicPr>
              <p:cNvPr id="22" name="图片 21" descr="雪花-02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19" y="2187"/>
                <a:ext cx="302" cy="267"/>
              </a:xfrm>
              <a:prstGeom prst="rect">
                <a:avLst/>
              </a:prstGeom>
            </p:spPr>
          </p:pic>
          <p:sp>
            <p:nvSpPr>
              <p:cNvPr id="36" name="文本框 35"/>
              <p:cNvSpPr txBox="1"/>
              <p:nvPr/>
            </p:nvSpPr>
            <p:spPr>
              <a:xfrm>
                <a:off x="7053" y="2103"/>
                <a:ext cx="3088" cy="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1296DB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Frozen Parameters</a:t>
                </a:r>
              </a:p>
            </p:txBody>
          </p:sp>
        </p:grpSp>
        <p:grpSp>
          <p:nvGrpSpPr>
            <p:cNvPr id="184" name="组合 183"/>
            <p:cNvGrpSpPr/>
            <p:nvPr/>
          </p:nvGrpSpPr>
          <p:grpSpPr>
            <a:xfrm>
              <a:off x="6719" y="3004"/>
              <a:ext cx="3638" cy="370"/>
              <a:chOff x="6719" y="2528"/>
              <a:chExt cx="3638" cy="370"/>
            </a:xfrm>
          </p:grpSpPr>
          <p:pic>
            <p:nvPicPr>
              <p:cNvPr id="37" name="图片 36" descr="火焰-copy-copy (1)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719" y="2612"/>
                <a:ext cx="302" cy="266"/>
              </a:xfrm>
              <a:prstGeom prst="rect">
                <a:avLst/>
              </a:prstGeom>
            </p:spPr>
          </p:pic>
          <p:sp>
            <p:nvSpPr>
              <p:cNvPr id="39" name="文本框 38"/>
              <p:cNvSpPr txBox="1"/>
              <p:nvPr/>
            </p:nvSpPr>
            <p:spPr>
              <a:xfrm>
                <a:off x="7053" y="2528"/>
                <a:ext cx="3304" cy="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FC8F5D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Trainable LoRA Parameters</a:t>
                </a:r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6687" y="1436"/>
              <a:ext cx="3454" cy="370"/>
              <a:chOff x="6687" y="899"/>
              <a:chExt cx="3454" cy="370"/>
            </a:xfrm>
          </p:grpSpPr>
          <p:sp>
            <p:nvSpPr>
              <p:cNvPr id="126" name="圆角矩形 125"/>
              <p:cNvSpPr/>
              <p:nvPr/>
            </p:nvSpPr>
            <p:spPr>
              <a:xfrm>
                <a:off x="6687" y="1025"/>
                <a:ext cx="369" cy="20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7053" y="899"/>
                <a:ext cx="3088" cy="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Pruned Retrieval Tokens</a:t>
                </a:r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6684" y="1862"/>
              <a:ext cx="3843" cy="617"/>
              <a:chOff x="6684" y="1253"/>
              <a:chExt cx="3843" cy="617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7053" y="1253"/>
                <a:ext cx="3474" cy="61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Tokens supplemented by the self-draft model</a:t>
                </a:r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6684" y="1392"/>
                <a:ext cx="369" cy="20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</p:grpSp>
      <p:cxnSp>
        <p:nvCxnSpPr>
          <p:cNvPr id="131" name="曲线连接符 130"/>
          <p:cNvCxnSpPr>
            <a:stCxn id="120" idx="3"/>
            <a:endCxn id="125" idx="1"/>
          </p:cNvCxnSpPr>
          <p:nvPr/>
        </p:nvCxnSpPr>
        <p:spPr>
          <a:xfrm flipV="1">
            <a:off x="3954939" y="4631690"/>
            <a:ext cx="76200" cy="10414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4" name="组合 173"/>
          <p:cNvGrpSpPr/>
          <p:nvPr/>
        </p:nvGrpSpPr>
        <p:grpSpPr>
          <a:xfrm>
            <a:off x="4358799" y="4704084"/>
            <a:ext cx="251460" cy="352425"/>
            <a:chOff x="4177" y="7180"/>
            <a:chExt cx="396" cy="555"/>
          </a:xfrm>
        </p:grpSpPr>
        <p:sp>
          <p:nvSpPr>
            <p:cNvPr id="124" name="圆角矩形 123"/>
            <p:cNvSpPr/>
            <p:nvPr/>
          </p:nvSpPr>
          <p:spPr>
            <a:xfrm>
              <a:off x="4177" y="7509"/>
              <a:ext cx="397" cy="22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]</a:t>
              </a:r>
            </a:p>
          </p:txBody>
        </p:sp>
        <p:sp>
          <p:nvSpPr>
            <p:cNvPr id="132" name="圆角矩形 131"/>
            <p:cNvSpPr/>
            <p:nvPr/>
          </p:nvSpPr>
          <p:spPr>
            <a:xfrm>
              <a:off x="4177" y="7180"/>
              <a:ext cx="397" cy="22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-</a:t>
              </a: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4686459" y="4848864"/>
            <a:ext cx="251460" cy="352425"/>
            <a:chOff x="4661" y="7180"/>
            <a:chExt cx="396" cy="555"/>
          </a:xfrm>
        </p:grpSpPr>
        <p:sp>
          <p:nvSpPr>
            <p:cNvPr id="122" name="圆角矩形 121"/>
            <p:cNvSpPr/>
            <p:nvPr/>
          </p:nvSpPr>
          <p:spPr>
            <a:xfrm>
              <a:off x="4661" y="7509"/>
              <a:ext cx="397" cy="226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\n</a:t>
              </a:r>
            </a:p>
          </p:txBody>
        </p:sp>
        <p:sp>
          <p:nvSpPr>
            <p:cNvPr id="133" name="圆角矩形 132"/>
            <p:cNvSpPr/>
            <p:nvPr/>
          </p:nvSpPr>
          <p:spPr>
            <a:xfrm>
              <a:off x="4661" y="7180"/>
              <a:ext cx="397" cy="22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#</a:t>
              </a:r>
            </a:p>
          </p:txBody>
        </p:sp>
      </p:grpSp>
      <p:grpSp>
        <p:nvGrpSpPr>
          <p:cNvPr id="172" name="组合 171"/>
          <p:cNvGrpSpPr/>
          <p:nvPr/>
        </p:nvGrpSpPr>
        <p:grpSpPr>
          <a:xfrm>
            <a:off x="5014119" y="4993643"/>
            <a:ext cx="251460" cy="352425"/>
            <a:chOff x="5160" y="7180"/>
            <a:chExt cx="396" cy="555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29" name="圆角矩形 128"/>
            <p:cNvSpPr/>
            <p:nvPr/>
          </p:nvSpPr>
          <p:spPr>
            <a:xfrm>
              <a:off x="5160" y="7509"/>
              <a:ext cx="397" cy="226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\t</a:t>
              </a:r>
            </a:p>
          </p:txBody>
        </p:sp>
        <p:sp>
          <p:nvSpPr>
            <p:cNvPr id="134" name="圆角矩形 133"/>
            <p:cNvSpPr/>
            <p:nvPr/>
          </p:nvSpPr>
          <p:spPr>
            <a:xfrm>
              <a:off x="5160" y="7180"/>
              <a:ext cx="397" cy="227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\n</a:t>
              </a: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5341779" y="5138423"/>
            <a:ext cx="251460" cy="352425"/>
            <a:chOff x="5677" y="7180"/>
            <a:chExt cx="396" cy="555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0" name="圆角矩形 129"/>
            <p:cNvSpPr/>
            <p:nvPr/>
          </p:nvSpPr>
          <p:spPr>
            <a:xfrm>
              <a:off x="5677" y="7509"/>
              <a:ext cx="397" cy="226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elif</a:t>
              </a:r>
            </a:p>
          </p:txBody>
        </p:sp>
        <p:sp>
          <p:nvSpPr>
            <p:cNvPr id="135" name="圆角矩形 134"/>
            <p:cNvSpPr/>
            <p:nvPr/>
          </p:nvSpPr>
          <p:spPr>
            <a:xfrm>
              <a:off x="5677" y="7180"/>
              <a:ext cx="397" cy="227"/>
            </a:xfrm>
            <a:prstGeom prst="roundRect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if</a:t>
              </a:r>
            </a:p>
          </p:txBody>
        </p:sp>
      </p:grpSp>
      <p:cxnSp>
        <p:nvCxnSpPr>
          <p:cNvPr id="139" name="曲线连接符 138"/>
          <p:cNvCxnSpPr>
            <a:stCxn id="123" idx="3"/>
            <a:endCxn id="132" idx="1"/>
          </p:cNvCxnSpPr>
          <p:nvPr/>
        </p:nvCxnSpPr>
        <p:spPr>
          <a:xfrm flipV="1">
            <a:off x="4283238" y="4776470"/>
            <a:ext cx="75565" cy="6350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曲线连接符 140"/>
          <p:cNvCxnSpPr>
            <a:stCxn id="124" idx="3"/>
            <a:endCxn id="133" idx="1"/>
          </p:cNvCxnSpPr>
          <p:nvPr/>
        </p:nvCxnSpPr>
        <p:spPr>
          <a:xfrm flipV="1">
            <a:off x="4610897" y="4921250"/>
            <a:ext cx="75565" cy="6350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曲线连接符 144"/>
          <p:cNvCxnSpPr>
            <a:stCxn id="122" idx="3"/>
            <a:endCxn id="134" idx="1"/>
          </p:cNvCxnSpPr>
          <p:nvPr/>
        </p:nvCxnSpPr>
        <p:spPr>
          <a:xfrm flipV="1">
            <a:off x="4938557" y="5066030"/>
            <a:ext cx="75565" cy="6350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曲线连接符 146"/>
          <p:cNvCxnSpPr>
            <a:stCxn id="122" idx="3"/>
            <a:endCxn id="129" idx="1"/>
          </p:cNvCxnSpPr>
          <p:nvPr/>
        </p:nvCxnSpPr>
        <p:spPr>
          <a:xfrm>
            <a:off x="4938557" y="5129530"/>
            <a:ext cx="75565" cy="14478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曲线连接符 149"/>
          <p:cNvCxnSpPr>
            <a:stCxn id="129" idx="3"/>
            <a:endCxn id="135" idx="1"/>
          </p:cNvCxnSpPr>
          <p:nvPr/>
        </p:nvCxnSpPr>
        <p:spPr>
          <a:xfrm flipV="1">
            <a:off x="5266217" y="5210810"/>
            <a:ext cx="75565" cy="63500"/>
          </a:xfrm>
          <a:prstGeom prst="curvedConnector3">
            <a:avLst>
              <a:gd name="adj1" fmla="val 5042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曲线连接符 151"/>
          <p:cNvCxnSpPr>
            <a:stCxn id="130" idx="1"/>
            <a:endCxn id="129" idx="3"/>
          </p:cNvCxnSpPr>
          <p:nvPr/>
        </p:nvCxnSpPr>
        <p:spPr>
          <a:xfrm rot="10800000">
            <a:off x="5266217" y="5274310"/>
            <a:ext cx="75565" cy="144780"/>
          </a:xfrm>
          <a:prstGeom prst="curvedConnector3">
            <a:avLst>
              <a:gd name="adj1" fmla="val 49580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1CDD374-EEA6-2AC1-01B1-6C2B390D6E4C}"/>
              </a:ext>
            </a:extLst>
          </p:cNvPr>
          <p:cNvSpPr/>
          <p:nvPr/>
        </p:nvSpPr>
        <p:spPr>
          <a:xfrm>
            <a:off x="25234" y="1895475"/>
            <a:ext cx="3644406" cy="2432275"/>
          </a:xfrm>
          <a:prstGeom prst="roundRect">
            <a:avLst>
              <a:gd name="adj" fmla="val 3840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12" y="2117759"/>
            <a:ext cx="720090" cy="720090"/>
          </a:xfrm>
          <a:prstGeom prst="rect">
            <a:avLst/>
          </a:prstGeom>
        </p:spPr>
      </p:pic>
      <p:grpSp>
        <p:nvGrpSpPr>
          <p:cNvPr id="228" name="组合 227"/>
          <p:cNvGrpSpPr/>
          <p:nvPr/>
        </p:nvGrpSpPr>
        <p:grpSpPr>
          <a:xfrm>
            <a:off x="8276590" y="1889125"/>
            <a:ext cx="1233170" cy="2747010"/>
            <a:chOff x="8372234" y="1888820"/>
            <a:chExt cx="1233170" cy="2746812"/>
          </a:xfrm>
        </p:grpSpPr>
        <p:sp>
          <p:nvSpPr>
            <p:cNvPr id="38" name="文本框 37"/>
            <p:cNvSpPr txBox="1"/>
            <p:nvPr/>
          </p:nvSpPr>
          <p:spPr>
            <a:xfrm>
              <a:off x="8426643" y="4327855"/>
              <a:ext cx="115994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Target Model</a:t>
              </a: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8372234" y="1888820"/>
              <a:ext cx="1233170" cy="2439035"/>
              <a:chOff x="1169" y="5792"/>
              <a:chExt cx="1942" cy="3841"/>
            </a:xfrm>
          </p:grpSpPr>
          <p:sp>
            <p:nvSpPr>
              <p:cNvPr id="69" name="矩形 68"/>
              <p:cNvSpPr/>
              <p:nvPr/>
            </p:nvSpPr>
            <p:spPr>
              <a:xfrm>
                <a:off x="1169" y="5792"/>
                <a:ext cx="1942" cy="3841"/>
              </a:xfrm>
              <a:prstGeom prst="rect">
                <a:avLst/>
              </a:prstGeom>
              <a:solidFill>
                <a:srgbClr val="FFEFBE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1263" y="5898"/>
                <a:ext cx="1773" cy="3628"/>
                <a:chOff x="740" y="5442"/>
                <a:chExt cx="1773" cy="4025"/>
              </a:xfrm>
            </p:grpSpPr>
            <p:sp>
              <p:nvSpPr>
                <p:cNvPr id="7" name="圆角矩形 6"/>
                <p:cNvSpPr/>
                <p:nvPr/>
              </p:nvSpPr>
              <p:spPr>
                <a:xfrm>
                  <a:off x="740" y="8913"/>
                  <a:ext cx="1769" cy="555"/>
                </a:xfrm>
                <a:prstGeom prst="roundRect">
                  <a:avLst/>
                </a:prstGeom>
                <a:solidFill>
                  <a:srgbClr val="FFD966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Attention</a:t>
                  </a:r>
                </a:p>
              </p:txBody>
            </p:sp>
            <p:sp>
              <p:nvSpPr>
                <p:cNvPr id="8" name="圆角矩形 7"/>
                <p:cNvSpPr/>
                <p:nvPr/>
              </p:nvSpPr>
              <p:spPr>
                <a:xfrm>
                  <a:off x="743" y="8045"/>
                  <a:ext cx="1769" cy="555"/>
                </a:xfrm>
                <a:prstGeom prst="roundRect">
                  <a:avLst/>
                </a:prstGeom>
                <a:solidFill>
                  <a:srgbClr val="F4B183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MLP</a:t>
                  </a:r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743" y="7177"/>
                  <a:ext cx="1769" cy="555"/>
                </a:xfrm>
                <a:prstGeom prst="roundRect">
                  <a:avLst/>
                </a:prstGeom>
                <a:solidFill>
                  <a:srgbClr val="FFD966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Attention</a:t>
                  </a:r>
                </a:p>
              </p:txBody>
            </p:sp>
            <p:sp>
              <p:nvSpPr>
                <p:cNvPr id="10" name="圆角矩形 9"/>
                <p:cNvSpPr/>
                <p:nvPr/>
              </p:nvSpPr>
              <p:spPr>
                <a:xfrm>
                  <a:off x="743" y="6309"/>
                  <a:ext cx="1770" cy="555"/>
                </a:xfrm>
                <a:prstGeom prst="roundRect">
                  <a:avLst/>
                </a:prstGeom>
                <a:solidFill>
                  <a:srgbClr val="F4B183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MLP</a:t>
                  </a:r>
                </a:p>
              </p:txBody>
            </p:sp>
            <p:sp>
              <p:nvSpPr>
                <p:cNvPr id="11" name="圆角矩形 10"/>
                <p:cNvSpPr/>
                <p:nvPr/>
              </p:nvSpPr>
              <p:spPr>
                <a:xfrm>
                  <a:off x="743" y="5442"/>
                  <a:ext cx="1769" cy="554"/>
                </a:xfrm>
                <a:prstGeom prst="roundRect">
                  <a:avLst/>
                </a:prstGeom>
                <a:solidFill>
                  <a:srgbClr val="FFC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LM Head</a:t>
                  </a:r>
                </a:p>
              </p:txBody>
            </p:sp>
            <p:cxnSp>
              <p:nvCxnSpPr>
                <p:cNvPr id="24" name="曲线连接符 23"/>
                <p:cNvCxnSpPr>
                  <a:stCxn id="7" idx="0"/>
                  <a:endCxn id="8" idx="2"/>
                </p:cNvCxnSpPr>
                <p:nvPr/>
              </p:nvCxnSpPr>
              <p:spPr>
                <a:xfrm rot="16200000">
                  <a:off x="1470" y="8755"/>
                  <a:ext cx="313" cy="3"/>
                </a:xfrm>
                <a:prstGeom prst="curvedConnector3">
                  <a:avLst>
                    <a:gd name="adj1" fmla="val 49840"/>
                  </a:avLst>
                </a:prstGeom>
                <a:ln w="127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/>
                <p:cNvCxnSpPr>
                  <a:stCxn id="10" idx="0"/>
                  <a:endCxn id="11" idx="2"/>
                </p:cNvCxnSpPr>
                <p:nvPr/>
              </p:nvCxnSpPr>
              <p:spPr>
                <a:xfrm flipV="1">
                  <a:off x="1628" y="5996"/>
                  <a:ext cx="0" cy="313"/>
                </a:xfrm>
                <a:prstGeom prst="straightConnector1">
                  <a:avLst/>
                </a:prstGeom>
                <a:ln w="12700" cap="flat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曲线连接符 41"/>
                <p:cNvCxnSpPr>
                  <a:stCxn id="8" idx="0"/>
                  <a:endCxn id="9" idx="2"/>
                </p:cNvCxnSpPr>
                <p:nvPr/>
              </p:nvCxnSpPr>
              <p:spPr>
                <a:xfrm rot="16200000">
                  <a:off x="1472" y="7889"/>
                  <a:ext cx="313" cy="5"/>
                </a:xfrm>
                <a:prstGeom prst="curvedConnector2">
                  <a:avLst/>
                </a:prstGeom>
                <a:ln w="127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/>
                <p:cNvCxnSpPr>
                  <a:stCxn id="9" idx="0"/>
                  <a:endCxn id="10" idx="2"/>
                </p:cNvCxnSpPr>
                <p:nvPr/>
              </p:nvCxnSpPr>
              <p:spPr>
                <a:xfrm flipV="1">
                  <a:off x="1628" y="6864"/>
                  <a:ext cx="0" cy="313"/>
                </a:xfrm>
                <a:prstGeom prst="straightConnector1">
                  <a:avLst/>
                </a:prstGeom>
                <a:ln w="12700" cap="flat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42" name="箭头: 下 403"/>
          <p:cNvSpPr/>
          <p:nvPr/>
        </p:nvSpPr>
        <p:spPr>
          <a:xfrm rot="16200000">
            <a:off x="1603542" y="2280319"/>
            <a:ext cx="114935" cy="431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56" name="箭头: 下 403"/>
          <p:cNvSpPr/>
          <p:nvPr/>
        </p:nvSpPr>
        <p:spPr>
          <a:xfrm rot="5400000" flipV="1">
            <a:off x="9620885" y="2879725"/>
            <a:ext cx="114935" cy="2159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pSp>
        <p:nvGrpSpPr>
          <p:cNvPr id="225" name="组合 224"/>
          <p:cNvGrpSpPr/>
          <p:nvPr/>
        </p:nvGrpSpPr>
        <p:grpSpPr>
          <a:xfrm>
            <a:off x="57317" y="2851184"/>
            <a:ext cx="1923415" cy="1348740"/>
            <a:chOff x="40971" y="2807656"/>
            <a:chExt cx="1923130" cy="1348779"/>
          </a:xfrm>
        </p:grpSpPr>
        <p:sp>
          <p:nvSpPr>
            <p:cNvPr id="3" name="文本框 2"/>
            <p:cNvSpPr txBox="1"/>
            <p:nvPr/>
          </p:nvSpPr>
          <p:spPr>
            <a:xfrm>
              <a:off x="40971" y="2807656"/>
              <a:ext cx="183261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Retrieval Corpus</a:t>
              </a:r>
            </a:p>
          </p:txBody>
        </p:sp>
        <p:sp>
          <p:nvSpPr>
            <p:cNvPr id="77" name="箭头: 下 403"/>
            <p:cNvSpPr/>
            <p:nvPr/>
          </p:nvSpPr>
          <p:spPr>
            <a:xfrm rot="10800000">
              <a:off x="899676" y="3133112"/>
              <a:ext cx="115200" cy="466090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000171" y="3234164"/>
              <a:ext cx="963930" cy="276999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①</a:t>
              </a:r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Retrieve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0499" y="3637009"/>
              <a:ext cx="1773555" cy="519426"/>
              <a:chOff x="1760382" y="2120904"/>
              <a:chExt cx="1773555" cy="519426"/>
            </a:xfrm>
          </p:grpSpPr>
          <p:sp>
            <p:nvSpPr>
              <p:cNvPr id="72" name="圆角矩形 71"/>
              <p:cNvSpPr/>
              <p:nvPr/>
            </p:nvSpPr>
            <p:spPr>
              <a:xfrm>
                <a:off x="1760382" y="2124710"/>
                <a:ext cx="1773555" cy="515620"/>
              </a:xfrm>
              <a:prstGeom prst="roundRect">
                <a:avLst/>
              </a:prstGeom>
              <a:solidFill>
                <a:srgbClr val="F5F5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1842932" y="2381885"/>
                <a:ext cx="1691005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</a:rPr>
                  <a:t>... \n\treturn cost</a:t>
                </a:r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[m][</a:t>
                </a:r>
              </a:p>
            </p:txBody>
          </p:sp>
          <p:pic>
            <p:nvPicPr>
              <p:cNvPr id="162" name="图形 161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842932" y="2146304"/>
                <a:ext cx="230505" cy="230505"/>
              </a:xfrm>
              <a:prstGeom prst="rect">
                <a:avLst/>
              </a:prstGeom>
            </p:spPr>
          </p:pic>
          <p:sp>
            <p:nvSpPr>
              <p:cNvPr id="164" name="文本框 163"/>
              <p:cNvSpPr txBox="1"/>
              <p:nvPr/>
            </p:nvSpPr>
            <p:spPr>
              <a:xfrm>
                <a:off x="2018193" y="2120904"/>
                <a:ext cx="5543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lang="zh-CN" altLang="en-US" sz="1200" b="1" dirty="0"/>
              </a:p>
            </p:txBody>
          </p:sp>
        </p:grpSp>
      </p:grpSp>
      <p:grpSp>
        <p:nvGrpSpPr>
          <p:cNvPr id="217" name="组合 216"/>
          <p:cNvGrpSpPr/>
          <p:nvPr/>
        </p:nvGrpSpPr>
        <p:grpSpPr>
          <a:xfrm>
            <a:off x="9829800" y="2752090"/>
            <a:ext cx="928370" cy="534670"/>
            <a:chOff x="10113721" y="2696596"/>
            <a:chExt cx="928370" cy="534670"/>
          </a:xfrm>
        </p:grpSpPr>
        <p:grpSp>
          <p:nvGrpSpPr>
            <p:cNvPr id="157" name="组合 156"/>
            <p:cNvGrpSpPr/>
            <p:nvPr/>
          </p:nvGrpSpPr>
          <p:grpSpPr>
            <a:xfrm>
              <a:off x="10113721" y="2696596"/>
              <a:ext cx="927735" cy="534670"/>
              <a:chOff x="1207" y="3867"/>
              <a:chExt cx="3008" cy="440"/>
            </a:xfrm>
          </p:grpSpPr>
          <p:sp>
            <p:nvSpPr>
              <p:cNvPr id="158" name="圆角矩形 71"/>
              <p:cNvSpPr/>
              <p:nvPr/>
            </p:nvSpPr>
            <p:spPr>
              <a:xfrm>
                <a:off x="1207" y="3867"/>
                <a:ext cx="3008" cy="440"/>
              </a:xfrm>
              <a:prstGeom prst="roundRect">
                <a:avLst/>
              </a:prstGeom>
              <a:solidFill>
                <a:srgbClr val="F5F5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208" y="3870"/>
                <a:ext cx="3007" cy="2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12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60" name="文本框 159"/>
            <p:cNvSpPr txBox="1"/>
            <p:nvPr/>
          </p:nvSpPr>
          <p:spPr>
            <a:xfrm>
              <a:off x="10351846" y="2704855"/>
              <a:ext cx="69024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buClrTx/>
                <a:buSzTx/>
                <a:buFontTx/>
              </a:pPr>
              <a:r>
                <a:rPr lang="en-US" altLang="zh-CN" sz="1200" b="1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Output</a:t>
              </a:r>
            </a:p>
          </p:txBody>
        </p:sp>
        <p:pic>
          <p:nvPicPr>
            <p:cNvPr id="169" name="图形 16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01985" y="2708664"/>
              <a:ext cx="230505" cy="230505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0201982" y="2969389"/>
              <a:ext cx="7874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</a:rPr>
                <a:t>n]\n\telif</a:t>
              </a: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4813935" y="1895475"/>
            <a:ext cx="1820545" cy="2740025"/>
            <a:chOff x="4960590" y="1895367"/>
            <a:chExt cx="1820545" cy="2740265"/>
          </a:xfrm>
        </p:grpSpPr>
        <p:sp>
          <p:nvSpPr>
            <p:cNvPr id="70" name="矩形 69"/>
            <p:cNvSpPr/>
            <p:nvPr/>
          </p:nvSpPr>
          <p:spPr>
            <a:xfrm>
              <a:off x="4960590" y="1895367"/>
              <a:ext cx="1820545" cy="2439035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5010121" y="1941719"/>
              <a:ext cx="1720215" cy="388620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5010121" y="1979184"/>
              <a:ext cx="1720215" cy="2303780"/>
              <a:chOff x="4970" y="5440"/>
              <a:chExt cx="2709" cy="4112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4970" y="6249"/>
                <a:ext cx="2709" cy="687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4970" y="8824"/>
                <a:ext cx="2709" cy="728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圆角矩形 28"/>
              <p:cNvSpPr/>
              <p:nvPr/>
            </p:nvSpPr>
            <p:spPr>
              <a:xfrm>
                <a:off x="5074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5074" y="8045"/>
                <a:ext cx="1769" cy="555"/>
              </a:xfrm>
              <a:prstGeom prst="roundRect">
                <a:avLst/>
              </a:prstGeom>
              <a:solidFill>
                <a:srgbClr val="F4B183">
                  <a:alpha val="40000"/>
                </a:srgbClr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5074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5074" y="6309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5074" y="5440"/>
                <a:ext cx="1769" cy="556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35" name="直接箭头连接符 34"/>
              <p:cNvCxnSpPr/>
              <p:nvPr/>
            </p:nvCxnSpPr>
            <p:spPr>
              <a:xfrm flipV="1">
                <a:off x="5966" y="6063"/>
                <a:ext cx="0" cy="165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endCxn id="48" idx="2"/>
              </p:cNvCxnSpPr>
              <p:nvPr/>
            </p:nvCxnSpPr>
            <p:spPr>
              <a:xfrm flipV="1">
                <a:off x="5957" y="8721"/>
                <a:ext cx="0" cy="1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8" name="弧形 47"/>
              <p:cNvSpPr/>
              <p:nvPr/>
            </p:nvSpPr>
            <p:spPr>
              <a:xfrm>
                <a:off x="5618" y="7973"/>
                <a:ext cx="680" cy="748"/>
              </a:xfrm>
              <a:prstGeom prst="arc">
                <a:avLst>
                  <a:gd name="adj1" fmla="val 16233359"/>
                  <a:gd name="adj2" fmla="val 5413095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直接箭头连接符 48"/>
              <p:cNvCxnSpPr>
                <a:stCxn id="48" idx="0"/>
                <a:endCxn id="50" idx="2"/>
              </p:cNvCxnSpPr>
              <p:nvPr/>
            </p:nvCxnSpPr>
            <p:spPr>
              <a:xfrm flipV="1">
                <a:off x="5961" y="7820"/>
                <a:ext cx="3" cy="1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0" name="弧形 49"/>
              <p:cNvSpPr/>
              <p:nvPr/>
            </p:nvSpPr>
            <p:spPr>
              <a:xfrm>
                <a:off x="5618" y="7130"/>
                <a:ext cx="680" cy="690"/>
              </a:xfrm>
              <a:prstGeom prst="arc">
                <a:avLst>
                  <a:gd name="adj1" fmla="val 16195810"/>
                  <a:gd name="adj2" fmla="val 5331352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" name="直接箭头连接符 50"/>
              <p:cNvCxnSpPr/>
              <p:nvPr/>
            </p:nvCxnSpPr>
            <p:spPr>
              <a:xfrm flipV="1">
                <a:off x="5957" y="6945"/>
                <a:ext cx="0" cy="1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52" name="图片 51" descr="雪花-02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470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53" name="图片 52" descr="雪花-02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470" y="6447"/>
                <a:ext cx="278" cy="278"/>
              </a:xfrm>
              <a:prstGeom prst="rect">
                <a:avLst/>
              </a:prstGeom>
            </p:spPr>
          </p:pic>
          <p:pic>
            <p:nvPicPr>
              <p:cNvPr id="54" name="图片 53" descr="雪花-02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470" y="5580"/>
                <a:ext cx="278" cy="278"/>
              </a:xfrm>
              <a:prstGeom prst="rect">
                <a:avLst/>
              </a:prstGeom>
            </p:spPr>
          </p:pic>
          <p:grpSp>
            <p:nvGrpSpPr>
              <p:cNvPr id="57" name="组合 56"/>
              <p:cNvGrpSpPr/>
              <p:nvPr/>
            </p:nvGrpSpPr>
            <p:grpSpPr>
              <a:xfrm>
                <a:off x="6960" y="8913"/>
                <a:ext cx="442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55" name="梯形 54"/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梯形 55"/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6958" y="6309"/>
                <a:ext cx="444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59" name="梯形 58"/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0" name="梯形 59"/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61" name="图片 60" descr="火焰-copy-copy (1)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01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62" name="图片 61" descr="火焰-copy-copy (1)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01" y="6447"/>
                <a:ext cx="278" cy="278"/>
              </a:xfrm>
              <a:prstGeom prst="rect">
                <a:avLst/>
              </a:prstGeom>
            </p:spPr>
          </p:pic>
        </p:grpSp>
        <p:sp>
          <p:nvSpPr>
            <p:cNvPr id="41" name="文本框 40"/>
            <p:cNvSpPr txBox="1"/>
            <p:nvPr/>
          </p:nvSpPr>
          <p:spPr>
            <a:xfrm>
              <a:off x="5103531" y="4327855"/>
              <a:ext cx="151574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Self-Draft Model</a:t>
              </a:r>
            </a:p>
          </p:txBody>
        </p:sp>
        <p:sp>
          <p:nvSpPr>
            <p:cNvPr id="5" name="梯形 4"/>
            <p:cNvSpPr/>
            <p:nvPr/>
          </p:nvSpPr>
          <p:spPr>
            <a:xfrm>
              <a:off x="6272501" y="2157623"/>
              <a:ext cx="282575" cy="136525"/>
            </a:xfrm>
            <a:prstGeom prst="trapezoid">
              <a:avLst/>
            </a:prstGeom>
            <a:solidFill>
              <a:srgbClr val="FFBE7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梯形 22"/>
            <p:cNvSpPr/>
            <p:nvPr/>
          </p:nvSpPr>
          <p:spPr>
            <a:xfrm rot="10800000">
              <a:off x="6272501" y="1982363"/>
              <a:ext cx="282575" cy="136525"/>
            </a:xfrm>
            <a:prstGeom prst="trapezoid">
              <a:avLst/>
            </a:prstGeom>
            <a:solidFill>
              <a:srgbClr val="FFBE7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4" name="图片 33" descr="火焰-copy-copy (1)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53802" y="2059832"/>
              <a:ext cx="176530" cy="155575"/>
            </a:xfrm>
            <a:prstGeom prst="rect">
              <a:avLst/>
            </a:prstGeom>
          </p:spPr>
        </p:pic>
      </p:grpSp>
      <p:grpSp>
        <p:nvGrpSpPr>
          <p:cNvPr id="222" name="组合 221"/>
          <p:cNvGrpSpPr/>
          <p:nvPr/>
        </p:nvGrpSpPr>
        <p:grpSpPr>
          <a:xfrm>
            <a:off x="2133132" y="2174909"/>
            <a:ext cx="1474470" cy="2019300"/>
            <a:chOff x="2261565" y="2263277"/>
            <a:chExt cx="1474343" cy="2021161"/>
          </a:xfrm>
        </p:grpSpPr>
        <p:sp>
          <p:nvSpPr>
            <p:cNvPr id="146" name="文本框 145"/>
            <p:cNvSpPr txBox="1"/>
            <p:nvPr/>
          </p:nvSpPr>
          <p:spPr>
            <a:xfrm>
              <a:off x="2393374" y="4022828"/>
              <a:ext cx="1188720" cy="261610"/>
            </a:xfrm>
            <a:prstGeom prst="rect">
              <a:avLst/>
            </a:prstGeom>
          </p:spPr>
          <p:txBody>
            <a:bodyPr wrap="square" l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Retrieval Code</a:t>
              </a:r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2261565" y="2263277"/>
              <a:ext cx="1474343" cy="1766971"/>
              <a:chOff x="4108" y="146"/>
              <a:chExt cx="1812" cy="1916"/>
            </a:xfrm>
          </p:grpSpPr>
          <p:cxnSp>
            <p:nvCxnSpPr>
              <p:cNvPr id="136" name="曲线连接符 135"/>
              <p:cNvCxnSpPr>
                <a:stCxn id="67" idx="2"/>
                <a:endCxn id="95" idx="0"/>
              </p:cNvCxnSpPr>
              <p:nvPr/>
            </p:nvCxnSpPr>
            <p:spPr>
              <a:xfrm rot="5400000">
                <a:off x="4905" y="566"/>
                <a:ext cx="228" cy="4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7" name="曲线连接符 136"/>
              <p:cNvCxnSpPr>
                <a:stCxn id="67" idx="2"/>
                <a:endCxn id="68" idx="0"/>
              </p:cNvCxnSpPr>
              <p:nvPr/>
            </p:nvCxnSpPr>
            <p:spPr>
              <a:xfrm rot="5400000">
                <a:off x="4582" y="243"/>
                <a:ext cx="228" cy="650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8" name="曲线连接符 137"/>
              <p:cNvCxnSpPr>
                <a:stCxn id="67" idx="2"/>
                <a:endCxn id="103" idx="0"/>
              </p:cNvCxnSpPr>
              <p:nvPr/>
            </p:nvCxnSpPr>
            <p:spPr>
              <a:xfrm rot="5400000" flipV="1">
                <a:off x="5228" y="248"/>
                <a:ext cx="228" cy="641"/>
              </a:xfrm>
              <a:prstGeom prst="curvedConnector3">
                <a:avLst>
                  <a:gd name="adj1" fmla="val 49781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9" name="曲线连接符 88"/>
              <p:cNvCxnSpPr>
                <a:stCxn id="68" idx="2"/>
                <a:endCxn id="88" idx="0"/>
              </p:cNvCxnSpPr>
              <p:nvPr/>
            </p:nvCxnSpPr>
            <p:spPr>
              <a:xfrm rot="5400000">
                <a:off x="4256" y="1103"/>
                <a:ext cx="228" cy="2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0" name="曲线连接符 89"/>
              <p:cNvCxnSpPr>
                <a:stCxn id="95" idx="2"/>
                <a:endCxn id="100" idx="0"/>
              </p:cNvCxnSpPr>
              <p:nvPr/>
            </p:nvCxnSpPr>
            <p:spPr>
              <a:xfrm rot="5400000">
                <a:off x="4903" y="1104"/>
                <a:ext cx="228" cy="1"/>
              </a:xfrm>
              <a:prstGeom prst="curvedConnector3">
                <a:avLst>
                  <a:gd name="adj1" fmla="val 49781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1" name="曲线连接符 90"/>
              <p:cNvCxnSpPr>
                <a:stCxn id="103" idx="2"/>
                <a:endCxn id="104" idx="0"/>
              </p:cNvCxnSpPr>
              <p:nvPr/>
            </p:nvCxnSpPr>
            <p:spPr>
              <a:xfrm rot="5400000" flipV="1">
                <a:off x="5548" y="1104"/>
                <a:ext cx="228" cy="5"/>
              </a:xfrm>
              <a:prstGeom prst="curvedConnector2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2" name="曲线连接符 91"/>
              <p:cNvCxnSpPr>
                <a:stCxn id="88" idx="2"/>
                <a:endCxn id="94" idx="0"/>
              </p:cNvCxnSpPr>
              <p:nvPr/>
            </p:nvCxnSpPr>
            <p:spPr>
              <a:xfrm rot="5400000" flipV="1">
                <a:off x="4256" y="1640"/>
                <a:ext cx="228" cy="1"/>
              </a:xfrm>
              <a:prstGeom prst="curvedConnector3">
                <a:avLst>
                  <a:gd name="adj1" fmla="val 49781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圆角矩形 66"/>
              <p:cNvSpPr/>
              <p:nvPr/>
            </p:nvSpPr>
            <p:spPr>
              <a:xfrm>
                <a:off x="4760" y="146"/>
                <a:ext cx="522" cy="3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][</a:t>
                </a:r>
              </a:p>
            </p:txBody>
          </p:sp>
          <p:sp>
            <p:nvSpPr>
              <p:cNvPr id="94" name="圆角矩形 93"/>
              <p:cNvSpPr/>
              <p:nvPr/>
            </p:nvSpPr>
            <p:spPr>
              <a:xfrm>
                <a:off x="4108" y="1754"/>
                <a:ext cx="524" cy="30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\n</a:t>
                </a:r>
              </a:p>
            </p:txBody>
          </p:sp>
          <p:grpSp>
            <p:nvGrpSpPr>
              <p:cNvPr id="105" name="组合 104"/>
              <p:cNvGrpSpPr/>
              <p:nvPr/>
            </p:nvGrpSpPr>
            <p:grpSpPr>
              <a:xfrm>
                <a:off x="4110" y="682"/>
                <a:ext cx="1811" cy="308"/>
                <a:chOff x="4110" y="708"/>
                <a:chExt cx="1811" cy="308"/>
              </a:xfrm>
            </p:grpSpPr>
            <p:sp>
              <p:nvSpPr>
                <p:cNvPr id="68" name="圆角矩形 67"/>
                <p:cNvSpPr/>
                <p:nvPr/>
              </p:nvSpPr>
              <p:spPr>
                <a:xfrm>
                  <a:off x="4110" y="708"/>
                  <a:ext cx="522" cy="308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</a:t>
                  </a:r>
                </a:p>
              </p:txBody>
            </p:sp>
            <p:sp>
              <p:nvSpPr>
                <p:cNvPr id="95" name="圆角矩形 94"/>
                <p:cNvSpPr/>
                <p:nvPr/>
              </p:nvSpPr>
              <p:spPr>
                <a:xfrm>
                  <a:off x="4756" y="708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1</a:t>
                  </a:r>
                </a:p>
              </p:txBody>
            </p:sp>
            <p:sp>
              <p:nvSpPr>
                <p:cNvPr id="103" name="圆角矩形 102"/>
                <p:cNvSpPr/>
                <p:nvPr/>
              </p:nvSpPr>
              <p:spPr>
                <a:xfrm>
                  <a:off x="5401" y="708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:</a:t>
                  </a: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4108" y="1218"/>
                <a:ext cx="1813" cy="308"/>
                <a:chOff x="4108" y="1272"/>
                <a:chExt cx="1813" cy="308"/>
              </a:xfrm>
            </p:grpSpPr>
            <p:sp>
              <p:nvSpPr>
                <p:cNvPr id="88" name="圆角矩形 87"/>
                <p:cNvSpPr/>
                <p:nvPr/>
              </p:nvSpPr>
              <p:spPr>
                <a:xfrm>
                  <a:off x="4108" y="1272"/>
                  <a:ext cx="522" cy="308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</a:t>
                  </a:r>
                </a:p>
              </p:txBody>
            </p:sp>
            <p:sp>
              <p:nvSpPr>
                <p:cNvPr id="100" name="圆角矩形 99"/>
                <p:cNvSpPr/>
                <p:nvPr/>
              </p:nvSpPr>
              <p:spPr>
                <a:xfrm>
                  <a:off x="4755" y="1272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])</a:t>
                  </a:r>
                </a:p>
              </p:txBody>
            </p:sp>
            <p:sp>
              <p:nvSpPr>
                <p:cNvPr id="104" name="圆角矩形 103"/>
                <p:cNvSpPr/>
                <p:nvPr/>
              </p:nvSpPr>
              <p:spPr>
                <a:xfrm>
                  <a:off x="5401" y="1272"/>
                  <a:ext cx="521" cy="308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int</a:t>
                  </a:r>
                </a:p>
              </p:txBody>
            </p:sp>
          </p:grpSp>
        </p:grpSp>
      </p:grpSp>
      <p:grpSp>
        <p:nvGrpSpPr>
          <p:cNvPr id="221" name="组合 220"/>
          <p:cNvGrpSpPr/>
          <p:nvPr/>
        </p:nvGrpSpPr>
        <p:grpSpPr>
          <a:xfrm>
            <a:off x="3762375" y="2790825"/>
            <a:ext cx="990600" cy="808355"/>
            <a:chOff x="3941073" y="2790588"/>
            <a:chExt cx="990467" cy="808418"/>
          </a:xfrm>
        </p:grpSpPr>
        <p:sp>
          <p:nvSpPr>
            <p:cNvPr id="223" name="箭头: 下 403"/>
            <p:cNvSpPr/>
            <p:nvPr/>
          </p:nvSpPr>
          <p:spPr>
            <a:xfrm rot="16200000" flipH="1" flipV="1">
              <a:off x="4378859" y="2526077"/>
              <a:ext cx="114895" cy="99046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u="sng" dirty="0">
                <a:solidFill>
                  <a:schemeClr val="tx1"/>
                </a:solidFill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3984034" y="2790588"/>
              <a:ext cx="904544" cy="18445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②</a:t>
              </a:r>
              <a:r>
                <a:rPr lang="en-US" altLang="zh-CN" sz="12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Evaluator</a:t>
              </a:r>
            </a:p>
          </p:txBody>
        </p:sp>
        <p:sp>
          <p:nvSpPr>
            <p:cNvPr id="111" name="箭头: 下 403"/>
            <p:cNvSpPr/>
            <p:nvPr/>
          </p:nvSpPr>
          <p:spPr>
            <a:xfrm rot="5400000" flipV="1">
              <a:off x="4378859" y="2652772"/>
              <a:ext cx="114895" cy="99046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u="sng" dirty="0">
                <a:solidFill>
                  <a:schemeClr val="tx1"/>
                </a:solidFill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3954314" y="3229674"/>
              <a:ext cx="963984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③ </a:t>
              </a:r>
              <a:r>
                <a:rPr lang="en-US" altLang="zh-CN" sz="12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Retained                        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2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Snippet</a:t>
              </a:r>
            </a:p>
          </p:txBody>
        </p:sp>
      </p:grpSp>
      <p:grpSp>
        <p:nvGrpSpPr>
          <p:cNvPr id="233" name="组合 232"/>
          <p:cNvGrpSpPr/>
          <p:nvPr/>
        </p:nvGrpSpPr>
        <p:grpSpPr>
          <a:xfrm>
            <a:off x="481330" y="1534160"/>
            <a:ext cx="1986280" cy="276860"/>
            <a:chOff x="1532453" y="56549"/>
            <a:chExt cx="1986246" cy="276793"/>
          </a:xfrm>
        </p:grpSpPr>
        <p:sp>
          <p:nvSpPr>
            <p:cNvPr id="116" name="圆角矩形 115"/>
            <p:cNvSpPr/>
            <p:nvPr/>
          </p:nvSpPr>
          <p:spPr>
            <a:xfrm>
              <a:off x="1532453" y="140945"/>
              <a:ext cx="198000" cy="1080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64194" y="56549"/>
              <a:ext cx="1754505" cy="276793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1200" b="1" kern="0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Retained Retrieval Tokens</a:t>
              </a:r>
            </a:p>
          </p:txBody>
        </p:sp>
      </p:grpSp>
      <p:grpSp>
        <p:nvGrpSpPr>
          <p:cNvPr id="236" name="组合 235"/>
          <p:cNvGrpSpPr/>
          <p:nvPr/>
        </p:nvGrpSpPr>
        <p:grpSpPr>
          <a:xfrm>
            <a:off x="6528435" y="1534160"/>
            <a:ext cx="1477645" cy="276860"/>
            <a:chOff x="1538683" y="919372"/>
            <a:chExt cx="1477731" cy="276793"/>
          </a:xfrm>
        </p:grpSpPr>
        <p:pic>
          <p:nvPicPr>
            <p:cNvPr id="22" name="图片 21" descr="雪花-0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38683" y="957898"/>
              <a:ext cx="191770" cy="199740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/>
          </p:nvSpPr>
          <p:spPr>
            <a:xfrm>
              <a:off x="1764194" y="919372"/>
              <a:ext cx="1252220" cy="276793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1200" b="1" dirty="0">
                  <a:solidFill>
                    <a:srgbClr val="1296DB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Frozen Parameters</a:t>
              </a:r>
            </a:p>
          </p:txBody>
        </p:sp>
      </p:grpSp>
      <p:grpSp>
        <p:nvGrpSpPr>
          <p:cNvPr id="237" name="组合 236"/>
          <p:cNvGrpSpPr/>
          <p:nvPr/>
        </p:nvGrpSpPr>
        <p:grpSpPr>
          <a:xfrm>
            <a:off x="8212455" y="1534160"/>
            <a:ext cx="2105660" cy="276860"/>
            <a:chOff x="1538683" y="1252770"/>
            <a:chExt cx="2105746" cy="276793"/>
          </a:xfrm>
        </p:grpSpPr>
        <p:pic>
          <p:nvPicPr>
            <p:cNvPr id="37" name="图片 36" descr="火焰-copy-copy (1)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38683" y="1291670"/>
              <a:ext cx="191770" cy="198992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1764194" y="1252770"/>
              <a:ext cx="1880235" cy="276793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1200" b="1" dirty="0">
                  <a:solidFill>
                    <a:srgbClr val="FC8F5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Trainable </a:t>
              </a:r>
              <a:r>
                <a:rPr lang="en-US" altLang="zh-CN" sz="1200" b="1" dirty="0" err="1">
                  <a:solidFill>
                    <a:srgbClr val="FC8F5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LoRA</a:t>
              </a:r>
              <a:r>
                <a:rPr lang="en-US" altLang="zh-CN" sz="1200" b="1" dirty="0">
                  <a:solidFill>
                    <a:srgbClr val="FC8F5D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Parameters</a:t>
              </a: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2674620" y="1534160"/>
            <a:ext cx="1925955" cy="276860"/>
            <a:chOff x="1532453" y="295997"/>
            <a:chExt cx="1925921" cy="276793"/>
          </a:xfrm>
        </p:grpSpPr>
        <p:sp>
          <p:nvSpPr>
            <p:cNvPr id="126" name="圆角矩形 125"/>
            <p:cNvSpPr/>
            <p:nvPr/>
          </p:nvSpPr>
          <p:spPr>
            <a:xfrm>
              <a:off x="1532453" y="380531"/>
              <a:ext cx="198000" cy="10772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1764194" y="295997"/>
              <a:ext cx="1694180" cy="276793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1200" b="1" kern="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Pruned Retrieval Tokens</a:t>
              </a:r>
            </a:p>
          </p:txBody>
        </p:sp>
      </p:grpSp>
      <p:grpSp>
        <p:nvGrpSpPr>
          <p:cNvPr id="235" name="组合 234"/>
          <p:cNvGrpSpPr/>
          <p:nvPr/>
        </p:nvGrpSpPr>
        <p:grpSpPr>
          <a:xfrm>
            <a:off x="4806950" y="1534160"/>
            <a:ext cx="1514475" cy="276860"/>
            <a:chOff x="1531511" y="512240"/>
            <a:chExt cx="1514284" cy="276999"/>
          </a:xfrm>
        </p:grpSpPr>
        <p:sp>
          <p:nvSpPr>
            <p:cNvPr id="18" name="文本框 17"/>
            <p:cNvSpPr txBox="1"/>
            <p:nvPr/>
          </p:nvSpPr>
          <p:spPr>
            <a:xfrm>
              <a:off x="1764195" y="512240"/>
              <a:ext cx="128160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/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Self-drafted Tokens </a:t>
              </a:r>
            </a:p>
          </p:txBody>
        </p:sp>
        <p:sp>
          <p:nvSpPr>
            <p:cNvPr id="128" name="圆角矩形 127"/>
            <p:cNvSpPr/>
            <p:nvPr/>
          </p:nvSpPr>
          <p:spPr>
            <a:xfrm>
              <a:off x="1531511" y="596876"/>
              <a:ext cx="198942" cy="10772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695440" y="2082165"/>
            <a:ext cx="1520190" cy="445770"/>
            <a:chOff x="6695247" y="2082100"/>
            <a:chExt cx="1520379" cy="445770"/>
          </a:xfrm>
        </p:grpSpPr>
        <p:sp>
          <p:nvSpPr>
            <p:cNvPr id="27" name="箭头: 下 403"/>
            <p:cNvSpPr/>
            <p:nvPr/>
          </p:nvSpPr>
          <p:spPr>
            <a:xfrm rot="16200000" flipV="1">
              <a:off x="7398286" y="1757294"/>
              <a:ext cx="114300" cy="1426852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695247" y="2082100"/>
              <a:ext cx="1520379" cy="36957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Bayesian Optimization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&amp; Distill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741795" y="2655570"/>
            <a:ext cx="1426845" cy="295275"/>
            <a:chOff x="6742011" y="2655547"/>
            <a:chExt cx="1426852" cy="295227"/>
          </a:xfrm>
        </p:grpSpPr>
        <p:sp>
          <p:nvSpPr>
            <p:cNvPr id="151" name="箭头: 下 403"/>
            <p:cNvSpPr/>
            <p:nvPr/>
          </p:nvSpPr>
          <p:spPr>
            <a:xfrm rot="5400000" flipV="1">
              <a:off x="7397969" y="2179881"/>
              <a:ext cx="114935" cy="1426852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6869690" y="2655547"/>
              <a:ext cx="1171492" cy="18466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④</a:t>
              </a:r>
              <a:r>
                <a:rPr lang="en-US" altLang="zh-CN" sz="1200" b="1" dirty="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Extension</a:t>
              </a:r>
              <a:endParaRPr lang="zh-CN" altLang="en-US" sz="1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41795" y="3011170"/>
            <a:ext cx="1427480" cy="1214755"/>
            <a:chOff x="6712233" y="3011103"/>
            <a:chExt cx="1427486" cy="1214755"/>
          </a:xfrm>
        </p:grpSpPr>
        <p:sp>
          <p:nvSpPr>
            <p:cNvPr id="153" name="圆角矩形 71"/>
            <p:cNvSpPr/>
            <p:nvPr/>
          </p:nvSpPr>
          <p:spPr>
            <a:xfrm>
              <a:off x="6712233" y="3011103"/>
              <a:ext cx="1427486" cy="1214755"/>
            </a:xfrm>
            <a:prstGeom prst="roundRect">
              <a:avLst>
                <a:gd name="adj" fmla="val 6783"/>
              </a:avLst>
            </a:prstGeom>
            <a:solidFill>
              <a:srgbClr val="F5F5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6" name="组合 215"/>
            <p:cNvGrpSpPr/>
            <p:nvPr/>
          </p:nvGrpSpPr>
          <p:grpSpPr>
            <a:xfrm>
              <a:off x="6784908" y="3020624"/>
              <a:ext cx="1282136" cy="1170728"/>
              <a:chOff x="6170251" y="4278548"/>
              <a:chExt cx="1282136" cy="1170728"/>
            </a:xfrm>
          </p:grpSpPr>
          <p:sp>
            <p:nvSpPr>
              <p:cNvPr id="75" name="圆角矩形 66"/>
              <p:cNvSpPr/>
              <p:nvPr/>
            </p:nvSpPr>
            <p:spPr>
              <a:xfrm>
                <a:off x="6874608" y="4278548"/>
                <a:ext cx="360000" cy="144000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8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][</a:t>
                </a:r>
              </a:p>
            </p:txBody>
          </p:sp>
          <p:grpSp>
            <p:nvGrpSpPr>
              <p:cNvPr id="201" name="组合 200"/>
              <p:cNvGrpSpPr/>
              <p:nvPr/>
            </p:nvGrpSpPr>
            <p:grpSpPr>
              <a:xfrm>
                <a:off x="6642965" y="4483090"/>
                <a:ext cx="809422" cy="146759"/>
                <a:chOff x="6642965" y="4300737"/>
                <a:chExt cx="809422" cy="146759"/>
              </a:xfrm>
            </p:grpSpPr>
            <p:sp>
              <p:nvSpPr>
                <p:cNvPr id="79" name="圆角矩形 67"/>
                <p:cNvSpPr/>
                <p:nvPr/>
              </p:nvSpPr>
              <p:spPr>
                <a:xfrm>
                  <a:off x="6642965" y="4303496"/>
                  <a:ext cx="360000" cy="14400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</a:t>
                  </a:r>
                </a:p>
              </p:txBody>
            </p:sp>
            <p:sp>
              <p:nvSpPr>
                <p:cNvPr id="80" name="圆角矩形 102"/>
                <p:cNvSpPr/>
                <p:nvPr/>
              </p:nvSpPr>
              <p:spPr>
                <a:xfrm>
                  <a:off x="7092387" y="4300737"/>
                  <a:ext cx="360000" cy="14400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</a:t>
                  </a:r>
                </a:p>
              </p:txBody>
            </p:sp>
          </p:grpSp>
          <p:grpSp>
            <p:nvGrpSpPr>
              <p:cNvPr id="200" name="组合 199"/>
              <p:cNvGrpSpPr/>
              <p:nvPr/>
            </p:nvGrpSpPr>
            <p:grpSpPr>
              <a:xfrm>
                <a:off x="6398761" y="4690391"/>
                <a:ext cx="822450" cy="144000"/>
                <a:chOff x="6398761" y="4615824"/>
                <a:chExt cx="822450" cy="144000"/>
              </a:xfrm>
            </p:grpSpPr>
            <p:sp>
              <p:nvSpPr>
                <p:cNvPr id="82" name="圆角矩形 87"/>
                <p:cNvSpPr/>
                <p:nvPr/>
              </p:nvSpPr>
              <p:spPr>
                <a:xfrm>
                  <a:off x="6398761" y="4615824"/>
                  <a:ext cx="360000" cy="14400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8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</a:t>
                  </a:r>
                </a:p>
              </p:txBody>
            </p:sp>
            <p:sp>
              <p:nvSpPr>
                <p:cNvPr id="84" name="圆角矩形 103"/>
                <p:cNvSpPr/>
                <p:nvPr/>
              </p:nvSpPr>
              <p:spPr>
                <a:xfrm>
                  <a:off x="6861211" y="4615824"/>
                  <a:ext cx="360000" cy="14400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</a:t>
                  </a:r>
                </a:p>
              </p:txBody>
            </p:sp>
          </p:grpSp>
          <p:cxnSp>
            <p:nvCxnSpPr>
              <p:cNvPr id="85" name="直接箭头连接符 84"/>
              <p:cNvCxnSpPr>
                <a:stCxn id="75" idx="2"/>
                <a:endCxn id="79" idx="0"/>
              </p:cNvCxnSpPr>
              <p:nvPr/>
            </p:nvCxnSpPr>
            <p:spPr>
              <a:xfrm flipH="1">
                <a:off x="6822965" y="4422548"/>
                <a:ext cx="231643" cy="633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/>
              <p:cNvCxnSpPr>
                <a:stCxn id="75" idx="2"/>
                <a:endCxn id="80" idx="0"/>
              </p:cNvCxnSpPr>
              <p:nvPr/>
            </p:nvCxnSpPr>
            <p:spPr>
              <a:xfrm>
                <a:off x="7054608" y="4422548"/>
                <a:ext cx="217779" cy="60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86"/>
              <p:cNvCxnSpPr>
                <a:stCxn id="79" idx="2"/>
                <a:endCxn id="82" idx="0"/>
              </p:cNvCxnSpPr>
              <p:nvPr/>
            </p:nvCxnSpPr>
            <p:spPr>
              <a:xfrm flipH="1">
                <a:off x="6578761" y="4629849"/>
                <a:ext cx="244204" cy="60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箭头连接符 92"/>
              <p:cNvCxnSpPr>
                <a:stCxn id="79" idx="2"/>
                <a:endCxn id="84" idx="0"/>
              </p:cNvCxnSpPr>
              <p:nvPr/>
            </p:nvCxnSpPr>
            <p:spPr>
              <a:xfrm>
                <a:off x="6822965" y="4629849"/>
                <a:ext cx="218246" cy="60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箭头连接符 95"/>
              <p:cNvCxnSpPr>
                <a:stCxn id="82" idx="2"/>
                <a:endCxn id="98" idx="0"/>
              </p:cNvCxnSpPr>
              <p:nvPr/>
            </p:nvCxnSpPr>
            <p:spPr>
              <a:xfrm>
                <a:off x="6578761" y="4834391"/>
                <a:ext cx="188474" cy="60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组合 198"/>
              <p:cNvGrpSpPr/>
              <p:nvPr/>
            </p:nvGrpSpPr>
            <p:grpSpPr>
              <a:xfrm>
                <a:off x="6170251" y="4894933"/>
                <a:ext cx="776984" cy="144000"/>
                <a:chOff x="6170251" y="4926892"/>
                <a:chExt cx="776984" cy="144000"/>
              </a:xfrm>
            </p:grpSpPr>
            <p:sp>
              <p:nvSpPr>
                <p:cNvPr id="98" name="圆角矩形 93"/>
                <p:cNvSpPr/>
                <p:nvPr/>
              </p:nvSpPr>
              <p:spPr>
                <a:xfrm>
                  <a:off x="6587235" y="4926892"/>
                  <a:ext cx="360000" cy="144000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</a:t>
                  </a:r>
                </a:p>
              </p:txBody>
            </p:sp>
            <p:sp>
              <p:nvSpPr>
                <p:cNvPr id="99" name="圆角矩形 103"/>
                <p:cNvSpPr/>
                <p:nvPr/>
              </p:nvSpPr>
              <p:spPr>
                <a:xfrm>
                  <a:off x="6170251" y="4926892"/>
                  <a:ext cx="360000" cy="14400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#</a:t>
                  </a:r>
                </a:p>
              </p:txBody>
            </p:sp>
          </p:grpSp>
          <p:cxnSp>
            <p:nvCxnSpPr>
              <p:cNvPr id="101" name="直接箭头连接符 100"/>
              <p:cNvCxnSpPr>
                <a:stCxn id="82" idx="2"/>
                <a:endCxn id="99" idx="0"/>
              </p:cNvCxnSpPr>
              <p:nvPr/>
            </p:nvCxnSpPr>
            <p:spPr>
              <a:xfrm flipH="1">
                <a:off x="6350251" y="4834391"/>
                <a:ext cx="228510" cy="60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箭头连接符 101"/>
              <p:cNvCxnSpPr>
                <a:stCxn id="98" idx="2"/>
                <a:endCxn id="110" idx="0"/>
              </p:cNvCxnSpPr>
              <p:nvPr/>
            </p:nvCxnSpPr>
            <p:spPr>
              <a:xfrm flipH="1">
                <a:off x="6562483" y="5038933"/>
                <a:ext cx="204752" cy="618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8" name="组合 197"/>
              <p:cNvGrpSpPr/>
              <p:nvPr/>
            </p:nvGrpSpPr>
            <p:grpSpPr>
              <a:xfrm>
                <a:off x="6382483" y="5099475"/>
                <a:ext cx="776045" cy="145260"/>
                <a:chOff x="6382483" y="5237960"/>
                <a:chExt cx="776045" cy="145260"/>
              </a:xfrm>
            </p:grpSpPr>
            <p:sp>
              <p:nvSpPr>
                <p:cNvPr id="110" name="圆角矩形 103"/>
                <p:cNvSpPr/>
                <p:nvPr/>
              </p:nvSpPr>
              <p:spPr>
                <a:xfrm>
                  <a:off x="6382483" y="5239220"/>
                  <a:ext cx="360000" cy="14400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\t</a:t>
                  </a:r>
                </a:p>
              </p:txBody>
            </p:sp>
            <p:sp>
              <p:nvSpPr>
                <p:cNvPr id="112" name="圆角矩形 103"/>
                <p:cNvSpPr/>
                <p:nvPr/>
              </p:nvSpPr>
              <p:spPr>
                <a:xfrm>
                  <a:off x="6798528" y="5237960"/>
                  <a:ext cx="360000" cy="144000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</a:t>
                  </a:r>
                </a:p>
              </p:txBody>
            </p:sp>
          </p:grpSp>
          <p:grpSp>
            <p:nvGrpSpPr>
              <p:cNvPr id="197" name="组合 196"/>
              <p:cNvGrpSpPr/>
              <p:nvPr/>
            </p:nvGrpSpPr>
            <p:grpSpPr>
              <a:xfrm>
                <a:off x="6170251" y="5305275"/>
                <a:ext cx="776984" cy="144001"/>
                <a:chOff x="6170251" y="5560247"/>
                <a:chExt cx="776984" cy="144001"/>
              </a:xfrm>
            </p:grpSpPr>
            <p:sp>
              <p:nvSpPr>
                <p:cNvPr id="121" name="圆角矩形 103"/>
                <p:cNvSpPr/>
                <p:nvPr/>
              </p:nvSpPr>
              <p:spPr>
                <a:xfrm>
                  <a:off x="6170251" y="5560247"/>
                  <a:ext cx="360000" cy="144000"/>
                </a:xfrm>
                <a:prstGeom prst="roundRect">
                  <a:avLst/>
                </a:prstGeom>
                <a:solidFill>
                  <a:srgbClr val="A9D18E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 err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elif</a:t>
                  </a:r>
                  <a:endParaRPr lang="en-US" altLang="zh-CN" sz="111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140" name="圆角矩形 103"/>
                <p:cNvSpPr/>
                <p:nvPr/>
              </p:nvSpPr>
              <p:spPr>
                <a:xfrm>
                  <a:off x="6587235" y="5560248"/>
                  <a:ext cx="360000" cy="144000"/>
                </a:xfrm>
                <a:prstGeom prst="roundRect">
                  <a:avLst/>
                </a:prstGeom>
                <a:solidFill>
                  <a:srgbClr val="A9D18E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11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if</a:t>
                  </a:r>
                </a:p>
              </p:txBody>
            </p:sp>
          </p:grpSp>
          <p:cxnSp>
            <p:nvCxnSpPr>
              <p:cNvPr id="143" name="直接箭头连接符 142"/>
              <p:cNvCxnSpPr>
                <a:stCxn id="98" idx="2"/>
                <a:endCxn id="112" idx="0"/>
              </p:cNvCxnSpPr>
              <p:nvPr/>
            </p:nvCxnSpPr>
            <p:spPr>
              <a:xfrm>
                <a:off x="6767235" y="5038933"/>
                <a:ext cx="211293" cy="60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/>
              <p:cNvCxnSpPr>
                <a:stCxn id="110" idx="2"/>
                <a:endCxn id="121" idx="0"/>
              </p:cNvCxnSpPr>
              <p:nvPr/>
            </p:nvCxnSpPr>
            <p:spPr>
              <a:xfrm flipH="1">
                <a:off x="6350251" y="5244735"/>
                <a:ext cx="212232" cy="605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箭头连接符 148"/>
              <p:cNvCxnSpPr>
                <a:stCxn id="110" idx="2"/>
                <a:endCxn id="140" idx="0"/>
              </p:cNvCxnSpPr>
              <p:nvPr/>
            </p:nvCxnSpPr>
            <p:spPr>
              <a:xfrm>
                <a:off x="6562483" y="5244735"/>
                <a:ext cx="204752" cy="605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D5E7162-113F-44CC-2BC2-2B8C17DCBB9A}"/>
              </a:ext>
            </a:extLst>
          </p:cNvPr>
          <p:cNvSpPr txBox="1"/>
          <p:nvPr/>
        </p:nvSpPr>
        <p:spPr>
          <a:xfrm>
            <a:off x="782693" y="4322624"/>
            <a:ext cx="21294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Retrieval-Based Drafting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A7D6-B4CC-C0C9-7247-B7D51D51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19B1E8-E1B8-2C75-58A0-94A6BB526B91}"/>
              </a:ext>
            </a:extLst>
          </p:cNvPr>
          <p:cNvGrpSpPr/>
          <p:nvPr/>
        </p:nvGrpSpPr>
        <p:grpSpPr>
          <a:xfrm>
            <a:off x="594388" y="1593065"/>
            <a:ext cx="9737987" cy="3025171"/>
            <a:chOff x="594388" y="1593065"/>
            <a:chExt cx="9737987" cy="3025171"/>
          </a:xfrm>
        </p:grpSpPr>
        <p:sp>
          <p:nvSpPr>
            <p:cNvPr id="403" name="箭头: 下 403">
              <a:extLst>
                <a:ext uri="{FF2B5EF4-FFF2-40B4-BE49-F238E27FC236}">
                  <a16:creationId xmlns:a16="http://schemas.microsoft.com/office/drawing/2014/main" id="{ACBF1251-3642-511F-928F-D8BA2E8BEE17}"/>
                </a:ext>
              </a:extLst>
            </p:cNvPr>
            <p:cNvSpPr/>
            <p:nvPr/>
          </p:nvSpPr>
          <p:spPr>
            <a:xfrm rot="16200000">
              <a:off x="5808721" y="321435"/>
              <a:ext cx="115201" cy="3697731"/>
            </a:xfrm>
            <a:prstGeom prst="down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E748356C-C872-E4D2-E237-D6EEA7F3C461}"/>
                </a:ext>
              </a:extLst>
            </p:cNvPr>
            <p:cNvGrpSpPr/>
            <p:nvPr/>
          </p:nvGrpSpPr>
          <p:grpSpPr>
            <a:xfrm>
              <a:off x="655347" y="1593065"/>
              <a:ext cx="8740847" cy="276999"/>
              <a:chOff x="741204" y="1246648"/>
              <a:chExt cx="8740847" cy="276999"/>
            </a:xfrm>
          </p:grpSpPr>
          <p:grpSp>
            <p:nvGrpSpPr>
              <p:cNvPr id="233" name="组合 232">
                <a:extLst>
                  <a:ext uri="{FF2B5EF4-FFF2-40B4-BE49-F238E27FC236}">
                    <a16:creationId xmlns:a16="http://schemas.microsoft.com/office/drawing/2014/main" id="{D6FE406C-3FA8-F713-C4EB-75B255D406BF}"/>
                  </a:ext>
                </a:extLst>
              </p:cNvPr>
              <p:cNvGrpSpPr/>
              <p:nvPr/>
            </p:nvGrpSpPr>
            <p:grpSpPr>
              <a:xfrm>
                <a:off x="741204" y="1246648"/>
                <a:ext cx="1986280" cy="276860"/>
                <a:chOff x="1532453" y="56549"/>
                <a:chExt cx="1986246" cy="276793"/>
              </a:xfrm>
            </p:grpSpPr>
            <p:sp>
              <p:nvSpPr>
                <p:cNvPr id="116" name="圆角矩形 115">
                  <a:extLst>
                    <a:ext uri="{FF2B5EF4-FFF2-40B4-BE49-F238E27FC236}">
                      <a16:creationId xmlns:a16="http://schemas.microsoft.com/office/drawing/2014/main" id="{17CE8D05-4F58-B270-412B-D13B53914B1C}"/>
                    </a:ext>
                  </a:extLst>
                </p:cNvPr>
                <p:cNvSpPr/>
                <p:nvPr/>
              </p:nvSpPr>
              <p:spPr>
                <a:xfrm>
                  <a:off x="1532453" y="140945"/>
                  <a:ext cx="198000" cy="108000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altLang="zh-CN" sz="10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82A2EFD-DAC6-05AD-AE83-D870E491B34A}"/>
                    </a:ext>
                  </a:extLst>
                </p:cNvPr>
                <p:cNvSpPr txBox="1"/>
                <p:nvPr/>
              </p:nvSpPr>
              <p:spPr>
                <a:xfrm>
                  <a:off x="1764194" y="56549"/>
                  <a:ext cx="1754505" cy="276793"/>
                </a:xfrm>
                <a:prstGeom prst="rect">
                  <a:avLst/>
                </a:prstGeom>
              </p:spPr>
              <p:txBody>
                <a:bodyPr wrap="square" lIns="0" rIns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200" b="1" kern="0" dirty="0">
                      <a:solidFill>
                        <a:schemeClr val="accent4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Retained Retrieval Tokens</a:t>
                  </a:r>
                </a:p>
              </p:txBody>
            </p:sp>
          </p:grpSp>
          <p:grpSp>
            <p:nvGrpSpPr>
              <p:cNvPr id="236" name="组合 235">
                <a:extLst>
                  <a:ext uri="{FF2B5EF4-FFF2-40B4-BE49-F238E27FC236}">
                    <a16:creationId xmlns:a16="http://schemas.microsoft.com/office/drawing/2014/main" id="{BB833469-729A-E818-E7B3-B6ADF03B0CE4}"/>
                  </a:ext>
                </a:extLst>
              </p:cNvPr>
              <p:cNvGrpSpPr/>
              <p:nvPr/>
            </p:nvGrpSpPr>
            <p:grpSpPr>
              <a:xfrm>
                <a:off x="5346483" y="1246648"/>
                <a:ext cx="1477645" cy="276860"/>
                <a:chOff x="1538683" y="919372"/>
                <a:chExt cx="1477731" cy="276793"/>
              </a:xfrm>
            </p:grpSpPr>
            <p:pic>
              <p:nvPicPr>
                <p:cNvPr id="22" name="图片 21" descr="雪花-02">
                  <a:extLst>
                    <a:ext uri="{FF2B5EF4-FFF2-40B4-BE49-F238E27FC236}">
                      <a16:creationId xmlns:a16="http://schemas.microsoft.com/office/drawing/2014/main" id="{93358DEF-D4AF-0F9D-6D7E-339A5BA2BB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38683" y="957898"/>
                  <a:ext cx="191770" cy="199740"/>
                </a:xfrm>
                <a:prstGeom prst="rect">
                  <a:avLst/>
                </a:prstGeom>
              </p:spPr>
            </p:pic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43994FE-24D1-752B-78EE-68AF371C2090}"/>
                    </a:ext>
                  </a:extLst>
                </p:cNvPr>
                <p:cNvSpPr txBox="1"/>
                <p:nvPr/>
              </p:nvSpPr>
              <p:spPr>
                <a:xfrm>
                  <a:off x="1764194" y="919372"/>
                  <a:ext cx="1252220" cy="276793"/>
                </a:xfrm>
                <a:prstGeom prst="rect">
                  <a:avLst/>
                </a:prstGeom>
              </p:spPr>
              <p:txBody>
                <a:bodyPr wrap="square" lIns="0" rIns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200" b="1" dirty="0">
                      <a:solidFill>
                        <a:srgbClr val="1296DB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Frozen Parameters</a:t>
                  </a:r>
                </a:p>
              </p:txBody>
            </p:sp>
          </p:grpSp>
          <p:grpSp>
            <p:nvGrpSpPr>
              <p:cNvPr id="237" name="组合 236">
                <a:extLst>
                  <a:ext uri="{FF2B5EF4-FFF2-40B4-BE49-F238E27FC236}">
                    <a16:creationId xmlns:a16="http://schemas.microsoft.com/office/drawing/2014/main" id="{64159F3F-3A1A-99F9-17C3-A545E43F27FE}"/>
                  </a:ext>
                </a:extLst>
              </p:cNvPr>
              <p:cNvGrpSpPr/>
              <p:nvPr/>
            </p:nvGrpSpPr>
            <p:grpSpPr>
              <a:xfrm>
                <a:off x="7376391" y="1246648"/>
                <a:ext cx="2105660" cy="276860"/>
                <a:chOff x="1538683" y="1252770"/>
                <a:chExt cx="2105746" cy="276793"/>
              </a:xfrm>
            </p:grpSpPr>
            <p:pic>
              <p:nvPicPr>
                <p:cNvPr id="37" name="图片 36" descr="火焰-copy-copy (1)">
                  <a:extLst>
                    <a:ext uri="{FF2B5EF4-FFF2-40B4-BE49-F238E27FC236}">
                      <a16:creationId xmlns:a16="http://schemas.microsoft.com/office/drawing/2014/main" id="{20B88032-44C0-1B21-D911-21C6704B51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38683" y="1291670"/>
                  <a:ext cx="191770" cy="198992"/>
                </a:xfrm>
                <a:prstGeom prst="rect">
                  <a:avLst/>
                </a:prstGeom>
              </p:spPr>
            </p:pic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6ABA6DD-DA22-8E69-C8D1-4FC5AD04D262}"/>
                    </a:ext>
                  </a:extLst>
                </p:cNvPr>
                <p:cNvSpPr txBox="1"/>
                <p:nvPr/>
              </p:nvSpPr>
              <p:spPr>
                <a:xfrm>
                  <a:off x="1764194" y="1252770"/>
                  <a:ext cx="1880235" cy="276793"/>
                </a:xfrm>
                <a:prstGeom prst="rect">
                  <a:avLst/>
                </a:prstGeom>
              </p:spPr>
              <p:txBody>
                <a:bodyPr wrap="square" lIns="0" rIns="0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200" b="1" dirty="0">
                      <a:solidFill>
                        <a:srgbClr val="FC8F5D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Trainable </a:t>
                  </a:r>
                  <a:r>
                    <a:rPr lang="en-US" altLang="zh-CN" sz="1200" b="1" dirty="0" err="1">
                      <a:solidFill>
                        <a:srgbClr val="FC8F5D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LoRA</a:t>
                  </a:r>
                  <a:r>
                    <a:rPr lang="en-US" altLang="zh-CN" sz="1200" b="1" dirty="0">
                      <a:solidFill>
                        <a:srgbClr val="FC8F5D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 Parameters</a:t>
                  </a:r>
                </a:p>
              </p:txBody>
            </p:sp>
          </p:grpSp>
          <p:grpSp>
            <p:nvGrpSpPr>
              <p:cNvPr id="235" name="组合 234">
                <a:extLst>
                  <a:ext uri="{FF2B5EF4-FFF2-40B4-BE49-F238E27FC236}">
                    <a16:creationId xmlns:a16="http://schemas.microsoft.com/office/drawing/2014/main" id="{D7B8429C-363C-F946-892E-D96E4962DC3B}"/>
                  </a:ext>
                </a:extLst>
              </p:cNvPr>
              <p:cNvGrpSpPr/>
              <p:nvPr/>
            </p:nvGrpSpPr>
            <p:grpSpPr>
              <a:xfrm>
                <a:off x="3279746" y="1246648"/>
                <a:ext cx="1514475" cy="276999"/>
                <a:chOff x="1531511" y="512240"/>
                <a:chExt cx="1514284" cy="277138"/>
              </a:xfrm>
            </p:grpSpPr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4E23E4D-52EF-118B-16AE-E6EB0855DB92}"/>
                    </a:ext>
                  </a:extLst>
                </p:cNvPr>
                <p:cNvSpPr txBox="1"/>
                <p:nvPr/>
              </p:nvSpPr>
              <p:spPr>
                <a:xfrm>
                  <a:off x="1764195" y="512240"/>
                  <a:ext cx="1281600" cy="277138"/>
                </a:xfrm>
                <a:prstGeom prst="rect">
                  <a:avLst/>
                </a:prstGeom>
                <a:noFill/>
              </p:spPr>
              <p:txBody>
                <a:bodyPr wrap="square" lIns="0" rIns="0" rtlCol="0" anchor="t">
                  <a:spAutoFit/>
                </a:bodyPr>
                <a:lstStyle/>
                <a:p>
                  <a:pPr lvl="0"/>
                  <a:r>
                    <a:rPr lang="en-US" altLang="zh-CN" sz="1200" b="1" dirty="0">
                      <a:solidFill>
                        <a:schemeClr val="accent6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Generated Tokens </a:t>
                  </a:r>
                </a:p>
              </p:txBody>
            </p:sp>
            <p:sp>
              <p:nvSpPr>
                <p:cNvPr id="128" name="圆角矩形 127">
                  <a:extLst>
                    <a:ext uri="{FF2B5EF4-FFF2-40B4-BE49-F238E27FC236}">
                      <a16:creationId xmlns:a16="http://schemas.microsoft.com/office/drawing/2014/main" id="{F7317773-8E63-A421-419A-E88CEE4089C0}"/>
                    </a:ext>
                  </a:extLst>
                </p:cNvPr>
                <p:cNvSpPr/>
                <p:nvPr/>
              </p:nvSpPr>
              <p:spPr>
                <a:xfrm>
                  <a:off x="1531511" y="596876"/>
                  <a:ext cx="198942" cy="107725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altLang="zh-CN" sz="10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</p:grpSp>
        <p:grpSp>
          <p:nvGrpSpPr>
            <p:cNvPr id="365" name="组合 364">
              <a:extLst>
                <a:ext uri="{FF2B5EF4-FFF2-40B4-BE49-F238E27FC236}">
                  <a16:creationId xmlns:a16="http://schemas.microsoft.com/office/drawing/2014/main" id="{E4465535-3646-CDCA-5AE0-DCDB16772E09}"/>
                </a:ext>
              </a:extLst>
            </p:cNvPr>
            <p:cNvGrpSpPr/>
            <p:nvPr/>
          </p:nvGrpSpPr>
          <p:grpSpPr>
            <a:xfrm>
              <a:off x="7758361" y="1924383"/>
              <a:ext cx="1271296" cy="2693853"/>
              <a:chOff x="7821372" y="1889125"/>
              <a:chExt cx="1271296" cy="2693853"/>
            </a:xfrm>
          </p:grpSpPr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BF31EAE-686C-943C-C0D1-9CD85CD26CE4}"/>
                  </a:ext>
                </a:extLst>
              </p:cNvPr>
              <p:cNvSpPr txBox="1"/>
              <p:nvPr/>
            </p:nvSpPr>
            <p:spPr>
              <a:xfrm>
                <a:off x="7821372" y="4367534"/>
                <a:ext cx="1233170" cy="215444"/>
              </a:xfrm>
              <a:prstGeom prst="rect">
                <a:avLst/>
              </a:prstGeom>
            </p:spPr>
            <p:txBody>
              <a:bodyPr wrap="square" tIns="0" bIns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anose="02020603050405020304" charset="0"/>
                    <a:cs typeface="Times New Roman" panose="02020603050405020304" charset="0"/>
                  </a:rPr>
                  <a:t>Target Model</a:t>
                </a:r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A6844FAE-3A05-BE3B-75EB-14DF6FA87200}"/>
                  </a:ext>
                </a:extLst>
              </p:cNvPr>
              <p:cNvGrpSpPr/>
              <p:nvPr/>
            </p:nvGrpSpPr>
            <p:grpSpPr>
              <a:xfrm>
                <a:off x="7859498" y="1889125"/>
                <a:ext cx="1233170" cy="2439211"/>
                <a:chOff x="1169" y="5792"/>
                <a:chExt cx="1942" cy="3841"/>
              </a:xfrm>
            </p:grpSpPr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51A6CD4F-D4C3-4539-0FD8-E407AB166929}"/>
                    </a:ext>
                  </a:extLst>
                </p:cNvPr>
                <p:cNvSpPr/>
                <p:nvPr/>
              </p:nvSpPr>
              <p:spPr>
                <a:xfrm>
                  <a:off x="1169" y="5792"/>
                  <a:ext cx="1942" cy="3841"/>
                </a:xfrm>
                <a:prstGeom prst="rect">
                  <a:avLst/>
                </a:prstGeom>
                <a:solidFill>
                  <a:srgbClr val="FFEFBE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66" name="组合 65">
                  <a:extLst>
                    <a:ext uri="{FF2B5EF4-FFF2-40B4-BE49-F238E27FC236}">
                      <a16:creationId xmlns:a16="http://schemas.microsoft.com/office/drawing/2014/main" id="{AC27BD5C-C4FA-C5F2-405F-8EE06B89013F}"/>
                    </a:ext>
                  </a:extLst>
                </p:cNvPr>
                <p:cNvGrpSpPr/>
                <p:nvPr/>
              </p:nvGrpSpPr>
              <p:grpSpPr>
                <a:xfrm>
                  <a:off x="1263" y="5898"/>
                  <a:ext cx="1773" cy="3628"/>
                  <a:chOff x="740" y="5442"/>
                  <a:chExt cx="1773" cy="4025"/>
                </a:xfrm>
              </p:grpSpPr>
              <p:sp>
                <p:nvSpPr>
                  <p:cNvPr id="7" name="圆角矩形 6">
                    <a:extLst>
                      <a:ext uri="{FF2B5EF4-FFF2-40B4-BE49-F238E27FC236}">
                        <a16:creationId xmlns:a16="http://schemas.microsoft.com/office/drawing/2014/main" id="{83909842-3F57-9ECE-8B8C-5982730A4981}"/>
                      </a:ext>
                    </a:extLst>
                  </p:cNvPr>
                  <p:cNvSpPr/>
                  <p:nvPr/>
                </p:nvSpPr>
                <p:spPr>
                  <a:xfrm>
                    <a:off x="740" y="8913"/>
                    <a:ext cx="1769" cy="555"/>
                  </a:xfrm>
                  <a:prstGeom prst="roundRect">
                    <a:avLst/>
                  </a:prstGeom>
                  <a:solidFill>
                    <a:srgbClr val="FFD96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Attention</a:t>
                    </a:r>
                  </a:p>
                </p:txBody>
              </p:sp>
              <p:sp>
                <p:nvSpPr>
                  <p:cNvPr id="8" name="圆角矩形 7">
                    <a:extLst>
                      <a:ext uri="{FF2B5EF4-FFF2-40B4-BE49-F238E27FC236}">
                        <a16:creationId xmlns:a16="http://schemas.microsoft.com/office/drawing/2014/main" id="{3C34B4BC-1B3E-8428-4877-A39FE1E9263E}"/>
                      </a:ext>
                    </a:extLst>
                  </p:cNvPr>
                  <p:cNvSpPr/>
                  <p:nvPr/>
                </p:nvSpPr>
                <p:spPr>
                  <a:xfrm>
                    <a:off x="743" y="8045"/>
                    <a:ext cx="1769" cy="555"/>
                  </a:xfrm>
                  <a:prstGeom prst="roundRect">
                    <a:avLst/>
                  </a:prstGeom>
                  <a:solidFill>
                    <a:srgbClr val="F4B183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MLP</a:t>
                    </a:r>
                  </a:p>
                </p:txBody>
              </p:sp>
              <p:sp>
                <p:nvSpPr>
                  <p:cNvPr id="9" name="圆角矩形 8">
                    <a:extLst>
                      <a:ext uri="{FF2B5EF4-FFF2-40B4-BE49-F238E27FC236}">
                        <a16:creationId xmlns:a16="http://schemas.microsoft.com/office/drawing/2014/main" id="{48DD2666-47E0-D68E-B724-29F96E484C59}"/>
                      </a:ext>
                    </a:extLst>
                  </p:cNvPr>
                  <p:cNvSpPr/>
                  <p:nvPr/>
                </p:nvSpPr>
                <p:spPr>
                  <a:xfrm>
                    <a:off x="743" y="7177"/>
                    <a:ext cx="1769" cy="555"/>
                  </a:xfrm>
                  <a:prstGeom prst="roundRect">
                    <a:avLst/>
                  </a:prstGeom>
                  <a:solidFill>
                    <a:srgbClr val="FFD96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Attention</a:t>
                    </a:r>
                  </a:p>
                </p:txBody>
              </p:sp>
              <p:sp>
                <p:nvSpPr>
                  <p:cNvPr id="10" name="圆角矩形 9">
                    <a:extLst>
                      <a:ext uri="{FF2B5EF4-FFF2-40B4-BE49-F238E27FC236}">
                        <a16:creationId xmlns:a16="http://schemas.microsoft.com/office/drawing/2014/main" id="{25F9F6E6-0964-4C9C-D5E9-A0669B84D9B7}"/>
                      </a:ext>
                    </a:extLst>
                  </p:cNvPr>
                  <p:cNvSpPr/>
                  <p:nvPr/>
                </p:nvSpPr>
                <p:spPr>
                  <a:xfrm>
                    <a:off x="743" y="6309"/>
                    <a:ext cx="1770" cy="555"/>
                  </a:xfrm>
                  <a:prstGeom prst="roundRect">
                    <a:avLst/>
                  </a:prstGeom>
                  <a:solidFill>
                    <a:srgbClr val="F4B183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MLP</a:t>
                    </a:r>
                  </a:p>
                </p:txBody>
              </p:sp>
              <p:sp>
                <p:nvSpPr>
                  <p:cNvPr id="11" name="圆角矩形 10">
                    <a:extLst>
                      <a:ext uri="{FF2B5EF4-FFF2-40B4-BE49-F238E27FC236}">
                        <a16:creationId xmlns:a16="http://schemas.microsoft.com/office/drawing/2014/main" id="{37B8E62C-1538-A1C2-5F02-944D690B2B53}"/>
                      </a:ext>
                    </a:extLst>
                  </p:cNvPr>
                  <p:cNvSpPr/>
                  <p:nvPr/>
                </p:nvSpPr>
                <p:spPr>
                  <a:xfrm>
                    <a:off x="743" y="5442"/>
                    <a:ext cx="1769" cy="554"/>
                  </a:xfrm>
                  <a:prstGeom prst="roundRect">
                    <a:avLst/>
                  </a:prstGeom>
                  <a:solidFill>
                    <a:srgbClr val="FFC00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LM Head</a:t>
                    </a:r>
                  </a:p>
                </p:txBody>
              </p:sp>
              <p:cxnSp>
                <p:nvCxnSpPr>
                  <p:cNvPr id="24" name="曲线连接符 23">
                    <a:extLst>
                      <a:ext uri="{FF2B5EF4-FFF2-40B4-BE49-F238E27FC236}">
                        <a16:creationId xmlns:a16="http://schemas.microsoft.com/office/drawing/2014/main" id="{49B760A0-B9ED-00F3-2777-E155C8379995}"/>
                      </a:ext>
                    </a:extLst>
                  </p:cNvPr>
                  <p:cNvCxnSpPr>
                    <a:stCxn id="7" idx="0"/>
                    <a:endCxn id="8" idx="2"/>
                  </p:cNvCxnSpPr>
                  <p:nvPr/>
                </p:nvCxnSpPr>
                <p:spPr>
                  <a:xfrm rot="16200000">
                    <a:off x="1470" y="8755"/>
                    <a:ext cx="313" cy="3"/>
                  </a:xfrm>
                  <a:prstGeom prst="curvedConnector3">
                    <a:avLst>
                      <a:gd name="adj1" fmla="val 49840"/>
                    </a:avLst>
                  </a:prstGeom>
                  <a:ln w="12700"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箭头连接符 24">
                    <a:extLst>
                      <a:ext uri="{FF2B5EF4-FFF2-40B4-BE49-F238E27FC236}">
                        <a16:creationId xmlns:a16="http://schemas.microsoft.com/office/drawing/2014/main" id="{33FE3E40-5092-F63D-B6DD-74685D40B823}"/>
                      </a:ext>
                    </a:extLst>
                  </p:cNvPr>
                  <p:cNvCxnSpPr>
                    <a:stCxn id="10" idx="0"/>
                    <a:endCxn id="11" idx="2"/>
                  </p:cNvCxnSpPr>
                  <p:nvPr/>
                </p:nvCxnSpPr>
                <p:spPr>
                  <a:xfrm flipV="1">
                    <a:off x="1628" y="5996"/>
                    <a:ext cx="0" cy="313"/>
                  </a:xfrm>
                  <a:prstGeom prst="straightConnector1">
                    <a:avLst/>
                  </a:prstGeom>
                  <a:ln w="12700" cap="flat">
                    <a:solidFill>
                      <a:schemeClr val="tx1"/>
                    </a:solidFill>
                    <a:prstDash val="solid"/>
                    <a:miter lim="800000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曲线连接符 41">
                    <a:extLst>
                      <a:ext uri="{FF2B5EF4-FFF2-40B4-BE49-F238E27FC236}">
                        <a16:creationId xmlns:a16="http://schemas.microsoft.com/office/drawing/2014/main" id="{0B66B0F4-37C7-BDE3-1F06-CE6EFEC3D8B7}"/>
                      </a:ext>
                    </a:extLst>
                  </p:cNvPr>
                  <p:cNvCxnSpPr>
                    <a:stCxn id="8" idx="0"/>
                    <a:endCxn id="9" idx="2"/>
                  </p:cNvCxnSpPr>
                  <p:nvPr/>
                </p:nvCxnSpPr>
                <p:spPr>
                  <a:xfrm rot="16200000">
                    <a:off x="1472" y="7889"/>
                    <a:ext cx="313" cy="5"/>
                  </a:xfrm>
                  <a:prstGeom prst="curvedConnector2">
                    <a:avLst/>
                  </a:prstGeom>
                  <a:ln w="12700"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箭头连接符 42">
                    <a:extLst>
                      <a:ext uri="{FF2B5EF4-FFF2-40B4-BE49-F238E27FC236}">
                        <a16:creationId xmlns:a16="http://schemas.microsoft.com/office/drawing/2014/main" id="{512A4978-53B0-8513-2E7A-A74B6FA250D5}"/>
                      </a:ext>
                    </a:extLst>
                  </p:cNvPr>
                  <p:cNvCxnSpPr>
                    <a:stCxn id="9" idx="0"/>
                    <a:endCxn id="10" idx="2"/>
                  </p:cNvCxnSpPr>
                  <p:nvPr/>
                </p:nvCxnSpPr>
                <p:spPr>
                  <a:xfrm flipV="1">
                    <a:off x="1628" y="6864"/>
                    <a:ext cx="0" cy="313"/>
                  </a:xfrm>
                  <a:prstGeom prst="straightConnector1">
                    <a:avLst/>
                  </a:prstGeom>
                  <a:ln w="12700" cap="flat">
                    <a:solidFill>
                      <a:schemeClr val="tx1"/>
                    </a:solidFill>
                    <a:prstDash val="solid"/>
                    <a:miter lim="800000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56" name="箭头: 下 403">
              <a:extLst>
                <a:ext uri="{FF2B5EF4-FFF2-40B4-BE49-F238E27FC236}">
                  <a16:creationId xmlns:a16="http://schemas.microsoft.com/office/drawing/2014/main" id="{BAF89182-F880-09D5-7381-67D4FA027647}"/>
                </a:ext>
              </a:extLst>
            </p:cNvPr>
            <p:cNvSpPr/>
            <p:nvPr/>
          </p:nvSpPr>
          <p:spPr>
            <a:xfrm rot="5400000" flipV="1">
              <a:off x="9159364" y="2881645"/>
              <a:ext cx="114935" cy="288000"/>
            </a:xfrm>
            <a:prstGeom prst="down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BA5A3A89-7541-C4B4-5115-09CED1E42299}"/>
                </a:ext>
              </a:extLst>
            </p:cNvPr>
            <p:cNvGrpSpPr/>
            <p:nvPr/>
          </p:nvGrpSpPr>
          <p:grpSpPr>
            <a:xfrm>
              <a:off x="9404005" y="2761116"/>
              <a:ext cx="928370" cy="571874"/>
              <a:chOff x="10113721" y="2696596"/>
              <a:chExt cx="928370" cy="534670"/>
            </a:xfrm>
          </p:grpSpPr>
          <p:grpSp>
            <p:nvGrpSpPr>
              <p:cNvPr id="157" name="组合 156">
                <a:extLst>
                  <a:ext uri="{FF2B5EF4-FFF2-40B4-BE49-F238E27FC236}">
                    <a16:creationId xmlns:a16="http://schemas.microsoft.com/office/drawing/2014/main" id="{A834FF56-A148-66FF-ACE4-6E56F61988B1}"/>
                  </a:ext>
                </a:extLst>
              </p:cNvPr>
              <p:cNvGrpSpPr/>
              <p:nvPr/>
            </p:nvGrpSpPr>
            <p:grpSpPr>
              <a:xfrm>
                <a:off x="10113721" y="2696596"/>
                <a:ext cx="927735" cy="534670"/>
                <a:chOff x="1207" y="3867"/>
                <a:chExt cx="3008" cy="440"/>
              </a:xfrm>
            </p:grpSpPr>
            <p:sp>
              <p:nvSpPr>
                <p:cNvPr id="158" name="圆角矩形 71">
                  <a:extLst>
                    <a:ext uri="{FF2B5EF4-FFF2-40B4-BE49-F238E27FC236}">
                      <a16:creationId xmlns:a16="http://schemas.microsoft.com/office/drawing/2014/main" id="{473A8E0B-5404-E90B-9D1C-8575CA3FEF3C}"/>
                    </a:ext>
                  </a:extLst>
                </p:cNvPr>
                <p:cNvSpPr/>
                <p:nvPr/>
              </p:nvSpPr>
              <p:spPr>
                <a:xfrm>
                  <a:off x="1207" y="3867"/>
                  <a:ext cx="3008" cy="44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045C66B8-937E-9130-8460-103896273656}"/>
                    </a:ext>
                  </a:extLst>
                </p:cNvPr>
                <p:cNvSpPr txBox="1"/>
                <p:nvPr/>
              </p:nvSpPr>
              <p:spPr>
                <a:xfrm>
                  <a:off x="1208" y="3870"/>
                  <a:ext cx="3007" cy="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altLang="zh-CN" sz="120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0E88D8C-3D5B-3312-CEE1-94E6F7F4F038}"/>
                  </a:ext>
                </a:extLst>
              </p:cNvPr>
              <p:cNvSpPr txBox="1"/>
              <p:nvPr/>
            </p:nvSpPr>
            <p:spPr>
              <a:xfrm>
                <a:off x="10351846" y="2704855"/>
                <a:ext cx="690245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ClrTx/>
                  <a:buSzTx/>
                  <a:buFontTx/>
                </a:pPr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Output</a:t>
                </a:r>
              </a:p>
            </p:txBody>
          </p:sp>
          <p:pic>
            <p:nvPicPr>
              <p:cNvPr id="169" name="图形 168">
                <a:extLst>
                  <a:ext uri="{FF2B5EF4-FFF2-40B4-BE49-F238E27FC236}">
                    <a16:creationId xmlns:a16="http://schemas.microsoft.com/office/drawing/2014/main" id="{6558F3E6-EDC9-9745-9791-15C1863EA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201985" y="2708664"/>
                <a:ext cx="230505" cy="230505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9E2896-B4E2-985E-5B46-D7A09A3AF076}"/>
                  </a:ext>
                </a:extLst>
              </p:cNvPr>
              <p:cNvSpPr txBox="1"/>
              <p:nvPr/>
            </p:nvSpPr>
            <p:spPr>
              <a:xfrm>
                <a:off x="10201982" y="2975396"/>
                <a:ext cx="787400" cy="1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</a:rPr>
                  <a:t>][n]\n\telif</a:t>
                </a:r>
              </a:p>
            </p:txBody>
          </p:sp>
        </p:grpSp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6EB4454F-6F54-4FF0-54BB-9F265E6364E7}"/>
                </a:ext>
              </a:extLst>
            </p:cNvPr>
            <p:cNvGrpSpPr/>
            <p:nvPr/>
          </p:nvGrpSpPr>
          <p:grpSpPr>
            <a:xfrm>
              <a:off x="5563466" y="1895806"/>
              <a:ext cx="1820545" cy="2722430"/>
              <a:chOff x="5617152" y="1892618"/>
              <a:chExt cx="1820545" cy="272243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860948D6-DDD3-1B3C-8B02-B9238EE51037}"/>
                  </a:ext>
                </a:extLst>
              </p:cNvPr>
              <p:cNvSpPr/>
              <p:nvPr/>
            </p:nvSpPr>
            <p:spPr>
              <a:xfrm>
                <a:off x="5617152" y="1892618"/>
                <a:ext cx="1820545" cy="2438821"/>
              </a:xfrm>
              <a:prstGeom prst="rect">
                <a:avLst/>
              </a:prstGeom>
              <a:solidFill>
                <a:srgbClr val="FFEFBE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圆角矩形 73">
                <a:extLst>
                  <a:ext uri="{FF2B5EF4-FFF2-40B4-BE49-F238E27FC236}">
                    <a16:creationId xmlns:a16="http://schemas.microsoft.com/office/drawing/2014/main" id="{64D97C45-DF9E-E811-FFF4-DEB084756BDC}"/>
                  </a:ext>
                </a:extLst>
              </p:cNvPr>
              <p:cNvSpPr/>
              <p:nvPr/>
            </p:nvSpPr>
            <p:spPr>
              <a:xfrm>
                <a:off x="5666683" y="1938966"/>
                <a:ext cx="1720215" cy="388586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7ED749E-B7BD-F41D-74E2-B6894668F9D9}"/>
                  </a:ext>
                </a:extLst>
              </p:cNvPr>
              <p:cNvGrpSpPr/>
              <p:nvPr/>
            </p:nvGrpSpPr>
            <p:grpSpPr>
              <a:xfrm>
                <a:off x="5666683" y="1976428"/>
                <a:ext cx="1720215" cy="2303578"/>
                <a:chOff x="4970" y="5440"/>
                <a:chExt cx="2709" cy="4112"/>
              </a:xfrm>
            </p:grpSpPr>
            <p:sp>
              <p:nvSpPr>
                <p:cNvPr id="64" name="圆角矩形 63">
                  <a:extLst>
                    <a:ext uri="{FF2B5EF4-FFF2-40B4-BE49-F238E27FC236}">
                      <a16:creationId xmlns:a16="http://schemas.microsoft.com/office/drawing/2014/main" id="{642C092B-D929-B2B5-B1D2-828834C635BB}"/>
                    </a:ext>
                  </a:extLst>
                </p:cNvPr>
                <p:cNvSpPr/>
                <p:nvPr/>
              </p:nvSpPr>
              <p:spPr>
                <a:xfrm>
                  <a:off x="4970" y="6249"/>
                  <a:ext cx="2709" cy="687"/>
                </a:xfrm>
                <a:prstGeom prst="roundRect">
                  <a:avLst/>
                </a:prstGeom>
                <a:noFill/>
                <a:ln w="19050">
                  <a:solidFill>
                    <a:srgbClr val="1296DB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圆角矩形 62">
                  <a:extLst>
                    <a:ext uri="{FF2B5EF4-FFF2-40B4-BE49-F238E27FC236}">
                      <a16:creationId xmlns:a16="http://schemas.microsoft.com/office/drawing/2014/main" id="{37877C6B-41CA-9935-89DF-5B105AC86AB7}"/>
                    </a:ext>
                  </a:extLst>
                </p:cNvPr>
                <p:cNvSpPr/>
                <p:nvPr/>
              </p:nvSpPr>
              <p:spPr>
                <a:xfrm>
                  <a:off x="4970" y="8824"/>
                  <a:ext cx="2709" cy="728"/>
                </a:xfrm>
                <a:prstGeom prst="roundRect">
                  <a:avLst/>
                </a:prstGeom>
                <a:noFill/>
                <a:ln w="19050">
                  <a:solidFill>
                    <a:srgbClr val="1296DB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圆角矩形 28">
                  <a:extLst>
                    <a:ext uri="{FF2B5EF4-FFF2-40B4-BE49-F238E27FC236}">
                      <a16:creationId xmlns:a16="http://schemas.microsoft.com/office/drawing/2014/main" id="{CE734109-B50E-3A2F-6B4C-3B252477C069}"/>
                    </a:ext>
                  </a:extLst>
                </p:cNvPr>
                <p:cNvSpPr/>
                <p:nvPr/>
              </p:nvSpPr>
              <p:spPr>
                <a:xfrm>
                  <a:off x="5074" y="8913"/>
                  <a:ext cx="1769" cy="555"/>
                </a:xfrm>
                <a:prstGeom prst="roundRect">
                  <a:avLst/>
                </a:prstGeom>
                <a:solidFill>
                  <a:srgbClr val="FFD966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Attention</a:t>
                  </a:r>
                </a:p>
              </p:txBody>
            </p:sp>
            <p:sp>
              <p:nvSpPr>
                <p:cNvPr id="30" name="圆角矩形 29">
                  <a:extLst>
                    <a:ext uri="{FF2B5EF4-FFF2-40B4-BE49-F238E27FC236}">
                      <a16:creationId xmlns:a16="http://schemas.microsoft.com/office/drawing/2014/main" id="{74A6E284-8F78-0860-38E0-21294A9F56D2}"/>
                    </a:ext>
                  </a:extLst>
                </p:cNvPr>
                <p:cNvSpPr/>
                <p:nvPr/>
              </p:nvSpPr>
              <p:spPr>
                <a:xfrm>
                  <a:off x="5074" y="8045"/>
                  <a:ext cx="1769" cy="555"/>
                </a:xfrm>
                <a:prstGeom prst="roundRect">
                  <a:avLst/>
                </a:prstGeom>
                <a:solidFill>
                  <a:srgbClr val="F4B183">
                    <a:alpha val="40000"/>
                  </a:srgbClr>
                </a:solidFill>
                <a:ln w="1905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>
                          <a:alpha val="40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MLP</a:t>
                  </a:r>
                </a:p>
              </p:txBody>
            </p:sp>
            <p:sp>
              <p:nvSpPr>
                <p:cNvPr id="31" name="圆角矩形 30">
                  <a:extLst>
                    <a:ext uri="{FF2B5EF4-FFF2-40B4-BE49-F238E27FC236}">
                      <a16:creationId xmlns:a16="http://schemas.microsoft.com/office/drawing/2014/main" id="{2DC3078D-5732-3EF8-9CA2-47A361CF8FE6}"/>
                    </a:ext>
                  </a:extLst>
                </p:cNvPr>
                <p:cNvSpPr/>
                <p:nvPr/>
              </p:nvSpPr>
              <p:spPr>
                <a:xfrm>
                  <a:off x="5074" y="7177"/>
                  <a:ext cx="1769" cy="555"/>
                </a:xfrm>
                <a:prstGeom prst="roundRect">
                  <a:avLst/>
                </a:prstGeom>
                <a:solidFill>
                  <a:srgbClr val="FFD966"/>
                </a:solidFill>
                <a:ln w="1905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>
                          <a:alpha val="40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Attention</a:t>
                  </a:r>
                </a:p>
              </p:txBody>
            </p:sp>
            <p:sp>
              <p:nvSpPr>
                <p:cNvPr id="32" name="圆角矩形 31">
                  <a:extLst>
                    <a:ext uri="{FF2B5EF4-FFF2-40B4-BE49-F238E27FC236}">
                      <a16:creationId xmlns:a16="http://schemas.microsoft.com/office/drawing/2014/main" id="{AD301EBD-87C6-2D01-3B80-791D0E3E9AC8}"/>
                    </a:ext>
                  </a:extLst>
                </p:cNvPr>
                <p:cNvSpPr/>
                <p:nvPr/>
              </p:nvSpPr>
              <p:spPr>
                <a:xfrm>
                  <a:off x="5074" y="6309"/>
                  <a:ext cx="1769" cy="555"/>
                </a:xfrm>
                <a:prstGeom prst="roundRect">
                  <a:avLst/>
                </a:prstGeom>
                <a:solidFill>
                  <a:srgbClr val="F4B183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MLP</a:t>
                  </a:r>
                </a:p>
              </p:txBody>
            </p:sp>
            <p:sp>
              <p:nvSpPr>
                <p:cNvPr id="33" name="圆角矩形 32">
                  <a:extLst>
                    <a:ext uri="{FF2B5EF4-FFF2-40B4-BE49-F238E27FC236}">
                      <a16:creationId xmlns:a16="http://schemas.microsoft.com/office/drawing/2014/main" id="{F4A0E12E-ADA4-0F86-9191-2C4F3559A1A6}"/>
                    </a:ext>
                  </a:extLst>
                </p:cNvPr>
                <p:cNvSpPr/>
                <p:nvPr/>
              </p:nvSpPr>
              <p:spPr>
                <a:xfrm>
                  <a:off x="5074" y="5440"/>
                  <a:ext cx="1769" cy="556"/>
                </a:xfrm>
                <a:prstGeom prst="roundRect">
                  <a:avLst/>
                </a:prstGeom>
                <a:solidFill>
                  <a:srgbClr val="FFC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LM Head</a:t>
                  </a:r>
                </a:p>
              </p:txBody>
            </p: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F6D7576B-D19A-C6A8-2118-D2FC7194C0C5}"/>
                    </a:ext>
                  </a:extLst>
                </p:cNvPr>
                <p:cNvCxnSpPr/>
                <p:nvPr/>
              </p:nvCxnSpPr>
              <p:spPr>
                <a:xfrm flipV="1">
                  <a:off x="5966" y="6063"/>
                  <a:ext cx="0" cy="165"/>
                </a:xfrm>
                <a:prstGeom prst="straightConnector1">
                  <a:avLst/>
                </a:prstGeom>
                <a:ln w="12700" cap="flat">
                  <a:solidFill>
                    <a:schemeClr val="tx1"/>
                  </a:solidFill>
                  <a:prstDash val="solid"/>
                  <a:miter lim="800000"/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箭头连接符 46">
                  <a:extLst>
                    <a:ext uri="{FF2B5EF4-FFF2-40B4-BE49-F238E27FC236}">
                      <a16:creationId xmlns:a16="http://schemas.microsoft.com/office/drawing/2014/main" id="{7EEE1F96-5DBF-64E6-EF9C-FE08A9BCD4B8}"/>
                    </a:ext>
                  </a:extLst>
                </p:cNvPr>
                <p:cNvCxnSpPr>
                  <a:endCxn id="48" idx="2"/>
                </p:cNvCxnSpPr>
                <p:nvPr/>
              </p:nvCxnSpPr>
              <p:spPr>
                <a:xfrm flipV="1">
                  <a:off x="5957" y="8721"/>
                  <a:ext cx="0" cy="10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8" name="弧形 47">
                  <a:extLst>
                    <a:ext uri="{FF2B5EF4-FFF2-40B4-BE49-F238E27FC236}">
                      <a16:creationId xmlns:a16="http://schemas.microsoft.com/office/drawing/2014/main" id="{78136641-01A9-9F16-A953-FF1FC2DA5067}"/>
                    </a:ext>
                  </a:extLst>
                </p:cNvPr>
                <p:cNvSpPr/>
                <p:nvPr/>
              </p:nvSpPr>
              <p:spPr>
                <a:xfrm>
                  <a:off x="5618" y="7973"/>
                  <a:ext cx="680" cy="748"/>
                </a:xfrm>
                <a:prstGeom prst="arc">
                  <a:avLst>
                    <a:gd name="adj1" fmla="val 16233359"/>
                    <a:gd name="adj2" fmla="val 5413095"/>
                  </a:avLst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9" name="直接箭头连接符 48">
                  <a:extLst>
                    <a:ext uri="{FF2B5EF4-FFF2-40B4-BE49-F238E27FC236}">
                      <a16:creationId xmlns:a16="http://schemas.microsoft.com/office/drawing/2014/main" id="{B66481FB-C9C9-3094-F386-BD4A6F9EE2D5}"/>
                    </a:ext>
                  </a:extLst>
                </p:cNvPr>
                <p:cNvCxnSpPr>
                  <a:stCxn id="48" idx="0"/>
                  <a:endCxn id="50" idx="2"/>
                </p:cNvCxnSpPr>
                <p:nvPr/>
              </p:nvCxnSpPr>
              <p:spPr>
                <a:xfrm flipV="1">
                  <a:off x="5961" y="7820"/>
                  <a:ext cx="3" cy="15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0" name="弧形 49">
                  <a:extLst>
                    <a:ext uri="{FF2B5EF4-FFF2-40B4-BE49-F238E27FC236}">
                      <a16:creationId xmlns:a16="http://schemas.microsoft.com/office/drawing/2014/main" id="{4ED1E885-3338-FD32-746E-EA4D2EC86C11}"/>
                    </a:ext>
                  </a:extLst>
                </p:cNvPr>
                <p:cNvSpPr/>
                <p:nvPr/>
              </p:nvSpPr>
              <p:spPr>
                <a:xfrm>
                  <a:off x="5618" y="7130"/>
                  <a:ext cx="680" cy="690"/>
                </a:xfrm>
                <a:prstGeom prst="arc">
                  <a:avLst>
                    <a:gd name="adj1" fmla="val 16195810"/>
                    <a:gd name="adj2" fmla="val 5331352"/>
                  </a:avLst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1" name="直接箭头连接符 50">
                  <a:extLst>
                    <a:ext uri="{FF2B5EF4-FFF2-40B4-BE49-F238E27FC236}">
                      <a16:creationId xmlns:a16="http://schemas.microsoft.com/office/drawing/2014/main" id="{B312D25E-0C51-6B5A-0B87-40DC96AB7A3E}"/>
                    </a:ext>
                  </a:extLst>
                </p:cNvPr>
                <p:cNvCxnSpPr/>
                <p:nvPr/>
              </p:nvCxnSpPr>
              <p:spPr>
                <a:xfrm flipV="1">
                  <a:off x="5957" y="6945"/>
                  <a:ext cx="0" cy="19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pic>
              <p:nvPicPr>
                <p:cNvPr id="52" name="图片 51" descr="雪花-02">
                  <a:extLst>
                    <a:ext uri="{FF2B5EF4-FFF2-40B4-BE49-F238E27FC236}">
                      <a16:creationId xmlns:a16="http://schemas.microsoft.com/office/drawing/2014/main" id="{770AB158-51DE-D336-B0F8-AE4F04CF25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0" y="9051"/>
                  <a:ext cx="278" cy="278"/>
                </a:xfrm>
                <a:prstGeom prst="rect">
                  <a:avLst/>
                </a:prstGeom>
              </p:spPr>
            </p:pic>
            <p:pic>
              <p:nvPicPr>
                <p:cNvPr id="53" name="图片 52" descr="雪花-02">
                  <a:extLst>
                    <a:ext uri="{FF2B5EF4-FFF2-40B4-BE49-F238E27FC236}">
                      <a16:creationId xmlns:a16="http://schemas.microsoft.com/office/drawing/2014/main" id="{36CF59E1-767B-1A5D-7DB4-558E0A1B27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0" y="6447"/>
                  <a:ext cx="278" cy="278"/>
                </a:xfrm>
                <a:prstGeom prst="rect">
                  <a:avLst/>
                </a:prstGeom>
              </p:spPr>
            </p:pic>
            <p:pic>
              <p:nvPicPr>
                <p:cNvPr id="54" name="图片 53" descr="雪花-02">
                  <a:extLst>
                    <a:ext uri="{FF2B5EF4-FFF2-40B4-BE49-F238E27FC236}">
                      <a16:creationId xmlns:a16="http://schemas.microsoft.com/office/drawing/2014/main" id="{339A5781-456D-5541-7C0A-53173578F3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0" y="5580"/>
                  <a:ext cx="278" cy="278"/>
                </a:xfrm>
                <a:prstGeom prst="rect">
                  <a:avLst/>
                </a:prstGeom>
              </p:spPr>
            </p:pic>
            <p:grpSp>
              <p:nvGrpSpPr>
                <p:cNvPr id="57" name="组合 56">
                  <a:extLst>
                    <a:ext uri="{FF2B5EF4-FFF2-40B4-BE49-F238E27FC236}">
                      <a16:creationId xmlns:a16="http://schemas.microsoft.com/office/drawing/2014/main" id="{32BA9E3D-FBFB-2E31-6471-C276B5A3EF81}"/>
                    </a:ext>
                  </a:extLst>
                </p:cNvPr>
                <p:cNvGrpSpPr/>
                <p:nvPr/>
              </p:nvGrpSpPr>
              <p:grpSpPr>
                <a:xfrm>
                  <a:off x="6960" y="8913"/>
                  <a:ext cx="442" cy="556"/>
                  <a:chOff x="7158" y="8821"/>
                  <a:chExt cx="540" cy="646"/>
                </a:xfrm>
                <a:solidFill>
                  <a:srgbClr val="FFBE79"/>
                </a:solidFill>
              </p:grpSpPr>
              <p:sp>
                <p:nvSpPr>
                  <p:cNvPr id="55" name="梯形 54">
                    <a:extLst>
                      <a:ext uri="{FF2B5EF4-FFF2-40B4-BE49-F238E27FC236}">
                        <a16:creationId xmlns:a16="http://schemas.microsoft.com/office/drawing/2014/main" id="{44316319-ED76-1A60-F18B-B279F04C648A}"/>
                      </a:ext>
                    </a:extLst>
                  </p:cNvPr>
                  <p:cNvSpPr/>
                  <p:nvPr/>
                </p:nvSpPr>
                <p:spPr>
                  <a:xfrm>
                    <a:off x="7158" y="9185"/>
                    <a:ext cx="541" cy="283"/>
                  </a:xfrm>
                  <a:prstGeom prst="trapezoid">
                    <a:avLst/>
                  </a:prstGeom>
                  <a:grpFill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" name="梯形 55">
                    <a:extLst>
                      <a:ext uri="{FF2B5EF4-FFF2-40B4-BE49-F238E27FC236}">
                        <a16:creationId xmlns:a16="http://schemas.microsoft.com/office/drawing/2014/main" id="{0B0B6390-139B-8781-82D3-6C5D6FA173D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158" y="8821"/>
                    <a:ext cx="541" cy="283"/>
                  </a:xfrm>
                  <a:prstGeom prst="trapezoid">
                    <a:avLst/>
                  </a:prstGeom>
                  <a:grpFill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8" name="组合 57">
                  <a:extLst>
                    <a:ext uri="{FF2B5EF4-FFF2-40B4-BE49-F238E27FC236}">
                      <a16:creationId xmlns:a16="http://schemas.microsoft.com/office/drawing/2014/main" id="{C64CB7FC-F884-7237-FE01-76D17709DD15}"/>
                    </a:ext>
                  </a:extLst>
                </p:cNvPr>
                <p:cNvGrpSpPr/>
                <p:nvPr/>
              </p:nvGrpSpPr>
              <p:grpSpPr>
                <a:xfrm>
                  <a:off x="6958" y="6309"/>
                  <a:ext cx="444" cy="556"/>
                  <a:chOff x="7158" y="8821"/>
                  <a:chExt cx="540" cy="646"/>
                </a:xfrm>
                <a:solidFill>
                  <a:srgbClr val="FFBE79"/>
                </a:solidFill>
              </p:grpSpPr>
              <p:sp>
                <p:nvSpPr>
                  <p:cNvPr id="59" name="梯形 58">
                    <a:extLst>
                      <a:ext uri="{FF2B5EF4-FFF2-40B4-BE49-F238E27FC236}">
                        <a16:creationId xmlns:a16="http://schemas.microsoft.com/office/drawing/2014/main" id="{9AE6AC6E-3FD0-0B77-CCA1-D465F8A8BC67}"/>
                      </a:ext>
                    </a:extLst>
                  </p:cNvPr>
                  <p:cNvSpPr/>
                  <p:nvPr/>
                </p:nvSpPr>
                <p:spPr>
                  <a:xfrm>
                    <a:off x="7158" y="9185"/>
                    <a:ext cx="541" cy="283"/>
                  </a:xfrm>
                  <a:prstGeom prst="trapezoid">
                    <a:avLst/>
                  </a:prstGeom>
                  <a:grpFill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0" name="梯形 59">
                    <a:extLst>
                      <a:ext uri="{FF2B5EF4-FFF2-40B4-BE49-F238E27FC236}">
                        <a16:creationId xmlns:a16="http://schemas.microsoft.com/office/drawing/2014/main" id="{58D251DB-4E61-D37F-38ED-3A02D1E486C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158" y="8821"/>
                    <a:ext cx="541" cy="283"/>
                  </a:xfrm>
                  <a:prstGeom prst="trapezoid">
                    <a:avLst/>
                  </a:prstGeom>
                  <a:grpFill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1" name="图片 60" descr="火焰-copy-copy (1)">
                  <a:extLst>
                    <a:ext uri="{FF2B5EF4-FFF2-40B4-BE49-F238E27FC236}">
                      <a16:creationId xmlns:a16="http://schemas.microsoft.com/office/drawing/2014/main" id="{F4F34A1E-44A5-7508-5701-61B060772D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01" y="9051"/>
                  <a:ext cx="278" cy="278"/>
                </a:xfrm>
                <a:prstGeom prst="rect">
                  <a:avLst/>
                </a:prstGeom>
              </p:spPr>
            </p:pic>
            <p:pic>
              <p:nvPicPr>
                <p:cNvPr id="62" name="图片 61" descr="火焰-copy-copy (1)">
                  <a:extLst>
                    <a:ext uri="{FF2B5EF4-FFF2-40B4-BE49-F238E27FC236}">
                      <a16:creationId xmlns:a16="http://schemas.microsoft.com/office/drawing/2014/main" id="{683F07DC-DF34-3350-AB4A-8C0E2B42B1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01" y="6447"/>
                  <a:ext cx="278" cy="278"/>
                </a:xfrm>
                <a:prstGeom prst="rect">
                  <a:avLst/>
                </a:prstGeom>
              </p:spPr>
            </p:pic>
          </p:grp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62CFD26-7306-2972-9127-419EA58B4993}"/>
                  </a:ext>
                </a:extLst>
              </p:cNvPr>
              <p:cNvSpPr txBox="1"/>
              <p:nvPr/>
            </p:nvSpPr>
            <p:spPr>
              <a:xfrm>
                <a:off x="5732723" y="4399604"/>
                <a:ext cx="1515745" cy="215444"/>
              </a:xfrm>
              <a:prstGeom prst="rect">
                <a:avLst/>
              </a:prstGeom>
            </p:spPr>
            <p:txBody>
              <a:bodyPr wrap="square" tIns="0" bIns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anose="02020603050405020304" charset="0"/>
                    <a:cs typeface="Times New Roman" panose="02020603050405020304" charset="0"/>
                  </a:rPr>
                  <a:t>Self-Draft Model</a:t>
                </a:r>
              </a:p>
            </p:txBody>
          </p:sp>
          <p:sp>
            <p:nvSpPr>
              <p:cNvPr id="5" name="梯形 4">
                <a:extLst>
                  <a:ext uri="{FF2B5EF4-FFF2-40B4-BE49-F238E27FC236}">
                    <a16:creationId xmlns:a16="http://schemas.microsoft.com/office/drawing/2014/main" id="{267AE2ED-22FC-5023-CA16-7E4A94F1EF06}"/>
                  </a:ext>
                </a:extLst>
              </p:cNvPr>
              <p:cNvSpPr/>
              <p:nvPr/>
            </p:nvSpPr>
            <p:spPr>
              <a:xfrm>
                <a:off x="6929063" y="2154851"/>
                <a:ext cx="282575" cy="136513"/>
              </a:xfrm>
              <a:prstGeom prst="trapezoid">
                <a:avLst/>
              </a:prstGeom>
              <a:solidFill>
                <a:srgbClr val="FFBE79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梯形 22">
                <a:extLst>
                  <a:ext uri="{FF2B5EF4-FFF2-40B4-BE49-F238E27FC236}">
                    <a16:creationId xmlns:a16="http://schemas.microsoft.com/office/drawing/2014/main" id="{5A61A66C-5931-8489-9EBC-831B9C785A6A}"/>
                  </a:ext>
                </a:extLst>
              </p:cNvPr>
              <p:cNvSpPr/>
              <p:nvPr/>
            </p:nvSpPr>
            <p:spPr>
              <a:xfrm rot="10800000">
                <a:off x="6929063" y="1979606"/>
                <a:ext cx="282575" cy="136513"/>
              </a:xfrm>
              <a:prstGeom prst="trapezoid">
                <a:avLst/>
              </a:prstGeom>
              <a:solidFill>
                <a:srgbClr val="FFBE79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4" name="图片 33" descr="火焰-copy-copy (1)">
                <a:extLst>
                  <a:ext uri="{FF2B5EF4-FFF2-40B4-BE49-F238E27FC236}">
                    <a16:creationId xmlns:a16="http://schemas.microsoft.com/office/drawing/2014/main" id="{A794DA24-B31A-D69B-D749-8BF5CD390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10364" y="2057069"/>
                <a:ext cx="176530" cy="155561"/>
              </a:xfrm>
              <a:prstGeom prst="rect">
                <a:avLst/>
              </a:prstGeom>
            </p:spPr>
          </p:pic>
        </p:grp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93E406A1-6F63-CEA3-47FE-16945329B00A}"/>
                </a:ext>
              </a:extLst>
            </p:cNvPr>
            <p:cNvCxnSpPr>
              <a:cxnSpLocks/>
              <a:stCxn id="75" idx="3"/>
              <a:endCxn id="79" idx="1"/>
            </p:cNvCxnSpPr>
            <p:nvPr/>
          </p:nvCxnSpPr>
          <p:spPr>
            <a:xfrm>
              <a:off x="2496084" y="2252186"/>
              <a:ext cx="80831" cy="879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CB5FB6DE-0975-B535-139A-B8089E3D4043}"/>
                </a:ext>
              </a:extLst>
            </p:cNvPr>
            <p:cNvCxnSpPr>
              <a:cxnSpLocks/>
              <a:stCxn id="75" idx="3"/>
              <a:endCxn id="80" idx="1"/>
            </p:cNvCxnSpPr>
            <p:nvPr/>
          </p:nvCxnSpPr>
          <p:spPr>
            <a:xfrm flipV="1">
              <a:off x="2496084" y="2154851"/>
              <a:ext cx="77156" cy="973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491A4ADA-3580-9543-3278-51B436DE5A00}"/>
                </a:ext>
              </a:extLst>
            </p:cNvPr>
            <p:cNvCxnSpPr>
              <a:cxnSpLocks/>
              <a:stCxn id="79" idx="3"/>
              <a:endCxn id="82" idx="1"/>
            </p:cNvCxnSpPr>
            <p:nvPr/>
          </p:nvCxnSpPr>
          <p:spPr>
            <a:xfrm>
              <a:off x="2779199" y="2340108"/>
              <a:ext cx="771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9F0FDFD-AADF-A46F-43D4-15CD2AAD3D82}"/>
                </a:ext>
              </a:extLst>
            </p:cNvPr>
            <p:cNvCxnSpPr>
              <a:cxnSpLocks/>
              <a:stCxn id="79" idx="3"/>
              <a:endCxn id="84" idx="1"/>
            </p:cNvCxnSpPr>
            <p:nvPr/>
          </p:nvCxnSpPr>
          <p:spPr>
            <a:xfrm flipV="1">
              <a:off x="2779199" y="2154851"/>
              <a:ext cx="82815" cy="1852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B0C984E4-5BDD-B490-B0B4-9288C01F6B0E}"/>
                </a:ext>
              </a:extLst>
            </p:cNvPr>
            <p:cNvCxnSpPr>
              <a:cxnSpLocks/>
              <a:stCxn id="82" idx="3"/>
              <a:endCxn id="98" idx="1"/>
            </p:cNvCxnSpPr>
            <p:nvPr/>
          </p:nvCxnSpPr>
          <p:spPr>
            <a:xfrm>
              <a:off x="3058641" y="2340108"/>
              <a:ext cx="903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90876993-5020-8739-806F-24691BD06283}"/>
                </a:ext>
              </a:extLst>
            </p:cNvPr>
            <p:cNvCxnSpPr>
              <a:cxnSpLocks/>
              <a:stCxn id="82" idx="3"/>
              <a:endCxn id="99" idx="1"/>
            </p:cNvCxnSpPr>
            <p:nvPr/>
          </p:nvCxnSpPr>
          <p:spPr>
            <a:xfrm flipV="1">
              <a:off x="3058641" y="2154851"/>
              <a:ext cx="82815" cy="1852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AB277910-27D4-1EDB-E627-304DB20182B8}"/>
                </a:ext>
              </a:extLst>
            </p:cNvPr>
            <p:cNvCxnSpPr>
              <a:cxnSpLocks/>
              <a:stCxn id="98" idx="3"/>
              <a:endCxn id="110" idx="1"/>
            </p:cNvCxnSpPr>
            <p:nvPr/>
          </p:nvCxnSpPr>
          <p:spPr>
            <a:xfrm>
              <a:off x="3351235" y="2340108"/>
              <a:ext cx="771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3DF66939-F086-6211-A6DC-0BDC693852FC}"/>
                </a:ext>
              </a:extLst>
            </p:cNvPr>
            <p:cNvCxnSpPr>
              <a:cxnSpLocks/>
              <a:stCxn id="98" idx="3"/>
              <a:endCxn id="112" idx="1"/>
            </p:cNvCxnSpPr>
            <p:nvPr/>
          </p:nvCxnSpPr>
          <p:spPr>
            <a:xfrm flipV="1">
              <a:off x="3351235" y="2154852"/>
              <a:ext cx="77157" cy="1852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90923D03-6EC3-59C9-5E82-E6C1209C6691}"/>
                </a:ext>
              </a:extLst>
            </p:cNvPr>
            <p:cNvCxnSpPr>
              <a:cxnSpLocks/>
              <a:stCxn id="110" idx="3"/>
              <a:endCxn id="121" idx="1"/>
            </p:cNvCxnSpPr>
            <p:nvPr/>
          </p:nvCxnSpPr>
          <p:spPr>
            <a:xfrm>
              <a:off x="3630677" y="2340108"/>
              <a:ext cx="88378" cy="4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A624CE0A-36B7-659C-AB7A-2FEA8BB53F8F}"/>
                </a:ext>
              </a:extLst>
            </p:cNvPr>
            <p:cNvCxnSpPr>
              <a:cxnSpLocks/>
              <a:stCxn id="110" idx="3"/>
              <a:endCxn id="140" idx="1"/>
            </p:cNvCxnSpPr>
            <p:nvPr/>
          </p:nvCxnSpPr>
          <p:spPr>
            <a:xfrm flipV="1">
              <a:off x="3630677" y="2162299"/>
              <a:ext cx="77156" cy="1778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7" name="组合 356">
              <a:extLst>
                <a:ext uri="{FF2B5EF4-FFF2-40B4-BE49-F238E27FC236}">
                  <a16:creationId xmlns:a16="http://schemas.microsoft.com/office/drawing/2014/main" id="{FF9A8CC7-3BCD-4A95-6F4C-56D0B7EB5A58}"/>
                </a:ext>
              </a:extLst>
            </p:cNvPr>
            <p:cNvGrpSpPr/>
            <p:nvPr/>
          </p:nvGrpSpPr>
          <p:grpSpPr>
            <a:xfrm>
              <a:off x="2293799" y="2090030"/>
              <a:ext cx="1677072" cy="323396"/>
              <a:chOff x="1943984" y="1958525"/>
              <a:chExt cx="1790781" cy="323396"/>
            </a:xfrm>
          </p:grpSpPr>
          <p:sp>
            <p:nvSpPr>
              <p:cNvPr id="75" name="圆角矩形 66">
                <a:extLst>
                  <a:ext uri="{FF2B5EF4-FFF2-40B4-BE49-F238E27FC236}">
                    <a16:creationId xmlns:a16="http://schemas.microsoft.com/office/drawing/2014/main" id="{45B05432-D1DC-A835-C232-92F70068C1A2}"/>
                  </a:ext>
                </a:extLst>
              </p:cNvPr>
              <p:cNvSpPr/>
              <p:nvPr/>
            </p:nvSpPr>
            <p:spPr>
              <a:xfrm>
                <a:off x="1943984" y="2055860"/>
                <a:ext cx="216000" cy="129642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][</a:t>
                </a:r>
              </a:p>
            </p:txBody>
          </p:sp>
          <p:grpSp>
            <p:nvGrpSpPr>
              <p:cNvPr id="319" name="组合 318">
                <a:extLst>
                  <a:ext uri="{FF2B5EF4-FFF2-40B4-BE49-F238E27FC236}">
                    <a16:creationId xmlns:a16="http://schemas.microsoft.com/office/drawing/2014/main" id="{B1234F94-9ED3-2546-2F3E-62E12A0B5BC5}"/>
                  </a:ext>
                </a:extLst>
              </p:cNvPr>
              <p:cNvGrpSpPr/>
              <p:nvPr/>
            </p:nvGrpSpPr>
            <p:grpSpPr>
              <a:xfrm>
                <a:off x="2242372" y="1958525"/>
                <a:ext cx="219924" cy="314899"/>
                <a:chOff x="2268920" y="1927426"/>
                <a:chExt cx="219924" cy="314899"/>
              </a:xfrm>
            </p:grpSpPr>
            <p:sp>
              <p:nvSpPr>
                <p:cNvPr id="79" name="圆角矩形 67">
                  <a:extLst>
                    <a:ext uri="{FF2B5EF4-FFF2-40B4-BE49-F238E27FC236}">
                      <a16:creationId xmlns:a16="http://schemas.microsoft.com/office/drawing/2014/main" id="{9A115394-5E59-A890-F004-BB9C40F7DAD0}"/>
                    </a:ext>
                  </a:extLst>
                </p:cNvPr>
                <p:cNvSpPr/>
                <p:nvPr/>
              </p:nvSpPr>
              <p:spPr>
                <a:xfrm>
                  <a:off x="2272844" y="2112683"/>
                  <a:ext cx="216000" cy="129642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n</a:t>
                  </a:r>
                </a:p>
              </p:txBody>
            </p:sp>
            <p:sp>
              <p:nvSpPr>
                <p:cNvPr id="80" name="圆角矩形 102">
                  <a:extLst>
                    <a:ext uri="{FF2B5EF4-FFF2-40B4-BE49-F238E27FC236}">
                      <a16:creationId xmlns:a16="http://schemas.microsoft.com/office/drawing/2014/main" id="{BD0BD529-159A-A5FA-E525-E0A461D70DA4}"/>
                    </a:ext>
                  </a:extLst>
                </p:cNvPr>
                <p:cNvSpPr/>
                <p:nvPr/>
              </p:nvSpPr>
              <p:spPr>
                <a:xfrm>
                  <a:off x="2268920" y="1927426"/>
                  <a:ext cx="216000" cy="129642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</a:t>
                  </a:r>
                </a:p>
              </p:txBody>
            </p:sp>
          </p:grpSp>
          <p:grpSp>
            <p:nvGrpSpPr>
              <p:cNvPr id="318" name="组合 317">
                <a:extLst>
                  <a:ext uri="{FF2B5EF4-FFF2-40B4-BE49-F238E27FC236}">
                    <a16:creationId xmlns:a16="http://schemas.microsoft.com/office/drawing/2014/main" id="{23D6B8F4-CC9E-AA78-3FC5-A7AB6F53917F}"/>
                  </a:ext>
                </a:extLst>
              </p:cNvPr>
              <p:cNvGrpSpPr/>
              <p:nvPr/>
            </p:nvGrpSpPr>
            <p:grpSpPr>
              <a:xfrm>
                <a:off x="2544684" y="1958525"/>
                <a:ext cx="222042" cy="314899"/>
                <a:chOff x="2523303" y="1927426"/>
                <a:chExt cx="222042" cy="314899"/>
              </a:xfrm>
            </p:grpSpPr>
            <p:sp>
              <p:nvSpPr>
                <p:cNvPr id="84" name="圆角矩形 103">
                  <a:extLst>
                    <a:ext uri="{FF2B5EF4-FFF2-40B4-BE49-F238E27FC236}">
                      <a16:creationId xmlns:a16="http://schemas.microsoft.com/office/drawing/2014/main" id="{49DD1062-E2BF-0066-1820-042B28ED7EB5}"/>
                    </a:ext>
                  </a:extLst>
                </p:cNvPr>
                <p:cNvSpPr/>
                <p:nvPr/>
              </p:nvSpPr>
              <p:spPr>
                <a:xfrm>
                  <a:off x="2529345" y="1927426"/>
                  <a:ext cx="216000" cy="129642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</a:t>
                  </a:r>
                </a:p>
              </p:txBody>
            </p:sp>
            <p:sp>
              <p:nvSpPr>
                <p:cNvPr id="82" name="圆角矩形 87">
                  <a:extLst>
                    <a:ext uri="{FF2B5EF4-FFF2-40B4-BE49-F238E27FC236}">
                      <a16:creationId xmlns:a16="http://schemas.microsoft.com/office/drawing/2014/main" id="{8708BC06-EA07-9275-8B77-EB1EC5B5A2BA}"/>
                    </a:ext>
                  </a:extLst>
                </p:cNvPr>
                <p:cNvSpPr/>
                <p:nvPr/>
              </p:nvSpPr>
              <p:spPr>
                <a:xfrm>
                  <a:off x="2523303" y="2112683"/>
                  <a:ext cx="216000" cy="129642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</a:t>
                  </a:r>
                </a:p>
              </p:txBody>
            </p:sp>
          </p:grpSp>
          <p:grpSp>
            <p:nvGrpSpPr>
              <p:cNvPr id="317" name="组合 316">
                <a:extLst>
                  <a:ext uri="{FF2B5EF4-FFF2-40B4-BE49-F238E27FC236}">
                    <a16:creationId xmlns:a16="http://schemas.microsoft.com/office/drawing/2014/main" id="{DDA5FF63-5576-8077-F705-BE7BBFC66CFD}"/>
                  </a:ext>
                </a:extLst>
              </p:cNvPr>
              <p:cNvGrpSpPr/>
              <p:nvPr/>
            </p:nvGrpSpPr>
            <p:grpSpPr>
              <a:xfrm>
                <a:off x="2849114" y="1958525"/>
                <a:ext cx="224003" cy="314899"/>
                <a:chOff x="2815052" y="1927426"/>
                <a:chExt cx="224003" cy="314899"/>
              </a:xfrm>
            </p:grpSpPr>
            <p:sp>
              <p:nvSpPr>
                <p:cNvPr id="98" name="圆角矩形 93">
                  <a:extLst>
                    <a:ext uri="{FF2B5EF4-FFF2-40B4-BE49-F238E27FC236}">
                      <a16:creationId xmlns:a16="http://schemas.microsoft.com/office/drawing/2014/main" id="{DCFE8368-160F-68BA-1407-D6514252E244}"/>
                    </a:ext>
                  </a:extLst>
                </p:cNvPr>
                <p:cNvSpPr/>
                <p:nvPr/>
              </p:nvSpPr>
              <p:spPr>
                <a:xfrm>
                  <a:off x="2823055" y="2112683"/>
                  <a:ext cx="216000" cy="129642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</a:t>
                  </a:r>
                </a:p>
              </p:txBody>
            </p:sp>
            <p:sp>
              <p:nvSpPr>
                <p:cNvPr id="99" name="圆角矩形 103">
                  <a:extLst>
                    <a:ext uri="{FF2B5EF4-FFF2-40B4-BE49-F238E27FC236}">
                      <a16:creationId xmlns:a16="http://schemas.microsoft.com/office/drawing/2014/main" id="{1A5B36FD-CA5F-7A44-9B34-E0A4A8F8617A}"/>
                    </a:ext>
                  </a:extLst>
                </p:cNvPr>
                <p:cNvSpPr/>
                <p:nvPr/>
              </p:nvSpPr>
              <p:spPr>
                <a:xfrm>
                  <a:off x="2815052" y="1927426"/>
                  <a:ext cx="216000" cy="129642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#</a:t>
                  </a:r>
                </a:p>
              </p:txBody>
            </p:sp>
          </p:grpSp>
          <p:grpSp>
            <p:nvGrpSpPr>
              <p:cNvPr id="316" name="组合 315">
                <a:extLst>
                  <a:ext uri="{FF2B5EF4-FFF2-40B4-BE49-F238E27FC236}">
                    <a16:creationId xmlns:a16="http://schemas.microsoft.com/office/drawing/2014/main" id="{76F7D388-6A7D-D379-07A3-4437D02C0174}"/>
                  </a:ext>
                </a:extLst>
              </p:cNvPr>
              <p:cNvGrpSpPr/>
              <p:nvPr/>
            </p:nvGrpSpPr>
            <p:grpSpPr>
              <a:xfrm>
                <a:off x="3155505" y="1958525"/>
                <a:ext cx="216000" cy="314899"/>
                <a:chOff x="3103846" y="1927426"/>
                <a:chExt cx="216000" cy="314899"/>
              </a:xfrm>
            </p:grpSpPr>
            <p:sp>
              <p:nvSpPr>
                <p:cNvPr id="110" name="圆角矩形 103">
                  <a:extLst>
                    <a:ext uri="{FF2B5EF4-FFF2-40B4-BE49-F238E27FC236}">
                      <a16:creationId xmlns:a16="http://schemas.microsoft.com/office/drawing/2014/main" id="{CA80B877-4E71-9D3F-298D-60177D0E1FC0}"/>
                    </a:ext>
                  </a:extLst>
                </p:cNvPr>
                <p:cNvSpPr/>
                <p:nvPr/>
              </p:nvSpPr>
              <p:spPr>
                <a:xfrm>
                  <a:off x="3103846" y="2112682"/>
                  <a:ext cx="216000" cy="129643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\t</a:t>
                  </a:r>
                </a:p>
              </p:txBody>
            </p:sp>
            <p:sp>
              <p:nvSpPr>
                <p:cNvPr id="112" name="圆角矩形 103">
                  <a:extLst>
                    <a:ext uri="{FF2B5EF4-FFF2-40B4-BE49-F238E27FC236}">
                      <a16:creationId xmlns:a16="http://schemas.microsoft.com/office/drawing/2014/main" id="{9FC76C17-710A-9510-42E6-139A5C86903A}"/>
                    </a:ext>
                  </a:extLst>
                </p:cNvPr>
                <p:cNvSpPr/>
                <p:nvPr/>
              </p:nvSpPr>
              <p:spPr>
                <a:xfrm>
                  <a:off x="3103846" y="1927426"/>
                  <a:ext cx="216000" cy="129643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</a:t>
                  </a:r>
                </a:p>
              </p:txBody>
            </p:sp>
          </p:grpSp>
          <p:grpSp>
            <p:nvGrpSpPr>
              <p:cNvPr id="315" name="组合 314">
                <a:extLst>
                  <a:ext uri="{FF2B5EF4-FFF2-40B4-BE49-F238E27FC236}">
                    <a16:creationId xmlns:a16="http://schemas.microsoft.com/office/drawing/2014/main" id="{85A1B8A9-A027-CF37-E127-E43D036F1DCC}"/>
                  </a:ext>
                </a:extLst>
              </p:cNvPr>
              <p:cNvGrpSpPr/>
              <p:nvPr/>
            </p:nvGrpSpPr>
            <p:grpSpPr>
              <a:xfrm>
                <a:off x="3453893" y="1965191"/>
                <a:ext cx="280872" cy="316730"/>
                <a:chOff x="3414045" y="1933659"/>
                <a:chExt cx="280872" cy="316730"/>
              </a:xfrm>
            </p:grpSpPr>
            <p:sp>
              <p:nvSpPr>
                <p:cNvPr id="121" name="圆角矩形 103">
                  <a:extLst>
                    <a:ext uri="{FF2B5EF4-FFF2-40B4-BE49-F238E27FC236}">
                      <a16:creationId xmlns:a16="http://schemas.microsoft.com/office/drawing/2014/main" id="{5794D276-3998-6936-8102-C5D78FEE43DE}"/>
                    </a:ext>
                  </a:extLst>
                </p:cNvPr>
                <p:cNvSpPr/>
                <p:nvPr/>
              </p:nvSpPr>
              <p:spPr>
                <a:xfrm>
                  <a:off x="3426028" y="2112683"/>
                  <a:ext cx="268889" cy="137706"/>
                </a:xfrm>
                <a:prstGeom prst="roundRect">
                  <a:avLst/>
                </a:prstGeom>
                <a:solidFill>
                  <a:srgbClr val="A9D18E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 err="1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elif</a:t>
                  </a:r>
                  <a:endParaRPr lang="en-US" altLang="zh-CN" sz="105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140" name="圆角矩形 103">
                  <a:extLst>
                    <a:ext uri="{FF2B5EF4-FFF2-40B4-BE49-F238E27FC236}">
                      <a16:creationId xmlns:a16="http://schemas.microsoft.com/office/drawing/2014/main" id="{42FC2A97-964C-02B0-9333-9DC3038B2703}"/>
                    </a:ext>
                  </a:extLst>
                </p:cNvPr>
                <p:cNvSpPr/>
                <p:nvPr/>
              </p:nvSpPr>
              <p:spPr>
                <a:xfrm>
                  <a:off x="3414045" y="1933659"/>
                  <a:ext cx="276371" cy="131205"/>
                </a:xfrm>
                <a:prstGeom prst="roundRect">
                  <a:avLst/>
                </a:prstGeom>
                <a:solidFill>
                  <a:srgbClr val="A9D18E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if</a:t>
                  </a:r>
                </a:p>
              </p:txBody>
            </p:sp>
          </p:grpSp>
        </p:grp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D0CB519B-645A-B8ED-01C6-A74D29AD3950}"/>
                </a:ext>
              </a:extLst>
            </p:cNvPr>
            <p:cNvSpPr txBox="1"/>
            <p:nvPr/>
          </p:nvSpPr>
          <p:spPr>
            <a:xfrm>
              <a:off x="2604873" y="2428563"/>
              <a:ext cx="1188822" cy="18466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Extended Code</a:t>
              </a:r>
            </a:p>
          </p:txBody>
        </p:sp>
        <p:sp>
          <p:nvSpPr>
            <p:cNvPr id="356" name="任意多边形: 形状 355">
              <a:extLst>
                <a:ext uri="{FF2B5EF4-FFF2-40B4-BE49-F238E27FC236}">
                  <a16:creationId xmlns:a16="http://schemas.microsoft.com/office/drawing/2014/main" id="{E42665F4-5208-C268-1323-8A5864947FE8}"/>
                </a:ext>
              </a:extLst>
            </p:cNvPr>
            <p:cNvSpPr/>
            <p:nvPr/>
          </p:nvSpPr>
          <p:spPr>
            <a:xfrm>
              <a:off x="594388" y="1979544"/>
              <a:ext cx="3328880" cy="2392444"/>
            </a:xfrm>
            <a:custGeom>
              <a:avLst/>
              <a:gdLst>
                <a:gd name="connsiteX0" fmla="*/ 5080 w 3652520"/>
                <a:gd name="connsiteY0" fmla="*/ 2032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20320 h 2743200"/>
                <a:gd name="connsiteX0" fmla="*/ 5080 w 3652520"/>
                <a:gd name="connsiteY0" fmla="*/ 2032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20320 h 2743200"/>
                <a:gd name="connsiteX0" fmla="*/ 5080 w 3652520"/>
                <a:gd name="connsiteY0" fmla="*/ 1270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12700 h 2743200"/>
                <a:gd name="connsiteX0" fmla="*/ 5080 w 3652520"/>
                <a:gd name="connsiteY0" fmla="*/ 17809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17809 h 2743200"/>
                <a:gd name="connsiteX0" fmla="*/ 5080 w 3652520"/>
                <a:gd name="connsiteY0" fmla="*/ 5037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5037 h 2743200"/>
                <a:gd name="connsiteX0" fmla="*/ 5080 w 3652520"/>
                <a:gd name="connsiteY0" fmla="*/ 0 h 2743272"/>
                <a:gd name="connsiteX1" fmla="*/ 0 w 3652520"/>
                <a:gd name="connsiteY1" fmla="*/ 2733112 h 2743272"/>
                <a:gd name="connsiteX2" fmla="*/ 3652520 w 3652520"/>
                <a:gd name="connsiteY2" fmla="*/ 2743272 h 2743272"/>
                <a:gd name="connsiteX3" fmla="*/ 3642360 w 3652520"/>
                <a:gd name="connsiteY3" fmla="*/ 1310712 h 2743272"/>
                <a:gd name="connsiteX4" fmla="*/ 1894840 w 3652520"/>
                <a:gd name="connsiteY4" fmla="*/ 1325952 h 2743272"/>
                <a:gd name="connsiteX5" fmla="*/ 1884680 w 3652520"/>
                <a:gd name="connsiteY5" fmla="*/ 72 h 2743272"/>
                <a:gd name="connsiteX6" fmla="*/ 5080 w 3652520"/>
                <a:gd name="connsiteY6" fmla="*/ 0 h 2743272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90247 w 3647927"/>
                <a:gd name="connsiteY4" fmla="*/ 1325952 h 2748439"/>
                <a:gd name="connsiteX5" fmla="*/ 1880087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80087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23958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49471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44323 w 3647927"/>
                <a:gd name="connsiteY4" fmla="*/ 1331787 h 2748439"/>
                <a:gd name="connsiteX5" fmla="*/ 1849471 w 3647927"/>
                <a:gd name="connsiteY5" fmla="*/ 72 h 2748439"/>
                <a:gd name="connsiteX6" fmla="*/ 487 w 3647927"/>
                <a:gd name="connsiteY6" fmla="*/ 0 h 2748439"/>
                <a:gd name="connsiteX0" fmla="*/ 487 w 3637795"/>
                <a:gd name="connsiteY0" fmla="*/ 0 h 2748439"/>
                <a:gd name="connsiteX1" fmla="*/ 510 w 3637795"/>
                <a:gd name="connsiteY1" fmla="*/ 2748439 h 2748439"/>
                <a:gd name="connsiteX2" fmla="*/ 3341770 w 3637795"/>
                <a:gd name="connsiteY2" fmla="*/ 2725764 h 2748439"/>
                <a:gd name="connsiteX3" fmla="*/ 3637767 w 3637795"/>
                <a:gd name="connsiteY3" fmla="*/ 1310712 h 2748439"/>
                <a:gd name="connsiteX4" fmla="*/ 1844323 w 3637795"/>
                <a:gd name="connsiteY4" fmla="*/ 1331787 h 2748439"/>
                <a:gd name="connsiteX5" fmla="*/ 1849471 w 3637795"/>
                <a:gd name="connsiteY5" fmla="*/ 72 h 2748439"/>
                <a:gd name="connsiteX6" fmla="*/ 487 w 3637795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2 w 3341770"/>
                <a:gd name="connsiteY3" fmla="*/ 1316547 h 2748439"/>
                <a:gd name="connsiteX4" fmla="*/ 1844323 w 3341770"/>
                <a:gd name="connsiteY4" fmla="*/ 1331787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3 w 3341770"/>
                <a:gd name="connsiteY4" fmla="*/ 1331787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4 w 3341770"/>
                <a:gd name="connsiteY4" fmla="*/ 1530208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4 w 3341770"/>
                <a:gd name="connsiteY4" fmla="*/ 1530208 h 2748439"/>
                <a:gd name="connsiteX5" fmla="*/ 1550968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550968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42815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12199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887365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851116 h 2748439"/>
                <a:gd name="connsiteX4" fmla="*/ 1630014 w 3343706"/>
                <a:gd name="connsiteY4" fmla="*/ 1887365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732064 h 2748439"/>
                <a:gd name="connsiteX4" fmla="*/ 1630014 w 3343706"/>
                <a:gd name="connsiteY4" fmla="*/ 1887365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732064 h 2748439"/>
                <a:gd name="connsiteX4" fmla="*/ 1648384 w 3343706"/>
                <a:gd name="connsiteY4" fmla="*/ 1761310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3706" h="2748439">
                  <a:moveTo>
                    <a:pt x="487" y="0"/>
                  </a:moveTo>
                  <a:cubicBezTo>
                    <a:pt x="-1206" y="904240"/>
                    <a:pt x="2203" y="1844199"/>
                    <a:pt x="510" y="2748439"/>
                  </a:cubicBezTo>
                  <a:lnTo>
                    <a:pt x="3341770" y="2725764"/>
                  </a:lnTo>
                  <a:cubicBezTo>
                    <a:pt x="3338383" y="2248244"/>
                    <a:pt x="3346224" y="2209584"/>
                    <a:pt x="3342837" y="1732064"/>
                  </a:cubicBezTo>
                  <a:lnTo>
                    <a:pt x="1648384" y="1761310"/>
                  </a:lnTo>
                  <a:cubicBezTo>
                    <a:pt x="1644997" y="1319350"/>
                    <a:pt x="1638548" y="450786"/>
                    <a:pt x="1635161" y="8826"/>
                  </a:cubicBezTo>
                  <a:lnTo>
                    <a:pt x="487" y="0"/>
                  </a:lnTo>
                  <a:close/>
                </a:path>
              </a:pathLst>
            </a:cu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箭头: 下 403">
              <a:extLst>
                <a:ext uri="{FF2B5EF4-FFF2-40B4-BE49-F238E27FC236}">
                  <a16:creationId xmlns:a16="http://schemas.microsoft.com/office/drawing/2014/main" id="{252CEF61-5DCE-803F-55F5-18FB63C05377}"/>
                </a:ext>
              </a:extLst>
            </p:cNvPr>
            <p:cNvSpPr/>
            <p:nvPr/>
          </p:nvSpPr>
          <p:spPr>
            <a:xfrm rot="10800000" flipV="1">
              <a:off x="1307550" y="2752237"/>
              <a:ext cx="115217" cy="648000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333EC8F9-2287-4789-147F-FBD833E04952}"/>
                </a:ext>
              </a:extLst>
            </p:cNvPr>
            <p:cNvSpPr txBox="1"/>
            <p:nvPr/>
          </p:nvSpPr>
          <p:spPr>
            <a:xfrm>
              <a:off x="1405218" y="2939410"/>
              <a:ext cx="840234" cy="276991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①</a:t>
              </a:r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Retrieve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9B1830D-5067-093F-8A0A-4C74CC4DDAD6}"/>
                </a:ext>
              </a:extLst>
            </p:cNvPr>
            <p:cNvGrpSpPr/>
            <p:nvPr/>
          </p:nvGrpSpPr>
          <p:grpSpPr>
            <a:xfrm>
              <a:off x="694649" y="2108874"/>
              <a:ext cx="1437915" cy="519411"/>
              <a:chOff x="1760384" y="2120904"/>
              <a:chExt cx="1494121" cy="519426"/>
            </a:xfrm>
          </p:grpSpPr>
          <p:sp>
            <p:nvSpPr>
              <p:cNvPr id="72" name="圆角矩形 71">
                <a:extLst>
                  <a:ext uri="{FF2B5EF4-FFF2-40B4-BE49-F238E27FC236}">
                    <a16:creationId xmlns:a16="http://schemas.microsoft.com/office/drawing/2014/main" id="{25B9CCA7-169A-A89D-717B-822A65498502}"/>
                  </a:ext>
                </a:extLst>
              </p:cNvPr>
              <p:cNvSpPr/>
              <p:nvPr/>
            </p:nvSpPr>
            <p:spPr>
              <a:xfrm>
                <a:off x="1760384" y="2124710"/>
                <a:ext cx="1486971" cy="515620"/>
              </a:xfrm>
              <a:prstGeom prst="roundRect">
                <a:avLst/>
              </a:prstGeom>
              <a:solidFill>
                <a:srgbClr val="F5F5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D4D7422-8E3B-76AE-07F5-ADA10271379B}"/>
                  </a:ext>
                </a:extLst>
              </p:cNvPr>
              <p:cNvSpPr txBox="1"/>
              <p:nvPr/>
            </p:nvSpPr>
            <p:spPr>
              <a:xfrm>
                <a:off x="1787507" y="2381885"/>
                <a:ext cx="1466998" cy="18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</a:rPr>
                  <a:t>... \n\treturn cost</a:t>
                </a:r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[m</a:t>
                </a:r>
              </a:p>
            </p:txBody>
          </p:sp>
          <p:pic>
            <p:nvPicPr>
              <p:cNvPr id="162" name="图形 161">
                <a:extLst>
                  <a:ext uri="{FF2B5EF4-FFF2-40B4-BE49-F238E27FC236}">
                    <a16:creationId xmlns:a16="http://schemas.microsoft.com/office/drawing/2014/main" id="{C7BDCA5C-8C21-A9DC-9DFC-1D1E80CAC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842932" y="2146304"/>
                <a:ext cx="230505" cy="230505"/>
              </a:xfrm>
              <a:prstGeom prst="rect">
                <a:avLst/>
              </a:prstGeom>
            </p:spPr>
          </p:pic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73A5738C-6EF0-F000-EED7-C87490C341EE}"/>
                  </a:ext>
                </a:extLst>
              </p:cNvPr>
              <p:cNvSpPr txBox="1"/>
              <p:nvPr/>
            </p:nvSpPr>
            <p:spPr>
              <a:xfrm>
                <a:off x="2018193" y="2120904"/>
                <a:ext cx="5857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lang="zh-CN" altLang="en-US" sz="1200" b="1" dirty="0"/>
              </a:p>
            </p:txBody>
          </p:sp>
        </p:grpSp>
        <p:sp>
          <p:nvSpPr>
            <p:cNvPr id="73" name="箭头: 下 403">
              <a:extLst>
                <a:ext uri="{FF2B5EF4-FFF2-40B4-BE49-F238E27FC236}">
                  <a16:creationId xmlns:a16="http://schemas.microsoft.com/office/drawing/2014/main" id="{25B2BD5C-8312-043E-452B-3DEFF658956B}"/>
                </a:ext>
              </a:extLst>
            </p:cNvPr>
            <p:cNvSpPr/>
            <p:nvPr/>
          </p:nvSpPr>
          <p:spPr>
            <a:xfrm rot="10800000">
              <a:off x="3141676" y="3277064"/>
              <a:ext cx="115217" cy="180000"/>
            </a:xfrm>
            <a:prstGeom prst="downArrow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grpSp>
          <p:nvGrpSpPr>
            <p:cNvPr id="395" name="组合 394">
              <a:extLst>
                <a:ext uri="{FF2B5EF4-FFF2-40B4-BE49-F238E27FC236}">
                  <a16:creationId xmlns:a16="http://schemas.microsoft.com/office/drawing/2014/main" id="{FAE8F43D-04DC-0B77-75C8-1123B66A80F2}"/>
                </a:ext>
              </a:extLst>
            </p:cNvPr>
            <p:cNvGrpSpPr/>
            <p:nvPr/>
          </p:nvGrpSpPr>
          <p:grpSpPr>
            <a:xfrm>
              <a:off x="698089" y="3581756"/>
              <a:ext cx="1431035" cy="761200"/>
              <a:chOff x="690469" y="3566516"/>
              <a:chExt cx="1431035" cy="761200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B2927D3-AB44-9C52-1ED6-C97DD0C463C2}"/>
                  </a:ext>
                </a:extLst>
              </p:cNvPr>
              <p:cNvSpPr txBox="1"/>
              <p:nvPr/>
            </p:nvSpPr>
            <p:spPr>
              <a:xfrm>
                <a:off x="690469" y="4143050"/>
                <a:ext cx="1431035" cy="18466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</a:rPr>
                  <a:t>Retrieval Corpus</a:t>
                </a:r>
              </a:p>
            </p:txBody>
          </p:sp>
          <p:pic>
            <p:nvPicPr>
              <p:cNvPr id="14" name="图片 13" descr="database">
                <a:extLst>
                  <a:ext uri="{FF2B5EF4-FFF2-40B4-BE49-F238E27FC236}">
                    <a16:creationId xmlns:a16="http://schemas.microsoft.com/office/drawing/2014/main" id="{92519C03-088E-6614-A8FD-AFE3AF9805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4066" y="3566516"/>
                <a:ext cx="540645" cy="540645"/>
              </a:xfrm>
              <a:prstGeom prst="rect">
                <a:avLst/>
              </a:prstGeom>
            </p:spPr>
          </p:pic>
        </p:grpSp>
        <p:sp>
          <p:nvSpPr>
            <p:cNvPr id="142" name="箭头: 下 403">
              <a:extLst>
                <a:ext uri="{FF2B5EF4-FFF2-40B4-BE49-F238E27FC236}">
                  <a16:creationId xmlns:a16="http://schemas.microsoft.com/office/drawing/2014/main" id="{AC74FFD4-814A-5D0A-57A4-52CE8884B7A0}"/>
                </a:ext>
              </a:extLst>
            </p:cNvPr>
            <p:cNvSpPr/>
            <p:nvPr/>
          </p:nvSpPr>
          <p:spPr>
            <a:xfrm rot="16200000">
              <a:off x="2066329" y="3603425"/>
              <a:ext cx="114935" cy="504000"/>
            </a:xfrm>
            <a:prstGeom prst="downArrow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797C3E5-2E08-8D20-987B-142A5430D83C}"/>
                </a:ext>
              </a:extLst>
            </p:cNvPr>
            <p:cNvSpPr txBox="1"/>
            <p:nvPr/>
          </p:nvSpPr>
          <p:spPr>
            <a:xfrm>
              <a:off x="1315459" y="4402792"/>
              <a:ext cx="2129489" cy="215444"/>
            </a:xfrm>
            <a:prstGeom prst="rect">
              <a:avLst/>
            </a:prstGeom>
          </p:spPr>
          <p:txBody>
            <a:bodyPr wrap="square" tIns="0" bIns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Retrieval-Based Drafting</a:t>
              </a:r>
            </a:p>
          </p:txBody>
        </p:sp>
        <p:sp>
          <p:nvSpPr>
            <p:cNvPr id="339" name="箭头: 下 403">
              <a:extLst>
                <a:ext uri="{FF2B5EF4-FFF2-40B4-BE49-F238E27FC236}">
                  <a16:creationId xmlns:a16="http://schemas.microsoft.com/office/drawing/2014/main" id="{6A8678B2-CE62-923D-73C9-7C01E4DC8B3F}"/>
                </a:ext>
              </a:extLst>
            </p:cNvPr>
            <p:cNvSpPr/>
            <p:nvPr/>
          </p:nvSpPr>
          <p:spPr>
            <a:xfrm rot="10800000">
              <a:off x="3141676" y="2646201"/>
              <a:ext cx="115217" cy="1800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67330E42-0B55-0A5E-F744-9E8C59CE4BDB}"/>
                </a:ext>
              </a:extLst>
            </p:cNvPr>
            <p:cNvSpPr txBox="1"/>
            <p:nvPr/>
          </p:nvSpPr>
          <p:spPr>
            <a:xfrm>
              <a:off x="2604873" y="4158291"/>
              <a:ext cx="1188822" cy="18466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Retrieved </a:t>
              </a:r>
              <a:r>
                <a:rPr lang="en-US" altLang="zh-CN" sz="12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Code</a:t>
              </a:r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F92718B5-5772-C85D-028A-FAACBFD2D1F1}"/>
                </a:ext>
              </a:extLst>
            </p:cNvPr>
            <p:cNvSpPr txBox="1"/>
            <p:nvPr/>
          </p:nvSpPr>
          <p:spPr>
            <a:xfrm>
              <a:off x="3989135" y="2189307"/>
              <a:ext cx="1272890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④</a:t>
              </a:r>
              <a:r>
                <a:rPr lang="en-US" altLang="zh-CN" sz="1200" b="1" dirty="0">
                  <a:solidFill>
                    <a:srgbClr val="7030A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Validate by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200" b="1" dirty="0">
                  <a:solidFill>
                    <a:srgbClr val="7030A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       Target Model</a:t>
              </a:r>
            </a:p>
          </p:txBody>
        </p:sp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D1359B73-56D2-B8DF-1393-F2EDB70EE719}"/>
                </a:ext>
              </a:extLst>
            </p:cNvPr>
            <p:cNvGrpSpPr/>
            <p:nvPr/>
          </p:nvGrpSpPr>
          <p:grpSpPr>
            <a:xfrm>
              <a:off x="2571497" y="3620485"/>
              <a:ext cx="1252211" cy="463185"/>
              <a:chOff x="2493242" y="3637532"/>
              <a:chExt cx="1252211" cy="463185"/>
            </a:xfrm>
          </p:grpSpPr>
          <p:sp>
            <p:nvSpPr>
              <p:cNvPr id="67" name="圆角矩形 66">
                <a:extLst>
                  <a:ext uri="{FF2B5EF4-FFF2-40B4-BE49-F238E27FC236}">
                    <a16:creationId xmlns:a16="http://schemas.microsoft.com/office/drawing/2014/main" id="{8CD3998D-90A2-E21C-5322-5500F4AA1FF9}"/>
                  </a:ext>
                </a:extLst>
              </p:cNvPr>
              <p:cNvSpPr/>
              <p:nvPr/>
            </p:nvSpPr>
            <p:spPr>
              <a:xfrm>
                <a:off x="2493242" y="3760618"/>
                <a:ext cx="216000" cy="129913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][</a:t>
                </a:r>
              </a:p>
            </p:txBody>
          </p:sp>
          <p:sp>
            <p:nvSpPr>
              <p:cNvPr id="68" name="圆角矩形 67">
                <a:extLst>
                  <a:ext uri="{FF2B5EF4-FFF2-40B4-BE49-F238E27FC236}">
                    <a16:creationId xmlns:a16="http://schemas.microsoft.com/office/drawing/2014/main" id="{D0C7335F-602D-2275-28B7-6A71E24C9EA8}"/>
                  </a:ext>
                </a:extLst>
              </p:cNvPr>
              <p:cNvSpPr/>
              <p:nvPr/>
            </p:nvSpPr>
            <p:spPr>
              <a:xfrm>
                <a:off x="2828615" y="3874816"/>
                <a:ext cx="216000" cy="129913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n</a:t>
                </a:r>
              </a:p>
            </p:txBody>
          </p:sp>
          <p:sp>
            <p:nvSpPr>
              <p:cNvPr id="103" name="圆角矩形 102">
                <a:extLst>
                  <a:ext uri="{FF2B5EF4-FFF2-40B4-BE49-F238E27FC236}">
                    <a16:creationId xmlns:a16="http://schemas.microsoft.com/office/drawing/2014/main" id="{E53CFBD6-0726-F671-36C6-F7B8DD8EBA9C}"/>
                  </a:ext>
                </a:extLst>
              </p:cNvPr>
              <p:cNvSpPr/>
              <p:nvPr/>
            </p:nvSpPr>
            <p:spPr>
              <a:xfrm>
                <a:off x="2832461" y="3637532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</a:p>
            </p:txBody>
          </p: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C1E333A5-B484-AC53-8DA7-AED26E5106C1}"/>
                  </a:ext>
                </a:extLst>
              </p:cNvPr>
              <p:cNvGrpSpPr/>
              <p:nvPr/>
            </p:nvGrpSpPr>
            <p:grpSpPr>
              <a:xfrm>
                <a:off x="3199911" y="3637532"/>
                <a:ext cx="220895" cy="463185"/>
                <a:chOff x="2022467" y="3119620"/>
                <a:chExt cx="220895" cy="463185"/>
              </a:xfrm>
            </p:grpSpPr>
            <p:sp>
              <p:nvSpPr>
                <p:cNvPr id="88" name="圆角矩形 87">
                  <a:extLst>
                    <a:ext uri="{FF2B5EF4-FFF2-40B4-BE49-F238E27FC236}">
                      <a16:creationId xmlns:a16="http://schemas.microsoft.com/office/drawing/2014/main" id="{9ECCCEC9-759F-80C7-668E-45465916B55C}"/>
                    </a:ext>
                  </a:extLst>
                </p:cNvPr>
                <p:cNvSpPr/>
                <p:nvPr/>
              </p:nvSpPr>
              <p:spPr>
                <a:xfrm>
                  <a:off x="2027362" y="3452892"/>
                  <a:ext cx="216000" cy="129913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</a:t>
                  </a:r>
                </a:p>
              </p:txBody>
            </p:sp>
            <p:sp>
              <p:nvSpPr>
                <p:cNvPr id="100" name="圆角矩形 99">
                  <a:extLst>
                    <a:ext uri="{FF2B5EF4-FFF2-40B4-BE49-F238E27FC236}">
                      <a16:creationId xmlns:a16="http://schemas.microsoft.com/office/drawing/2014/main" id="{4F485147-1ACE-35C9-D560-D97126C43001}"/>
                    </a:ext>
                  </a:extLst>
                </p:cNvPr>
                <p:cNvSpPr/>
                <p:nvPr/>
              </p:nvSpPr>
              <p:spPr>
                <a:xfrm>
                  <a:off x="2027362" y="3287880"/>
                  <a:ext cx="216000" cy="129913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</a:t>
                  </a:r>
                </a:p>
              </p:txBody>
            </p:sp>
            <p:sp>
              <p:nvSpPr>
                <p:cNvPr id="104" name="圆角矩形 103">
                  <a:extLst>
                    <a:ext uri="{FF2B5EF4-FFF2-40B4-BE49-F238E27FC236}">
                      <a16:creationId xmlns:a16="http://schemas.microsoft.com/office/drawing/2014/main" id="{DCF362C8-E722-E319-2CF6-401AC7AEE312}"/>
                    </a:ext>
                  </a:extLst>
                </p:cNvPr>
                <p:cNvSpPr/>
                <p:nvPr/>
              </p:nvSpPr>
              <p:spPr>
                <a:xfrm>
                  <a:off x="2022467" y="3119620"/>
                  <a:ext cx="216000" cy="129913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70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])</a:t>
                  </a:r>
                  <a:endParaRPr lang="en-US" altLang="zh-CN" sz="8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  <p:cxnSp>
            <p:nvCxnSpPr>
              <p:cNvPr id="154" name="直接箭头连接符 153">
                <a:extLst>
                  <a:ext uri="{FF2B5EF4-FFF2-40B4-BE49-F238E27FC236}">
                    <a16:creationId xmlns:a16="http://schemas.microsoft.com/office/drawing/2014/main" id="{0CFD03E1-4538-7E1E-B9ED-4D6CB8315257}"/>
                  </a:ext>
                </a:extLst>
              </p:cNvPr>
              <p:cNvCxnSpPr>
                <a:cxnSpLocks/>
                <a:stCxn id="67" idx="3"/>
                <a:endCxn id="68" idx="1"/>
              </p:cNvCxnSpPr>
              <p:nvPr/>
            </p:nvCxnSpPr>
            <p:spPr>
              <a:xfrm>
                <a:off x="2709242" y="3825575"/>
                <a:ext cx="119373" cy="1141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8E766356-A0A3-5264-AAC2-4603C8A10B0E}"/>
                  </a:ext>
                </a:extLst>
              </p:cNvPr>
              <p:cNvCxnSpPr>
                <a:cxnSpLocks/>
                <a:stCxn id="67" idx="3"/>
                <a:endCxn id="103" idx="1"/>
              </p:cNvCxnSpPr>
              <p:nvPr/>
            </p:nvCxnSpPr>
            <p:spPr>
              <a:xfrm flipV="1">
                <a:off x="2709242" y="3702489"/>
                <a:ext cx="123219" cy="12308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87B99311-736C-9735-6C88-BCD09B762314}"/>
                  </a:ext>
                </a:extLst>
              </p:cNvPr>
              <p:cNvCxnSpPr>
                <a:cxnSpLocks/>
                <a:stCxn id="68" idx="3"/>
                <a:endCxn id="88" idx="1"/>
              </p:cNvCxnSpPr>
              <p:nvPr/>
            </p:nvCxnSpPr>
            <p:spPr>
              <a:xfrm>
                <a:off x="3044615" y="3939773"/>
                <a:ext cx="160191" cy="959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E9D2AA10-539A-C4A6-1CF9-14BC43EAE258}"/>
                  </a:ext>
                </a:extLst>
              </p:cNvPr>
              <p:cNvCxnSpPr>
                <a:cxnSpLocks/>
                <a:stCxn id="68" idx="3"/>
                <a:endCxn id="100" idx="1"/>
              </p:cNvCxnSpPr>
              <p:nvPr/>
            </p:nvCxnSpPr>
            <p:spPr>
              <a:xfrm flipV="1">
                <a:off x="3044615" y="3870749"/>
                <a:ext cx="160191" cy="690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>
                <a:extLst>
                  <a:ext uri="{FF2B5EF4-FFF2-40B4-BE49-F238E27FC236}">
                    <a16:creationId xmlns:a16="http://schemas.microsoft.com/office/drawing/2014/main" id="{7F49319B-4F47-6620-37DE-C724C88D3F79}"/>
                  </a:ext>
                </a:extLst>
              </p:cNvPr>
              <p:cNvCxnSpPr>
                <a:cxnSpLocks/>
                <a:stCxn id="103" idx="3"/>
                <a:endCxn id="104" idx="1"/>
              </p:cNvCxnSpPr>
              <p:nvPr/>
            </p:nvCxnSpPr>
            <p:spPr>
              <a:xfrm>
                <a:off x="3048461" y="3702489"/>
                <a:ext cx="15145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箭头连接符 178">
                <a:extLst>
                  <a:ext uri="{FF2B5EF4-FFF2-40B4-BE49-F238E27FC236}">
                    <a16:creationId xmlns:a16="http://schemas.microsoft.com/office/drawing/2014/main" id="{44C2EB6C-3D92-5D82-DE65-4F9D75537E71}"/>
                  </a:ext>
                </a:extLst>
              </p:cNvPr>
              <p:cNvCxnSpPr>
                <a:cxnSpLocks/>
                <a:stCxn id="88" idx="3"/>
                <a:endCxn id="94" idx="1"/>
              </p:cNvCxnSpPr>
              <p:nvPr/>
            </p:nvCxnSpPr>
            <p:spPr>
              <a:xfrm flipV="1">
                <a:off x="3420806" y="4031227"/>
                <a:ext cx="104134" cy="45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7813D257-4DEF-59A7-06DF-46D24277EEEB}"/>
                  </a:ext>
                </a:extLst>
              </p:cNvPr>
              <p:cNvGrpSpPr/>
              <p:nvPr/>
            </p:nvGrpSpPr>
            <p:grpSpPr>
              <a:xfrm>
                <a:off x="3524940" y="3805792"/>
                <a:ext cx="220513" cy="290391"/>
                <a:chOff x="2228125" y="3019153"/>
                <a:chExt cx="220513" cy="290391"/>
              </a:xfrm>
            </p:grpSpPr>
            <p:sp>
              <p:nvSpPr>
                <p:cNvPr id="94" name="圆角矩形 93">
                  <a:extLst>
                    <a:ext uri="{FF2B5EF4-FFF2-40B4-BE49-F238E27FC236}">
                      <a16:creationId xmlns:a16="http://schemas.microsoft.com/office/drawing/2014/main" id="{B9A623C6-0042-FAC6-6801-ADACAF5EAB3E}"/>
                    </a:ext>
                  </a:extLst>
                </p:cNvPr>
                <p:cNvSpPr/>
                <p:nvPr/>
              </p:nvSpPr>
              <p:spPr>
                <a:xfrm>
                  <a:off x="2228125" y="3179631"/>
                  <a:ext cx="216000" cy="129913"/>
                </a:xfrm>
                <a:prstGeom prst="roundRect">
                  <a:avLst/>
                </a:prstGeom>
                <a:solidFill>
                  <a:srgbClr val="FFD966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\n</a:t>
                  </a:r>
                </a:p>
              </p:txBody>
            </p:sp>
            <p:sp>
              <p:nvSpPr>
                <p:cNvPr id="92" name="圆角矩形 102">
                  <a:extLst>
                    <a:ext uri="{FF2B5EF4-FFF2-40B4-BE49-F238E27FC236}">
                      <a16:creationId xmlns:a16="http://schemas.microsoft.com/office/drawing/2014/main" id="{5BA0B91A-8645-85D3-AC95-968B8F34B47C}"/>
                    </a:ext>
                  </a:extLst>
                </p:cNvPr>
                <p:cNvSpPr/>
                <p:nvPr/>
              </p:nvSpPr>
              <p:spPr>
                <a:xfrm>
                  <a:off x="2232638" y="3019153"/>
                  <a:ext cx="216000" cy="129913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i</a:t>
                  </a:r>
                </a:p>
              </p:txBody>
            </p:sp>
          </p:grpSp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E81A4E4F-FDFF-60A3-2B2E-B0A891E81B53}"/>
                  </a:ext>
                </a:extLst>
              </p:cNvPr>
              <p:cNvCxnSpPr>
                <a:cxnSpLocks/>
                <a:stCxn id="100" idx="3"/>
                <a:endCxn id="92" idx="1"/>
              </p:cNvCxnSpPr>
              <p:nvPr/>
            </p:nvCxnSpPr>
            <p:spPr>
              <a:xfrm>
                <a:off x="3420806" y="3870749"/>
                <a:ext cx="10864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6375F2CF-122D-0701-A49A-ED0789F1F672}"/>
                </a:ext>
              </a:extLst>
            </p:cNvPr>
            <p:cNvGrpSpPr/>
            <p:nvPr/>
          </p:nvGrpSpPr>
          <p:grpSpPr>
            <a:xfrm>
              <a:off x="2604873" y="2794830"/>
              <a:ext cx="1243776" cy="501351"/>
              <a:chOff x="2484558" y="2826914"/>
              <a:chExt cx="1243776" cy="501351"/>
            </a:xfrm>
          </p:grpSpPr>
          <p:grpSp>
            <p:nvGrpSpPr>
              <p:cNvPr id="362" name="组合 361">
                <a:extLst>
                  <a:ext uri="{FF2B5EF4-FFF2-40B4-BE49-F238E27FC236}">
                    <a16:creationId xmlns:a16="http://schemas.microsoft.com/office/drawing/2014/main" id="{1C806750-F075-BB55-3D2E-0DD50D1BDF58}"/>
                  </a:ext>
                </a:extLst>
              </p:cNvPr>
              <p:cNvGrpSpPr/>
              <p:nvPr/>
            </p:nvGrpSpPr>
            <p:grpSpPr>
              <a:xfrm>
                <a:off x="2484558" y="2995669"/>
                <a:ext cx="1243776" cy="332596"/>
                <a:chOff x="2116189" y="2737101"/>
                <a:chExt cx="1243776" cy="332596"/>
              </a:xfrm>
            </p:grpSpPr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CF74520-9B4D-9717-E6B0-92B771B691CC}"/>
                    </a:ext>
                  </a:extLst>
                </p:cNvPr>
                <p:cNvSpPr txBox="1"/>
                <p:nvPr/>
              </p:nvSpPr>
              <p:spPr>
                <a:xfrm>
                  <a:off x="2116189" y="2885031"/>
                  <a:ext cx="1188822" cy="184666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Retained Code</a:t>
                  </a:r>
                </a:p>
              </p:txBody>
            </p:sp>
            <p:grpSp>
              <p:nvGrpSpPr>
                <p:cNvPr id="340" name="组合 339">
                  <a:extLst>
                    <a:ext uri="{FF2B5EF4-FFF2-40B4-BE49-F238E27FC236}">
                      <a16:creationId xmlns:a16="http://schemas.microsoft.com/office/drawing/2014/main" id="{E7E1F962-75CE-0905-1CF9-47F0982E0BF3}"/>
                    </a:ext>
                  </a:extLst>
                </p:cNvPr>
                <p:cNvGrpSpPr/>
                <p:nvPr/>
              </p:nvGrpSpPr>
              <p:grpSpPr>
                <a:xfrm>
                  <a:off x="2169360" y="2737101"/>
                  <a:ext cx="1190605" cy="129642"/>
                  <a:chOff x="2188931" y="2798986"/>
                  <a:chExt cx="1190605" cy="129642"/>
                </a:xfrm>
              </p:grpSpPr>
              <p:cxnSp>
                <p:nvCxnSpPr>
                  <p:cNvPr id="105" name="直接箭头连接符 104">
                    <a:extLst>
                      <a:ext uri="{FF2B5EF4-FFF2-40B4-BE49-F238E27FC236}">
                        <a16:creationId xmlns:a16="http://schemas.microsoft.com/office/drawing/2014/main" id="{B967F6F6-6F8B-6162-71E4-CF01A84A702C}"/>
                      </a:ext>
                    </a:extLst>
                  </p:cNvPr>
                  <p:cNvCxnSpPr>
                    <a:cxnSpLocks/>
                    <a:stCxn id="81" idx="3"/>
                    <a:endCxn id="89" idx="1"/>
                  </p:cNvCxnSpPr>
                  <p:nvPr/>
                </p:nvCxnSpPr>
                <p:spPr>
                  <a:xfrm>
                    <a:off x="2729799" y="2863807"/>
                    <a:ext cx="108868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接箭头连接符 107">
                    <a:extLst>
                      <a:ext uri="{FF2B5EF4-FFF2-40B4-BE49-F238E27FC236}">
                        <a16:creationId xmlns:a16="http://schemas.microsoft.com/office/drawing/2014/main" id="{65A68084-2E71-0297-14D2-A98B69DF11CD}"/>
                      </a:ext>
                    </a:extLst>
                  </p:cNvPr>
                  <p:cNvCxnSpPr>
                    <a:cxnSpLocks/>
                    <a:stCxn id="89" idx="3"/>
                    <a:endCxn id="90" idx="1"/>
                  </p:cNvCxnSpPr>
                  <p:nvPr/>
                </p:nvCxnSpPr>
                <p:spPr>
                  <a:xfrm>
                    <a:off x="3054667" y="2863807"/>
                    <a:ext cx="108869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圆角矩形 66">
                    <a:extLst>
                      <a:ext uri="{FF2B5EF4-FFF2-40B4-BE49-F238E27FC236}">
                        <a16:creationId xmlns:a16="http://schemas.microsoft.com/office/drawing/2014/main" id="{28963DFE-57A2-F84C-B577-3FF502E07DC6}"/>
                      </a:ext>
                    </a:extLst>
                  </p:cNvPr>
                  <p:cNvSpPr/>
                  <p:nvPr/>
                </p:nvSpPr>
                <p:spPr>
                  <a:xfrm>
                    <a:off x="2188931" y="2798986"/>
                    <a:ext cx="216000" cy="129642"/>
                  </a:xfrm>
                  <a:prstGeom prst="roundRect">
                    <a:avLst/>
                  </a:prstGeom>
                  <a:solidFill>
                    <a:srgbClr val="FFD966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altLang="zh-CN" sz="7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][</a:t>
                    </a:r>
                  </a:p>
                </p:txBody>
              </p:sp>
              <p:sp>
                <p:nvSpPr>
                  <p:cNvPr id="81" name="圆角矩形 67">
                    <a:extLst>
                      <a:ext uri="{FF2B5EF4-FFF2-40B4-BE49-F238E27FC236}">
                        <a16:creationId xmlns:a16="http://schemas.microsoft.com/office/drawing/2014/main" id="{959C49F6-8E7A-88DC-2250-E6A282DE0BB1}"/>
                      </a:ext>
                    </a:extLst>
                  </p:cNvPr>
                  <p:cNvSpPr/>
                  <p:nvPr/>
                </p:nvSpPr>
                <p:spPr>
                  <a:xfrm>
                    <a:off x="2513799" y="2798986"/>
                    <a:ext cx="216000" cy="129642"/>
                  </a:xfrm>
                  <a:prstGeom prst="roundRect">
                    <a:avLst/>
                  </a:prstGeom>
                  <a:solidFill>
                    <a:srgbClr val="FFD966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altLang="zh-CN" sz="105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n</a:t>
                    </a:r>
                  </a:p>
                </p:txBody>
              </p:sp>
              <p:sp>
                <p:nvSpPr>
                  <p:cNvPr id="89" name="圆角矩形 87">
                    <a:extLst>
                      <a:ext uri="{FF2B5EF4-FFF2-40B4-BE49-F238E27FC236}">
                        <a16:creationId xmlns:a16="http://schemas.microsoft.com/office/drawing/2014/main" id="{8EB70E5C-E967-6F2F-44FE-2F24FDB18A62}"/>
                      </a:ext>
                    </a:extLst>
                  </p:cNvPr>
                  <p:cNvSpPr/>
                  <p:nvPr/>
                </p:nvSpPr>
                <p:spPr>
                  <a:xfrm>
                    <a:off x="2838667" y="2798986"/>
                    <a:ext cx="216000" cy="129642"/>
                  </a:xfrm>
                  <a:prstGeom prst="roundRect">
                    <a:avLst/>
                  </a:prstGeom>
                  <a:solidFill>
                    <a:srgbClr val="FFD966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altLang="zh-CN" sz="7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]</a:t>
                    </a:r>
                  </a:p>
                </p:txBody>
              </p:sp>
              <p:sp>
                <p:nvSpPr>
                  <p:cNvPr id="90" name="圆角矩形 93">
                    <a:extLst>
                      <a:ext uri="{FF2B5EF4-FFF2-40B4-BE49-F238E27FC236}">
                        <a16:creationId xmlns:a16="http://schemas.microsoft.com/office/drawing/2014/main" id="{62C174E6-18D8-837B-D81F-82224759D4AB}"/>
                      </a:ext>
                    </a:extLst>
                  </p:cNvPr>
                  <p:cNvSpPr/>
                  <p:nvPr/>
                </p:nvSpPr>
                <p:spPr>
                  <a:xfrm>
                    <a:off x="3163536" y="2798986"/>
                    <a:ext cx="216000" cy="129642"/>
                  </a:xfrm>
                  <a:prstGeom prst="roundRect">
                    <a:avLst/>
                  </a:prstGeom>
                  <a:solidFill>
                    <a:srgbClr val="FFD966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altLang="zh-CN" sz="105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\n</a:t>
                    </a:r>
                  </a:p>
                </p:txBody>
              </p:sp>
              <p:cxnSp>
                <p:nvCxnSpPr>
                  <p:cNvPr id="91" name="直接箭头连接符 90">
                    <a:extLst>
                      <a:ext uri="{FF2B5EF4-FFF2-40B4-BE49-F238E27FC236}">
                        <a16:creationId xmlns:a16="http://schemas.microsoft.com/office/drawing/2014/main" id="{6DBB7185-BEC3-DB58-8B5F-DF382B4906EC}"/>
                      </a:ext>
                    </a:extLst>
                  </p:cNvPr>
                  <p:cNvCxnSpPr>
                    <a:cxnSpLocks/>
                    <a:stCxn id="76" idx="3"/>
                    <a:endCxn id="81" idx="1"/>
                  </p:cNvCxnSpPr>
                  <p:nvPr/>
                </p:nvCxnSpPr>
                <p:spPr>
                  <a:xfrm>
                    <a:off x="2404931" y="2863807"/>
                    <a:ext cx="108868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90" name="圆角矩形 99">
                <a:extLst>
                  <a:ext uri="{FF2B5EF4-FFF2-40B4-BE49-F238E27FC236}">
                    <a16:creationId xmlns:a16="http://schemas.microsoft.com/office/drawing/2014/main" id="{1EDF5825-52FF-18C2-DA7A-15DDB3F147F1}"/>
                  </a:ext>
                </a:extLst>
              </p:cNvPr>
              <p:cNvSpPr/>
              <p:nvPr/>
            </p:nvSpPr>
            <p:spPr>
              <a:xfrm>
                <a:off x="3197347" y="2826914"/>
                <a:ext cx="216000" cy="129913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</a:p>
            </p:txBody>
          </p:sp>
          <p:cxnSp>
            <p:nvCxnSpPr>
              <p:cNvPr id="191" name="直接箭头连接符 190">
                <a:extLst>
                  <a:ext uri="{FF2B5EF4-FFF2-40B4-BE49-F238E27FC236}">
                    <a16:creationId xmlns:a16="http://schemas.microsoft.com/office/drawing/2014/main" id="{640F1CEF-DB6E-A5F8-2C8A-23BFCA03A744}"/>
                  </a:ext>
                </a:extLst>
              </p:cNvPr>
              <p:cNvCxnSpPr>
                <a:cxnSpLocks/>
                <a:stCxn id="81" idx="3"/>
                <a:endCxn id="190" idx="1"/>
              </p:cNvCxnSpPr>
              <p:nvPr/>
            </p:nvCxnSpPr>
            <p:spPr>
              <a:xfrm flipV="1">
                <a:off x="3078597" y="2891871"/>
                <a:ext cx="118750" cy="1686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0FAA189-ACD8-3F76-83C4-A3FFE85F1BE0}"/>
                </a:ext>
              </a:extLst>
            </p:cNvPr>
            <p:cNvGrpSpPr/>
            <p:nvPr/>
          </p:nvGrpSpPr>
          <p:grpSpPr>
            <a:xfrm>
              <a:off x="4039200" y="2786523"/>
              <a:ext cx="1433858" cy="1254736"/>
              <a:chOff x="4013800" y="2771283"/>
              <a:chExt cx="1433858" cy="1254736"/>
            </a:xfrm>
          </p:grpSpPr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2D129BAD-274C-D707-4B31-6A9EA52197CA}"/>
                  </a:ext>
                </a:extLst>
              </p:cNvPr>
              <p:cNvSpPr txBox="1"/>
              <p:nvPr/>
            </p:nvSpPr>
            <p:spPr>
              <a:xfrm>
                <a:off x="4061116" y="3205893"/>
                <a:ext cx="1339226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anose="02020603050405020304" charset="0"/>
                    <a:cs typeface="Times New Roman" panose="02020603050405020304" charset="0"/>
                  </a:rPr>
                  <a:t>Speculative </a:t>
                </a:r>
              </a:p>
              <a:p>
                <a:pPr algn="ctr"/>
                <a:r>
                  <a:rPr lang="en-US" altLang="zh-CN" sz="1400" b="1" dirty="0">
                    <a:latin typeface="Times New Roman" panose="02020603050405020304" charset="0"/>
                    <a:cs typeface="Times New Roman" panose="02020603050405020304" charset="0"/>
                  </a:rPr>
                  <a:t>Draft Stitching</a:t>
                </a:r>
              </a:p>
            </p:txBody>
          </p: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B29BA9BB-1474-6D92-41AE-B32EF33EA04C}"/>
                  </a:ext>
                </a:extLst>
              </p:cNvPr>
              <p:cNvSpPr txBox="1"/>
              <p:nvPr/>
            </p:nvSpPr>
            <p:spPr>
              <a:xfrm>
                <a:off x="4126282" y="2884712"/>
                <a:ext cx="1208894" cy="18466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12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③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Continuation</a:t>
                </a:r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DA72DC50-1A2E-B6FF-553A-4C62AEDD896F}"/>
                  </a:ext>
                </a:extLst>
              </p:cNvPr>
              <p:cNvSpPr txBox="1"/>
              <p:nvPr/>
            </p:nvSpPr>
            <p:spPr>
              <a:xfrm>
                <a:off x="4248693" y="3773294"/>
                <a:ext cx="964073" cy="18466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②</a:t>
                </a:r>
                <a:r>
                  <a: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Filter</a:t>
                </a: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D34CC5F5-5EA2-A3D7-E37C-AFFED0E529B4}"/>
                  </a:ext>
                </a:extLst>
              </p:cNvPr>
              <p:cNvSpPr/>
              <p:nvPr/>
            </p:nvSpPr>
            <p:spPr>
              <a:xfrm flipV="1">
                <a:off x="4013800" y="3773294"/>
                <a:ext cx="1433858" cy="252725"/>
              </a:xfrm>
              <a:custGeom>
                <a:avLst/>
                <a:gdLst>
                  <a:gd name="connsiteX0" fmla="*/ 0 w 1384300"/>
                  <a:gd name="connsiteY0" fmla="*/ 0 h 2540"/>
                  <a:gd name="connsiteX1" fmla="*/ 1384300 w 1384300"/>
                  <a:gd name="connsiteY1" fmla="*/ 2540 h 2540"/>
                  <a:gd name="connsiteX0" fmla="*/ 0 w 10440"/>
                  <a:gd name="connsiteY0" fmla="*/ 0 h 120000"/>
                  <a:gd name="connsiteX1" fmla="*/ 10440 w 10440"/>
                  <a:gd name="connsiteY1" fmla="*/ 120000 h 120000"/>
                  <a:gd name="connsiteX0" fmla="*/ 0 w 10275"/>
                  <a:gd name="connsiteY0" fmla="*/ 0 h 97500"/>
                  <a:gd name="connsiteX1" fmla="*/ 10275 w 10275"/>
                  <a:gd name="connsiteY1" fmla="*/ 97500 h 97500"/>
                  <a:gd name="connsiteX0" fmla="*/ 0 w 10316"/>
                  <a:gd name="connsiteY0" fmla="*/ 0 h 97500"/>
                  <a:gd name="connsiteX1" fmla="*/ 10316 w 10316"/>
                  <a:gd name="connsiteY1" fmla="*/ 97500 h 97500"/>
                  <a:gd name="connsiteX0" fmla="*/ 0 w 10316"/>
                  <a:gd name="connsiteY0" fmla="*/ 0 h 45000"/>
                  <a:gd name="connsiteX1" fmla="*/ 10316 w 10316"/>
                  <a:gd name="connsiteY1" fmla="*/ 45000 h 45000"/>
                  <a:gd name="connsiteX0" fmla="*/ 0 w 10316"/>
                  <a:gd name="connsiteY0" fmla="*/ 0 h 15000"/>
                  <a:gd name="connsiteX1" fmla="*/ 10316 w 10316"/>
                  <a:gd name="connsiteY1" fmla="*/ 15000 h 15000"/>
                  <a:gd name="connsiteX0" fmla="*/ 0 w 10316"/>
                  <a:gd name="connsiteY0" fmla="*/ 619646 h 634646"/>
                  <a:gd name="connsiteX1" fmla="*/ 10316 w 10316"/>
                  <a:gd name="connsiteY1" fmla="*/ 634646 h 634646"/>
                  <a:gd name="connsiteX0" fmla="*/ 0 w 10316"/>
                  <a:gd name="connsiteY0" fmla="*/ 1035965 h 1050965"/>
                  <a:gd name="connsiteX1" fmla="*/ 10316 w 10316"/>
                  <a:gd name="connsiteY1" fmla="*/ 1050965 h 1050965"/>
                  <a:gd name="connsiteX0" fmla="*/ 0 w 10316"/>
                  <a:gd name="connsiteY0" fmla="*/ 1332918 h 1347918"/>
                  <a:gd name="connsiteX1" fmla="*/ 10316 w 10316"/>
                  <a:gd name="connsiteY1" fmla="*/ 1347918 h 1347918"/>
                  <a:gd name="connsiteX0" fmla="*/ 0 w 10316"/>
                  <a:gd name="connsiteY0" fmla="*/ 1416942 h 1431942"/>
                  <a:gd name="connsiteX1" fmla="*/ 10316 w 10316"/>
                  <a:gd name="connsiteY1" fmla="*/ 1431942 h 1431942"/>
                  <a:gd name="connsiteX0" fmla="*/ 0 w 10316"/>
                  <a:gd name="connsiteY0" fmla="*/ 1252847 h 1267847"/>
                  <a:gd name="connsiteX1" fmla="*/ 10316 w 10316"/>
                  <a:gd name="connsiteY1" fmla="*/ 1267847 h 1267847"/>
                  <a:gd name="connsiteX0" fmla="*/ 0 w 10316"/>
                  <a:gd name="connsiteY0" fmla="*/ 1289067 h 1304067"/>
                  <a:gd name="connsiteX1" fmla="*/ 10316 w 10316"/>
                  <a:gd name="connsiteY1" fmla="*/ 1304067 h 1304067"/>
                  <a:gd name="connsiteX0" fmla="*/ 0 w 10357"/>
                  <a:gd name="connsiteY0" fmla="*/ 1270413 h 1322913"/>
                  <a:gd name="connsiteX1" fmla="*/ 10357 w 10357"/>
                  <a:gd name="connsiteY1" fmla="*/ 1322913 h 1322913"/>
                  <a:gd name="connsiteX0" fmla="*/ 0 w 10357"/>
                  <a:gd name="connsiteY0" fmla="*/ 1256267 h 1308767"/>
                  <a:gd name="connsiteX1" fmla="*/ 10357 w 10357"/>
                  <a:gd name="connsiteY1" fmla="*/ 1308767 h 1308767"/>
                  <a:gd name="connsiteX0" fmla="*/ 0 w 10357"/>
                  <a:gd name="connsiteY0" fmla="*/ 1284448 h 1336948"/>
                  <a:gd name="connsiteX1" fmla="*/ 10357 w 10357"/>
                  <a:gd name="connsiteY1" fmla="*/ 1336948 h 1336948"/>
                  <a:gd name="connsiteX0" fmla="*/ 0 w 10357"/>
                  <a:gd name="connsiteY0" fmla="*/ 1327263 h 1379763"/>
                  <a:gd name="connsiteX1" fmla="*/ 10357 w 10357"/>
                  <a:gd name="connsiteY1" fmla="*/ 1379763 h 1379763"/>
                  <a:gd name="connsiteX0" fmla="*/ 0 w 10357"/>
                  <a:gd name="connsiteY0" fmla="*/ 1270298 h 1322798"/>
                  <a:gd name="connsiteX1" fmla="*/ 10357 w 10357"/>
                  <a:gd name="connsiteY1" fmla="*/ 1322798 h 1322798"/>
                  <a:gd name="connsiteX0" fmla="*/ 0 w 10385"/>
                  <a:gd name="connsiteY0" fmla="*/ 1238601 h 1351101"/>
                  <a:gd name="connsiteX1" fmla="*/ 10385 w 10385"/>
                  <a:gd name="connsiteY1" fmla="*/ 1351101 h 1351101"/>
                  <a:gd name="connsiteX0" fmla="*/ 0 w 10330"/>
                  <a:gd name="connsiteY0" fmla="*/ 1262302 h 1329802"/>
                  <a:gd name="connsiteX1" fmla="*/ 10330 w 10330"/>
                  <a:gd name="connsiteY1" fmla="*/ 1329802 h 1329802"/>
                  <a:gd name="connsiteX0" fmla="*/ 0 w 10358"/>
                  <a:gd name="connsiteY0" fmla="*/ 1282381 h 1312381"/>
                  <a:gd name="connsiteX1" fmla="*/ 10358 w 10358"/>
                  <a:gd name="connsiteY1" fmla="*/ 1312381 h 1312381"/>
                  <a:gd name="connsiteX0" fmla="*/ 0 w 10358"/>
                  <a:gd name="connsiteY0" fmla="*/ 1270298 h 1322798"/>
                  <a:gd name="connsiteX1" fmla="*/ 10358 w 10358"/>
                  <a:gd name="connsiteY1" fmla="*/ 1322798 h 1322798"/>
                  <a:gd name="connsiteX0" fmla="*/ 0 w 10358"/>
                  <a:gd name="connsiteY0" fmla="*/ 1200578 h 1253078"/>
                  <a:gd name="connsiteX1" fmla="*/ 10358 w 10358"/>
                  <a:gd name="connsiteY1" fmla="*/ 1253078 h 1253078"/>
                  <a:gd name="connsiteX0" fmla="*/ 0 w 10358"/>
                  <a:gd name="connsiteY0" fmla="*/ 1183397 h 1235897"/>
                  <a:gd name="connsiteX1" fmla="*/ 10358 w 10358"/>
                  <a:gd name="connsiteY1" fmla="*/ 1235897 h 1235897"/>
                  <a:gd name="connsiteX0" fmla="*/ 0 w 10358"/>
                  <a:gd name="connsiteY0" fmla="*/ 1174850 h 1227350"/>
                  <a:gd name="connsiteX1" fmla="*/ 10358 w 10358"/>
                  <a:gd name="connsiteY1" fmla="*/ 1227350 h 1227350"/>
                  <a:gd name="connsiteX0" fmla="*/ 0 w 10358"/>
                  <a:gd name="connsiteY0" fmla="*/ 1231098 h 1283598"/>
                  <a:gd name="connsiteX1" fmla="*/ 10358 w 10358"/>
                  <a:gd name="connsiteY1" fmla="*/ 1283598 h 1283598"/>
                  <a:gd name="connsiteX0" fmla="*/ 0 w 10358"/>
                  <a:gd name="connsiteY0" fmla="*/ 1259685 h 1312185"/>
                  <a:gd name="connsiteX1" fmla="*/ 10358 w 10358"/>
                  <a:gd name="connsiteY1" fmla="*/ 1312185 h 1312185"/>
                  <a:gd name="connsiteX0" fmla="*/ 0 w 10358"/>
                  <a:gd name="connsiteY0" fmla="*/ 1256941 h 1309441"/>
                  <a:gd name="connsiteX1" fmla="*/ 10358 w 10358"/>
                  <a:gd name="connsiteY1" fmla="*/ 1309441 h 1309441"/>
                  <a:gd name="connsiteX0" fmla="*/ 0 w 10358"/>
                  <a:gd name="connsiteY0" fmla="*/ 1248717 h 1301217"/>
                  <a:gd name="connsiteX1" fmla="*/ 10358 w 10358"/>
                  <a:gd name="connsiteY1" fmla="*/ 1301217 h 1301217"/>
                  <a:gd name="connsiteX0" fmla="*/ 0 w 10358"/>
                  <a:gd name="connsiteY0" fmla="*/ 1208075 h 1260575"/>
                  <a:gd name="connsiteX1" fmla="*/ 10358 w 10358"/>
                  <a:gd name="connsiteY1" fmla="*/ 1260575 h 1260575"/>
                  <a:gd name="connsiteX0" fmla="*/ 0 w 10358"/>
                  <a:gd name="connsiteY0" fmla="*/ 1155748 h 1208248"/>
                  <a:gd name="connsiteX1" fmla="*/ 10358 w 10358"/>
                  <a:gd name="connsiteY1" fmla="*/ 1208248 h 1208248"/>
                  <a:gd name="connsiteX0" fmla="*/ 0 w 10358"/>
                  <a:gd name="connsiteY0" fmla="*/ 1231610 h 1284110"/>
                  <a:gd name="connsiteX1" fmla="*/ 10358 w 10358"/>
                  <a:gd name="connsiteY1" fmla="*/ 1284110 h 1284110"/>
                  <a:gd name="connsiteX0" fmla="*/ 0 w 10358"/>
                  <a:gd name="connsiteY0" fmla="*/ 1190531 h 1243031"/>
                  <a:gd name="connsiteX1" fmla="*/ 10358 w 10358"/>
                  <a:gd name="connsiteY1" fmla="*/ 1243031 h 1243031"/>
                  <a:gd name="connsiteX0" fmla="*/ 0 w 10358"/>
                  <a:gd name="connsiteY0" fmla="*/ 1231452 h 1283952"/>
                  <a:gd name="connsiteX1" fmla="*/ 10358 w 10358"/>
                  <a:gd name="connsiteY1" fmla="*/ 1283952 h 1283952"/>
                  <a:gd name="connsiteX0" fmla="*/ 0 w 10358"/>
                  <a:gd name="connsiteY0" fmla="*/ 1214991 h 1267491"/>
                  <a:gd name="connsiteX1" fmla="*/ 10358 w 10358"/>
                  <a:gd name="connsiteY1" fmla="*/ 1267491 h 1267491"/>
                  <a:gd name="connsiteX0" fmla="*/ 0 w 10358"/>
                  <a:gd name="connsiteY0" fmla="*/ 1228700 h 1281200"/>
                  <a:gd name="connsiteX1" fmla="*/ 10358 w 10358"/>
                  <a:gd name="connsiteY1" fmla="*/ 1281200 h 1281200"/>
                  <a:gd name="connsiteX0" fmla="*/ 0 w 10358"/>
                  <a:gd name="connsiteY0" fmla="*/ 1264743 h 1317243"/>
                  <a:gd name="connsiteX1" fmla="*/ 10358 w 10358"/>
                  <a:gd name="connsiteY1" fmla="*/ 1317243 h 1317243"/>
                  <a:gd name="connsiteX0" fmla="*/ 0 w 10358"/>
                  <a:gd name="connsiteY0" fmla="*/ 1103759 h 1156259"/>
                  <a:gd name="connsiteX1" fmla="*/ 10358 w 10358"/>
                  <a:gd name="connsiteY1" fmla="*/ 1156259 h 1156259"/>
                  <a:gd name="connsiteX0" fmla="*/ 0 w 10358"/>
                  <a:gd name="connsiteY0" fmla="*/ 968720 h 1021220"/>
                  <a:gd name="connsiteX1" fmla="*/ 10358 w 10358"/>
                  <a:gd name="connsiteY1" fmla="*/ 1021220 h 1021220"/>
                  <a:gd name="connsiteX0" fmla="*/ 0 w 10358"/>
                  <a:gd name="connsiteY0" fmla="*/ 956807 h 1009307"/>
                  <a:gd name="connsiteX1" fmla="*/ 10358 w 10358"/>
                  <a:gd name="connsiteY1" fmla="*/ 1009307 h 1009307"/>
                  <a:gd name="connsiteX0" fmla="*/ 0 w 10358"/>
                  <a:gd name="connsiteY0" fmla="*/ 834468 h 886968"/>
                  <a:gd name="connsiteX1" fmla="*/ 10358 w 10358"/>
                  <a:gd name="connsiteY1" fmla="*/ 886968 h 886968"/>
                  <a:gd name="connsiteX0" fmla="*/ 0 w 10358"/>
                  <a:gd name="connsiteY0" fmla="*/ 890783 h 943283"/>
                  <a:gd name="connsiteX1" fmla="*/ 10358 w 10358"/>
                  <a:gd name="connsiteY1" fmla="*/ 943283 h 943283"/>
                  <a:gd name="connsiteX0" fmla="*/ 0 w 10358"/>
                  <a:gd name="connsiteY0" fmla="*/ 927141 h 979641"/>
                  <a:gd name="connsiteX1" fmla="*/ 10358 w 10358"/>
                  <a:gd name="connsiteY1" fmla="*/ 979641 h 979641"/>
                  <a:gd name="connsiteX0" fmla="*/ 0 w 10358"/>
                  <a:gd name="connsiteY0" fmla="*/ 934798 h 987298"/>
                  <a:gd name="connsiteX1" fmla="*/ 10358 w 10358"/>
                  <a:gd name="connsiteY1" fmla="*/ 987298 h 987298"/>
                  <a:gd name="connsiteX0" fmla="*/ 0 w 10358"/>
                  <a:gd name="connsiteY0" fmla="*/ 942475 h 994975"/>
                  <a:gd name="connsiteX1" fmla="*/ 10358 w 10358"/>
                  <a:gd name="connsiteY1" fmla="*/ 994975 h 994975"/>
                  <a:gd name="connsiteX0" fmla="*/ 0 w 10358"/>
                  <a:gd name="connsiteY0" fmla="*/ 942479 h 994979"/>
                  <a:gd name="connsiteX1" fmla="*/ 10358 w 10358"/>
                  <a:gd name="connsiteY1" fmla="*/ 994979 h 994979"/>
                  <a:gd name="connsiteX0" fmla="*/ 0 w 10358"/>
                  <a:gd name="connsiteY0" fmla="*/ 942479 h 994979"/>
                  <a:gd name="connsiteX1" fmla="*/ 10358 w 10358"/>
                  <a:gd name="connsiteY1" fmla="*/ 994979 h 994979"/>
                  <a:gd name="connsiteX0" fmla="*/ 0 w 10358"/>
                  <a:gd name="connsiteY0" fmla="*/ 942479 h 994979"/>
                  <a:gd name="connsiteX1" fmla="*/ 10358 w 10358"/>
                  <a:gd name="connsiteY1" fmla="*/ 994979 h 994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58" h="994979">
                    <a:moveTo>
                      <a:pt x="0" y="942479"/>
                    </a:moveTo>
                    <a:cubicBezTo>
                      <a:pt x="2054" y="-227083"/>
                      <a:pt x="7900" y="-416909"/>
                      <a:pt x="10358" y="994979"/>
                    </a:cubicBezTo>
                  </a:path>
                </a:pathLst>
              </a:custGeom>
              <a:noFill/>
              <a:ln w="38100">
                <a:solidFill>
                  <a:schemeClr val="accent1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" name="任意多边形: 形状 1">
                <a:extLst>
                  <a:ext uri="{FF2B5EF4-FFF2-40B4-BE49-F238E27FC236}">
                    <a16:creationId xmlns:a16="http://schemas.microsoft.com/office/drawing/2014/main" id="{BC99298F-148D-FFFC-D13E-A7D024E16C3D}"/>
                  </a:ext>
                </a:extLst>
              </p:cNvPr>
              <p:cNvSpPr/>
              <p:nvPr/>
            </p:nvSpPr>
            <p:spPr>
              <a:xfrm>
                <a:off x="4013800" y="2771283"/>
                <a:ext cx="1433858" cy="284758"/>
              </a:xfrm>
              <a:custGeom>
                <a:avLst/>
                <a:gdLst>
                  <a:gd name="connsiteX0" fmla="*/ 0 w 1384300"/>
                  <a:gd name="connsiteY0" fmla="*/ 0 h 2540"/>
                  <a:gd name="connsiteX1" fmla="*/ 1384300 w 1384300"/>
                  <a:gd name="connsiteY1" fmla="*/ 2540 h 2540"/>
                  <a:gd name="connsiteX0" fmla="*/ 0 w 10440"/>
                  <a:gd name="connsiteY0" fmla="*/ 0 h 120000"/>
                  <a:gd name="connsiteX1" fmla="*/ 10440 w 10440"/>
                  <a:gd name="connsiteY1" fmla="*/ 120000 h 120000"/>
                  <a:gd name="connsiteX0" fmla="*/ 0 w 10275"/>
                  <a:gd name="connsiteY0" fmla="*/ 0 h 97500"/>
                  <a:gd name="connsiteX1" fmla="*/ 10275 w 10275"/>
                  <a:gd name="connsiteY1" fmla="*/ 97500 h 97500"/>
                  <a:gd name="connsiteX0" fmla="*/ 0 w 10316"/>
                  <a:gd name="connsiteY0" fmla="*/ 0 h 97500"/>
                  <a:gd name="connsiteX1" fmla="*/ 10316 w 10316"/>
                  <a:gd name="connsiteY1" fmla="*/ 97500 h 97500"/>
                  <a:gd name="connsiteX0" fmla="*/ 0 w 10316"/>
                  <a:gd name="connsiteY0" fmla="*/ 0 h 45000"/>
                  <a:gd name="connsiteX1" fmla="*/ 10316 w 10316"/>
                  <a:gd name="connsiteY1" fmla="*/ 45000 h 45000"/>
                  <a:gd name="connsiteX0" fmla="*/ 0 w 10316"/>
                  <a:gd name="connsiteY0" fmla="*/ 0 h 15000"/>
                  <a:gd name="connsiteX1" fmla="*/ 10316 w 10316"/>
                  <a:gd name="connsiteY1" fmla="*/ 15000 h 15000"/>
                  <a:gd name="connsiteX0" fmla="*/ 0 w 10316"/>
                  <a:gd name="connsiteY0" fmla="*/ 619646 h 634646"/>
                  <a:gd name="connsiteX1" fmla="*/ 10316 w 10316"/>
                  <a:gd name="connsiteY1" fmla="*/ 634646 h 634646"/>
                  <a:gd name="connsiteX0" fmla="*/ 0 w 10316"/>
                  <a:gd name="connsiteY0" fmla="*/ 1035965 h 1050965"/>
                  <a:gd name="connsiteX1" fmla="*/ 10316 w 10316"/>
                  <a:gd name="connsiteY1" fmla="*/ 1050965 h 1050965"/>
                  <a:gd name="connsiteX0" fmla="*/ 0 w 10316"/>
                  <a:gd name="connsiteY0" fmla="*/ 1332918 h 1347918"/>
                  <a:gd name="connsiteX1" fmla="*/ 10316 w 10316"/>
                  <a:gd name="connsiteY1" fmla="*/ 1347918 h 1347918"/>
                  <a:gd name="connsiteX0" fmla="*/ 0 w 10316"/>
                  <a:gd name="connsiteY0" fmla="*/ 1416942 h 1431942"/>
                  <a:gd name="connsiteX1" fmla="*/ 10316 w 10316"/>
                  <a:gd name="connsiteY1" fmla="*/ 1431942 h 1431942"/>
                  <a:gd name="connsiteX0" fmla="*/ 0 w 10316"/>
                  <a:gd name="connsiteY0" fmla="*/ 1252847 h 1267847"/>
                  <a:gd name="connsiteX1" fmla="*/ 10316 w 10316"/>
                  <a:gd name="connsiteY1" fmla="*/ 1267847 h 1267847"/>
                  <a:gd name="connsiteX0" fmla="*/ 0 w 10316"/>
                  <a:gd name="connsiteY0" fmla="*/ 1289067 h 1304067"/>
                  <a:gd name="connsiteX1" fmla="*/ 10316 w 10316"/>
                  <a:gd name="connsiteY1" fmla="*/ 1304067 h 1304067"/>
                  <a:gd name="connsiteX0" fmla="*/ 0 w 10357"/>
                  <a:gd name="connsiteY0" fmla="*/ 1270413 h 1322913"/>
                  <a:gd name="connsiteX1" fmla="*/ 10357 w 10357"/>
                  <a:gd name="connsiteY1" fmla="*/ 1322913 h 1322913"/>
                  <a:gd name="connsiteX0" fmla="*/ 0 w 10357"/>
                  <a:gd name="connsiteY0" fmla="*/ 1256267 h 1308767"/>
                  <a:gd name="connsiteX1" fmla="*/ 10357 w 10357"/>
                  <a:gd name="connsiteY1" fmla="*/ 1308767 h 1308767"/>
                  <a:gd name="connsiteX0" fmla="*/ 0 w 10357"/>
                  <a:gd name="connsiteY0" fmla="*/ 1284448 h 1336948"/>
                  <a:gd name="connsiteX1" fmla="*/ 10357 w 10357"/>
                  <a:gd name="connsiteY1" fmla="*/ 1336948 h 1336948"/>
                  <a:gd name="connsiteX0" fmla="*/ 0 w 10357"/>
                  <a:gd name="connsiteY0" fmla="*/ 1327263 h 1379763"/>
                  <a:gd name="connsiteX1" fmla="*/ 10357 w 10357"/>
                  <a:gd name="connsiteY1" fmla="*/ 1379763 h 1379763"/>
                  <a:gd name="connsiteX0" fmla="*/ 0 w 10357"/>
                  <a:gd name="connsiteY0" fmla="*/ 1270298 h 1322798"/>
                  <a:gd name="connsiteX1" fmla="*/ 10357 w 10357"/>
                  <a:gd name="connsiteY1" fmla="*/ 1322798 h 1322798"/>
                  <a:gd name="connsiteX0" fmla="*/ 0 w 10385"/>
                  <a:gd name="connsiteY0" fmla="*/ 1238601 h 1351101"/>
                  <a:gd name="connsiteX1" fmla="*/ 10385 w 10385"/>
                  <a:gd name="connsiteY1" fmla="*/ 1351101 h 1351101"/>
                  <a:gd name="connsiteX0" fmla="*/ 0 w 10330"/>
                  <a:gd name="connsiteY0" fmla="*/ 1262302 h 1329802"/>
                  <a:gd name="connsiteX1" fmla="*/ 10330 w 10330"/>
                  <a:gd name="connsiteY1" fmla="*/ 1329802 h 1329802"/>
                  <a:gd name="connsiteX0" fmla="*/ 0 w 10358"/>
                  <a:gd name="connsiteY0" fmla="*/ 1282381 h 1312381"/>
                  <a:gd name="connsiteX1" fmla="*/ 10358 w 10358"/>
                  <a:gd name="connsiteY1" fmla="*/ 1312381 h 1312381"/>
                  <a:gd name="connsiteX0" fmla="*/ 0 w 10358"/>
                  <a:gd name="connsiteY0" fmla="*/ 1270298 h 1322798"/>
                  <a:gd name="connsiteX1" fmla="*/ 10358 w 10358"/>
                  <a:gd name="connsiteY1" fmla="*/ 1322798 h 1322798"/>
                  <a:gd name="connsiteX0" fmla="*/ 0 w 10358"/>
                  <a:gd name="connsiteY0" fmla="*/ 1200578 h 1253078"/>
                  <a:gd name="connsiteX1" fmla="*/ 10358 w 10358"/>
                  <a:gd name="connsiteY1" fmla="*/ 1253078 h 1253078"/>
                  <a:gd name="connsiteX0" fmla="*/ 0 w 10358"/>
                  <a:gd name="connsiteY0" fmla="*/ 1183397 h 1235897"/>
                  <a:gd name="connsiteX1" fmla="*/ 10358 w 10358"/>
                  <a:gd name="connsiteY1" fmla="*/ 1235897 h 1235897"/>
                  <a:gd name="connsiteX0" fmla="*/ 0 w 10358"/>
                  <a:gd name="connsiteY0" fmla="*/ 1174850 h 1227350"/>
                  <a:gd name="connsiteX1" fmla="*/ 10358 w 10358"/>
                  <a:gd name="connsiteY1" fmla="*/ 1227350 h 1227350"/>
                  <a:gd name="connsiteX0" fmla="*/ 0 w 10358"/>
                  <a:gd name="connsiteY0" fmla="*/ 1231098 h 1283598"/>
                  <a:gd name="connsiteX1" fmla="*/ 10358 w 10358"/>
                  <a:gd name="connsiteY1" fmla="*/ 1283598 h 1283598"/>
                  <a:gd name="connsiteX0" fmla="*/ 0 w 10358"/>
                  <a:gd name="connsiteY0" fmla="*/ 1259685 h 1312185"/>
                  <a:gd name="connsiteX1" fmla="*/ 10358 w 10358"/>
                  <a:gd name="connsiteY1" fmla="*/ 1312185 h 1312185"/>
                  <a:gd name="connsiteX0" fmla="*/ 0 w 10358"/>
                  <a:gd name="connsiteY0" fmla="*/ 1256941 h 1309441"/>
                  <a:gd name="connsiteX1" fmla="*/ 10358 w 10358"/>
                  <a:gd name="connsiteY1" fmla="*/ 1309441 h 1309441"/>
                  <a:gd name="connsiteX0" fmla="*/ 0 w 10358"/>
                  <a:gd name="connsiteY0" fmla="*/ 1248717 h 1301217"/>
                  <a:gd name="connsiteX1" fmla="*/ 10358 w 10358"/>
                  <a:gd name="connsiteY1" fmla="*/ 1301217 h 1301217"/>
                  <a:gd name="connsiteX0" fmla="*/ 0 w 10358"/>
                  <a:gd name="connsiteY0" fmla="*/ 1208075 h 1260575"/>
                  <a:gd name="connsiteX1" fmla="*/ 10358 w 10358"/>
                  <a:gd name="connsiteY1" fmla="*/ 1260575 h 1260575"/>
                  <a:gd name="connsiteX0" fmla="*/ 0 w 10358"/>
                  <a:gd name="connsiteY0" fmla="*/ 1155748 h 1208248"/>
                  <a:gd name="connsiteX1" fmla="*/ 10358 w 10358"/>
                  <a:gd name="connsiteY1" fmla="*/ 1208248 h 1208248"/>
                  <a:gd name="connsiteX0" fmla="*/ 0 w 10358"/>
                  <a:gd name="connsiteY0" fmla="*/ 1231610 h 1284110"/>
                  <a:gd name="connsiteX1" fmla="*/ 10358 w 10358"/>
                  <a:gd name="connsiteY1" fmla="*/ 1284110 h 1284110"/>
                  <a:gd name="connsiteX0" fmla="*/ 0 w 10358"/>
                  <a:gd name="connsiteY0" fmla="*/ 1190531 h 1243031"/>
                  <a:gd name="connsiteX1" fmla="*/ 10358 w 10358"/>
                  <a:gd name="connsiteY1" fmla="*/ 1243031 h 1243031"/>
                  <a:gd name="connsiteX0" fmla="*/ 0 w 10358"/>
                  <a:gd name="connsiteY0" fmla="*/ 1231452 h 1283952"/>
                  <a:gd name="connsiteX1" fmla="*/ 10358 w 10358"/>
                  <a:gd name="connsiteY1" fmla="*/ 1283952 h 1283952"/>
                  <a:gd name="connsiteX0" fmla="*/ 0 w 10358"/>
                  <a:gd name="connsiteY0" fmla="*/ 1214991 h 1267491"/>
                  <a:gd name="connsiteX1" fmla="*/ 10358 w 10358"/>
                  <a:gd name="connsiteY1" fmla="*/ 1267491 h 1267491"/>
                  <a:gd name="connsiteX0" fmla="*/ 0 w 10358"/>
                  <a:gd name="connsiteY0" fmla="*/ 1228700 h 1281200"/>
                  <a:gd name="connsiteX1" fmla="*/ 10358 w 10358"/>
                  <a:gd name="connsiteY1" fmla="*/ 1281200 h 1281200"/>
                  <a:gd name="connsiteX0" fmla="*/ 0 w 10358"/>
                  <a:gd name="connsiteY0" fmla="*/ 1264743 h 1317243"/>
                  <a:gd name="connsiteX1" fmla="*/ 10358 w 10358"/>
                  <a:gd name="connsiteY1" fmla="*/ 1317243 h 1317243"/>
                  <a:gd name="connsiteX0" fmla="*/ 0 w 10358"/>
                  <a:gd name="connsiteY0" fmla="*/ 1103759 h 1156259"/>
                  <a:gd name="connsiteX1" fmla="*/ 10358 w 10358"/>
                  <a:gd name="connsiteY1" fmla="*/ 1156259 h 1156259"/>
                  <a:gd name="connsiteX0" fmla="*/ 0 w 10358"/>
                  <a:gd name="connsiteY0" fmla="*/ 968720 h 1021220"/>
                  <a:gd name="connsiteX1" fmla="*/ 10358 w 10358"/>
                  <a:gd name="connsiteY1" fmla="*/ 1021220 h 1021220"/>
                  <a:gd name="connsiteX0" fmla="*/ 0 w 10358"/>
                  <a:gd name="connsiteY0" fmla="*/ 956807 h 1009307"/>
                  <a:gd name="connsiteX1" fmla="*/ 10358 w 10358"/>
                  <a:gd name="connsiteY1" fmla="*/ 1009307 h 1009307"/>
                  <a:gd name="connsiteX0" fmla="*/ 0 w 10358"/>
                  <a:gd name="connsiteY0" fmla="*/ 834468 h 886968"/>
                  <a:gd name="connsiteX1" fmla="*/ 10358 w 10358"/>
                  <a:gd name="connsiteY1" fmla="*/ 886968 h 886968"/>
                  <a:gd name="connsiteX0" fmla="*/ 0 w 10358"/>
                  <a:gd name="connsiteY0" fmla="*/ 890783 h 943283"/>
                  <a:gd name="connsiteX1" fmla="*/ 10358 w 10358"/>
                  <a:gd name="connsiteY1" fmla="*/ 943283 h 943283"/>
                  <a:gd name="connsiteX0" fmla="*/ 0 w 10358"/>
                  <a:gd name="connsiteY0" fmla="*/ 927141 h 979641"/>
                  <a:gd name="connsiteX1" fmla="*/ 10358 w 10358"/>
                  <a:gd name="connsiteY1" fmla="*/ 979641 h 979641"/>
                  <a:gd name="connsiteX0" fmla="*/ 0 w 10358"/>
                  <a:gd name="connsiteY0" fmla="*/ 934798 h 987298"/>
                  <a:gd name="connsiteX1" fmla="*/ 10358 w 10358"/>
                  <a:gd name="connsiteY1" fmla="*/ 987298 h 987298"/>
                  <a:gd name="connsiteX0" fmla="*/ 0 w 10358"/>
                  <a:gd name="connsiteY0" fmla="*/ 942475 h 994975"/>
                  <a:gd name="connsiteX1" fmla="*/ 10358 w 10358"/>
                  <a:gd name="connsiteY1" fmla="*/ 994975 h 994975"/>
                  <a:gd name="connsiteX0" fmla="*/ 0 w 10358"/>
                  <a:gd name="connsiteY0" fmla="*/ 942479 h 994979"/>
                  <a:gd name="connsiteX1" fmla="*/ 10358 w 10358"/>
                  <a:gd name="connsiteY1" fmla="*/ 994979 h 994979"/>
                  <a:gd name="connsiteX0" fmla="*/ 0 w 10358"/>
                  <a:gd name="connsiteY0" fmla="*/ 942479 h 994979"/>
                  <a:gd name="connsiteX1" fmla="*/ 10358 w 10358"/>
                  <a:gd name="connsiteY1" fmla="*/ 994979 h 994979"/>
                  <a:gd name="connsiteX0" fmla="*/ 0 w 10358"/>
                  <a:gd name="connsiteY0" fmla="*/ 942479 h 994979"/>
                  <a:gd name="connsiteX1" fmla="*/ 10358 w 10358"/>
                  <a:gd name="connsiteY1" fmla="*/ 994979 h 994979"/>
                  <a:gd name="connsiteX0" fmla="*/ 0 w 10358"/>
                  <a:gd name="connsiteY0" fmla="*/ 965672 h 1018172"/>
                  <a:gd name="connsiteX1" fmla="*/ 10358 w 10358"/>
                  <a:gd name="connsiteY1" fmla="*/ 1018172 h 1018172"/>
                  <a:gd name="connsiteX0" fmla="*/ 0 w 10358"/>
                  <a:gd name="connsiteY0" fmla="*/ 1002117 h 1054617"/>
                  <a:gd name="connsiteX1" fmla="*/ 10358 w 10358"/>
                  <a:gd name="connsiteY1" fmla="*/ 1054617 h 1054617"/>
                  <a:gd name="connsiteX0" fmla="*/ 0 w 10358"/>
                  <a:gd name="connsiteY0" fmla="*/ 1046810 h 1099310"/>
                  <a:gd name="connsiteX1" fmla="*/ 10358 w 10358"/>
                  <a:gd name="connsiteY1" fmla="*/ 1099310 h 1099310"/>
                  <a:gd name="connsiteX0" fmla="*/ 0 w 10358"/>
                  <a:gd name="connsiteY0" fmla="*/ 1126609 h 1179109"/>
                  <a:gd name="connsiteX1" fmla="*/ 10358 w 10358"/>
                  <a:gd name="connsiteY1" fmla="*/ 1179109 h 1179109"/>
                  <a:gd name="connsiteX0" fmla="*/ 0 w 10358"/>
                  <a:gd name="connsiteY0" fmla="*/ 1126613 h 1179113"/>
                  <a:gd name="connsiteX1" fmla="*/ 10358 w 10358"/>
                  <a:gd name="connsiteY1" fmla="*/ 1179113 h 1179113"/>
                  <a:gd name="connsiteX0" fmla="*/ 0 w 10358"/>
                  <a:gd name="connsiteY0" fmla="*/ 1103546 h 1156046"/>
                  <a:gd name="connsiteX1" fmla="*/ 10358 w 10358"/>
                  <a:gd name="connsiteY1" fmla="*/ 1156046 h 1156046"/>
                  <a:gd name="connsiteX0" fmla="*/ 0 w 10358"/>
                  <a:gd name="connsiteY0" fmla="*/ 1060018 h 1112518"/>
                  <a:gd name="connsiteX1" fmla="*/ 10358 w 10358"/>
                  <a:gd name="connsiteY1" fmla="*/ 1112518 h 1112518"/>
                  <a:gd name="connsiteX0" fmla="*/ 0 w 10358"/>
                  <a:gd name="connsiteY0" fmla="*/ 1092569 h 1145069"/>
                  <a:gd name="connsiteX1" fmla="*/ 10358 w 10358"/>
                  <a:gd name="connsiteY1" fmla="*/ 1145069 h 1145069"/>
                  <a:gd name="connsiteX0" fmla="*/ 0 w 10358"/>
                  <a:gd name="connsiteY0" fmla="*/ 1058191 h 1110691"/>
                  <a:gd name="connsiteX1" fmla="*/ 10358 w 10358"/>
                  <a:gd name="connsiteY1" fmla="*/ 1110691 h 1110691"/>
                  <a:gd name="connsiteX0" fmla="*/ 0 w 10358"/>
                  <a:gd name="connsiteY0" fmla="*/ 1170683 h 1170683"/>
                  <a:gd name="connsiteX1" fmla="*/ 10358 w 10358"/>
                  <a:gd name="connsiteY1" fmla="*/ 1013183 h 1170683"/>
                  <a:gd name="connsiteX0" fmla="*/ 0 w 10358"/>
                  <a:gd name="connsiteY0" fmla="*/ 1121093 h 1121093"/>
                  <a:gd name="connsiteX1" fmla="*/ 10358 w 10358"/>
                  <a:gd name="connsiteY1" fmla="*/ 1053593 h 1121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58" h="1121093">
                    <a:moveTo>
                      <a:pt x="0" y="1121093"/>
                    </a:moveTo>
                    <a:cubicBezTo>
                      <a:pt x="1687" y="-238468"/>
                      <a:pt x="8377" y="-478294"/>
                      <a:pt x="10358" y="1053593"/>
                    </a:cubicBezTo>
                  </a:path>
                </a:pathLst>
              </a:custGeom>
              <a:noFill/>
              <a:ln w="38100">
                <a:solidFill>
                  <a:srgbClr val="C00000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063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B0FC-8323-1701-83D0-D518AD53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BEA3C64-71EF-26D5-F128-B90399047045}"/>
              </a:ext>
            </a:extLst>
          </p:cNvPr>
          <p:cNvGrpSpPr/>
          <p:nvPr/>
        </p:nvGrpSpPr>
        <p:grpSpPr>
          <a:xfrm>
            <a:off x="1833864" y="1685984"/>
            <a:ext cx="8347324" cy="2901474"/>
            <a:chOff x="1833864" y="1685984"/>
            <a:chExt cx="8347324" cy="2901474"/>
          </a:xfrm>
        </p:grpSpPr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3F5188F1-BD0E-4EC2-7D12-46C9082356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60116" y="2825596"/>
              <a:ext cx="427094" cy="385200"/>
              <a:chOff x="717646" y="1537990"/>
              <a:chExt cx="4416596" cy="3983367"/>
            </a:xfrm>
          </p:grpSpPr>
          <p:pic>
            <p:nvPicPr>
              <p:cNvPr id="168" name="图片 167" descr="形状&#10;&#10;AI 生成的内容可能不正确。">
                <a:extLst>
                  <a:ext uri="{FF2B5EF4-FFF2-40B4-BE49-F238E27FC236}">
                    <a16:creationId xmlns:a16="http://schemas.microsoft.com/office/drawing/2014/main" id="{7512ED73-16A7-CB19-A00E-166990A29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7646" y="1537990"/>
                <a:ext cx="4416596" cy="3983367"/>
              </a:xfrm>
              <a:prstGeom prst="rect">
                <a:avLst/>
              </a:prstGeom>
            </p:spPr>
          </p:pic>
          <p:pic>
            <p:nvPicPr>
              <p:cNvPr id="171" name="图片 170" descr="图表, 漏斗图&#10;&#10;AI 生成的内容可能不正确。">
                <a:extLst>
                  <a:ext uri="{FF2B5EF4-FFF2-40B4-BE49-F238E27FC236}">
                    <a16:creationId xmlns:a16="http://schemas.microsoft.com/office/drawing/2014/main" id="{464ACBC5-AAC3-C7C2-BCA0-4904048E42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8160" y="3541625"/>
                <a:ext cx="1867329" cy="1867329"/>
              </a:xfrm>
              <a:prstGeom prst="rect">
                <a:avLst/>
              </a:prstGeom>
            </p:spPr>
          </p:pic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E9EA612-C93D-6E14-D773-8F7583C39F27}"/>
                </a:ext>
              </a:extLst>
            </p:cNvPr>
            <p:cNvSpPr txBox="1"/>
            <p:nvPr/>
          </p:nvSpPr>
          <p:spPr>
            <a:xfrm>
              <a:off x="7612004" y="4402792"/>
              <a:ext cx="1233170" cy="184666"/>
            </a:xfrm>
            <a:prstGeom prst="rect">
              <a:avLst/>
            </a:prstGeom>
          </p:spPr>
          <p:txBody>
            <a:bodyPr wrap="square" tIns="0" bIns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charset="0"/>
                  <a:cs typeface="Times New Roman" panose="02020603050405020304" charset="0"/>
                </a:rPr>
                <a:t>Target Model</a:t>
              </a: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20ADDFE9-4091-498D-C0D7-CB16AFC880E4}"/>
                </a:ext>
              </a:extLst>
            </p:cNvPr>
            <p:cNvGrpSpPr/>
            <p:nvPr/>
          </p:nvGrpSpPr>
          <p:grpSpPr>
            <a:xfrm>
              <a:off x="7650130" y="1924383"/>
              <a:ext cx="1233170" cy="2439211"/>
              <a:chOff x="1169" y="5792"/>
              <a:chExt cx="1942" cy="3841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4F6BC5CC-C973-5FA4-B2B1-7BC5F80DB576}"/>
                  </a:ext>
                </a:extLst>
              </p:cNvPr>
              <p:cNvSpPr/>
              <p:nvPr/>
            </p:nvSpPr>
            <p:spPr>
              <a:xfrm>
                <a:off x="1169" y="5792"/>
                <a:ext cx="1942" cy="3841"/>
              </a:xfrm>
              <a:prstGeom prst="rect">
                <a:avLst/>
              </a:prstGeom>
              <a:solidFill>
                <a:srgbClr val="FFEFBE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F067741F-A4AB-4225-6DC0-D73C429D84A0}"/>
                  </a:ext>
                </a:extLst>
              </p:cNvPr>
              <p:cNvGrpSpPr/>
              <p:nvPr/>
            </p:nvGrpSpPr>
            <p:grpSpPr>
              <a:xfrm>
                <a:off x="1263" y="5898"/>
                <a:ext cx="1773" cy="3628"/>
                <a:chOff x="740" y="5442"/>
                <a:chExt cx="1773" cy="4025"/>
              </a:xfrm>
            </p:grpSpPr>
            <p:sp>
              <p:nvSpPr>
                <p:cNvPr id="7" name="圆角矩形 6">
                  <a:extLst>
                    <a:ext uri="{FF2B5EF4-FFF2-40B4-BE49-F238E27FC236}">
                      <a16:creationId xmlns:a16="http://schemas.microsoft.com/office/drawing/2014/main" id="{3D7CEEE9-6F89-9113-3812-DFCE7E63BABA}"/>
                    </a:ext>
                  </a:extLst>
                </p:cNvPr>
                <p:cNvSpPr/>
                <p:nvPr/>
              </p:nvSpPr>
              <p:spPr>
                <a:xfrm>
                  <a:off x="740" y="8913"/>
                  <a:ext cx="1769" cy="555"/>
                </a:xfrm>
                <a:prstGeom prst="roundRect">
                  <a:avLst/>
                </a:prstGeom>
                <a:solidFill>
                  <a:srgbClr val="FFD966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Attention</a:t>
                  </a:r>
                </a:p>
              </p:txBody>
            </p:sp>
            <p:sp>
              <p:nvSpPr>
                <p:cNvPr id="8" name="圆角矩形 7">
                  <a:extLst>
                    <a:ext uri="{FF2B5EF4-FFF2-40B4-BE49-F238E27FC236}">
                      <a16:creationId xmlns:a16="http://schemas.microsoft.com/office/drawing/2014/main" id="{20520E03-D66F-9C63-8E44-119215EFDF6C}"/>
                    </a:ext>
                  </a:extLst>
                </p:cNvPr>
                <p:cNvSpPr/>
                <p:nvPr/>
              </p:nvSpPr>
              <p:spPr>
                <a:xfrm>
                  <a:off x="743" y="8045"/>
                  <a:ext cx="1769" cy="555"/>
                </a:xfrm>
                <a:prstGeom prst="roundRect">
                  <a:avLst/>
                </a:prstGeom>
                <a:solidFill>
                  <a:srgbClr val="F4B183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MLP</a:t>
                  </a:r>
                </a:p>
              </p:txBody>
            </p:sp>
            <p:sp>
              <p:nvSpPr>
                <p:cNvPr id="9" name="圆角矩形 8">
                  <a:extLst>
                    <a:ext uri="{FF2B5EF4-FFF2-40B4-BE49-F238E27FC236}">
                      <a16:creationId xmlns:a16="http://schemas.microsoft.com/office/drawing/2014/main" id="{A557EE2A-D480-55AA-D95B-A69B686630BD}"/>
                    </a:ext>
                  </a:extLst>
                </p:cNvPr>
                <p:cNvSpPr/>
                <p:nvPr/>
              </p:nvSpPr>
              <p:spPr>
                <a:xfrm>
                  <a:off x="743" y="7177"/>
                  <a:ext cx="1769" cy="555"/>
                </a:xfrm>
                <a:prstGeom prst="roundRect">
                  <a:avLst/>
                </a:prstGeom>
                <a:solidFill>
                  <a:srgbClr val="FFD966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Attention</a:t>
                  </a:r>
                </a:p>
              </p:txBody>
            </p:sp>
            <p:sp>
              <p:nvSpPr>
                <p:cNvPr id="10" name="圆角矩形 9">
                  <a:extLst>
                    <a:ext uri="{FF2B5EF4-FFF2-40B4-BE49-F238E27FC236}">
                      <a16:creationId xmlns:a16="http://schemas.microsoft.com/office/drawing/2014/main" id="{40183E8C-C0D2-C73F-22B3-95ECC0EA92A2}"/>
                    </a:ext>
                  </a:extLst>
                </p:cNvPr>
                <p:cNvSpPr/>
                <p:nvPr/>
              </p:nvSpPr>
              <p:spPr>
                <a:xfrm>
                  <a:off x="743" y="6309"/>
                  <a:ext cx="1770" cy="555"/>
                </a:xfrm>
                <a:prstGeom prst="roundRect">
                  <a:avLst/>
                </a:prstGeom>
                <a:solidFill>
                  <a:srgbClr val="F4B183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MLP</a:t>
                  </a:r>
                </a:p>
              </p:txBody>
            </p:sp>
            <p:sp>
              <p:nvSpPr>
                <p:cNvPr id="11" name="圆角矩形 10">
                  <a:extLst>
                    <a:ext uri="{FF2B5EF4-FFF2-40B4-BE49-F238E27FC236}">
                      <a16:creationId xmlns:a16="http://schemas.microsoft.com/office/drawing/2014/main" id="{038AF47E-3CE4-55B9-68EC-2B895E8038EA}"/>
                    </a:ext>
                  </a:extLst>
                </p:cNvPr>
                <p:cNvSpPr/>
                <p:nvPr/>
              </p:nvSpPr>
              <p:spPr>
                <a:xfrm>
                  <a:off x="743" y="5442"/>
                  <a:ext cx="1769" cy="554"/>
                </a:xfrm>
                <a:prstGeom prst="roundRect">
                  <a:avLst/>
                </a:prstGeom>
                <a:solidFill>
                  <a:srgbClr val="FFC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2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LM Head</a:t>
                  </a:r>
                </a:p>
              </p:txBody>
            </p:sp>
            <p:cxnSp>
              <p:nvCxnSpPr>
                <p:cNvPr id="24" name="曲线连接符 23">
                  <a:extLst>
                    <a:ext uri="{FF2B5EF4-FFF2-40B4-BE49-F238E27FC236}">
                      <a16:creationId xmlns:a16="http://schemas.microsoft.com/office/drawing/2014/main" id="{60194FAA-81D8-ABDF-3A0C-4F12CC8EE140}"/>
                    </a:ext>
                  </a:extLst>
                </p:cNvPr>
                <p:cNvCxnSpPr>
                  <a:stCxn id="7" idx="0"/>
                  <a:endCxn id="8" idx="2"/>
                </p:cNvCxnSpPr>
                <p:nvPr/>
              </p:nvCxnSpPr>
              <p:spPr>
                <a:xfrm rot="16200000">
                  <a:off x="1470" y="8755"/>
                  <a:ext cx="313" cy="3"/>
                </a:xfrm>
                <a:prstGeom prst="curvedConnector3">
                  <a:avLst>
                    <a:gd name="adj1" fmla="val 49840"/>
                  </a:avLst>
                </a:prstGeom>
                <a:ln w="127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987B05B3-0240-5C9D-D21A-BC49AF525A25}"/>
                    </a:ext>
                  </a:extLst>
                </p:cNvPr>
                <p:cNvCxnSpPr>
                  <a:stCxn id="10" idx="0"/>
                  <a:endCxn id="11" idx="2"/>
                </p:cNvCxnSpPr>
                <p:nvPr/>
              </p:nvCxnSpPr>
              <p:spPr>
                <a:xfrm flipV="1">
                  <a:off x="1628" y="5996"/>
                  <a:ext cx="0" cy="313"/>
                </a:xfrm>
                <a:prstGeom prst="straightConnector1">
                  <a:avLst/>
                </a:prstGeom>
                <a:ln w="12700" cap="flat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曲线连接符 41">
                  <a:extLst>
                    <a:ext uri="{FF2B5EF4-FFF2-40B4-BE49-F238E27FC236}">
                      <a16:creationId xmlns:a16="http://schemas.microsoft.com/office/drawing/2014/main" id="{872CE981-56A1-95B4-4E21-48B5DD8F62C2}"/>
                    </a:ext>
                  </a:extLst>
                </p:cNvPr>
                <p:cNvCxnSpPr>
                  <a:stCxn id="8" idx="0"/>
                  <a:endCxn id="9" idx="2"/>
                </p:cNvCxnSpPr>
                <p:nvPr/>
              </p:nvCxnSpPr>
              <p:spPr>
                <a:xfrm rot="16200000">
                  <a:off x="1472" y="7889"/>
                  <a:ext cx="313" cy="5"/>
                </a:xfrm>
                <a:prstGeom prst="curvedConnector2">
                  <a:avLst/>
                </a:prstGeom>
                <a:ln w="12700">
                  <a:solidFill>
                    <a:schemeClr val="tx1"/>
                  </a:solidFill>
                  <a:prstDash val="solid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7C513416-0928-E597-AC16-25FC1A6DF0CC}"/>
                    </a:ext>
                  </a:extLst>
                </p:cNvPr>
                <p:cNvCxnSpPr>
                  <a:stCxn id="9" idx="0"/>
                  <a:endCxn id="10" idx="2"/>
                </p:cNvCxnSpPr>
                <p:nvPr/>
              </p:nvCxnSpPr>
              <p:spPr>
                <a:xfrm flipV="1">
                  <a:off x="1628" y="6864"/>
                  <a:ext cx="0" cy="313"/>
                </a:xfrm>
                <a:prstGeom prst="straightConnector1">
                  <a:avLst/>
                </a:prstGeom>
                <a:ln w="12700" cap="flat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6" name="箭头: 下 403">
              <a:extLst>
                <a:ext uri="{FF2B5EF4-FFF2-40B4-BE49-F238E27FC236}">
                  <a16:creationId xmlns:a16="http://schemas.microsoft.com/office/drawing/2014/main" id="{0F32F640-F46F-825E-9B25-02CB1D031FF0}"/>
                </a:ext>
              </a:extLst>
            </p:cNvPr>
            <p:cNvSpPr/>
            <p:nvPr/>
          </p:nvSpPr>
          <p:spPr>
            <a:xfrm rot="5400000" flipV="1">
              <a:off x="9010591" y="2881646"/>
              <a:ext cx="114935" cy="288000"/>
            </a:xfrm>
            <a:prstGeom prst="down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248154A3-6B0D-E082-D9B8-FFDD2C52A022}"/>
                </a:ext>
              </a:extLst>
            </p:cNvPr>
            <p:cNvGrpSpPr/>
            <p:nvPr/>
          </p:nvGrpSpPr>
          <p:grpSpPr>
            <a:xfrm>
              <a:off x="9252818" y="2760954"/>
              <a:ext cx="928370" cy="571874"/>
              <a:chOff x="10113721" y="2696596"/>
              <a:chExt cx="928370" cy="534670"/>
            </a:xfrm>
          </p:grpSpPr>
          <p:grpSp>
            <p:nvGrpSpPr>
              <p:cNvPr id="157" name="组合 156">
                <a:extLst>
                  <a:ext uri="{FF2B5EF4-FFF2-40B4-BE49-F238E27FC236}">
                    <a16:creationId xmlns:a16="http://schemas.microsoft.com/office/drawing/2014/main" id="{C5562C50-DF67-4DF6-42B1-92F5F31D25B7}"/>
                  </a:ext>
                </a:extLst>
              </p:cNvPr>
              <p:cNvGrpSpPr/>
              <p:nvPr/>
            </p:nvGrpSpPr>
            <p:grpSpPr>
              <a:xfrm>
                <a:off x="10113721" y="2696596"/>
                <a:ext cx="927735" cy="534670"/>
                <a:chOff x="1207" y="3867"/>
                <a:chExt cx="3008" cy="440"/>
              </a:xfrm>
            </p:grpSpPr>
            <p:sp>
              <p:nvSpPr>
                <p:cNvPr id="158" name="圆角矩形 71">
                  <a:extLst>
                    <a:ext uri="{FF2B5EF4-FFF2-40B4-BE49-F238E27FC236}">
                      <a16:creationId xmlns:a16="http://schemas.microsoft.com/office/drawing/2014/main" id="{28A2BFD5-61AB-900B-5671-52EF862E58D6}"/>
                    </a:ext>
                  </a:extLst>
                </p:cNvPr>
                <p:cNvSpPr/>
                <p:nvPr/>
              </p:nvSpPr>
              <p:spPr>
                <a:xfrm>
                  <a:off x="1207" y="3867"/>
                  <a:ext cx="3008" cy="44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DB2B911D-CC23-C9CC-632B-FA74317B2DA6}"/>
                    </a:ext>
                  </a:extLst>
                </p:cNvPr>
                <p:cNvSpPr txBox="1"/>
                <p:nvPr/>
              </p:nvSpPr>
              <p:spPr>
                <a:xfrm>
                  <a:off x="1208" y="3870"/>
                  <a:ext cx="3007" cy="2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altLang="zh-CN" sz="120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5D091716-8667-82B4-8A76-7D4C7A737D53}"/>
                  </a:ext>
                </a:extLst>
              </p:cNvPr>
              <p:cNvSpPr txBox="1"/>
              <p:nvPr/>
            </p:nvSpPr>
            <p:spPr>
              <a:xfrm>
                <a:off x="10351846" y="2704855"/>
                <a:ext cx="690245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ClrTx/>
                  <a:buSzTx/>
                  <a:buFontTx/>
                </a:pPr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Output</a:t>
                </a:r>
              </a:p>
            </p:txBody>
          </p:sp>
          <p:pic>
            <p:nvPicPr>
              <p:cNvPr id="169" name="图形 168">
                <a:extLst>
                  <a:ext uri="{FF2B5EF4-FFF2-40B4-BE49-F238E27FC236}">
                    <a16:creationId xmlns:a16="http://schemas.microsoft.com/office/drawing/2014/main" id="{5E213A6D-34D5-8907-6D72-4C3D95C76B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201985" y="2708664"/>
                <a:ext cx="230505" cy="230505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0575DDA-B657-8B94-869E-5861AF7D970E}"/>
                  </a:ext>
                </a:extLst>
              </p:cNvPr>
              <p:cNvSpPr txBox="1"/>
              <p:nvPr/>
            </p:nvSpPr>
            <p:spPr>
              <a:xfrm>
                <a:off x="10201982" y="2975396"/>
                <a:ext cx="787400" cy="1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</a:rPr>
                  <a:t>][n]\n\telif</a:t>
                </a:r>
              </a:p>
            </p:txBody>
          </p:sp>
        </p:grp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D5DE126-F4D2-3EC7-D1C9-1495BAD2A28F}"/>
                </a:ext>
              </a:extLst>
            </p:cNvPr>
            <p:cNvSpPr/>
            <p:nvPr/>
          </p:nvSpPr>
          <p:spPr>
            <a:xfrm>
              <a:off x="5563466" y="1895806"/>
              <a:ext cx="1820545" cy="2438821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圆角矩形 73">
              <a:extLst>
                <a:ext uri="{FF2B5EF4-FFF2-40B4-BE49-F238E27FC236}">
                  <a16:creationId xmlns:a16="http://schemas.microsoft.com/office/drawing/2014/main" id="{9E627927-229A-DFA9-C93E-9F44418C44D7}"/>
                </a:ext>
              </a:extLst>
            </p:cNvPr>
            <p:cNvSpPr/>
            <p:nvPr/>
          </p:nvSpPr>
          <p:spPr>
            <a:xfrm>
              <a:off x="5612997" y="1942154"/>
              <a:ext cx="1720215" cy="388586"/>
            </a:xfrm>
            <a:prstGeom prst="roundRect">
              <a:avLst/>
            </a:prstGeom>
            <a:noFill/>
            <a:ln w="19050">
              <a:solidFill>
                <a:srgbClr val="1296D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3D0F7A4F-4058-9E19-90E5-9355E3E0ED5E}"/>
                </a:ext>
              </a:extLst>
            </p:cNvPr>
            <p:cNvGrpSpPr/>
            <p:nvPr/>
          </p:nvGrpSpPr>
          <p:grpSpPr>
            <a:xfrm>
              <a:off x="5612997" y="1979616"/>
              <a:ext cx="1720215" cy="2303578"/>
              <a:chOff x="4970" y="5440"/>
              <a:chExt cx="2709" cy="4112"/>
            </a:xfrm>
          </p:grpSpPr>
          <p:sp>
            <p:nvSpPr>
              <p:cNvPr id="64" name="圆角矩形 63">
                <a:extLst>
                  <a:ext uri="{FF2B5EF4-FFF2-40B4-BE49-F238E27FC236}">
                    <a16:creationId xmlns:a16="http://schemas.microsoft.com/office/drawing/2014/main" id="{9363EDF6-F0F6-7D1C-0FBA-4A296A5D911B}"/>
                  </a:ext>
                </a:extLst>
              </p:cNvPr>
              <p:cNvSpPr/>
              <p:nvPr/>
            </p:nvSpPr>
            <p:spPr>
              <a:xfrm>
                <a:off x="4970" y="6249"/>
                <a:ext cx="2709" cy="687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圆角矩形 62">
                <a:extLst>
                  <a:ext uri="{FF2B5EF4-FFF2-40B4-BE49-F238E27FC236}">
                    <a16:creationId xmlns:a16="http://schemas.microsoft.com/office/drawing/2014/main" id="{661CC023-4204-7F33-FC23-C3F3E2534CA6}"/>
                  </a:ext>
                </a:extLst>
              </p:cNvPr>
              <p:cNvSpPr/>
              <p:nvPr/>
            </p:nvSpPr>
            <p:spPr>
              <a:xfrm>
                <a:off x="4970" y="8824"/>
                <a:ext cx="2709" cy="728"/>
              </a:xfrm>
              <a:prstGeom prst="roundRect">
                <a:avLst/>
              </a:prstGeom>
              <a:noFill/>
              <a:ln w="19050">
                <a:solidFill>
                  <a:srgbClr val="1296DB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圆角矩形 28">
                <a:extLst>
                  <a:ext uri="{FF2B5EF4-FFF2-40B4-BE49-F238E27FC236}">
                    <a16:creationId xmlns:a16="http://schemas.microsoft.com/office/drawing/2014/main" id="{25293939-4F96-3FEA-2C43-1371F5FBF3F0}"/>
                  </a:ext>
                </a:extLst>
              </p:cNvPr>
              <p:cNvSpPr/>
              <p:nvPr/>
            </p:nvSpPr>
            <p:spPr>
              <a:xfrm>
                <a:off x="5074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30" name="圆角矩形 29">
                <a:extLst>
                  <a:ext uri="{FF2B5EF4-FFF2-40B4-BE49-F238E27FC236}">
                    <a16:creationId xmlns:a16="http://schemas.microsoft.com/office/drawing/2014/main" id="{7B5C8B89-A1FE-9FA4-0550-9AA5C18C34A7}"/>
                  </a:ext>
                </a:extLst>
              </p:cNvPr>
              <p:cNvSpPr/>
              <p:nvPr/>
            </p:nvSpPr>
            <p:spPr>
              <a:xfrm>
                <a:off x="5074" y="8045"/>
                <a:ext cx="1769" cy="555"/>
              </a:xfrm>
              <a:prstGeom prst="roundRect">
                <a:avLst/>
              </a:prstGeom>
              <a:solidFill>
                <a:srgbClr val="F4B183">
                  <a:alpha val="40000"/>
                </a:srgbClr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31" name="圆角矩形 30">
                <a:extLst>
                  <a:ext uri="{FF2B5EF4-FFF2-40B4-BE49-F238E27FC236}">
                    <a16:creationId xmlns:a16="http://schemas.microsoft.com/office/drawing/2014/main" id="{7E387575-512D-20CA-BE8B-E6E078D88B8F}"/>
                  </a:ext>
                </a:extLst>
              </p:cNvPr>
              <p:cNvSpPr/>
              <p:nvPr/>
            </p:nvSpPr>
            <p:spPr>
              <a:xfrm>
                <a:off x="5074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F6C1886B-2263-D7AB-4F04-4B437095AF9E}"/>
                  </a:ext>
                </a:extLst>
              </p:cNvPr>
              <p:cNvSpPr/>
              <p:nvPr/>
            </p:nvSpPr>
            <p:spPr>
              <a:xfrm>
                <a:off x="5074" y="6309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51492643-E2BE-9A65-383C-47EF93F2CAEF}"/>
                  </a:ext>
                </a:extLst>
              </p:cNvPr>
              <p:cNvSpPr/>
              <p:nvPr/>
            </p:nvSpPr>
            <p:spPr>
              <a:xfrm>
                <a:off x="5074" y="5440"/>
                <a:ext cx="1769" cy="556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4E363EDE-6464-8422-5D19-D2FC2C1D77AE}"/>
                  </a:ext>
                </a:extLst>
              </p:cNvPr>
              <p:cNvCxnSpPr/>
              <p:nvPr/>
            </p:nvCxnSpPr>
            <p:spPr>
              <a:xfrm flipV="1">
                <a:off x="5966" y="6063"/>
                <a:ext cx="0" cy="165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8350E299-9B9E-279E-5A3E-3215BCE83C96}"/>
                  </a:ext>
                </a:extLst>
              </p:cNvPr>
              <p:cNvCxnSpPr>
                <a:endCxn id="48" idx="2"/>
              </p:cNvCxnSpPr>
              <p:nvPr/>
            </p:nvCxnSpPr>
            <p:spPr>
              <a:xfrm flipV="1">
                <a:off x="5957" y="8721"/>
                <a:ext cx="0" cy="1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8" name="弧形 47">
                <a:extLst>
                  <a:ext uri="{FF2B5EF4-FFF2-40B4-BE49-F238E27FC236}">
                    <a16:creationId xmlns:a16="http://schemas.microsoft.com/office/drawing/2014/main" id="{ED131A40-B6B3-A67F-5F00-6CEFB1F8E807}"/>
                  </a:ext>
                </a:extLst>
              </p:cNvPr>
              <p:cNvSpPr/>
              <p:nvPr/>
            </p:nvSpPr>
            <p:spPr>
              <a:xfrm>
                <a:off x="5618" y="7973"/>
                <a:ext cx="680" cy="748"/>
              </a:xfrm>
              <a:prstGeom prst="arc">
                <a:avLst>
                  <a:gd name="adj1" fmla="val 16233359"/>
                  <a:gd name="adj2" fmla="val 5413095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C7FDC467-BC4A-9B15-13B2-91E03CA2C367}"/>
                  </a:ext>
                </a:extLst>
              </p:cNvPr>
              <p:cNvCxnSpPr>
                <a:stCxn id="48" idx="0"/>
                <a:endCxn id="50" idx="2"/>
              </p:cNvCxnSpPr>
              <p:nvPr/>
            </p:nvCxnSpPr>
            <p:spPr>
              <a:xfrm flipV="1">
                <a:off x="5961" y="7820"/>
                <a:ext cx="3" cy="1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0" name="弧形 49">
                <a:extLst>
                  <a:ext uri="{FF2B5EF4-FFF2-40B4-BE49-F238E27FC236}">
                    <a16:creationId xmlns:a16="http://schemas.microsoft.com/office/drawing/2014/main" id="{E5405A0F-9919-BB79-BFCB-B9E7C35B4D46}"/>
                  </a:ext>
                </a:extLst>
              </p:cNvPr>
              <p:cNvSpPr/>
              <p:nvPr/>
            </p:nvSpPr>
            <p:spPr>
              <a:xfrm>
                <a:off x="5618" y="7130"/>
                <a:ext cx="680" cy="690"/>
              </a:xfrm>
              <a:prstGeom prst="arc">
                <a:avLst>
                  <a:gd name="adj1" fmla="val 16195810"/>
                  <a:gd name="adj2" fmla="val 5331352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00FAC1B0-44B0-23A1-68B2-E1BC69FBFB3C}"/>
                  </a:ext>
                </a:extLst>
              </p:cNvPr>
              <p:cNvCxnSpPr/>
              <p:nvPr/>
            </p:nvCxnSpPr>
            <p:spPr>
              <a:xfrm flipV="1">
                <a:off x="5957" y="6945"/>
                <a:ext cx="0" cy="1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52" name="图片 51" descr="雪花-02">
                <a:extLst>
                  <a:ext uri="{FF2B5EF4-FFF2-40B4-BE49-F238E27FC236}">
                    <a16:creationId xmlns:a16="http://schemas.microsoft.com/office/drawing/2014/main" id="{8D73250F-34F4-DB50-133D-99B7FB0A6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470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53" name="图片 52" descr="雪花-02">
                <a:extLst>
                  <a:ext uri="{FF2B5EF4-FFF2-40B4-BE49-F238E27FC236}">
                    <a16:creationId xmlns:a16="http://schemas.microsoft.com/office/drawing/2014/main" id="{6E979666-BF47-FD5F-90FF-8070E0AB2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470" y="6447"/>
                <a:ext cx="278" cy="278"/>
              </a:xfrm>
              <a:prstGeom prst="rect">
                <a:avLst/>
              </a:prstGeom>
            </p:spPr>
          </p:pic>
          <p:pic>
            <p:nvPicPr>
              <p:cNvPr id="54" name="图片 53" descr="雪花-02">
                <a:extLst>
                  <a:ext uri="{FF2B5EF4-FFF2-40B4-BE49-F238E27FC236}">
                    <a16:creationId xmlns:a16="http://schemas.microsoft.com/office/drawing/2014/main" id="{E1F362C6-8711-BE55-150A-10F837D7A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470" y="5580"/>
                <a:ext cx="278" cy="278"/>
              </a:xfrm>
              <a:prstGeom prst="rect">
                <a:avLst/>
              </a:prstGeom>
            </p:spPr>
          </p:pic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6F673FBE-2E25-4421-DEED-017A9F0B03DE}"/>
                  </a:ext>
                </a:extLst>
              </p:cNvPr>
              <p:cNvGrpSpPr/>
              <p:nvPr/>
            </p:nvGrpSpPr>
            <p:grpSpPr>
              <a:xfrm>
                <a:off x="6960" y="8913"/>
                <a:ext cx="442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55" name="梯形 54">
                  <a:extLst>
                    <a:ext uri="{FF2B5EF4-FFF2-40B4-BE49-F238E27FC236}">
                      <a16:creationId xmlns:a16="http://schemas.microsoft.com/office/drawing/2014/main" id="{1826EF02-7CA7-114F-3012-F56B1AECE9CB}"/>
                    </a:ext>
                  </a:extLst>
                </p:cNvPr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梯形 55">
                  <a:extLst>
                    <a:ext uri="{FF2B5EF4-FFF2-40B4-BE49-F238E27FC236}">
                      <a16:creationId xmlns:a16="http://schemas.microsoft.com/office/drawing/2014/main" id="{304F251F-D43D-8910-3026-592728918DC9}"/>
                    </a:ext>
                  </a:extLst>
                </p:cNvPr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AA53BC52-9F8F-74BA-2005-ECABFEC966E4}"/>
                  </a:ext>
                </a:extLst>
              </p:cNvPr>
              <p:cNvGrpSpPr/>
              <p:nvPr/>
            </p:nvGrpSpPr>
            <p:grpSpPr>
              <a:xfrm>
                <a:off x="6958" y="6309"/>
                <a:ext cx="444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59" name="梯形 58">
                  <a:extLst>
                    <a:ext uri="{FF2B5EF4-FFF2-40B4-BE49-F238E27FC236}">
                      <a16:creationId xmlns:a16="http://schemas.microsoft.com/office/drawing/2014/main" id="{D6487CCA-D1D2-1831-556A-D02E9C41827E}"/>
                    </a:ext>
                  </a:extLst>
                </p:cNvPr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0" name="梯形 59">
                  <a:extLst>
                    <a:ext uri="{FF2B5EF4-FFF2-40B4-BE49-F238E27FC236}">
                      <a16:creationId xmlns:a16="http://schemas.microsoft.com/office/drawing/2014/main" id="{89AE83A6-64F3-24F2-2149-04EFC53AE69E}"/>
                    </a:ext>
                  </a:extLst>
                </p:cNvPr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61" name="图片 60" descr="火焰-copy-copy (1)">
                <a:extLst>
                  <a:ext uri="{FF2B5EF4-FFF2-40B4-BE49-F238E27FC236}">
                    <a16:creationId xmlns:a16="http://schemas.microsoft.com/office/drawing/2014/main" id="{8497545C-A1A5-EAF0-5019-F7ACB4DE45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401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62" name="图片 61" descr="火焰-copy-copy (1)">
                <a:extLst>
                  <a:ext uri="{FF2B5EF4-FFF2-40B4-BE49-F238E27FC236}">
                    <a16:creationId xmlns:a16="http://schemas.microsoft.com/office/drawing/2014/main" id="{F35DAECA-F007-8EDB-96AC-CDBDC961C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401" y="6447"/>
                <a:ext cx="278" cy="278"/>
              </a:xfrm>
              <a:prstGeom prst="rect">
                <a:avLst/>
              </a:prstGeom>
            </p:spPr>
          </p:pic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DA4FB4F3-72CC-F4C7-71AB-D13153565B69}"/>
                </a:ext>
              </a:extLst>
            </p:cNvPr>
            <p:cNvSpPr txBox="1"/>
            <p:nvPr/>
          </p:nvSpPr>
          <p:spPr>
            <a:xfrm>
              <a:off x="5679037" y="4402792"/>
              <a:ext cx="1515745" cy="184666"/>
            </a:xfrm>
            <a:prstGeom prst="rect">
              <a:avLst/>
            </a:prstGeom>
          </p:spPr>
          <p:txBody>
            <a:bodyPr wrap="square" tIns="0" bIns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charset="0"/>
                  <a:cs typeface="Times New Roman" panose="02020603050405020304" charset="0"/>
                </a:rPr>
                <a:t>Self-Draft Model</a:t>
              </a:r>
            </a:p>
          </p:txBody>
        </p:sp>
        <p:sp>
          <p:nvSpPr>
            <p:cNvPr id="5" name="梯形 4">
              <a:extLst>
                <a:ext uri="{FF2B5EF4-FFF2-40B4-BE49-F238E27FC236}">
                  <a16:creationId xmlns:a16="http://schemas.microsoft.com/office/drawing/2014/main" id="{A1E09944-3776-0E8D-A8FF-C5C017F188BD}"/>
                </a:ext>
              </a:extLst>
            </p:cNvPr>
            <p:cNvSpPr/>
            <p:nvPr/>
          </p:nvSpPr>
          <p:spPr>
            <a:xfrm>
              <a:off x="6875377" y="2158039"/>
              <a:ext cx="282575" cy="136513"/>
            </a:xfrm>
            <a:prstGeom prst="trapezoid">
              <a:avLst/>
            </a:prstGeom>
            <a:solidFill>
              <a:srgbClr val="FFBE7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梯形 22">
              <a:extLst>
                <a:ext uri="{FF2B5EF4-FFF2-40B4-BE49-F238E27FC236}">
                  <a16:creationId xmlns:a16="http://schemas.microsoft.com/office/drawing/2014/main" id="{4A17A64B-DE31-9AE3-55AC-533FEDEFD3E2}"/>
                </a:ext>
              </a:extLst>
            </p:cNvPr>
            <p:cNvSpPr/>
            <p:nvPr/>
          </p:nvSpPr>
          <p:spPr>
            <a:xfrm rot="10800000">
              <a:off x="6875377" y="1982794"/>
              <a:ext cx="282575" cy="136513"/>
            </a:xfrm>
            <a:prstGeom prst="trapezoid">
              <a:avLst/>
            </a:prstGeom>
            <a:solidFill>
              <a:srgbClr val="FFBE7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4" name="图片 33" descr="火焰-copy-copy (1)">
              <a:extLst>
                <a:ext uri="{FF2B5EF4-FFF2-40B4-BE49-F238E27FC236}">
                  <a16:creationId xmlns:a16="http://schemas.microsoft.com/office/drawing/2014/main" id="{FB74F9A7-9C80-A616-108A-21A1A6D63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56678" y="2060257"/>
              <a:ext cx="176530" cy="155561"/>
            </a:xfrm>
            <a:prstGeom prst="rect">
              <a:avLst/>
            </a:prstGeom>
          </p:spPr>
        </p:pic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7F762607-E850-B255-D3AB-D931586B950A}"/>
                </a:ext>
              </a:extLst>
            </p:cNvPr>
            <p:cNvSpPr txBox="1"/>
            <p:nvPr/>
          </p:nvSpPr>
          <p:spPr>
            <a:xfrm>
              <a:off x="5489093" y="1698341"/>
              <a:ext cx="1272890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1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④</a:t>
              </a:r>
              <a:r>
                <a:rPr lang="en-US" altLang="zh-CN" sz="1100" b="1" dirty="0">
                  <a:solidFill>
                    <a:srgbClr val="7030A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Verification</a:t>
              </a: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68430DE6-11DA-DB70-A800-1C326F030A70}"/>
                </a:ext>
              </a:extLst>
            </p:cNvPr>
            <p:cNvSpPr txBox="1"/>
            <p:nvPr/>
          </p:nvSpPr>
          <p:spPr>
            <a:xfrm>
              <a:off x="4420698" y="4218126"/>
              <a:ext cx="1142474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charset="0"/>
                  <a:cs typeface="Times New Roman" panose="02020603050405020304" charset="0"/>
                </a:rPr>
                <a:t>Customized</a:t>
              </a:r>
            </a:p>
            <a:p>
              <a:pPr algn="ctr"/>
              <a:r>
                <a:rPr lang="en-US" altLang="zh-CN" sz="1200" b="1" dirty="0">
                  <a:latin typeface="Times New Roman" panose="02020603050405020304" charset="0"/>
                  <a:cs typeface="Times New Roman" panose="02020603050405020304" charset="0"/>
                </a:rPr>
                <a:t>Optimizations</a:t>
              </a:r>
            </a:p>
          </p:txBody>
        </p:sp>
        <p:sp>
          <p:nvSpPr>
            <p:cNvPr id="15" name="箭头: 下 403">
              <a:extLst>
                <a:ext uri="{FF2B5EF4-FFF2-40B4-BE49-F238E27FC236}">
                  <a16:creationId xmlns:a16="http://schemas.microsoft.com/office/drawing/2014/main" id="{DCEF6E39-A997-ACEB-8611-BBA10C154E55}"/>
                </a:ext>
              </a:extLst>
            </p:cNvPr>
            <p:cNvSpPr/>
            <p:nvPr/>
          </p:nvSpPr>
          <p:spPr>
            <a:xfrm rot="16200000">
              <a:off x="4936922" y="3346605"/>
              <a:ext cx="114935" cy="9720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7" name="箭头: 下 403">
              <a:extLst>
                <a:ext uri="{FF2B5EF4-FFF2-40B4-BE49-F238E27FC236}">
                  <a16:creationId xmlns:a16="http://schemas.microsoft.com/office/drawing/2014/main" id="{AECFE6EC-C73C-0149-F156-4424364F31BB}"/>
                </a:ext>
              </a:extLst>
            </p:cNvPr>
            <p:cNvSpPr/>
            <p:nvPr/>
          </p:nvSpPr>
          <p:spPr>
            <a:xfrm rot="5400000" flipH="1">
              <a:off x="4936922" y="2623048"/>
              <a:ext cx="114935" cy="9720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82C57A8-DB96-0CED-CC18-9C8497255D49}"/>
                </a:ext>
              </a:extLst>
            </p:cNvPr>
            <p:cNvSpPr txBox="1"/>
            <p:nvPr/>
          </p:nvSpPr>
          <p:spPr>
            <a:xfrm>
              <a:off x="4496280" y="3864964"/>
              <a:ext cx="996218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②</a:t>
              </a:r>
              <a:r>
                <a:rPr lang="en-US" altLang="zh-CN" sz="1000" b="1" dirty="0">
                  <a:solidFill>
                    <a:srgbClr val="C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Preliminary Prediction</a:t>
              </a:r>
            </a:p>
          </p:txBody>
        </p:sp>
        <p:sp>
          <p:nvSpPr>
            <p:cNvPr id="45" name="箭头: 下 403">
              <a:extLst>
                <a:ext uri="{FF2B5EF4-FFF2-40B4-BE49-F238E27FC236}">
                  <a16:creationId xmlns:a16="http://schemas.microsoft.com/office/drawing/2014/main" id="{D7D36ED1-C87F-DB21-BEBD-52C0403CC2F2}"/>
                </a:ext>
              </a:extLst>
            </p:cNvPr>
            <p:cNvSpPr/>
            <p:nvPr/>
          </p:nvSpPr>
          <p:spPr>
            <a:xfrm rot="16200000">
              <a:off x="4936922" y="2494757"/>
              <a:ext cx="114935" cy="972000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02747C9-F395-F700-2017-3B93ED4E553A}"/>
                </a:ext>
              </a:extLst>
            </p:cNvPr>
            <p:cNvSpPr txBox="1"/>
            <p:nvPr/>
          </p:nvSpPr>
          <p:spPr>
            <a:xfrm>
              <a:off x="4336728" y="2779071"/>
              <a:ext cx="1191097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③</a:t>
              </a:r>
              <a:r>
                <a:rPr lang="en-US" altLang="zh-CN" sz="10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Draft Expansion</a:t>
              </a:r>
            </a:p>
          </p:txBody>
        </p:sp>
        <p:sp>
          <p:nvSpPr>
            <p:cNvPr id="95" name="箭头: 下 403">
              <a:extLst>
                <a:ext uri="{FF2B5EF4-FFF2-40B4-BE49-F238E27FC236}">
                  <a16:creationId xmlns:a16="http://schemas.microsoft.com/office/drawing/2014/main" id="{715087CD-A2E7-F1C8-B9B1-BB4B2492047D}"/>
                </a:ext>
              </a:extLst>
            </p:cNvPr>
            <p:cNvSpPr/>
            <p:nvPr/>
          </p:nvSpPr>
          <p:spPr>
            <a:xfrm rot="5400000" flipH="1">
              <a:off x="4936922" y="1725412"/>
              <a:ext cx="114935" cy="972000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6" name="任意多边形: 形状 355">
              <a:extLst>
                <a:ext uri="{FF2B5EF4-FFF2-40B4-BE49-F238E27FC236}">
                  <a16:creationId xmlns:a16="http://schemas.microsoft.com/office/drawing/2014/main" id="{DEDF3DE5-7017-83FB-8341-42F52266B8C8}"/>
                </a:ext>
              </a:extLst>
            </p:cNvPr>
            <p:cNvSpPr/>
            <p:nvPr/>
          </p:nvSpPr>
          <p:spPr>
            <a:xfrm>
              <a:off x="1833864" y="1901903"/>
              <a:ext cx="2584426" cy="2481262"/>
            </a:xfrm>
            <a:custGeom>
              <a:avLst/>
              <a:gdLst>
                <a:gd name="connsiteX0" fmla="*/ 5080 w 3652520"/>
                <a:gd name="connsiteY0" fmla="*/ 2032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20320 h 2743200"/>
                <a:gd name="connsiteX0" fmla="*/ 5080 w 3652520"/>
                <a:gd name="connsiteY0" fmla="*/ 2032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20320 h 2743200"/>
                <a:gd name="connsiteX0" fmla="*/ 5080 w 3652520"/>
                <a:gd name="connsiteY0" fmla="*/ 1270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12700 h 2743200"/>
                <a:gd name="connsiteX0" fmla="*/ 5080 w 3652520"/>
                <a:gd name="connsiteY0" fmla="*/ 17809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17809 h 2743200"/>
                <a:gd name="connsiteX0" fmla="*/ 5080 w 3652520"/>
                <a:gd name="connsiteY0" fmla="*/ 5037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5037 h 2743200"/>
                <a:gd name="connsiteX0" fmla="*/ 5080 w 3652520"/>
                <a:gd name="connsiteY0" fmla="*/ 0 h 2743272"/>
                <a:gd name="connsiteX1" fmla="*/ 0 w 3652520"/>
                <a:gd name="connsiteY1" fmla="*/ 2733112 h 2743272"/>
                <a:gd name="connsiteX2" fmla="*/ 3652520 w 3652520"/>
                <a:gd name="connsiteY2" fmla="*/ 2743272 h 2743272"/>
                <a:gd name="connsiteX3" fmla="*/ 3642360 w 3652520"/>
                <a:gd name="connsiteY3" fmla="*/ 1310712 h 2743272"/>
                <a:gd name="connsiteX4" fmla="*/ 1894840 w 3652520"/>
                <a:gd name="connsiteY4" fmla="*/ 1325952 h 2743272"/>
                <a:gd name="connsiteX5" fmla="*/ 1884680 w 3652520"/>
                <a:gd name="connsiteY5" fmla="*/ 72 h 2743272"/>
                <a:gd name="connsiteX6" fmla="*/ 5080 w 3652520"/>
                <a:gd name="connsiteY6" fmla="*/ 0 h 2743272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90247 w 3647927"/>
                <a:gd name="connsiteY4" fmla="*/ 1325952 h 2748439"/>
                <a:gd name="connsiteX5" fmla="*/ 1880087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80087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23958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49471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44323 w 3647927"/>
                <a:gd name="connsiteY4" fmla="*/ 1331787 h 2748439"/>
                <a:gd name="connsiteX5" fmla="*/ 1849471 w 3647927"/>
                <a:gd name="connsiteY5" fmla="*/ 72 h 2748439"/>
                <a:gd name="connsiteX6" fmla="*/ 487 w 3647927"/>
                <a:gd name="connsiteY6" fmla="*/ 0 h 2748439"/>
                <a:gd name="connsiteX0" fmla="*/ 487 w 3637795"/>
                <a:gd name="connsiteY0" fmla="*/ 0 h 2748439"/>
                <a:gd name="connsiteX1" fmla="*/ 510 w 3637795"/>
                <a:gd name="connsiteY1" fmla="*/ 2748439 h 2748439"/>
                <a:gd name="connsiteX2" fmla="*/ 3341770 w 3637795"/>
                <a:gd name="connsiteY2" fmla="*/ 2725764 h 2748439"/>
                <a:gd name="connsiteX3" fmla="*/ 3637767 w 3637795"/>
                <a:gd name="connsiteY3" fmla="*/ 1310712 h 2748439"/>
                <a:gd name="connsiteX4" fmla="*/ 1844323 w 3637795"/>
                <a:gd name="connsiteY4" fmla="*/ 1331787 h 2748439"/>
                <a:gd name="connsiteX5" fmla="*/ 1849471 w 3637795"/>
                <a:gd name="connsiteY5" fmla="*/ 72 h 2748439"/>
                <a:gd name="connsiteX6" fmla="*/ 487 w 3637795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2 w 3341770"/>
                <a:gd name="connsiteY3" fmla="*/ 1316547 h 2748439"/>
                <a:gd name="connsiteX4" fmla="*/ 1844323 w 3341770"/>
                <a:gd name="connsiteY4" fmla="*/ 1331787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3 w 3341770"/>
                <a:gd name="connsiteY4" fmla="*/ 1331787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4 w 3341770"/>
                <a:gd name="connsiteY4" fmla="*/ 1530208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4 w 3341770"/>
                <a:gd name="connsiteY4" fmla="*/ 1530208 h 2748439"/>
                <a:gd name="connsiteX5" fmla="*/ 1550968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550968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42815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12199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887365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851116 h 2748439"/>
                <a:gd name="connsiteX4" fmla="*/ 1630014 w 3343706"/>
                <a:gd name="connsiteY4" fmla="*/ 1887365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732064 h 2748439"/>
                <a:gd name="connsiteX4" fmla="*/ 1630014 w 3343706"/>
                <a:gd name="connsiteY4" fmla="*/ 1887365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732064 h 2748439"/>
                <a:gd name="connsiteX4" fmla="*/ 1648384 w 3343706"/>
                <a:gd name="connsiteY4" fmla="*/ 1761310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2730522 w 3341770"/>
                <a:gd name="connsiteY3" fmla="*/ 1758325 h 2748439"/>
                <a:gd name="connsiteX4" fmla="*/ 1648384 w 3341770"/>
                <a:gd name="connsiteY4" fmla="*/ 1761310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648384 w 2730861"/>
                <a:gd name="connsiteY4" fmla="*/ 1761310 h 2748439"/>
                <a:gd name="connsiteX5" fmla="*/ 1635161 w 2730861"/>
                <a:gd name="connsiteY5" fmla="*/ 8826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635161 w 2730861"/>
                <a:gd name="connsiteY5" fmla="*/ 8826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580053 w 2730861"/>
                <a:gd name="connsiteY5" fmla="*/ 15829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586176 w 2730861"/>
                <a:gd name="connsiteY5" fmla="*/ 15829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578522 w 2730861"/>
                <a:gd name="connsiteY5" fmla="*/ 12911 h 2748439"/>
                <a:gd name="connsiteX6" fmla="*/ 487 w 2730861"/>
                <a:gd name="connsiteY6" fmla="*/ 0 h 2748439"/>
                <a:gd name="connsiteX0" fmla="*/ 51003 w 2730351"/>
                <a:gd name="connsiteY0" fmla="*/ 0 h 2754275"/>
                <a:gd name="connsiteX1" fmla="*/ 0 w 2730351"/>
                <a:gd name="connsiteY1" fmla="*/ 2754275 h 2754275"/>
                <a:gd name="connsiteX2" fmla="*/ 2713637 w 2730351"/>
                <a:gd name="connsiteY2" fmla="*/ 2740354 h 2754275"/>
                <a:gd name="connsiteX3" fmla="*/ 2730012 w 2730351"/>
                <a:gd name="connsiteY3" fmla="*/ 1764161 h 2754275"/>
                <a:gd name="connsiteX4" fmla="*/ 1580520 w 2730351"/>
                <a:gd name="connsiteY4" fmla="*/ 1774149 h 2754275"/>
                <a:gd name="connsiteX5" fmla="*/ 1578012 w 2730351"/>
                <a:gd name="connsiteY5" fmla="*/ 18747 h 2754275"/>
                <a:gd name="connsiteX6" fmla="*/ 51003 w 2730351"/>
                <a:gd name="connsiteY6" fmla="*/ 0 h 2754275"/>
                <a:gd name="connsiteX0" fmla="*/ 109 w 2679457"/>
                <a:gd name="connsiteY0" fmla="*/ 0 h 2760111"/>
                <a:gd name="connsiteX1" fmla="*/ 15440 w 2679457"/>
                <a:gd name="connsiteY1" fmla="*/ 2760111 h 2760111"/>
                <a:gd name="connsiteX2" fmla="*/ 2662743 w 2679457"/>
                <a:gd name="connsiteY2" fmla="*/ 2740354 h 2760111"/>
                <a:gd name="connsiteX3" fmla="*/ 2679118 w 2679457"/>
                <a:gd name="connsiteY3" fmla="*/ 1764161 h 2760111"/>
                <a:gd name="connsiteX4" fmla="*/ 1529626 w 2679457"/>
                <a:gd name="connsiteY4" fmla="*/ 1774149 h 2760111"/>
                <a:gd name="connsiteX5" fmla="*/ 1527118 w 2679457"/>
                <a:gd name="connsiteY5" fmla="*/ 18747 h 2760111"/>
                <a:gd name="connsiteX6" fmla="*/ 109 w 2679457"/>
                <a:gd name="connsiteY6" fmla="*/ 0 h 2760111"/>
                <a:gd name="connsiteX0" fmla="*/ 147 w 2674392"/>
                <a:gd name="connsiteY0" fmla="*/ 16268 h 2741364"/>
                <a:gd name="connsiteX1" fmla="*/ 10375 w 2674392"/>
                <a:gd name="connsiteY1" fmla="*/ 2741364 h 2741364"/>
                <a:gd name="connsiteX2" fmla="*/ 2657678 w 2674392"/>
                <a:gd name="connsiteY2" fmla="*/ 2721607 h 2741364"/>
                <a:gd name="connsiteX3" fmla="*/ 2674053 w 2674392"/>
                <a:gd name="connsiteY3" fmla="*/ 1745414 h 2741364"/>
                <a:gd name="connsiteX4" fmla="*/ 1524561 w 2674392"/>
                <a:gd name="connsiteY4" fmla="*/ 1755402 h 2741364"/>
                <a:gd name="connsiteX5" fmla="*/ 1522053 w 2674392"/>
                <a:gd name="connsiteY5" fmla="*/ 0 h 2741364"/>
                <a:gd name="connsiteX6" fmla="*/ 147 w 2674392"/>
                <a:gd name="connsiteY6" fmla="*/ 16268 h 2741364"/>
                <a:gd name="connsiteX0" fmla="*/ 147 w 2674392"/>
                <a:gd name="connsiteY0" fmla="*/ 4596 h 2741364"/>
                <a:gd name="connsiteX1" fmla="*/ 10375 w 2674392"/>
                <a:gd name="connsiteY1" fmla="*/ 2741364 h 2741364"/>
                <a:gd name="connsiteX2" fmla="*/ 2657678 w 2674392"/>
                <a:gd name="connsiteY2" fmla="*/ 2721607 h 2741364"/>
                <a:gd name="connsiteX3" fmla="*/ 2674053 w 2674392"/>
                <a:gd name="connsiteY3" fmla="*/ 1745414 h 2741364"/>
                <a:gd name="connsiteX4" fmla="*/ 1524561 w 2674392"/>
                <a:gd name="connsiteY4" fmla="*/ 1755402 h 2741364"/>
                <a:gd name="connsiteX5" fmla="*/ 1522053 w 2674392"/>
                <a:gd name="connsiteY5" fmla="*/ 0 h 2741364"/>
                <a:gd name="connsiteX6" fmla="*/ 147 w 2674392"/>
                <a:gd name="connsiteY6" fmla="*/ 4596 h 2741364"/>
                <a:gd name="connsiteX0" fmla="*/ 147 w 2674392"/>
                <a:gd name="connsiteY0" fmla="*/ 4596 h 2741364"/>
                <a:gd name="connsiteX1" fmla="*/ 10375 w 2674392"/>
                <a:gd name="connsiteY1" fmla="*/ 2741364 h 2741364"/>
                <a:gd name="connsiteX2" fmla="*/ 2657678 w 2674392"/>
                <a:gd name="connsiteY2" fmla="*/ 2721607 h 2741364"/>
                <a:gd name="connsiteX3" fmla="*/ 2674053 w 2674392"/>
                <a:gd name="connsiteY3" fmla="*/ 1745414 h 2741364"/>
                <a:gd name="connsiteX4" fmla="*/ 1524561 w 2674392"/>
                <a:gd name="connsiteY4" fmla="*/ 1755402 h 2741364"/>
                <a:gd name="connsiteX5" fmla="*/ 1527155 w 2674392"/>
                <a:gd name="connsiteY5" fmla="*/ 0 h 2741364"/>
                <a:gd name="connsiteX6" fmla="*/ 147 w 2674392"/>
                <a:gd name="connsiteY6" fmla="*/ 4596 h 2741364"/>
                <a:gd name="connsiteX0" fmla="*/ 147 w 2674392"/>
                <a:gd name="connsiteY0" fmla="*/ 1678 h 2738446"/>
                <a:gd name="connsiteX1" fmla="*/ 10375 w 2674392"/>
                <a:gd name="connsiteY1" fmla="*/ 2738446 h 2738446"/>
                <a:gd name="connsiteX2" fmla="*/ 2657678 w 2674392"/>
                <a:gd name="connsiteY2" fmla="*/ 2718689 h 2738446"/>
                <a:gd name="connsiteX3" fmla="*/ 2674053 w 2674392"/>
                <a:gd name="connsiteY3" fmla="*/ 1742496 h 2738446"/>
                <a:gd name="connsiteX4" fmla="*/ 1524561 w 2674392"/>
                <a:gd name="connsiteY4" fmla="*/ 1752484 h 2738446"/>
                <a:gd name="connsiteX5" fmla="*/ 1522053 w 2674392"/>
                <a:gd name="connsiteY5" fmla="*/ 0 h 2738446"/>
                <a:gd name="connsiteX6" fmla="*/ 147 w 2674392"/>
                <a:gd name="connsiteY6" fmla="*/ 1678 h 2738446"/>
                <a:gd name="connsiteX0" fmla="*/ 147 w 2657678"/>
                <a:gd name="connsiteY0" fmla="*/ 1678 h 2738446"/>
                <a:gd name="connsiteX1" fmla="*/ 10375 w 2657678"/>
                <a:gd name="connsiteY1" fmla="*/ 2738446 h 2738446"/>
                <a:gd name="connsiteX2" fmla="*/ 2657678 w 2657678"/>
                <a:gd name="connsiteY2" fmla="*/ 2718689 h 2738446"/>
                <a:gd name="connsiteX3" fmla="*/ 2588329 w 2657678"/>
                <a:gd name="connsiteY3" fmla="*/ 1742496 h 2738446"/>
                <a:gd name="connsiteX4" fmla="*/ 1524561 w 2657678"/>
                <a:gd name="connsiteY4" fmla="*/ 1752484 h 2738446"/>
                <a:gd name="connsiteX5" fmla="*/ 1522053 w 2657678"/>
                <a:gd name="connsiteY5" fmla="*/ 0 h 2738446"/>
                <a:gd name="connsiteX6" fmla="*/ 147 w 2657678"/>
                <a:gd name="connsiteY6" fmla="*/ 1678 h 2738446"/>
                <a:gd name="connsiteX0" fmla="*/ 147 w 2588777"/>
                <a:gd name="connsiteY0" fmla="*/ 1678 h 2738446"/>
                <a:gd name="connsiteX1" fmla="*/ 10375 w 2588777"/>
                <a:gd name="connsiteY1" fmla="*/ 2738446 h 2738446"/>
                <a:gd name="connsiteX2" fmla="*/ 2578077 w 2588777"/>
                <a:gd name="connsiteY2" fmla="*/ 2718689 h 2738446"/>
                <a:gd name="connsiteX3" fmla="*/ 2588329 w 2588777"/>
                <a:gd name="connsiteY3" fmla="*/ 1742496 h 2738446"/>
                <a:gd name="connsiteX4" fmla="*/ 1524561 w 2588777"/>
                <a:gd name="connsiteY4" fmla="*/ 1752484 h 2738446"/>
                <a:gd name="connsiteX5" fmla="*/ 1522053 w 2588777"/>
                <a:gd name="connsiteY5" fmla="*/ 0 h 2738446"/>
                <a:gd name="connsiteX6" fmla="*/ 147 w 2588777"/>
                <a:gd name="connsiteY6" fmla="*/ 1678 h 2738446"/>
                <a:gd name="connsiteX0" fmla="*/ 147 w 2594791"/>
                <a:gd name="connsiteY0" fmla="*/ 1678 h 2738446"/>
                <a:gd name="connsiteX1" fmla="*/ 10375 w 2594791"/>
                <a:gd name="connsiteY1" fmla="*/ 2738446 h 2738446"/>
                <a:gd name="connsiteX2" fmla="*/ 2578077 w 2594791"/>
                <a:gd name="connsiteY2" fmla="*/ 2718689 h 2738446"/>
                <a:gd name="connsiteX3" fmla="*/ 2594452 w 2594791"/>
                <a:gd name="connsiteY3" fmla="*/ 1742496 h 2738446"/>
                <a:gd name="connsiteX4" fmla="*/ 1524561 w 2594791"/>
                <a:gd name="connsiteY4" fmla="*/ 1752484 h 2738446"/>
                <a:gd name="connsiteX5" fmla="*/ 1522053 w 2594791"/>
                <a:gd name="connsiteY5" fmla="*/ 0 h 2738446"/>
                <a:gd name="connsiteX6" fmla="*/ 147 w 2594791"/>
                <a:gd name="connsiteY6" fmla="*/ 1678 h 2738446"/>
                <a:gd name="connsiteX0" fmla="*/ 147 w 2578077"/>
                <a:gd name="connsiteY0" fmla="*/ 1678 h 2738446"/>
                <a:gd name="connsiteX1" fmla="*/ 10375 w 2578077"/>
                <a:gd name="connsiteY1" fmla="*/ 2738446 h 2738446"/>
                <a:gd name="connsiteX2" fmla="*/ 2578077 w 2578077"/>
                <a:gd name="connsiteY2" fmla="*/ 2718689 h 2738446"/>
                <a:gd name="connsiteX3" fmla="*/ 2576083 w 2578077"/>
                <a:gd name="connsiteY3" fmla="*/ 1756502 h 2738446"/>
                <a:gd name="connsiteX4" fmla="*/ 1524561 w 2578077"/>
                <a:gd name="connsiteY4" fmla="*/ 1752484 h 2738446"/>
                <a:gd name="connsiteX5" fmla="*/ 1522053 w 2578077"/>
                <a:gd name="connsiteY5" fmla="*/ 0 h 2738446"/>
                <a:gd name="connsiteX6" fmla="*/ 147 w 2578077"/>
                <a:gd name="connsiteY6" fmla="*/ 1678 h 2738446"/>
                <a:gd name="connsiteX0" fmla="*/ 147 w 2594288"/>
                <a:gd name="connsiteY0" fmla="*/ 1678 h 2738446"/>
                <a:gd name="connsiteX1" fmla="*/ 10375 w 2594288"/>
                <a:gd name="connsiteY1" fmla="*/ 2738446 h 2738446"/>
                <a:gd name="connsiteX2" fmla="*/ 2578077 w 2594288"/>
                <a:gd name="connsiteY2" fmla="*/ 2718689 h 2738446"/>
                <a:gd name="connsiteX3" fmla="*/ 2593942 w 2594288"/>
                <a:gd name="connsiteY3" fmla="*/ 1756502 h 2738446"/>
                <a:gd name="connsiteX4" fmla="*/ 1524561 w 2594288"/>
                <a:gd name="connsiteY4" fmla="*/ 1752484 h 2738446"/>
                <a:gd name="connsiteX5" fmla="*/ 1522053 w 2594288"/>
                <a:gd name="connsiteY5" fmla="*/ 0 h 2738446"/>
                <a:gd name="connsiteX6" fmla="*/ 147 w 2594288"/>
                <a:gd name="connsiteY6" fmla="*/ 1678 h 2738446"/>
                <a:gd name="connsiteX0" fmla="*/ 147 w 2594859"/>
                <a:gd name="connsiteY0" fmla="*/ 1678 h 2738446"/>
                <a:gd name="connsiteX1" fmla="*/ 10375 w 2594859"/>
                <a:gd name="connsiteY1" fmla="*/ 2738446 h 2738446"/>
                <a:gd name="connsiteX2" fmla="*/ 2593385 w 2594859"/>
                <a:gd name="connsiteY2" fmla="*/ 2718690 h 2738446"/>
                <a:gd name="connsiteX3" fmla="*/ 2593942 w 2594859"/>
                <a:gd name="connsiteY3" fmla="*/ 1756502 h 2738446"/>
                <a:gd name="connsiteX4" fmla="*/ 1524561 w 2594859"/>
                <a:gd name="connsiteY4" fmla="*/ 1752484 h 2738446"/>
                <a:gd name="connsiteX5" fmla="*/ 1522053 w 2594859"/>
                <a:gd name="connsiteY5" fmla="*/ 0 h 2738446"/>
                <a:gd name="connsiteX6" fmla="*/ 147 w 2594859"/>
                <a:gd name="connsiteY6" fmla="*/ 1678 h 2738446"/>
                <a:gd name="connsiteX0" fmla="*/ 147 w 2595937"/>
                <a:gd name="connsiteY0" fmla="*/ 1678 h 2738446"/>
                <a:gd name="connsiteX1" fmla="*/ 10375 w 2595937"/>
                <a:gd name="connsiteY1" fmla="*/ 2738446 h 2738446"/>
                <a:gd name="connsiteX2" fmla="*/ 2595937 w 2595937"/>
                <a:gd name="connsiteY2" fmla="*/ 2718691 h 2738446"/>
                <a:gd name="connsiteX3" fmla="*/ 2593942 w 2595937"/>
                <a:gd name="connsiteY3" fmla="*/ 1756502 h 2738446"/>
                <a:gd name="connsiteX4" fmla="*/ 1524561 w 2595937"/>
                <a:gd name="connsiteY4" fmla="*/ 1752484 h 2738446"/>
                <a:gd name="connsiteX5" fmla="*/ 1522053 w 2595937"/>
                <a:gd name="connsiteY5" fmla="*/ 0 h 2738446"/>
                <a:gd name="connsiteX6" fmla="*/ 147 w 2595937"/>
                <a:gd name="connsiteY6" fmla="*/ 1678 h 2738446"/>
                <a:gd name="connsiteX0" fmla="*/ 147 w 2595937"/>
                <a:gd name="connsiteY0" fmla="*/ 1678 h 2738446"/>
                <a:gd name="connsiteX1" fmla="*/ 10375 w 2595937"/>
                <a:gd name="connsiteY1" fmla="*/ 2738446 h 2738446"/>
                <a:gd name="connsiteX2" fmla="*/ 2595937 w 2595937"/>
                <a:gd name="connsiteY2" fmla="*/ 2718691 h 2738446"/>
                <a:gd name="connsiteX3" fmla="*/ 2588840 w 2595937"/>
                <a:gd name="connsiteY3" fmla="*/ 1762108 h 2738446"/>
                <a:gd name="connsiteX4" fmla="*/ 1524561 w 2595937"/>
                <a:gd name="connsiteY4" fmla="*/ 1752484 h 2738446"/>
                <a:gd name="connsiteX5" fmla="*/ 1522053 w 2595937"/>
                <a:gd name="connsiteY5" fmla="*/ 0 h 2738446"/>
                <a:gd name="connsiteX6" fmla="*/ 147 w 2595937"/>
                <a:gd name="connsiteY6" fmla="*/ 1678 h 2738446"/>
                <a:gd name="connsiteX0" fmla="*/ 147 w 2595937"/>
                <a:gd name="connsiteY0" fmla="*/ 1678 h 2738446"/>
                <a:gd name="connsiteX1" fmla="*/ 10375 w 2595937"/>
                <a:gd name="connsiteY1" fmla="*/ 2738446 h 2738446"/>
                <a:gd name="connsiteX2" fmla="*/ 2595937 w 2595937"/>
                <a:gd name="connsiteY2" fmla="*/ 2718691 h 2738446"/>
                <a:gd name="connsiteX3" fmla="*/ 2591392 w 2595937"/>
                <a:gd name="connsiteY3" fmla="*/ 1750895 h 2738446"/>
                <a:gd name="connsiteX4" fmla="*/ 1524561 w 2595937"/>
                <a:gd name="connsiteY4" fmla="*/ 1752484 h 2738446"/>
                <a:gd name="connsiteX5" fmla="*/ 1522053 w 2595937"/>
                <a:gd name="connsiteY5" fmla="*/ 0 h 2738446"/>
                <a:gd name="connsiteX6" fmla="*/ 147 w 2595937"/>
                <a:gd name="connsiteY6" fmla="*/ 1678 h 2738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5937" h="2738446">
                  <a:moveTo>
                    <a:pt x="147" y="1678"/>
                  </a:moveTo>
                  <a:cubicBezTo>
                    <a:pt x="-1546" y="905918"/>
                    <a:pt x="12068" y="1834206"/>
                    <a:pt x="10375" y="2738446"/>
                  </a:cubicBezTo>
                  <a:lnTo>
                    <a:pt x="2595937" y="2718691"/>
                  </a:lnTo>
                  <a:cubicBezTo>
                    <a:pt x="2592550" y="2241171"/>
                    <a:pt x="2594779" y="2228415"/>
                    <a:pt x="2591392" y="1750895"/>
                  </a:cubicBezTo>
                  <a:lnTo>
                    <a:pt x="1524561" y="1752484"/>
                  </a:lnTo>
                  <a:cubicBezTo>
                    <a:pt x="1521174" y="1310524"/>
                    <a:pt x="1525440" y="441960"/>
                    <a:pt x="1522053" y="0"/>
                  </a:cubicBezTo>
                  <a:lnTo>
                    <a:pt x="147" y="1678"/>
                  </a:lnTo>
                  <a:close/>
                </a:path>
              </a:pathLst>
            </a:custGeom>
            <a:noFill/>
            <a:ln w="127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F654173D-10C6-EA1B-5C7A-1BCE9EC91018}"/>
                </a:ext>
              </a:extLst>
            </p:cNvPr>
            <p:cNvGrpSpPr/>
            <p:nvPr/>
          </p:nvGrpSpPr>
          <p:grpSpPr>
            <a:xfrm>
              <a:off x="2224272" y="2759883"/>
              <a:ext cx="756621" cy="648000"/>
              <a:chOff x="1603109" y="2752237"/>
              <a:chExt cx="756621" cy="648000"/>
            </a:xfrm>
          </p:grpSpPr>
          <p:sp>
            <p:nvSpPr>
              <p:cNvPr id="77" name="箭头: 下 403">
                <a:extLst>
                  <a:ext uri="{FF2B5EF4-FFF2-40B4-BE49-F238E27FC236}">
                    <a16:creationId xmlns:a16="http://schemas.microsoft.com/office/drawing/2014/main" id="{067439DD-3A40-B142-CB00-840A2D1636E8}"/>
                  </a:ext>
                </a:extLst>
              </p:cNvPr>
              <p:cNvSpPr/>
              <p:nvPr/>
            </p:nvSpPr>
            <p:spPr>
              <a:xfrm rot="10800000" flipV="1">
                <a:off x="1923811" y="2752237"/>
                <a:ext cx="115217" cy="648000"/>
              </a:xfrm>
              <a:prstGeom prst="down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68CD01B-4C5A-A6F3-F48F-63E2CBF78336}"/>
                  </a:ext>
                </a:extLst>
              </p:cNvPr>
              <p:cNvSpPr txBox="1"/>
              <p:nvPr/>
            </p:nvSpPr>
            <p:spPr>
              <a:xfrm>
                <a:off x="1603109" y="2937742"/>
                <a:ext cx="756621" cy="261610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100" b="1" dirty="0">
                    <a:solidFill>
                      <a:schemeClr val="accent6">
                        <a:lumMod val="75000"/>
                      </a:schemeClr>
                    </a:solidFill>
                    <a:highlight>
                      <a:srgbClr val="FFFFFF"/>
                    </a:highligh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①</a:t>
                </a:r>
                <a:r>
                  <a:rPr lang="en-US" altLang="zh-CN" sz="1100" b="1" dirty="0">
                    <a:solidFill>
                      <a:schemeClr val="accent6">
                        <a:lumMod val="75000"/>
                      </a:schemeClr>
                    </a:solidFill>
                    <a:highlight>
                      <a:srgbClr val="FFFFFF"/>
                    </a:highlight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Retrieve</a:t>
                </a: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D2DC4FF-7828-D4AA-0083-3BE82A3C1EFD}"/>
                </a:ext>
              </a:extLst>
            </p:cNvPr>
            <p:cNvGrpSpPr/>
            <p:nvPr/>
          </p:nvGrpSpPr>
          <p:grpSpPr>
            <a:xfrm>
              <a:off x="1883625" y="2044783"/>
              <a:ext cx="1437915" cy="519411"/>
              <a:chOff x="1760384" y="2120904"/>
              <a:chExt cx="1494121" cy="519426"/>
            </a:xfrm>
          </p:grpSpPr>
          <p:sp>
            <p:nvSpPr>
              <p:cNvPr id="72" name="圆角矩形 71">
                <a:extLst>
                  <a:ext uri="{FF2B5EF4-FFF2-40B4-BE49-F238E27FC236}">
                    <a16:creationId xmlns:a16="http://schemas.microsoft.com/office/drawing/2014/main" id="{76C60958-DEEB-2340-BE7E-CD9A4F5A3EC2}"/>
                  </a:ext>
                </a:extLst>
              </p:cNvPr>
              <p:cNvSpPr/>
              <p:nvPr/>
            </p:nvSpPr>
            <p:spPr>
              <a:xfrm>
                <a:off x="1760384" y="2124710"/>
                <a:ext cx="1486971" cy="515620"/>
              </a:xfrm>
              <a:prstGeom prst="roundRect">
                <a:avLst/>
              </a:prstGeom>
              <a:solidFill>
                <a:srgbClr val="F5F5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DDBCED3-AD82-769B-5690-12D1E9D32610}"/>
                  </a:ext>
                </a:extLst>
              </p:cNvPr>
              <p:cNvSpPr txBox="1"/>
              <p:nvPr/>
            </p:nvSpPr>
            <p:spPr>
              <a:xfrm>
                <a:off x="1787507" y="2381885"/>
                <a:ext cx="1466998" cy="18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charset="0"/>
                    <a:cs typeface="Times New Roman" panose="02020603050405020304" charset="0"/>
                  </a:rPr>
                  <a:t>... \n\treturn cost</a:t>
                </a:r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[m</a:t>
                </a:r>
              </a:p>
            </p:txBody>
          </p:sp>
          <p:pic>
            <p:nvPicPr>
              <p:cNvPr id="162" name="图形 161">
                <a:extLst>
                  <a:ext uri="{FF2B5EF4-FFF2-40B4-BE49-F238E27FC236}">
                    <a16:creationId xmlns:a16="http://schemas.microsoft.com/office/drawing/2014/main" id="{9EB723D6-E111-DB23-29C0-46CB7A3F0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842932" y="2146304"/>
                <a:ext cx="230505" cy="230505"/>
              </a:xfrm>
              <a:prstGeom prst="rect">
                <a:avLst/>
              </a:prstGeom>
            </p:spPr>
          </p:pic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482D986-3B9A-BCDF-1BD2-A931E3863959}"/>
                  </a:ext>
                </a:extLst>
              </p:cNvPr>
              <p:cNvSpPr txBox="1"/>
              <p:nvPr/>
            </p:nvSpPr>
            <p:spPr>
              <a:xfrm>
                <a:off x="2018193" y="2120904"/>
                <a:ext cx="5857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lang="zh-CN" altLang="en-US" sz="1200" b="1" dirty="0"/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0A91D858-64C2-E06D-9294-3B32EA79BD3C}"/>
                </a:ext>
              </a:extLst>
            </p:cNvPr>
            <p:cNvGrpSpPr/>
            <p:nvPr/>
          </p:nvGrpSpPr>
          <p:grpSpPr>
            <a:xfrm>
              <a:off x="1887065" y="3603573"/>
              <a:ext cx="1431035" cy="631638"/>
              <a:chOff x="712969" y="3603573"/>
              <a:chExt cx="1431035" cy="631638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7B65F1D-A8C8-556E-2AA1-B5BB13F5DC08}"/>
                  </a:ext>
                </a:extLst>
              </p:cNvPr>
              <p:cNvSpPr txBox="1"/>
              <p:nvPr/>
            </p:nvSpPr>
            <p:spPr>
              <a:xfrm>
                <a:off x="712969" y="4065934"/>
                <a:ext cx="1431035" cy="1692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100" dirty="0">
                    <a:latin typeface="Times New Roman" panose="02020603050405020304" charset="0"/>
                    <a:cs typeface="Times New Roman" panose="02020603050405020304" charset="0"/>
                  </a:rPr>
                  <a:t>Retrieval Corpus</a:t>
                </a:r>
              </a:p>
            </p:txBody>
          </p:sp>
          <p:pic>
            <p:nvPicPr>
              <p:cNvPr id="14" name="图片 13" descr="database">
                <a:extLst>
                  <a:ext uri="{FF2B5EF4-FFF2-40B4-BE49-F238E27FC236}">
                    <a16:creationId xmlns:a16="http://schemas.microsoft.com/office/drawing/2014/main" id="{5AEE7B5C-BC02-3285-F1E7-132720AA0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6526" y="3603573"/>
                <a:ext cx="474161" cy="474161"/>
              </a:xfrm>
              <a:prstGeom prst="rect">
                <a:avLst/>
              </a:prstGeom>
            </p:spPr>
          </p:pic>
        </p:grpSp>
        <p:sp>
          <p:nvSpPr>
            <p:cNvPr id="142" name="箭头: 下 403">
              <a:extLst>
                <a:ext uri="{FF2B5EF4-FFF2-40B4-BE49-F238E27FC236}">
                  <a16:creationId xmlns:a16="http://schemas.microsoft.com/office/drawing/2014/main" id="{44932658-0E9A-987D-A972-C3C1023CC441}"/>
                </a:ext>
              </a:extLst>
            </p:cNvPr>
            <p:cNvSpPr/>
            <p:nvPr/>
          </p:nvSpPr>
          <p:spPr>
            <a:xfrm rot="16200000">
              <a:off x="3239294" y="3603425"/>
              <a:ext cx="114935" cy="504000"/>
            </a:xfrm>
            <a:prstGeom prst="downArrow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u="sng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23A0B8C-ED73-4CAB-4B3B-C6FF5E7996F4}"/>
                </a:ext>
              </a:extLst>
            </p:cNvPr>
            <p:cNvSpPr txBox="1"/>
            <p:nvPr/>
          </p:nvSpPr>
          <p:spPr>
            <a:xfrm>
              <a:off x="1980016" y="4402792"/>
              <a:ext cx="2129489" cy="184666"/>
            </a:xfrm>
            <a:prstGeom prst="rect">
              <a:avLst/>
            </a:prstGeom>
          </p:spPr>
          <p:txBody>
            <a:bodyPr wrap="square" tIns="0" bIns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charset="0"/>
                  <a:cs typeface="Times New Roman" panose="02020603050405020304" charset="0"/>
                </a:rPr>
                <a:t>Retrieval-Based Drafting</a:t>
              </a:r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5171BBA8-24F0-3CD5-02B4-262B55D1F0DB}"/>
                </a:ext>
              </a:extLst>
            </p:cNvPr>
            <p:cNvGrpSpPr/>
            <p:nvPr/>
          </p:nvGrpSpPr>
          <p:grpSpPr>
            <a:xfrm>
              <a:off x="3497218" y="3661369"/>
              <a:ext cx="900000" cy="573842"/>
              <a:chOff x="1537387" y="925856"/>
              <a:chExt cx="900000" cy="573842"/>
            </a:xfrm>
          </p:grpSpPr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2DDA060-C9CE-8E6B-3C69-2DC95D3927B0}"/>
                  </a:ext>
                </a:extLst>
              </p:cNvPr>
              <p:cNvSpPr txBox="1"/>
              <p:nvPr/>
            </p:nvSpPr>
            <p:spPr>
              <a:xfrm>
                <a:off x="1537387" y="1330421"/>
                <a:ext cx="900000" cy="1692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1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Retrieved Code</a:t>
                </a:r>
              </a:p>
            </p:txBody>
          </p: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59A6BD6B-4073-44BB-FB0D-765CD21973CE}"/>
                  </a:ext>
                </a:extLst>
              </p:cNvPr>
              <p:cNvGrpSpPr/>
              <p:nvPr/>
            </p:nvGrpSpPr>
            <p:grpSpPr>
              <a:xfrm>
                <a:off x="1802327" y="925856"/>
                <a:ext cx="415841" cy="408967"/>
                <a:chOff x="2512753" y="1424939"/>
                <a:chExt cx="4416596" cy="4343586"/>
              </a:xfrm>
            </p:grpSpPr>
            <p:pic>
              <p:nvPicPr>
                <p:cNvPr id="115" name="图片 114" descr="形状&#10;&#10;AI 生成的内容可能不正确。">
                  <a:extLst>
                    <a:ext uri="{FF2B5EF4-FFF2-40B4-BE49-F238E27FC236}">
                      <a16:creationId xmlns:a16="http://schemas.microsoft.com/office/drawing/2014/main" id="{E95CDB15-07E5-5FA5-CBDD-744243D5D5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2753" y="1424939"/>
                  <a:ext cx="4416596" cy="3983369"/>
                </a:xfrm>
                <a:prstGeom prst="rect">
                  <a:avLst/>
                </a:prstGeom>
              </p:spPr>
            </p:pic>
            <p:pic>
              <p:nvPicPr>
                <p:cNvPr id="122" name="图片 121" descr="图标&#10;&#10;AI 生成的内容可能不正确。">
                  <a:extLst>
                    <a:ext uri="{FF2B5EF4-FFF2-40B4-BE49-F238E27FC236}">
                      <a16:creationId xmlns:a16="http://schemas.microsoft.com/office/drawing/2014/main" id="{CEB4D045-0393-6D80-B570-37435FA39E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21827" y="3925453"/>
                  <a:ext cx="1843073" cy="1843072"/>
                </a:xfrm>
                <a:prstGeom prst="rect">
                  <a:avLst/>
                </a:prstGeom>
              </p:spPr>
            </p:pic>
          </p:grpSp>
        </p:grp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F576ACE6-D33A-A243-738D-D45E2C136641}"/>
                </a:ext>
              </a:extLst>
            </p:cNvPr>
            <p:cNvSpPr txBox="1"/>
            <p:nvPr/>
          </p:nvSpPr>
          <p:spPr>
            <a:xfrm>
              <a:off x="3534114" y="3236934"/>
              <a:ext cx="828000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1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Retained Code</a:t>
              </a:r>
            </a:p>
          </p:txBody>
        </p: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867843DA-11E5-C346-8642-6D3C4CD027F8}"/>
                </a:ext>
              </a:extLst>
            </p:cNvPr>
            <p:cNvGrpSpPr/>
            <p:nvPr/>
          </p:nvGrpSpPr>
          <p:grpSpPr>
            <a:xfrm>
              <a:off x="3513110" y="1991698"/>
              <a:ext cx="864000" cy="573842"/>
              <a:chOff x="3740651" y="925856"/>
              <a:chExt cx="864000" cy="573842"/>
            </a:xfrm>
          </p:grpSpPr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79F0151B-35B6-D593-BB46-A943FAEC001C}"/>
                  </a:ext>
                </a:extLst>
              </p:cNvPr>
              <p:cNvSpPr txBox="1"/>
              <p:nvPr/>
            </p:nvSpPr>
            <p:spPr>
              <a:xfrm>
                <a:off x="3740651" y="1330421"/>
                <a:ext cx="864000" cy="1692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1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Extended Code</a:t>
                </a:r>
              </a:p>
            </p:txBody>
          </p:sp>
          <p:grpSp>
            <p:nvGrpSpPr>
              <p:cNvPr id="126" name="组合 125">
                <a:extLst>
                  <a:ext uri="{FF2B5EF4-FFF2-40B4-BE49-F238E27FC236}">
                    <a16:creationId xmlns:a16="http://schemas.microsoft.com/office/drawing/2014/main" id="{BD43EE2B-1491-47AF-5019-38CE17C7BFA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70102" y="925856"/>
                <a:ext cx="465060" cy="410400"/>
                <a:chOff x="-112717" y="1424939"/>
                <a:chExt cx="4513903" cy="3983367"/>
              </a:xfrm>
            </p:grpSpPr>
            <p:pic>
              <p:nvPicPr>
                <p:cNvPr id="127" name="图片 126" descr="形状&#10;&#10;AI 生成的内容可能不正确。">
                  <a:extLst>
                    <a:ext uri="{FF2B5EF4-FFF2-40B4-BE49-F238E27FC236}">
                      <a16:creationId xmlns:a16="http://schemas.microsoft.com/office/drawing/2014/main" id="{5462870A-165C-6D1A-6935-7B0D3743B6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12717" y="1424939"/>
                  <a:ext cx="4416599" cy="3983367"/>
                </a:xfrm>
                <a:prstGeom prst="rect">
                  <a:avLst/>
                </a:prstGeom>
              </p:spPr>
            </p:pic>
            <p:pic>
              <p:nvPicPr>
                <p:cNvPr id="129" name="图片 128" descr="图标&#10;&#10;AI 生成的内容可能不正确。">
                  <a:extLst>
                    <a:ext uri="{FF2B5EF4-FFF2-40B4-BE49-F238E27FC236}">
                      <a16:creationId xmlns:a16="http://schemas.microsoft.com/office/drawing/2014/main" id="{0797ECCC-C598-3178-E41B-B8016D0DAE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93653" y="3376527"/>
                  <a:ext cx="1907533" cy="1907532"/>
                </a:xfrm>
                <a:prstGeom prst="rect">
                  <a:avLst/>
                </a:prstGeom>
              </p:spPr>
            </p:pic>
          </p:grpSp>
        </p:grp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0036EDE8-D631-CBD2-EA66-148CC87D55C3}"/>
                </a:ext>
              </a:extLst>
            </p:cNvPr>
            <p:cNvSpPr/>
            <p:nvPr/>
          </p:nvSpPr>
          <p:spPr>
            <a:xfrm flipH="1" flipV="1">
              <a:off x="3431619" y="1901701"/>
              <a:ext cx="2090822" cy="2300292"/>
            </a:xfrm>
            <a:custGeom>
              <a:avLst/>
              <a:gdLst>
                <a:gd name="connsiteX0" fmla="*/ 5080 w 3652520"/>
                <a:gd name="connsiteY0" fmla="*/ 2032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20320 h 2743200"/>
                <a:gd name="connsiteX0" fmla="*/ 5080 w 3652520"/>
                <a:gd name="connsiteY0" fmla="*/ 2032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20320 h 2743200"/>
                <a:gd name="connsiteX0" fmla="*/ 5080 w 3652520"/>
                <a:gd name="connsiteY0" fmla="*/ 12700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12700 h 2743200"/>
                <a:gd name="connsiteX0" fmla="*/ 5080 w 3652520"/>
                <a:gd name="connsiteY0" fmla="*/ 17809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17809 h 2743200"/>
                <a:gd name="connsiteX0" fmla="*/ 5080 w 3652520"/>
                <a:gd name="connsiteY0" fmla="*/ 5037 h 2743200"/>
                <a:gd name="connsiteX1" fmla="*/ 0 w 3652520"/>
                <a:gd name="connsiteY1" fmla="*/ 2733040 h 2743200"/>
                <a:gd name="connsiteX2" fmla="*/ 3652520 w 3652520"/>
                <a:gd name="connsiteY2" fmla="*/ 2743200 h 2743200"/>
                <a:gd name="connsiteX3" fmla="*/ 3642360 w 3652520"/>
                <a:gd name="connsiteY3" fmla="*/ 1310640 h 2743200"/>
                <a:gd name="connsiteX4" fmla="*/ 1894840 w 3652520"/>
                <a:gd name="connsiteY4" fmla="*/ 1325880 h 2743200"/>
                <a:gd name="connsiteX5" fmla="*/ 1884680 w 3652520"/>
                <a:gd name="connsiteY5" fmla="*/ 0 h 2743200"/>
                <a:gd name="connsiteX6" fmla="*/ 5080 w 3652520"/>
                <a:gd name="connsiteY6" fmla="*/ 5037 h 2743200"/>
                <a:gd name="connsiteX0" fmla="*/ 5080 w 3652520"/>
                <a:gd name="connsiteY0" fmla="*/ 0 h 2743272"/>
                <a:gd name="connsiteX1" fmla="*/ 0 w 3652520"/>
                <a:gd name="connsiteY1" fmla="*/ 2733112 h 2743272"/>
                <a:gd name="connsiteX2" fmla="*/ 3652520 w 3652520"/>
                <a:gd name="connsiteY2" fmla="*/ 2743272 h 2743272"/>
                <a:gd name="connsiteX3" fmla="*/ 3642360 w 3652520"/>
                <a:gd name="connsiteY3" fmla="*/ 1310712 h 2743272"/>
                <a:gd name="connsiteX4" fmla="*/ 1894840 w 3652520"/>
                <a:gd name="connsiteY4" fmla="*/ 1325952 h 2743272"/>
                <a:gd name="connsiteX5" fmla="*/ 1884680 w 3652520"/>
                <a:gd name="connsiteY5" fmla="*/ 72 h 2743272"/>
                <a:gd name="connsiteX6" fmla="*/ 5080 w 3652520"/>
                <a:gd name="connsiteY6" fmla="*/ 0 h 2743272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90247 w 3647927"/>
                <a:gd name="connsiteY4" fmla="*/ 1325952 h 2748439"/>
                <a:gd name="connsiteX5" fmla="*/ 1880087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80087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23958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18810 w 3647927"/>
                <a:gd name="connsiteY4" fmla="*/ 1331787 h 2748439"/>
                <a:gd name="connsiteX5" fmla="*/ 1849471 w 3647927"/>
                <a:gd name="connsiteY5" fmla="*/ 72 h 2748439"/>
                <a:gd name="connsiteX6" fmla="*/ 487 w 3647927"/>
                <a:gd name="connsiteY6" fmla="*/ 0 h 2748439"/>
                <a:gd name="connsiteX0" fmla="*/ 487 w 3647927"/>
                <a:gd name="connsiteY0" fmla="*/ 0 h 2748439"/>
                <a:gd name="connsiteX1" fmla="*/ 510 w 3647927"/>
                <a:gd name="connsiteY1" fmla="*/ 2748439 h 2748439"/>
                <a:gd name="connsiteX2" fmla="*/ 3647927 w 3647927"/>
                <a:gd name="connsiteY2" fmla="*/ 2743272 h 2748439"/>
                <a:gd name="connsiteX3" fmla="*/ 3637767 w 3647927"/>
                <a:gd name="connsiteY3" fmla="*/ 1310712 h 2748439"/>
                <a:gd name="connsiteX4" fmla="*/ 1844323 w 3647927"/>
                <a:gd name="connsiteY4" fmla="*/ 1331787 h 2748439"/>
                <a:gd name="connsiteX5" fmla="*/ 1849471 w 3647927"/>
                <a:gd name="connsiteY5" fmla="*/ 72 h 2748439"/>
                <a:gd name="connsiteX6" fmla="*/ 487 w 3647927"/>
                <a:gd name="connsiteY6" fmla="*/ 0 h 2748439"/>
                <a:gd name="connsiteX0" fmla="*/ 487 w 3637795"/>
                <a:gd name="connsiteY0" fmla="*/ 0 h 2748439"/>
                <a:gd name="connsiteX1" fmla="*/ 510 w 3637795"/>
                <a:gd name="connsiteY1" fmla="*/ 2748439 h 2748439"/>
                <a:gd name="connsiteX2" fmla="*/ 3341770 w 3637795"/>
                <a:gd name="connsiteY2" fmla="*/ 2725764 h 2748439"/>
                <a:gd name="connsiteX3" fmla="*/ 3637767 w 3637795"/>
                <a:gd name="connsiteY3" fmla="*/ 1310712 h 2748439"/>
                <a:gd name="connsiteX4" fmla="*/ 1844323 w 3637795"/>
                <a:gd name="connsiteY4" fmla="*/ 1331787 h 2748439"/>
                <a:gd name="connsiteX5" fmla="*/ 1849471 w 3637795"/>
                <a:gd name="connsiteY5" fmla="*/ 72 h 2748439"/>
                <a:gd name="connsiteX6" fmla="*/ 487 w 3637795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2 w 3341770"/>
                <a:gd name="connsiteY3" fmla="*/ 1316547 h 2748439"/>
                <a:gd name="connsiteX4" fmla="*/ 1844323 w 3341770"/>
                <a:gd name="connsiteY4" fmla="*/ 1331787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3 w 3341770"/>
                <a:gd name="connsiteY4" fmla="*/ 1331787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4 w 3341770"/>
                <a:gd name="connsiteY4" fmla="*/ 1530208 h 2748439"/>
                <a:gd name="connsiteX5" fmla="*/ 1849471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844324 w 3341770"/>
                <a:gd name="connsiteY4" fmla="*/ 1530208 h 2748439"/>
                <a:gd name="connsiteX5" fmla="*/ 1550968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550968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42815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12199 w 3341770"/>
                <a:gd name="connsiteY5" fmla="*/ 72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565224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3336713 w 3341770"/>
                <a:gd name="connsiteY3" fmla="*/ 1549984 h 2748439"/>
                <a:gd name="connsiteX4" fmla="*/ 1630014 w 3341770"/>
                <a:gd name="connsiteY4" fmla="*/ 1887365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851116 h 2748439"/>
                <a:gd name="connsiteX4" fmla="*/ 1630014 w 3343706"/>
                <a:gd name="connsiteY4" fmla="*/ 1887365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732064 h 2748439"/>
                <a:gd name="connsiteX4" fmla="*/ 1630014 w 3343706"/>
                <a:gd name="connsiteY4" fmla="*/ 1887365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3706"/>
                <a:gd name="connsiteY0" fmla="*/ 0 h 2748439"/>
                <a:gd name="connsiteX1" fmla="*/ 510 w 3343706"/>
                <a:gd name="connsiteY1" fmla="*/ 2748439 h 2748439"/>
                <a:gd name="connsiteX2" fmla="*/ 3341770 w 3343706"/>
                <a:gd name="connsiteY2" fmla="*/ 2725764 h 2748439"/>
                <a:gd name="connsiteX3" fmla="*/ 3342837 w 3343706"/>
                <a:gd name="connsiteY3" fmla="*/ 1732064 h 2748439"/>
                <a:gd name="connsiteX4" fmla="*/ 1648384 w 3343706"/>
                <a:gd name="connsiteY4" fmla="*/ 1761310 h 2748439"/>
                <a:gd name="connsiteX5" fmla="*/ 1635161 w 3343706"/>
                <a:gd name="connsiteY5" fmla="*/ 8826 h 2748439"/>
                <a:gd name="connsiteX6" fmla="*/ 487 w 3343706"/>
                <a:gd name="connsiteY6" fmla="*/ 0 h 2748439"/>
                <a:gd name="connsiteX0" fmla="*/ 487 w 3341770"/>
                <a:gd name="connsiteY0" fmla="*/ 0 h 2748439"/>
                <a:gd name="connsiteX1" fmla="*/ 510 w 3341770"/>
                <a:gd name="connsiteY1" fmla="*/ 2748439 h 2748439"/>
                <a:gd name="connsiteX2" fmla="*/ 3341770 w 3341770"/>
                <a:gd name="connsiteY2" fmla="*/ 2725764 h 2748439"/>
                <a:gd name="connsiteX3" fmla="*/ 2730522 w 3341770"/>
                <a:gd name="connsiteY3" fmla="*/ 1758325 h 2748439"/>
                <a:gd name="connsiteX4" fmla="*/ 1648384 w 3341770"/>
                <a:gd name="connsiteY4" fmla="*/ 1761310 h 2748439"/>
                <a:gd name="connsiteX5" fmla="*/ 1635161 w 3341770"/>
                <a:gd name="connsiteY5" fmla="*/ 8826 h 2748439"/>
                <a:gd name="connsiteX6" fmla="*/ 487 w 3341770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648384 w 2730861"/>
                <a:gd name="connsiteY4" fmla="*/ 1761310 h 2748439"/>
                <a:gd name="connsiteX5" fmla="*/ 1635161 w 2730861"/>
                <a:gd name="connsiteY5" fmla="*/ 8826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635161 w 2730861"/>
                <a:gd name="connsiteY5" fmla="*/ 8826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580053 w 2730861"/>
                <a:gd name="connsiteY5" fmla="*/ 15829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586176 w 2730861"/>
                <a:gd name="connsiteY5" fmla="*/ 15829 h 2748439"/>
                <a:gd name="connsiteX6" fmla="*/ 487 w 2730861"/>
                <a:gd name="connsiteY6" fmla="*/ 0 h 2748439"/>
                <a:gd name="connsiteX0" fmla="*/ 487 w 2730861"/>
                <a:gd name="connsiteY0" fmla="*/ 0 h 2748439"/>
                <a:gd name="connsiteX1" fmla="*/ 510 w 2730861"/>
                <a:gd name="connsiteY1" fmla="*/ 2748439 h 2748439"/>
                <a:gd name="connsiteX2" fmla="*/ 2714147 w 2730861"/>
                <a:gd name="connsiteY2" fmla="*/ 2734518 h 2748439"/>
                <a:gd name="connsiteX3" fmla="*/ 2730522 w 2730861"/>
                <a:gd name="connsiteY3" fmla="*/ 1758325 h 2748439"/>
                <a:gd name="connsiteX4" fmla="*/ 1581030 w 2730861"/>
                <a:gd name="connsiteY4" fmla="*/ 1768313 h 2748439"/>
                <a:gd name="connsiteX5" fmla="*/ 1578522 w 2730861"/>
                <a:gd name="connsiteY5" fmla="*/ 12911 h 2748439"/>
                <a:gd name="connsiteX6" fmla="*/ 487 w 2730861"/>
                <a:gd name="connsiteY6" fmla="*/ 0 h 2748439"/>
                <a:gd name="connsiteX0" fmla="*/ 51003 w 2730351"/>
                <a:gd name="connsiteY0" fmla="*/ 0 h 2754275"/>
                <a:gd name="connsiteX1" fmla="*/ 0 w 2730351"/>
                <a:gd name="connsiteY1" fmla="*/ 2754275 h 2754275"/>
                <a:gd name="connsiteX2" fmla="*/ 2713637 w 2730351"/>
                <a:gd name="connsiteY2" fmla="*/ 2740354 h 2754275"/>
                <a:gd name="connsiteX3" fmla="*/ 2730012 w 2730351"/>
                <a:gd name="connsiteY3" fmla="*/ 1764161 h 2754275"/>
                <a:gd name="connsiteX4" fmla="*/ 1580520 w 2730351"/>
                <a:gd name="connsiteY4" fmla="*/ 1774149 h 2754275"/>
                <a:gd name="connsiteX5" fmla="*/ 1578012 w 2730351"/>
                <a:gd name="connsiteY5" fmla="*/ 18747 h 2754275"/>
                <a:gd name="connsiteX6" fmla="*/ 51003 w 2730351"/>
                <a:gd name="connsiteY6" fmla="*/ 0 h 2754275"/>
                <a:gd name="connsiteX0" fmla="*/ 109 w 2679457"/>
                <a:gd name="connsiteY0" fmla="*/ 0 h 2760111"/>
                <a:gd name="connsiteX1" fmla="*/ 15440 w 2679457"/>
                <a:gd name="connsiteY1" fmla="*/ 2760111 h 2760111"/>
                <a:gd name="connsiteX2" fmla="*/ 2662743 w 2679457"/>
                <a:gd name="connsiteY2" fmla="*/ 2740354 h 2760111"/>
                <a:gd name="connsiteX3" fmla="*/ 2679118 w 2679457"/>
                <a:gd name="connsiteY3" fmla="*/ 1764161 h 2760111"/>
                <a:gd name="connsiteX4" fmla="*/ 1529626 w 2679457"/>
                <a:gd name="connsiteY4" fmla="*/ 1774149 h 2760111"/>
                <a:gd name="connsiteX5" fmla="*/ 1527118 w 2679457"/>
                <a:gd name="connsiteY5" fmla="*/ 18747 h 2760111"/>
                <a:gd name="connsiteX6" fmla="*/ 109 w 2679457"/>
                <a:gd name="connsiteY6" fmla="*/ 0 h 2760111"/>
                <a:gd name="connsiteX0" fmla="*/ 147 w 2674392"/>
                <a:gd name="connsiteY0" fmla="*/ 16268 h 2741364"/>
                <a:gd name="connsiteX1" fmla="*/ 10375 w 2674392"/>
                <a:gd name="connsiteY1" fmla="*/ 2741364 h 2741364"/>
                <a:gd name="connsiteX2" fmla="*/ 2657678 w 2674392"/>
                <a:gd name="connsiteY2" fmla="*/ 2721607 h 2741364"/>
                <a:gd name="connsiteX3" fmla="*/ 2674053 w 2674392"/>
                <a:gd name="connsiteY3" fmla="*/ 1745414 h 2741364"/>
                <a:gd name="connsiteX4" fmla="*/ 1524561 w 2674392"/>
                <a:gd name="connsiteY4" fmla="*/ 1755402 h 2741364"/>
                <a:gd name="connsiteX5" fmla="*/ 1522053 w 2674392"/>
                <a:gd name="connsiteY5" fmla="*/ 0 h 2741364"/>
                <a:gd name="connsiteX6" fmla="*/ 147 w 2674392"/>
                <a:gd name="connsiteY6" fmla="*/ 16268 h 2741364"/>
                <a:gd name="connsiteX0" fmla="*/ 147 w 2674392"/>
                <a:gd name="connsiteY0" fmla="*/ 4596 h 2741364"/>
                <a:gd name="connsiteX1" fmla="*/ 10375 w 2674392"/>
                <a:gd name="connsiteY1" fmla="*/ 2741364 h 2741364"/>
                <a:gd name="connsiteX2" fmla="*/ 2657678 w 2674392"/>
                <a:gd name="connsiteY2" fmla="*/ 2721607 h 2741364"/>
                <a:gd name="connsiteX3" fmla="*/ 2674053 w 2674392"/>
                <a:gd name="connsiteY3" fmla="*/ 1745414 h 2741364"/>
                <a:gd name="connsiteX4" fmla="*/ 1524561 w 2674392"/>
                <a:gd name="connsiteY4" fmla="*/ 1755402 h 2741364"/>
                <a:gd name="connsiteX5" fmla="*/ 1522053 w 2674392"/>
                <a:gd name="connsiteY5" fmla="*/ 0 h 2741364"/>
                <a:gd name="connsiteX6" fmla="*/ 147 w 2674392"/>
                <a:gd name="connsiteY6" fmla="*/ 4596 h 2741364"/>
                <a:gd name="connsiteX0" fmla="*/ 147 w 2674392"/>
                <a:gd name="connsiteY0" fmla="*/ 4596 h 2741364"/>
                <a:gd name="connsiteX1" fmla="*/ 10375 w 2674392"/>
                <a:gd name="connsiteY1" fmla="*/ 2741364 h 2741364"/>
                <a:gd name="connsiteX2" fmla="*/ 2657678 w 2674392"/>
                <a:gd name="connsiteY2" fmla="*/ 2721607 h 2741364"/>
                <a:gd name="connsiteX3" fmla="*/ 2674053 w 2674392"/>
                <a:gd name="connsiteY3" fmla="*/ 1745414 h 2741364"/>
                <a:gd name="connsiteX4" fmla="*/ 1524561 w 2674392"/>
                <a:gd name="connsiteY4" fmla="*/ 1755402 h 2741364"/>
                <a:gd name="connsiteX5" fmla="*/ 1527155 w 2674392"/>
                <a:gd name="connsiteY5" fmla="*/ 0 h 2741364"/>
                <a:gd name="connsiteX6" fmla="*/ 147 w 2674392"/>
                <a:gd name="connsiteY6" fmla="*/ 4596 h 2741364"/>
                <a:gd name="connsiteX0" fmla="*/ 147 w 2674392"/>
                <a:gd name="connsiteY0" fmla="*/ 1678 h 2738446"/>
                <a:gd name="connsiteX1" fmla="*/ 10375 w 2674392"/>
                <a:gd name="connsiteY1" fmla="*/ 2738446 h 2738446"/>
                <a:gd name="connsiteX2" fmla="*/ 2657678 w 2674392"/>
                <a:gd name="connsiteY2" fmla="*/ 2718689 h 2738446"/>
                <a:gd name="connsiteX3" fmla="*/ 2674053 w 2674392"/>
                <a:gd name="connsiteY3" fmla="*/ 1742496 h 2738446"/>
                <a:gd name="connsiteX4" fmla="*/ 1524561 w 2674392"/>
                <a:gd name="connsiteY4" fmla="*/ 1752484 h 2738446"/>
                <a:gd name="connsiteX5" fmla="*/ 1522053 w 2674392"/>
                <a:gd name="connsiteY5" fmla="*/ 0 h 2738446"/>
                <a:gd name="connsiteX6" fmla="*/ 147 w 2674392"/>
                <a:gd name="connsiteY6" fmla="*/ 1678 h 2738446"/>
                <a:gd name="connsiteX0" fmla="*/ 147 w 2657678"/>
                <a:gd name="connsiteY0" fmla="*/ 1678 h 2738446"/>
                <a:gd name="connsiteX1" fmla="*/ 10375 w 2657678"/>
                <a:gd name="connsiteY1" fmla="*/ 2738446 h 2738446"/>
                <a:gd name="connsiteX2" fmla="*/ 2657678 w 2657678"/>
                <a:gd name="connsiteY2" fmla="*/ 2718689 h 2738446"/>
                <a:gd name="connsiteX3" fmla="*/ 2588329 w 2657678"/>
                <a:gd name="connsiteY3" fmla="*/ 1742496 h 2738446"/>
                <a:gd name="connsiteX4" fmla="*/ 1524561 w 2657678"/>
                <a:gd name="connsiteY4" fmla="*/ 1752484 h 2738446"/>
                <a:gd name="connsiteX5" fmla="*/ 1522053 w 2657678"/>
                <a:gd name="connsiteY5" fmla="*/ 0 h 2738446"/>
                <a:gd name="connsiteX6" fmla="*/ 147 w 2657678"/>
                <a:gd name="connsiteY6" fmla="*/ 1678 h 2738446"/>
                <a:gd name="connsiteX0" fmla="*/ 147 w 2588777"/>
                <a:gd name="connsiteY0" fmla="*/ 1678 h 2738446"/>
                <a:gd name="connsiteX1" fmla="*/ 10375 w 2588777"/>
                <a:gd name="connsiteY1" fmla="*/ 2738446 h 2738446"/>
                <a:gd name="connsiteX2" fmla="*/ 2578077 w 2588777"/>
                <a:gd name="connsiteY2" fmla="*/ 2718689 h 2738446"/>
                <a:gd name="connsiteX3" fmla="*/ 2588329 w 2588777"/>
                <a:gd name="connsiteY3" fmla="*/ 1742496 h 2738446"/>
                <a:gd name="connsiteX4" fmla="*/ 1524561 w 2588777"/>
                <a:gd name="connsiteY4" fmla="*/ 1752484 h 2738446"/>
                <a:gd name="connsiteX5" fmla="*/ 1522053 w 2588777"/>
                <a:gd name="connsiteY5" fmla="*/ 0 h 2738446"/>
                <a:gd name="connsiteX6" fmla="*/ 147 w 2588777"/>
                <a:gd name="connsiteY6" fmla="*/ 1678 h 2738446"/>
                <a:gd name="connsiteX0" fmla="*/ 147 w 2594791"/>
                <a:gd name="connsiteY0" fmla="*/ 1678 h 2738446"/>
                <a:gd name="connsiteX1" fmla="*/ 10375 w 2594791"/>
                <a:gd name="connsiteY1" fmla="*/ 2738446 h 2738446"/>
                <a:gd name="connsiteX2" fmla="*/ 2578077 w 2594791"/>
                <a:gd name="connsiteY2" fmla="*/ 2718689 h 2738446"/>
                <a:gd name="connsiteX3" fmla="*/ 2594452 w 2594791"/>
                <a:gd name="connsiteY3" fmla="*/ 1742496 h 2738446"/>
                <a:gd name="connsiteX4" fmla="*/ 1524561 w 2594791"/>
                <a:gd name="connsiteY4" fmla="*/ 1752484 h 2738446"/>
                <a:gd name="connsiteX5" fmla="*/ 1522053 w 2594791"/>
                <a:gd name="connsiteY5" fmla="*/ 0 h 2738446"/>
                <a:gd name="connsiteX6" fmla="*/ 147 w 2594791"/>
                <a:gd name="connsiteY6" fmla="*/ 1678 h 2738446"/>
                <a:gd name="connsiteX0" fmla="*/ 147 w 2578077"/>
                <a:gd name="connsiteY0" fmla="*/ 1678 h 2738446"/>
                <a:gd name="connsiteX1" fmla="*/ 10375 w 2578077"/>
                <a:gd name="connsiteY1" fmla="*/ 2738446 h 2738446"/>
                <a:gd name="connsiteX2" fmla="*/ 2578077 w 2578077"/>
                <a:gd name="connsiteY2" fmla="*/ 2718689 h 2738446"/>
                <a:gd name="connsiteX3" fmla="*/ 2576083 w 2578077"/>
                <a:gd name="connsiteY3" fmla="*/ 1756502 h 2738446"/>
                <a:gd name="connsiteX4" fmla="*/ 1524561 w 2578077"/>
                <a:gd name="connsiteY4" fmla="*/ 1752484 h 2738446"/>
                <a:gd name="connsiteX5" fmla="*/ 1522053 w 2578077"/>
                <a:gd name="connsiteY5" fmla="*/ 0 h 2738446"/>
                <a:gd name="connsiteX6" fmla="*/ 147 w 2578077"/>
                <a:gd name="connsiteY6" fmla="*/ 1678 h 2738446"/>
                <a:gd name="connsiteX0" fmla="*/ 147 w 2580715"/>
                <a:gd name="connsiteY0" fmla="*/ 1678 h 2738446"/>
                <a:gd name="connsiteX1" fmla="*/ 10375 w 2580715"/>
                <a:gd name="connsiteY1" fmla="*/ 2738446 h 2738446"/>
                <a:gd name="connsiteX2" fmla="*/ 2578077 w 2580715"/>
                <a:gd name="connsiteY2" fmla="*/ 2718689 h 2738446"/>
                <a:gd name="connsiteX3" fmla="*/ 2579910 w 2580715"/>
                <a:gd name="connsiteY3" fmla="*/ 999619 h 2738446"/>
                <a:gd name="connsiteX4" fmla="*/ 1524561 w 2580715"/>
                <a:gd name="connsiteY4" fmla="*/ 1752484 h 2738446"/>
                <a:gd name="connsiteX5" fmla="*/ 1522053 w 2580715"/>
                <a:gd name="connsiteY5" fmla="*/ 0 h 2738446"/>
                <a:gd name="connsiteX6" fmla="*/ 147 w 2580715"/>
                <a:gd name="connsiteY6" fmla="*/ 1678 h 2738446"/>
                <a:gd name="connsiteX0" fmla="*/ 147 w 2580715"/>
                <a:gd name="connsiteY0" fmla="*/ 1678 h 2738446"/>
                <a:gd name="connsiteX1" fmla="*/ 10375 w 2580715"/>
                <a:gd name="connsiteY1" fmla="*/ 2738446 h 2738446"/>
                <a:gd name="connsiteX2" fmla="*/ 2578077 w 2580715"/>
                <a:gd name="connsiteY2" fmla="*/ 2718689 h 2738446"/>
                <a:gd name="connsiteX3" fmla="*/ 2579910 w 2580715"/>
                <a:gd name="connsiteY3" fmla="*/ 999619 h 2738446"/>
                <a:gd name="connsiteX4" fmla="*/ 1528388 w 2580715"/>
                <a:gd name="connsiteY4" fmla="*/ 1008215 h 2738446"/>
                <a:gd name="connsiteX5" fmla="*/ 1522053 w 2580715"/>
                <a:gd name="connsiteY5" fmla="*/ 0 h 2738446"/>
                <a:gd name="connsiteX6" fmla="*/ 147 w 2580715"/>
                <a:gd name="connsiteY6" fmla="*/ 1678 h 2738446"/>
                <a:gd name="connsiteX0" fmla="*/ 147 w 2580715"/>
                <a:gd name="connsiteY0" fmla="*/ 1678 h 2738446"/>
                <a:gd name="connsiteX1" fmla="*/ 10375 w 2580715"/>
                <a:gd name="connsiteY1" fmla="*/ 2738446 h 2738446"/>
                <a:gd name="connsiteX2" fmla="*/ 2578077 w 2580715"/>
                <a:gd name="connsiteY2" fmla="*/ 2718689 h 2738446"/>
                <a:gd name="connsiteX3" fmla="*/ 2579910 w 2580715"/>
                <a:gd name="connsiteY3" fmla="*/ 999619 h 2738446"/>
                <a:gd name="connsiteX4" fmla="*/ 1528388 w 2580715"/>
                <a:gd name="connsiteY4" fmla="*/ 1008215 h 2738446"/>
                <a:gd name="connsiteX5" fmla="*/ 1533534 w 2580715"/>
                <a:gd name="connsiteY5" fmla="*/ 0 h 2738446"/>
                <a:gd name="connsiteX6" fmla="*/ 147 w 2580715"/>
                <a:gd name="connsiteY6" fmla="*/ 1678 h 2738446"/>
                <a:gd name="connsiteX0" fmla="*/ 147 w 2580715"/>
                <a:gd name="connsiteY0" fmla="*/ 1678 h 2738446"/>
                <a:gd name="connsiteX1" fmla="*/ 10375 w 2580715"/>
                <a:gd name="connsiteY1" fmla="*/ 2738446 h 2738446"/>
                <a:gd name="connsiteX2" fmla="*/ 2578077 w 2580715"/>
                <a:gd name="connsiteY2" fmla="*/ 2718689 h 2738446"/>
                <a:gd name="connsiteX3" fmla="*/ 2579910 w 2580715"/>
                <a:gd name="connsiteY3" fmla="*/ 999619 h 2738446"/>
                <a:gd name="connsiteX4" fmla="*/ 1539869 w 2580715"/>
                <a:gd name="connsiteY4" fmla="*/ 1012420 h 2738446"/>
                <a:gd name="connsiteX5" fmla="*/ 1533534 w 2580715"/>
                <a:gd name="connsiteY5" fmla="*/ 0 h 2738446"/>
                <a:gd name="connsiteX6" fmla="*/ 147 w 2580715"/>
                <a:gd name="connsiteY6" fmla="*/ 1678 h 2738446"/>
                <a:gd name="connsiteX0" fmla="*/ 147 w 2580715"/>
                <a:gd name="connsiteY0" fmla="*/ 8406 h 2745174"/>
                <a:gd name="connsiteX1" fmla="*/ 10375 w 2580715"/>
                <a:gd name="connsiteY1" fmla="*/ 2745174 h 2745174"/>
                <a:gd name="connsiteX2" fmla="*/ 2578077 w 2580715"/>
                <a:gd name="connsiteY2" fmla="*/ 2725417 h 2745174"/>
                <a:gd name="connsiteX3" fmla="*/ 2579910 w 2580715"/>
                <a:gd name="connsiteY3" fmla="*/ 1006347 h 2745174"/>
                <a:gd name="connsiteX4" fmla="*/ 1539869 w 2580715"/>
                <a:gd name="connsiteY4" fmla="*/ 1019148 h 2745174"/>
                <a:gd name="connsiteX5" fmla="*/ 1551903 w 2580715"/>
                <a:gd name="connsiteY5" fmla="*/ 0 h 2745174"/>
                <a:gd name="connsiteX6" fmla="*/ 147 w 2580715"/>
                <a:gd name="connsiteY6" fmla="*/ 8406 h 2745174"/>
                <a:gd name="connsiteX0" fmla="*/ 147 w 2580715"/>
                <a:gd name="connsiteY0" fmla="*/ 8406 h 2745174"/>
                <a:gd name="connsiteX1" fmla="*/ 10375 w 2580715"/>
                <a:gd name="connsiteY1" fmla="*/ 2745174 h 2745174"/>
                <a:gd name="connsiteX2" fmla="*/ 2578077 w 2580715"/>
                <a:gd name="connsiteY2" fmla="*/ 2725417 h 2745174"/>
                <a:gd name="connsiteX3" fmla="*/ 2579910 w 2580715"/>
                <a:gd name="connsiteY3" fmla="*/ 1006347 h 2745174"/>
                <a:gd name="connsiteX4" fmla="*/ 1552115 w 2580715"/>
                <a:gd name="connsiteY4" fmla="*/ 1019148 h 2745174"/>
                <a:gd name="connsiteX5" fmla="*/ 1551903 w 2580715"/>
                <a:gd name="connsiteY5" fmla="*/ 0 h 2745174"/>
                <a:gd name="connsiteX6" fmla="*/ 147 w 2580715"/>
                <a:gd name="connsiteY6" fmla="*/ 8406 h 2745174"/>
                <a:gd name="connsiteX0" fmla="*/ 147 w 2580715"/>
                <a:gd name="connsiteY0" fmla="*/ 8406 h 2745174"/>
                <a:gd name="connsiteX1" fmla="*/ 10375 w 2580715"/>
                <a:gd name="connsiteY1" fmla="*/ 2745174 h 2745174"/>
                <a:gd name="connsiteX2" fmla="*/ 2578077 w 2580715"/>
                <a:gd name="connsiteY2" fmla="*/ 2725417 h 2745174"/>
                <a:gd name="connsiteX3" fmla="*/ 2579910 w 2580715"/>
                <a:gd name="connsiteY3" fmla="*/ 1006347 h 2745174"/>
                <a:gd name="connsiteX4" fmla="*/ 1552115 w 2580715"/>
                <a:gd name="connsiteY4" fmla="*/ 998964 h 2745174"/>
                <a:gd name="connsiteX5" fmla="*/ 1551903 w 2580715"/>
                <a:gd name="connsiteY5" fmla="*/ 0 h 2745174"/>
                <a:gd name="connsiteX6" fmla="*/ 147 w 2580715"/>
                <a:gd name="connsiteY6" fmla="*/ 8406 h 2745174"/>
                <a:gd name="connsiteX0" fmla="*/ 461254 w 2570340"/>
                <a:gd name="connsiteY0" fmla="*/ 0 h 2750223"/>
                <a:gd name="connsiteX1" fmla="*/ 0 w 2570340"/>
                <a:gd name="connsiteY1" fmla="*/ 2750223 h 2750223"/>
                <a:gd name="connsiteX2" fmla="*/ 2567702 w 2570340"/>
                <a:gd name="connsiteY2" fmla="*/ 2730466 h 2750223"/>
                <a:gd name="connsiteX3" fmla="*/ 2569535 w 2570340"/>
                <a:gd name="connsiteY3" fmla="*/ 1011396 h 2750223"/>
                <a:gd name="connsiteX4" fmla="*/ 1541740 w 2570340"/>
                <a:gd name="connsiteY4" fmla="*/ 1004013 h 2750223"/>
                <a:gd name="connsiteX5" fmla="*/ 1541528 w 2570340"/>
                <a:gd name="connsiteY5" fmla="*/ 5049 h 2750223"/>
                <a:gd name="connsiteX6" fmla="*/ 461254 w 2570340"/>
                <a:gd name="connsiteY6" fmla="*/ 0 h 2750223"/>
                <a:gd name="connsiteX0" fmla="*/ 147 w 2109233"/>
                <a:gd name="connsiteY0" fmla="*/ 0 h 2736767"/>
                <a:gd name="connsiteX1" fmla="*/ 10376 w 2109233"/>
                <a:gd name="connsiteY1" fmla="*/ 2736767 h 2736767"/>
                <a:gd name="connsiteX2" fmla="*/ 2106595 w 2109233"/>
                <a:gd name="connsiteY2" fmla="*/ 2730466 h 2736767"/>
                <a:gd name="connsiteX3" fmla="*/ 2108428 w 2109233"/>
                <a:gd name="connsiteY3" fmla="*/ 1011396 h 2736767"/>
                <a:gd name="connsiteX4" fmla="*/ 1080633 w 2109233"/>
                <a:gd name="connsiteY4" fmla="*/ 1004013 h 2736767"/>
                <a:gd name="connsiteX5" fmla="*/ 1080421 w 2109233"/>
                <a:gd name="connsiteY5" fmla="*/ 5049 h 2736767"/>
                <a:gd name="connsiteX6" fmla="*/ 147 w 2109233"/>
                <a:gd name="connsiteY6" fmla="*/ 0 h 2736767"/>
                <a:gd name="connsiteX0" fmla="*/ 147 w 2109233"/>
                <a:gd name="connsiteY0" fmla="*/ 257337 h 2731718"/>
                <a:gd name="connsiteX1" fmla="*/ 10376 w 2109233"/>
                <a:gd name="connsiteY1" fmla="*/ 2731718 h 2731718"/>
                <a:gd name="connsiteX2" fmla="*/ 2106595 w 2109233"/>
                <a:gd name="connsiteY2" fmla="*/ 2725417 h 2731718"/>
                <a:gd name="connsiteX3" fmla="*/ 2108428 w 2109233"/>
                <a:gd name="connsiteY3" fmla="*/ 1006347 h 2731718"/>
                <a:gd name="connsiteX4" fmla="*/ 1080633 w 2109233"/>
                <a:gd name="connsiteY4" fmla="*/ 998964 h 2731718"/>
                <a:gd name="connsiteX5" fmla="*/ 1080421 w 2109233"/>
                <a:gd name="connsiteY5" fmla="*/ 0 h 2731718"/>
                <a:gd name="connsiteX6" fmla="*/ 147 w 2109233"/>
                <a:gd name="connsiteY6" fmla="*/ 257337 h 2731718"/>
                <a:gd name="connsiteX0" fmla="*/ 147 w 2109233"/>
                <a:gd name="connsiteY0" fmla="*/ 28590 h 2502971"/>
                <a:gd name="connsiteX1" fmla="*/ 10376 w 2109233"/>
                <a:gd name="connsiteY1" fmla="*/ 2502971 h 2502971"/>
                <a:gd name="connsiteX2" fmla="*/ 2106595 w 2109233"/>
                <a:gd name="connsiteY2" fmla="*/ 2496670 h 2502971"/>
                <a:gd name="connsiteX3" fmla="*/ 2108428 w 2109233"/>
                <a:gd name="connsiteY3" fmla="*/ 777600 h 2502971"/>
                <a:gd name="connsiteX4" fmla="*/ 1080633 w 2109233"/>
                <a:gd name="connsiteY4" fmla="*/ 770217 h 2502971"/>
                <a:gd name="connsiteX5" fmla="*/ 1074298 w 2109233"/>
                <a:gd name="connsiteY5" fmla="*/ 0 h 2502971"/>
                <a:gd name="connsiteX6" fmla="*/ 147 w 2109233"/>
                <a:gd name="connsiteY6" fmla="*/ 28590 h 2502971"/>
                <a:gd name="connsiteX0" fmla="*/ 103 w 2115312"/>
                <a:gd name="connsiteY0" fmla="*/ 0 h 2514748"/>
                <a:gd name="connsiteX1" fmla="*/ 16455 w 2115312"/>
                <a:gd name="connsiteY1" fmla="*/ 2514748 h 2514748"/>
                <a:gd name="connsiteX2" fmla="*/ 2112674 w 2115312"/>
                <a:gd name="connsiteY2" fmla="*/ 2508447 h 2514748"/>
                <a:gd name="connsiteX3" fmla="*/ 2114507 w 2115312"/>
                <a:gd name="connsiteY3" fmla="*/ 789377 h 2514748"/>
                <a:gd name="connsiteX4" fmla="*/ 1086712 w 2115312"/>
                <a:gd name="connsiteY4" fmla="*/ 781994 h 2514748"/>
                <a:gd name="connsiteX5" fmla="*/ 1080377 w 2115312"/>
                <a:gd name="connsiteY5" fmla="*/ 11777 h 2514748"/>
                <a:gd name="connsiteX6" fmla="*/ 103 w 2115312"/>
                <a:gd name="connsiteY6" fmla="*/ 0 h 2514748"/>
                <a:gd name="connsiteX0" fmla="*/ 103 w 2115312"/>
                <a:gd name="connsiteY0" fmla="*/ 9247 h 2523995"/>
                <a:gd name="connsiteX1" fmla="*/ 16455 w 2115312"/>
                <a:gd name="connsiteY1" fmla="*/ 2523995 h 2523995"/>
                <a:gd name="connsiteX2" fmla="*/ 2112674 w 2115312"/>
                <a:gd name="connsiteY2" fmla="*/ 2517694 h 2523995"/>
                <a:gd name="connsiteX3" fmla="*/ 2114507 w 2115312"/>
                <a:gd name="connsiteY3" fmla="*/ 798624 h 2523995"/>
                <a:gd name="connsiteX4" fmla="*/ 1086712 w 2115312"/>
                <a:gd name="connsiteY4" fmla="*/ 791241 h 2523995"/>
                <a:gd name="connsiteX5" fmla="*/ 1080377 w 2115312"/>
                <a:gd name="connsiteY5" fmla="*/ 0 h 2523995"/>
                <a:gd name="connsiteX6" fmla="*/ 103 w 2115312"/>
                <a:gd name="connsiteY6" fmla="*/ 9247 h 2523995"/>
                <a:gd name="connsiteX0" fmla="*/ 103 w 2115312"/>
                <a:gd name="connsiteY0" fmla="*/ 9247 h 2523995"/>
                <a:gd name="connsiteX1" fmla="*/ 16455 w 2115312"/>
                <a:gd name="connsiteY1" fmla="*/ 2523995 h 2523995"/>
                <a:gd name="connsiteX2" fmla="*/ 2112674 w 2115312"/>
                <a:gd name="connsiteY2" fmla="*/ 2517694 h 2523995"/>
                <a:gd name="connsiteX3" fmla="*/ 2114507 w 2115312"/>
                <a:gd name="connsiteY3" fmla="*/ 798624 h 2523995"/>
                <a:gd name="connsiteX4" fmla="*/ 1075231 w 2115312"/>
                <a:gd name="connsiteY4" fmla="*/ 791241 h 2523995"/>
                <a:gd name="connsiteX5" fmla="*/ 1080377 w 2115312"/>
                <a:gd name="connsiteY5" fmla="*/ 0 h 2523995"/>
                <a:gd name="connsiteX6" fmla="*/ 103 w 2115312"/>
                <a:gd name="connsiteY6" fmla="*/ 9247 h 2523995"/>
                <a:gd name="connsiteX0" fmla="*/ 103 w 2115312"/>
                <a:gd name="connsiteY0" fmla="*/ 9247 h 2523995"/>
                <a:gd name="connsiteX1" fmla="*/ 16455 w 2115312"/>
                <a:gd name="connsiteY1" fmla="*/ 2523995 h 2523995"/>
                <a:gd name="connsiteX2" fmla="*/ 2112674 w 2115312"/>
                <a:gd name="connsiteY2" fmla="*/ 2517694 h 2523995"/>
                <a:gd name="connsiteX3" fmla="*/ 2114507 w 2115312"/>
                <a:gd name="connsiteY3" fmla="*/ 798624 h 2523995"/>
                <a:gd name="connsiteX4" fmla="*/ 1086712 w 2115312"/>
                <a:gd name="connsiteY4" fmla="*/ 787036 h 2523995"/>
                <a:gd name="connsiteX5" fmla="*/ 1080377 w 2115312"/>
                <a:gd name="connsiteY5" fmla="*/ 0 h 2523995"/>
                <a:gd name="connsiteX6" fmla="*/ 103 w 2115312"/>
                <a:gd name="connsiteY6" fmla="*/ 9247 h 2523995"/>
                <a:gd name="connsiteX0" fmla="*/ 103 w 2115312"/>
                <a:gd name="connsiteY0" fmla="*/ 9247 h 2523995"/>
                <a:gd name="connsiteX1" fmla="*/ 16455 w 2115312"/>
                <a:gd name="connsiteY1" fmla="*/ 2523995 h 2523995"/>
                <a:gd name="connsiteX2" fmla="*/ 2112674 w 2115312"/>
                <a:gd name="connsiteY2" fmla="*/ 2517694 h 2523995"/>
                <a:gd name="connsiteX3" fmla="*/ 2114507 w 2115312"/>
                <a:gd name="connsiteY3" fmla="*/ 798624 h 2523995"/>
                <a:gd name="connsiteX4" fmla="*/ 1075231 w 2115312"/>
                <a:gd name="connsiteY4" fmla="*/ 787036 h 2523995"/>
                <a:gd name="connsiteX5" fmla="*/ 1080377 w 2115312"/>
                <a:gd name="connsiteY5" fmla="*/ 0 h 2523995"/>
                <a:gd name="connsiteX6" fmla="*/ 103 w 2115312"/>
                <a:gd name="connsiteY6" fmla="*/ 9247 h 2523995"/>
                <a:gd name="connsiteX0" fmla="*/ 103 w 2115312"/>
                <a:gd name="connsiteY0" fmla="*/ 9247 h 2523995"/>
                <a:gd name="connsiteX1" fmla="*/ 16455 w 2115312"/>
                <a:gd name="connsiteY1" fmla="*/ 2523995 h 2523995"/>
                <a:gd name="connsiteX2" fmla="*/ 2112674 w 2115312"/>
                <a:gd name="connsiteY2" fmla="*/ 2505080 h 2523995"/>
                <a:gd name="connsiteX3" fmla="*/ 2114507 w 2115312"/>
                <a:gd name="connsiteY3" fmla="*/ 798624 h 2523995"/>
                <a:gd name="connsiteX4" fmla="*/ 1075231 w 2115312"/>
                <a:gd name="connsiteY4" fmla="*/ 787036 h 2523995"/>
                <a:gd name="connsiteX5" fmla="*/ 1080377 w 2115312"/>
                <a:gd name="connsiteY5" fmla="*/ 0 h 2523995"/>
                <a:gd name="connsiteX6" fmla="*/ 103 w 2115312"/>
                <a:gd name="connsiteY6" fmla="*/ 9247 h 2523995"/>
                <a:gd name="connsiteX0" fmla="*/ 67 w 2115276"/>
                <a:gd name="connsiteY0" fmla="*/ 9247 h 2505080"/>
                <a:gd name="connsiteX1" fmla="*/ 27900 w 2115276"/>
                <a:gd name="connsiteY1" fmla="*/ 2498766 h 2505080"/>
                <a:gd name="connsiteX2" fmla="*/ 2112638 w 2115276"/>
                <a:gd name="connsiteY2" fmla="*/ 2505080 h 2505080"/>
                <a:gd name="connsiteX3" fmla="*/ 2114471 w 2115276"/>
                <a:gd name="connsiteY3" fmla="*/ 798624 h 2505080"/>
                <a:gd name="connsiteX4" fmla="*/ 1075195 w 2115276"/>
                <a:gd name="connsiteY4" fmla="*/ 787036 h 2505080"/>
                <a:gd name="connsiteX5" fmla="*/ 1080341 w 2115276"/>
                <a:gd name="connsiteY5" fmla="*/ 0 h 2505080"/>
                <a:gd name="connsiteX6" fmla="*/ 67 w 2115276"/>
                <a:gd name="connsiteY6" fmla="*/ 9247 h 2505080"/>
                <a:gd name="connsiteX0" fmla="*/ 103 w 2115312"/>
                <a:gd name="connsiteY0" fmla="*/ 9247 h 2505080"/>
                <a:gd name="connsiteX1" fmla="*/ 16455 w 2115312"/>
                <a:gd name="connsiteY1" fmla="*/ 2498766 h 2505080"/>
                <a:gd name="connsiteX2" fmla="*/ 2112674 w 2115312"/>
                <a:gd name="connsiteY2" fmla="*/ 2505080 h 2505080"/>
                <a:gd name="connsiteX3" fmla="*/ 2114507 w 2115312"/>
                <a:gd name="connsiteY3" fmla="*/ 798624 h 2505080"/>
                <a:gd name="connsiteX4" fmla="*/ 1075231 w 2115312"/>
                <a:gd name="connsiteY4" fmla="*/ 787036 h 2505080"/>
                <a:gd name="connsiteX5" fmla="*/ 1080377 w 2115312"/>
                <a:gd name="connsiteY5" fmla="*/ 0 h 2505080"/>
                <a:gd name="connsiteX6" fmla="*/ 103 w 2115312"/>
                <a:gd name="connsiteY6" fmla="*/ 9247 h 2505080"/>
                <a:gd name="connsiteX0" fmla="*/ 103 w 2115097"/>
                <a:gd name="connsiteY0" fmla="*/ 9247 h 2509285"/>
                <a:gd name="connsiteX1" fmla="*/ 16455 w 2115097"/>
                <a:gd name="connsiteY1" fmla="*/ 2498766 h 2509285"/>
                <a:gd name="connsiteX2" fmla="*/ 2108847 w 2115097"/>
                <a:gd name="connsiteY2" fmla="*/ 2509285 h 2509285"/>
                <a:gd name="connsiteX3" fmla="*/ 2114507 w 2115097"/>
                <a:gd name="connsiteY3" fmla="*/ 798624 h 2509285"/>
                <a:gd name="connsiteX4" fmla="*/ 1075231 w 2115097"/>
                <a:gd name="connsiteY4" fmla="*/ 787036 h 2509285"/>
                <a:gd name="connsiteX5" fmla="*/ 1080377 w 2115097"/>
                <a:gd name="connsiteY5" fmla="*/ 0 h 2509285"/>
                <a:gd name="connsiteX6" fmla="*/ 103 w 2115097"/>
                <a:gd name="connsiteY6" fmla="*/ 9247 h 2509285"/>
                <a:gd name="connsiteX0" fmla="*/ 103 w 2115097"/>
                <a:gd name="connsiteY0" fmla="*/ 9247 h 2509285"/>
                <a:gd name="connsiteX1" fmla="*/ 16455 w 2115097"/>
                <a:gd name="connsiteY1" fmla="*/ 2498766 h 2509285"/>
                <a:gd name="connsiteX2" fmla="*/ 2108847 w 2115097"/>
                <a:gd name="connsiteY2" fmla="*/ 2509285 h 2509285"/>
                <a:gd name="connsiteX3" fmla="*/ 2114507 w 2115097"/>
                <a:gd name="connsiteY3" fmla="*/ 798624 h 2509285"/>
                <a:gd name="connsiteX4" fmla="*/ 1075231 w 2115097"/>
                <a:gd name="connsiteY4" fmla="*/ 866929 h 2509285"/>
                <a:gd name="connsiteX5" fmla="*/ 1080377 w 2115097"/>
                <a:gd name="connsiteY5" fmla="*/ 0 h 2509285"/>
                <a:gd name="connsiteX6" fmla="*/ 103 w 2115097"/>
                <a:gd name="connsiteY6" fmla="*/ 9247 h 2509285"/>
                <a:gd name="connsiteX0" fmla="*/ 103 w 2108847"/>
                <a:gd name="connsiteY0" fmla="*/ 9247 h 2509285"/>
                <a:gd name="connsiteX1" fmla="*/ 16455 w 2108847"/>
                <a:gd name="connsiteY1" fmla="*/ 2498766 h 2509285"/>
                <a:gd name="connsiteX2" fmla="*/ 2108847 w 2108847"/>
                <a:gd name="connsiteY2" fmla="*/ 2509285 h 2509285"/>
                <a:gd name="connsiteX3" fmla="*/ 2099200 w 2108847"/>
                <a:gd name="connsiteY3" fmla="*/ 861698 h 2509285"/>
                <a:gd name="connsiteX4" fmla="*/ 1075231 w 2108847"/>
                <a:gd name="connsiteY4" fmla="*/ 866929 h 2509285"/>
                <a:gd name="connsiteX5" fmla="*/ 1080377 w 2108847"/>
                <a:gd name="connsiteY5" fmla="*/ 0 h 2509285"/>
                <a:gd name="connsiteX6" fmla="*/ 103 w 2108847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75231 w 2111486"/>
                <a:gd name="connsiteY4" fmla="*/ 866929 h 2509285"/>
                <a:gd name="connsiteX5" fmla="*/ 1080377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63751 w 2111486"/>
                <a:gd name="connsiteY4" fmla="*/ 837494 h 2509285"/>
                <a:gd name="connsiteX5" fmla="*/ 1080377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71405 w 2111486"/>
                <a:gd name="connsiteY4" fmla="*/ 837494 h 2509285"/>
                <a:gd name="connsiteX5" fmla="*/ 1080377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86713 w 2111486"/>
                <a:gd name="connsiteY4" fmla="*/ 833290 h 2509285"/>
                <a:gd name="connsiteX5" fmla="*/ 1080377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75232 w 2111486"/>
                <a:gd name="connsiteY4" fmla="*/ 829085 h 2509285"/>
                <a:gd name="connsiteX5" fmla="*/ 1080377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75232 w 2111486"/>
                <a:gd name="connsiteY4" fmla="*/ 829085 h 2509285"/>
                <a:gd name="connsiteX5" fmla="*/ 1068896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9247 h 2509285"/>
                <a:gd name="connsiteX1" fmla="*/ 16455 w 2111486"/>
                <a:gd name="connsiteY1" fmla="*/ 2498766 h 2509285"/>
                <a:gd name="connsiteX2" fmla="*/ 2108847 w 2111486"/>
                <a:gd name="connsiteY2" fmla="*/ 2509285 h 2509285"/>
                <a:gd name="connsiteX3" fmla="*/ 2110681 w 2111486"/>
                <a:gd name="connsiteY3" fmla="*/ 828058 h 2509285"/>
                <a:gd name="connsiteX4" fmla="*/ 1075232 w 2111486"/>
                <a:gd name="connsiteY4" fmla="*/ 829085 h 2509285"/>
                <a:gd name="connsiteX5" fmla="*/ 1072723 w 2111486"/>
                <a:gd name="connsiteY5" fmla="*/ 0 h 2509285"/>
                <a:gd name="connsiteX6" fmla="*/ 103 w 2111486"/>
                <a:gd name="connsiteY6" fmla="*/ 9247 h 2509285"/>
                <a:gd name="connsiteX0" fmla="*/ 103 w 2111486"/>
                <a:gd name="connsiteY0" fmla="*/ 38681 h 2538719"/>
                <a:gd name="connsiteX1" fmla="*/ 16455 w 2111486"/>
                <a:gd name="connsiteY1" fmla="*/ 2528200 h 2538719"/>
                <a:gd name="connsiteX2" fmla="*/ 2108847 w 2111486"/>
                <a:gd name="connsiteY2" fmla="*/ 2538719 h 2538719"/>
                <a:gd name="connsiteX3" fmla="*/ 2110681 w 2111486"/>
                <a:gd name="connsiteY3" fmla="*/ 857492 h 2538719"/>
                <a:gd name="connsiteX4" fmla="*/ 1075232 w 2111486"/>
                <a:gd name="connsiteY4" fmla="*/ 858519 h 2538719"/>
                <a:gd name="connsiteX5" fmla="*/ 1072723 w 2111486"/>
                <a:gd name="connsiteY5" fmla="*/ 0 h 2538719"/>
                <a:gd name="connsiteX6" fmla="*/ 103 w 2111486"/>
                <a:gd name="connsiteY6" fmla="*/ 38681 h 2538719"/>
                <a:gd name="connsiteX0" fmla="*/ 127 w 2107683"/>
                <a:gd name="connsiteY0" fmla="*/ 0 h 2546292"/>
                <a:gd name="connsiteX1" fmla="*/ 12652 w 2107683"/>
                <a:gd name="connsiteY1" fmla="*/ 2535773 h 2546292"/>
                <a:gd name="connsiteX2" fmla="*/ 2105044 w 2107683"/>
                <a:gd name="connsiteY2" fmla="*/ 2546292 h 2546292"/>
                <a:gd name="connsiteX3" fmla="*/ 2106878 w 2107683"/>
                <a:gd name="connsiteY3" fmla="*/ 865065 h 2546292"/>
                <a:gd name="connsiteX4" fmla="*/ 1071429 w 2107683"/>
                <a:gd name="connsiteY4" fmla="*/ 866092 h 2546292"/>
                <a:gd name="connsiteX5" fmla="*/ 1068920 w 2107683"/>
                <a:gd name="connsiteY5" fmla="*/ 7573 h 2546292"/>
                <a:gd name="connsiteX6" fmla="*/ 127 w 2107683"/>
                <a:gd name="connsiteY6" fmla="*/ 0 h 2546292"/>
                <a:gd name="connsiteX0" fmla="*/ 231 w 2100134"/>
                <a:gd name="connsiteY0" fmla="*/ 5042 h 2538719"/>
                <a:gd name="connsiteX1" fmla="*/ 5103 w 2100134"/>
                <a:gd name="connsiteY1" fmla="*/ 2528200 h 2538719"/>
                <a:gd name="connsiteX2" fmla="*/ 2097495 w 2100134"/>
                <a:gd name="connsiteY2" fmla="*/ 2538719 h 2538719"/>
                <a:gd name="connsiteX3" fmla="*/ 2099329 w 2100134"/>
                <a:gd name="connsiteY3" fmla="*/ 857492 h 2538719"/>
                <a:gd name="connsiteX4" fmla="*/ 1063880 w 2100134"/>
                <a:gd name="connsiteY4" fmla="*/ 858519 h 2538719"/>
                <a:gd name="connsiteX5" fmla="*/ 1061371 w 2100134"/>
                <a:gd name="connsiteY5" fmla="*/ 0 h 2538719"/>
                <a:gd name="connsiteX6" fmla="*/ 231 w 2100134"/>
                <a:gd name="connsiteY6" fmla="*/ 5042 h 253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00134" h="2538719">
                  <a:moveTo>
                    <a:pt x="231" y="5042"/>
                  </a:moveTo>
                  <a:cubicBezTo>
                    <a:pt x="-1462" y="909282"/>
                    <a:pt x="6796" y="1623960"/>
                    <a:pt x="5103" y="2528200"/>
                  </a:cubicBezTo>
                  <a:lnTo>
                    <a:pt x="2097495" y="2538719"/>
                  </a:lnTo>
                  <a:cubicBezTo>
                    <a:pt x="2094108" y="2061199"/>
                    <a:pt x="2102716" y="1335012"/>
                    <a:pt x="2099329" y="857492"/>
                  </a:cubicBezTo>
                  <a:lnTo>
                    <a:pt x="1063880" y="858519"/>
                  </a:lnTo>
                  <a:cubicBezTo>
                    <a:pt x="1060493" y="416559"/>
                    <a:pt x="1064758" y="441960"/>
                    <a:pt x="1061371" y="0"/>
                  </a:cubicBezTo>
                  <a:lnTo>
                    <a:pt x="231" y="5042"/>
                  </a:lnTo>
                  <a:close/>
                </a:path>
              </a:pathLst>
            </a:custGeom>
            <a:noFill/>
            <a:ln w="1270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597FB11D-7F01-306A-BDBA-FFA20C63899E}"/>
                </a:ext>
              </a:extLst>
            </p:cNvPr>
            <p:cNvSpPr/>
            <p:nvPr/>
          </p:nvSpPr>
          <p:spPr>
            <a:xfrm>
              <a:off x="3979567" y="1685984"/>
              <a:ext cx="4291943" cy="230446"/>
            </a:xfrm>
            <a:custGeom>
              <a:avLst/>
              <a:gdLst>
                <a:gd name="connsiteX0" fmla="*/ 0 w 3680460"/>
                <a:gd name="connsiteY0" fmla="*/ 213360 h 236220"/>
                <a:gd name="connsiteX1" fmla="*/ 0 w 3680460"/>
                <a:gd name="connsiteY1" fmla="*/ 0 h 236220"/>
                <a:gd name="connsiteX2" fmla="*/ 3672840 w 3680460"/>
                <a:gd name="connsiteY2" fmla="*/ 22860 h 236220"/>
                <a:gd name="connsiteX3" fmla="*/ 3680460 w 3680460"/>
                <a:gd name="connsiteY3" fmla="*/ 236220 h 236220"/>
                <a:gd name="connsiteX0" fmla="*/ 0 w 3806190"/>
                <a:gd name="connsiteY0" fmla="*/ 213360 h 251460"/>
                <a:gd name="connsiteX1" fmla="*/ 0 w 3806190"/>
                <a:gd name="connsiteY1" fmla="*/ 0 h 251460"/>
                <a:gd name="connsiteX2" fmla="*/ 3672840 w 3806190"/>
                <a:gd name="connsiteY2" fmla="*/ 22860 h 251460"/>
                <a:gd name="connsiteX3" fmla="*/ 3806190 w 3806190"/>
                <a:gd name="connsiteY3" fmla="*/ 251460 h 251460"/>
                <a:gd name="connsiteX0" fmla="*/ 0 w 3806190"/>
                <a:gd name="connsiteY0" fmla="*/ 213360 h 251460"/>
                <a:gd name="connsiteX1" fmla="*/ 0 w 3806190"/>
                <a:gd name="connsiteY1" fmla="*/ 0 h 251460"/>
                <a:gd name="connsiteX2" fmla="*/ 3794760 w 3806190"/>
                <a:gd name="connsiteY2" fmla="*/ 15240 h 251460"/>
                <a:gd name="connsiteX3" fmla="*/ 3806190 w 3806190"/>
                <a:gd name="connsiteY3" fmla="*/ 251460 h 251460"/>
                <a:gd name="connsiteX0" fmla="*/ 0 w 3806190"/>
                <a:gd name="connsiteY0" fmla="*/ 213360 h 251460"/>
                <a:gd name="connsiteX1" fmla="*/ 0 w 3806190"/>
                <a:gd name="connsiteY1" fmla="*/ 0 h 251460"/>
                <a:gd name="connsiteX2" fmla="*/ 3802380 w 3806190"/>
                <a:gd name="connsiteY2" fmla="*/ 12700 h 251460"/>
                <a:gd name="connsiteX3" fmla="*/ 3806190 w 3806190"/>
                <a:gd name="connsiteY3" fmla="*/ 251460 h 251460"/>
                <a:gd name="connsiteX0" fmla="*/ 0 w 3806190"/>
                <a:gd name="connsiteY0" fmla="*/ 213360 h 251460"/>
                <a:gd name="connsiteX1" fmla="*/ 0 w 3806190"/>
                <a:gd name="connsiteY1" fmla="*/ 0 h 251460"/>
                <a:gd name="connsiteX2" fmla="*/ 3802380 w 3806190"/>
                <a:gd name="connsiteY2" fmla="*/ 15240 h 251460"/>
                <a:gd name="connsiteX3" fmla="*/ 3806190 w 3806190"/>
                <a:gd name="connsiteY3" fmla="*/ 251460 h 251460"/>
                <a:gd name="connsiteX0" fmla="*/ 5080 w 3811270"/>
                <a:gd name="connsiteY0" fmla="*/ 198120 h 236220"/>
                <a:gd name="connsiteX1" fmla="*/ 0 w 3811270"/>
                <a:gd name="connsiteY1" fmla="*/ 0 h 236220"/>
                <a:gd name="connsiteX2" fmla="*/ 3807460 w 3811270"/>
                <a:gd name="connsiteY2" fmla="*/ 0 h 236220"/>
                <a:gd name="connsiteX3" fmla="*/ 3811270 w 3811270"/>
                <a:gd name="connsiteY3" fmla="*/ 236220 h 236220"/>
                <a:gd name="connsiteX0" fmla="*/ 5080 w 3811270"/>
                <a:gd name="connsiteY0" fmla="*/ 213360 h 236220"/>
                <a:gd name="connsiteX1" fmla="*/ 0 w 3811270"/>
                <a:gd name="connsiteY1" fmla="*/ 0 h 236220"/>
                <a:gd name="connsiteX2" fmla="*/ 3807460 w 3811270"/>
                <a:gd name="connsiteY2" fmla="*/ 0 h 236220"/>
                <a:gd name="connsiteX3" fmla="*/ 3811270 w 3811270"/>
                <a:gd name="connsiteY3" fmla="*/ 236220 h 236220"/>
                <a:gd name="connsiteX0" fmla="*/ 0 w 3806190"/>
                <a:gd name="connsiteY0" fmla="*/ 218440 h 241300"/>
                <a:gd name="connsiteX1" fmla="*/ 10160 w 3806190"/>
                <a:gd name="connsiteY1" fmla="*/ 0 h 241300"/>
                <a:gd name="connsiteX2" fmla="*/ 3802380 w 3806190"/>
                <a:gd name="connsiteY2" fmla="*/ 5080 h 241300"/>
                <a:gd name="connsiteX3" fmla="*/ 3806190 w 3806190"/>
                <a:gd name="connsiteY3" fmla="*/ 241300 h 241300"/>
                <a:gd name="connsiteX0" fmla="*/ 5080 w 3811270"/>
                <a:gd name="connsiteY0" fmla="*/ 218440 h 241300"/>
                <a:gd name="connsiteX1" fmla="*/ 0 w 3811270"/>
                <a:gd name="connsiteY1" fmla="*/ 0 h 241300"/>
                <a:gd name="connsiteX2" fmla="*/ 3807460 w 3811270"/>
                <a:gd name="connsiteY2" fmla="*/ 5080 h 241300"/>
                <a:gd name="connsiteX3" fmla="*/ 3811270 w 3811270"/>
                <a:gd name="connsiteY3" fmla="*/ 241300 h 241300"/>
                <a:gd name="connsiteX0" fmla="*/ 5080 w 3811270"/>
                <a:gd name="connsiteY0" fmla="*/ 218440 h 241300"/>
                <a:gd name="connsiteX1" fmla="*/ 0 w 3811270"/>
                <a:gd name="connsiteY1" fmla="*/ 0 h 241300"/>
                <a:gd name="connsiteX2" fmla="*/ 3807460 w 3811270"/>
                <a:gd name="connsiteY2" fmla="*/ 5080 h 241300"/>
                <a:gd name="connsiteX3" fmla="*/ 3811270 w 3811270"/>
                <a:gd name="connsiteY3" fmla="*/ 241300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1270" h="241300">
                  <a:moveTo>
                    <a:pt x="5080" y="218440"/>
                  </a:moveTo>
                  <a:lnTo>
                    <a:pt x="0" y="0"/>
                  </a:lnTo>
                  <a:lnTo>
                    <a:pt x="3807460" y="5080"/>
                  </a:lnTo>
                  <a:cubicBezTo>
                    <a:pt x="3810000" y="76200"/>
                    <a:pt x="3808730" y="170180"/>
                    <a:pt x="3811270" y="241300"/>
                  </a:cubicBezTo>
                </a:path>
              </a:pathLst>
            </a:custGeom>
            <a:noFill/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419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AC68-63C0-724A-F3C2-51052FB5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>
            <a:extLst>
              <a:ext uri="{FF2B5EF4-FFF2-40B4-BE49-F238E27FC236}">
                <a16:creationId xmlns:a16="http://schemas.microsoft.com/office/drawing/2014/main" id="{709D6ED6-FA4F-E38D-1ED6-7B0512291544}"/>
              </a:ext>
            </a:extLst>
          </p:cNvPr>
          <p:cNvGrpSpPr/>
          <p:nvPr/>
        </p:nvGrpSpPr>
        <p:grpSpPr>
          <a:xfrm>
            <a:off x="717646" y="1537990"/>
            <a:ext cx="4416596" cy="3983367"/>
            <a:chOff x="717646" y="1537990"/>
            <a:chExt cx="4416596" cy="3983367"/>
          </a:xfrm>
        </p:grpSpPr>
        <p:pic>
          <p:nvPicPr>
            <p:cNvPr id="73" name="图片 72" descr="形状&#10;&#10;AI 生成的内容可能不正确。">
              <a:extLst>
                <a:ext uri="{FF2B5EF4-FFF2-40B4-BE49-F238E27FC236}">
                  <a16:creationId xmlns:a16="http://schemas.microsoft.com/office/drawing/2014/main" id="{F4F405DE-C90B-985C-571E-C6DFC4C42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646" y="1537990"/>
              <a:ext cx="4416596" cy="3983367"/>
            </a:xfrm>
            <a:prstGeom prst="rect">
              <a:avLst/>
            </a:prstGeom>
          </p:spPr>
        </p:pic>
        <p:pic>
          <p:nvPicPr>
            <p:cNvPr id="87" name="图片 86" descr="图表, 漏斗图&#10;&#10;AI 生成的内容可能不正确。">
              <a:extLst>
                <a:ext uri="{FF2B5EF4-FFF2-40B4-BE49-F238E27FC236}">
                  <a16:creationId xmlns:a16="http://schemas.microsoft.com/office/drawing/2014/main" id="{A1EA4101-4E7E-59A9-EBBE-38AB95CE9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8160" y="3541625"/>
              <a:ext cx="1867329" cy="1867329"/>
            </a:xfrm>
            <a:prstGeom prst="rect">
              <a:avLst/>
            </a:prstGeom>
          </p:spPr>
        </p:pic>
      </p:grpSp>
      <p:pic>
        <p:nvPicPr>
          <p:cNvPr id="18" name="图片 17" descr="形状&#10;&#10;AI 生成的内容可能不正确。">
            <a:extLst>
              <a:ext uri="{FF2B5EF4-FFF2-40B4-BE49-F238E27FC236}">
                <a16:creationId xmlns:a16="http://schemas.microsoft.com/office/drawing/2014/main" id="{45DF8C85-BEA0-3B57-5565-26EE1CA2A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655" y="1177771"/>
            <a:ext cx="4416596" cy="3983367"/>
          </a:xfrm>
          <a:prstGeom prst="rect">
            <a:avLst/>
          </a:prstGeom>
        </p:spPr>
      </p:pic>
      <p:pic>
        <p:nvPicPr>
          <p:cNvPr id="28" name="图片 27" descr="图标&#10;&#10;AI 生成的内容可能不正确。">
            <a:extLst>
              <a:ext uri="{FF2B5EF4-FFF2-40B4-BE49-F238E27FC236}">
                <a16:creationId xmlns:a16="http://schemas.microsoft.com/office/drawing/2014/main" id="{43445F4C-9E12-0C34-492F-22BC79DE45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425" y="3678286"/>
            <a:ext cx="1843071" cy="184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16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9422</TotalTime>
  <Words>413</Words>
  <Application>Microsoft Office PowerPoint</Application>
  <PresentationFormat>自定义</PresentationFormat>
  <Paragraphs>231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Times New Roman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邱盈钢</dc:creator>
  <cp:lastModifiedBy>盈钢 邱</cp:lastModifiedBy>
  <cp:revision>51</cp:revision>
  <dcterms:created xsi:type="dcterms:W3CDTF">2023-08-09T12:44:00Z</dcterms:created>
  <dcterms:modified xsi:type="dcterms:W3CDTF">2026-03-27T11:19:11Z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95BDE6F2BAF74AEC84FABC0AA55D93D9_12</vt:lpwstr>
  </property>
</Properties>
</file>