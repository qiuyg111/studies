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2459-A9F0-4FD4-BA6B-B206D62648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E978-3D6C-49DD-AC8A-8385DB7FFD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2459-A9F0-4FD4-BA6B-B206D62648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E978-3D6C-49DD-AC8A-8385DB7FFD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2459-A9F0-4FD4-BA6B-B206D62648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E978-3D6C-49DD-AC8A-8385DB7FFD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2459-A9F0-4FD4-BA6B-B206D62648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E978-3D6C-49DD-AC8A-8385DB7FFD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2459-A9F0-4FD4-BA6B-B206D62648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E978-3D6C-49DD-AC8A-8385DB7FFD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2459-A9F0-4FD4-BA6B-B206D62648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E978-3D6C-49DD-AC8A-8385DB7FFD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2459-A9F0-4FD4-BA6B-B206D62648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E978-3D6C-49DD-AC8A-8385DB7FFD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2459-A9F0-4FD4-BA6B-B206D62648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E978-3D6C-49DD-AC8A-8385DB7FFD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2459-A9F0-4FD4-BA6B-B206D62648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E978-3D6C-49DD-AC8A-8385DB7FFD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2459-A9F0-4FD4-BA6B-B206D62648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E978-3D6C-49DD-AC8A-8385DB7FFD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2459-A9F0-4FD4-BA6B-B206D62648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E978-3D6C-49DD-AC8A-8385DB7FFD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32459-A9F0-4FD4-BA6B-B206D62648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1E978-3D6C-49DD-AC8A-8385DB7FFD6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s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9985" y="1143000"/>
            <a:ext cx="5713920" cy="3571200"/>
          </a:xfrm>
          <a:prstGeom prst="rect">
            <a:avLst/>
          </a:prstGeom>
        </p:spPr>
      </p:pic>
      <p:pic>
        <p:nvPicPr>
          <p:cNvPr id="5" name="图片 4" descr="图表, 条形图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21" y="1142995"/>
            <a:ext cx="5713920" cy="35712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47201" y="4714193"/>
            <a:ext cx="2651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(a) REST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不同接受长度比率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90949" y="4714194"/>
            <a:ext cx="4992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(b) REST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失效时，自草稿模型生成的代码的不同接受长度比率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WPS 演示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钢</cp:lastModifiedBy>
  <cp:revision>2</cp:revision>
  <dcterms:created xsi:type="dcterms:W3CDTF">2025-12-07T18:02:00Z</dcterms:created>
  <dcterms:modified xsi:type="dcterms:W3CDTF">2026-01-07T12:35:28Z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1CD9D08E34B1419EAF14BF07239D00AD_12</vt:lpwstr>
  </property>
  <property fmtid="{D5CDD505-2E9C-101B-9397-08002B2CF9AE}" pid="3" name="KSOProductBuildVer">
    <vt:lpwstr>2052-12.1.0.21915</vt:lpwstr>
  </property>
</Properties>
</file>