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0" r:id="rId1"/>
  </p:sldMasterIdLst>
  <p:sldIdLst>
    <p:sldId id="256" r:id="rId2"/>
  </p:sldIdLst>
  <p:sldSz cx="7959725" cy="39274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41" d="100"/>
          <a:sy n="141" d="100"/>
        </p:scale>
        <p:origin x="278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94966" y="642761"/>
            <a:ext cx="5969794" cy="1367343"/>
          </a:xfrm>
        </p:spPr>
        <p:txBody>
          <a:bodyPr anchor="b"/>
          <a:lstStyle>
            <a:lvl1pPr algn="ctr">
              <a:defRPr sz="3436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94966" y="2062834"/>
            <a:ext cx="5969794" cy="948230"/>
          </a:xfrm>
        </p:spPr>
        <p:txBody>
          <a:bodyPr/>
          <a:lstStyle>
            <a:lvl1pPr marL="0" indent="0" algn="ctr">
              <a:buNone/>
              <a:defRPr sz="1374"/>
            </a:lvl1pPr>
            <a:lvl2pPr marL="261838" indent="0" algn="ctr">
              <a:buNone/>
              <a:defRPr sz="1145"/>
            </a:lvl2pPr>
            <a:lvl3pPr marL="523677" indent="0" algn="ctr">
              <a:buNone/>
              <a:defRPr sz="1031"/>
            </a:lvl3pPr>
            <a:lvl4pPr marL="785515" indent="0" algn="ctr">
              <a:buNone/>
              <a:defRPr sz="916"/>
            </a:lvl4pPr>
            <a:lvl5pPr marL="1047354" indent="0" algn="ctr">
              <a:buNone/>
              <a:defRPr sz="916"/>
            </a:lvl5pPr>
            <a:lvl6pPr marL="1309192" indent="0" algn="ctr">
              <a:buNone/>
              <a:defRPr sz="916"/>
            </a:lvl6pPr>
            <a:lvl7pPr marL="1571031" indent="0" algn="ctr">
              <a:buNone/>
              <a:defRPr sz="916"/>
            </a:lvl7pPr>
            <a:lvl8pPr marL="1832869" indent="0" algn="ctr">
              <a:buNone/>
              <a:defRPr sz="916"/>
            </a:lvl8pPr>
            <a:lvl9pPr marL="2094708" indent="0" algn="ctr">
              <a:buNone/>
              <a:defRPr sz="916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2026/1/12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44239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2026/1/12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8404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3085" y="979142"/>
            <a:ext cx="6865263" cy="1633720"/>
          </a:xfrm>
        </p:spPr>
        <p:txBody>
          <a:bodyPr anchor="b"/>
          <a:lstStyle>
            <a:lvl1pPr>
              <a:defRPr sz="3436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3085" y="2628318"/>
            <a:ext cx="6865263" cy="859135"/>
          </a:xfrm>
        </p:spPr>
        <p:txBody>
          <a:bodyPr/>
          <a:lstStyle>
            <a:lvl1pPr marL="0" indent="0">
              <a:buNone/>
              <a:defRPr sz="1374">
                <a:solidFill>
                  <a:schemeClr val="tx1">
                    <a:tint val="75000"/>
                  </a:schemeClr>
                </a:solidFill>
              </a:defRPr>
            </a:lvl1pPr>
            <a:lvl2pPr marL="261838" indent="0">
              <a:buNone/>
              <a:defRPr sz="1145">
                <a:solidFill>
                  <a:schemeClr val="tx1">
                    <a:tint val="75000"/>
                  </a:schemeClr>
                </a:solidFill>
              </a:defRPr>
            </a:lvl2pPr>
            <a:lvl3pPr marL="523677" indent="0">
              <a:buNone/>
              <a:defRPr sz="1031">
                <a:solidFill>
                  <a:schemeClr val="tx1">
                    <a:tint val="75000"/>
                  </a:schemeClr>
                </a:solidFill>
              </a:defRPr>
            </a:lvl3pPr>
            <a:lvl4pPr marL="785515" indent="0">
              <a:buNone/>
              <a:defRPr sz="916">
                <a:solidFill>
                  <a:schemeClr val="tx1">
                    <a:tint val="75000"/>
                  </a:schemeClr>
                </a:solidFill>
              </a:defRPr>
            </a:lvl4pPr>
            <a:lvl5pPr marL="1047354" indent="0">
              <a:buNone/>
              <a:defRPr sz="916">
                <a:solidFill>
                  <a:schemeClr val="tx1">
                    <a:tint val="75000"/>
                  </a:schemeClr>
                </a:solidFill>
              </a:defRPr>
            </a:lvl5pPr>
            <a:lvl6pPr marL="1309192" indent="0">
              <a:buNone/>
              <a:defRPr sz="916">
                <a:solidFill>
                  <a:schemeClr val="tx1">
                    <a:tint val="75000"/>
                  </a:schemeClr>
                </a:solidFill>
              </a:defRPr>
            </a:lvl6pPr>
            <a:lvl7pPr marL="1571031" indent="0">
              <a:buNone/>
              <a:defRPr sz="916">
                <a:solidFill>
                  <a:schemeClr val="tx1">
                    <a:tint val="75000"/>
                  </a:schemeClr>
                </a:solidFill>
              </a:defRPr>
            </a:lvl7pPr>
            <a:lvl8pPr marL="1832869" indent="0">
              <a:buNone/>
              <a:defRPr sz="916">
                <a:solidFill>
                  <a:schemeClr val="tx1">
                    <a:tint val="75000"/>
                  </a:schemeClr>
                </a:solidFill>
              </a:defRPr>
            </a:lvl8pPr>
            <a:lvl9pPr marL="2094708" indent="0">
              <a:buNone/>
              <a:defRPr sz="91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2026/1/12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40986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7231" y="1045508"/>
            <a:ext cx="3382883" cy="249194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29611" y="1045508"/>
            <a:ext cx="3382883" cy="249194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2026/1/12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96657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268" y="209102"/>
            <a:ext cx="6865263" cy="75913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8268" y="962777"/>
            <a:ext cx="3367336" cy="471842"/>
          </a:xfrm>
        </p:spPr>
        <p:txBody>
          <a:bodyPr anchor="b"/>
          <a:lstStyle>
            <a:lvl1pPr marL="0" indent="0">
              <a:buNone/>
              <a:defRPr sz="1374" b="1"/>
            </a:lvl1pPr>
            <a:lvl2pPr marL="261838" indent="0">
              <a:buNone/>
              <a:defRPr sz="1145" b="1"/>
            </a:lvl2pPr>
            <a:lvl3pPr marL="523677" indent="0">
              <a:buNone/>
              <a:defRPr sz="1031" b="1"/>
            </a:lvl3pPr>
            <a:lvl4pPr marL="785515" indent="0">
              <a:buNone/>
              <a:defRPr sz="916" b="1"/>
            </a:lvl4pPr>
            <a:lvl5pPr marL="1047354" indent="0">
              <a:buNone/>
              <a:defRPr sz="916" b="1"/>
            </a:lvl5pPr>
            <a:lvl6pPr marL="1309192" indent="0">
              <a:buNone/>
              <a:defRPr sz="916" b="1"/>
            </a:lvl6pPr>
            <a:lvl7pPr marL="1571031" indent="0">
              <a:buNone/>
              <a:defRPr sz="916" b="1"/>
            </a:lvl7pPr>
            <a:lvl8pPr marL="1832869" indent="0">
              <a:buNone/>
              <a:defRPr sz="916" b="1"/>
            </a:lvl8pPr>
            <a:lvl9pPr marL="2094708" indent="0">
              <a:buNone/>
              <a:defRPr sz="916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8268" y="1434619"/>
            <a:ext cx="3367336" cy="211010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029611" y="962777"/>
            <a:ext cx="3383920" cy="471842"/>
          </a:xfrm>
        </p:spPr>
        <p:txBody>
          <a:bodyPr anchor="b"/>
          <a:lstStyle>
            <a:lvl1pPr marL="0" indent="0">
              <a:buNone/>
              <a:defRPr sz="1374" b="1"/>
            </a:lvl1pPr>
            <a:lvl2pPr marL="261838" indent="0">
              <a:buNone/>
              <a:defRPr sz="1145" b="1"/>
            </a:lvl2pPr>
            <a:lvl3pPr marL="523677" indent="0">
              <a:buNone/>
              <a:defRPr sz="1031" b="1"/>
            </a:lvl3pPr>
            <a:lvl4pPr marL="785515" indent="0">
              <a:buNone/>
              <a:defRPr sz="916" b="1"/>
            </a:lvl4pPr>
            <a:lvl5pPr marL="1047354" indent="0">
              <a:buNone/>
              <a:defRPr sz="916" b="1"/>
            </a:lvl5pPr>
            <a:lvl6pPr marL="1309192" indent="0">
              <a:buNone/>
              <a:defRPr sz="916" b="1"/>
            </a:lvl6pPr>
            <a:lvl7pPr marL="1571031" indent="0">
              <a:buNone/>
              <a:defRPr sz="916" b="1"/>
            </a:lvl7pPr>
            <a:lvl8pPr marL="1832869" indent="0">
              <a:buNone/>
              <a:defRPr sz="916" b="1"/>
            </a:lvl8pPr>
            <a:lvl9pPr marL="2094708" indent="0">
              <a:buNone/>
              <a:defRPr sz="916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029611" y="1434619"/>
            <a:ext cx="3383920" cy="211010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2026/1/12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39767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2026/1/12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10427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2026/1/12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59332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268" y="261832"/>
            <a:ext cx="2567218" cy="916411"/>
          </a:xfrm>
        </p:spPr>
        <p:txBody>
          <a:bodyPr anchor="b"/>
          <a:lstStyle>
            <a:lvl1pPr>
              <a:defRPr sz="1833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83920" y="565484"/>
            <a:ext cx="4029611" cy="2791053"/>
          </a:xfrm>
        </p:spPr>
        <p:txBody>
          <a:bodyPr/>
          <a:lstStyle>
            <a:lvl1pPr>
              <a:defRPr sz="1833"/>
            </a:lvl1pPr>
            <a:lvl2pPr>
              <a:defRPr sz="1604"/>
            </a:lvl2pPr>
            <a:lvl3pPr>
              <a:defRPr sz="1374"/>
            </a:lvl3pPr>
            <a:lvl4pPr>
              <a:defRPr sz="1145"/>
            </a:lvl4pPr>
            <a:lvl5pPr>
              <a:defRPr sz="1145"/>
            </a:lvl5pPr>
            <a:lvl6pPr>
              <a:defRPr sz="1145"/>
            </a:lvl6pPr>
            <a:lvl7pPr>
              <a:defRPr sz="1145"/>
            </a:lvl7pPr>
            <a:lvl8pPr>
              <a:defRPr sz="1145"/>
            </a:lvl8pPr>
            <a:lvl9pPr>
              <a:defRPr sz="1145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8268" y="1178242"/>
            <a:ext cx="2567218" cy="2182840"/>
          </a:xfrm>
        </p:spPr>
        <p:txBody>
          <a:bodyPr/>
          <a:lstStyle>
            <a:lvl1pPr marL="0" indent="0">
              <a:buNone/>
              <a:defRPr sz="916"/>
            </a:lvl1pPr>
            <a:lvl2pPr marL="261838" indent="0">
              <a:buNone/>
              <a:defRPr sz="802"/>
            </a:lvl2pPr>
            <a:lvl3pPr marL="523677" indent="0">
              <a:buNone/>
              <a:defRPr sz="687"/>
            </a:lvl3pPr>
            <a:lvl4pPr marL="785515" indent="0">
              <a:buNone/>
              <a:defRPr sz="573"/>
            </a:lvl4pPr>
            <a:lvl5pPr marL="1047354" indent="0">
              <a:buNone/>
              <a:defRPr sz="573"/>
            </a:lvl5pPr>
            <a:lvl6pPr marL="1309192" indent="0">
              <a:buNone/>
              <a:defRPr sz="573"/>
            </a:lvl6pPr>
            <a:lvl7pPr marL="1571031" indent="0">
              <a:buNone/>
              <a:defRPr sz="573"/>
            </a:lvl7pPr>
            <a:lvl8pPr marL="1832869" indent="0">
              <a:buNone/>
              <a:defRPr sz="573"/>
            </a:lvl8pPr>
            <a:lvl9pPr marL="2094708" indent="0">
              <a:buNone/>
              <a:defRPr sz="573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2026/1/12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7758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268" y="261832"/>
            <a:ext cx="2567218" cy="916411"/>
          </a:xfrm>
        </p:spPr>
        <p:txBody>
          <a:bodyPr anchor="b"/>
          <a:lstStyle>
            <a:lvl1pPr>
              <a:defRPr sz="1833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383920" y="565484"/>
            <a:ext cx="4029611" cy="2791053"/>
          </a:xfrm>
        </p:spPr>
        <p:txBody>
          <a:bodyPr anchor="t"/>
          <a:lstStyle>
            <a:lvl1pPr marL="0" indent="0">
              <a:buNone/>
              <a:defRPr sz="1833"/>
            </a:lvl1pPr>
            <a:lvl2pPr marL="261838" indent="0">
              <a:buNone/>
              <a:defRPr sz="1604"/>
            </a:lvl2pPr>
            <a:lvl3pPr marL="523677" indent="0">
              <a:buNone/>
              <a:defRPr sz="1374"/>
            </a:lvl3pPr>
            <a:lvl4pPr marL="785515" indent="0">
              <a:buNone/>
              <a:defRPr sz="1145"/>
            </a:lvl4pPr>
            <a:lvl5pPr marL="1047354" indent="0">
              <a:buNone/>
              <a:defRPr sz="1145"/>
            </a:lvl5pPr>
            <a:lvl6pPr marL="1309192" indent="0">
              <a:buNone/>
              <a:defRPr sz="1145"/>
            </a:lvl6pPr>
            <a:lvl7pPr marL="1571031" indent="0">
              <a:buNone/>
              <a:defRPr sz="1145"/>
            </a:lvl7pPr>
            <a:lvl8pPr marL="1832869" indent="0">
              <a:buNone/>
              <a:defRPr sz="1145"/>
            </a:lvl8pPr>
            <a:lvl9pPr marL="2094708" indent="0">
              <a:buNone/>
              <a:defRPr sz="1145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8268" y="1178242"/>
            <a:ext cx="2567218" cy="2182840"/>
          </a:xfrm>
        </p:spPr>
        <p:txBody>
          <a:bodyPr/>
          <a:lstStyle>
            <a:lvl1pPr marL="0" indent="0">
              <a:buNone/>
              <a:defRPr sz="916"/>
            </a:lvl1pPr>
            <a:lvl2pPr marL="261838" indent="0">
              <a:buNone/>
              <a:defRPr sz="802"/>
            </a:lvl2pPr>
            <a:lvl3pPr marL="523677" indent="0">
              <a:buNone/>
              <a:defRPr sz="687"/>
            </a:lvl3pPr>
            <a:lvl4pPr marL="785515" indent="0">
              <a:buNone/>
              <a:defRPr sz="573"/>
            </a:lvl4pPr>
            <a:lvl5pPr marL="1047354" indent="0">
              <a:buNone/>
              <a:defRPr sz="573"/>
            </a:lvl5pPr>
            <a:lvl6pPr marL="1309192" indent="0">
              <a:buNone/>
              <a:defRPr sz="573"/>
            </a:lvl6pPr>
            <a:lvl7pPr marL="1571031" indent="0">
              <a:buNone/>
              <a:defRPr sz="573"/>
            </a:lvl7pPr>
            <a:lvl8pPr marL="1832869" indent="0">
              <a:buNone/>
              <a:defRPr sz="573"/>
            </a:lvl8pPr>
            <a:lvl9pPr marL="2094708" indent="0">
              <a:buNone/>
              <a:defRPr sz="573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2026/1/12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10220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2026/1/12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9210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696178" y="209101"/>
            <a:ext cx="1716316" cy="332835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47231" y="209101"/>
            <a:ext cx="5049451" cy="332835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2026/1/12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95575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47231" y="209102"/>
            <a:ext cx="6865263" cy="75913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7231" y="1045508"/>
            <a:ext cx="6865263" cy="24919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7231" y="3640188"/>
            <a:ext cx="1790938" cy="2091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8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2026/1/12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636659" y="3640188"/>
            <a:ext cx="2686407" cy="2091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8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621556" y="3640188"/>
            <a:ext cx="1790938" cy="2091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8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64805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523677" rtl="0" eaLnBrk="1" latinLnBrk="0" hangingPunct="1">
        <a:lnSpc>
          <a:spcPct val="90000"/>
        </a:lnSpc>
        <a:spcBef>
          <a:spcPct val="0"/>
        </a:spcBef>
        <a:buNone/>
        <a:defRPr sz="25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30919" indent="-130919" algn="l" defTabSz="523677" rtl="0" eaLnBrk="1" latinLnBrk="0" hangingPunct="1">
        <a:lnSpc>
          <a:spcPct val="90000"/>
        </a:lnSpc>
        <a:spcBef>
          <a:spcPts val="573"/>
        </a:spcBef>
        <a:buFont typeface="Arial" panose="020B0604020202020204" pitchFamily="34" charset="0"/>
        <a:buChar char="•"/>
        <a:defRPr sz="1604" kern="1200">
          <a:solidFill>
            <a:schemeClr val="tx1"/>
          </a:solidFill>
          <a:latin typeface="+mn-lt"/>
          <a:ea typeface="+mn-ea"/>
          <a:cs typeface="+mn-cs"/>
        </a:defRPr>
      </a:lvl1pPr>
      <a:lvl2pPr marL="392758" indent="-130919" algn="l" defTabSz="523677" rtl="0" eaLnBrk="1" latinLnBrk="0" hangingPunct="1">
        <a:lnSpc>
          <a:spcPct val="90000"/>
        </a:lnSpc>
        <a:spcBef>
          <a:spcPts val="286"/>
        </a:spcBef>
        <a:buFont typeface="Arial" panose="020B0604020202020204" pitchFamily="34" charset="0"/>
        <a:buChar char="•"/>
        <a:defRPr sz="1374" kern="1200">
          <a:solidFill>
            <a:schemeClr val="tx1"/>
          </a:solidFill>
          <a:latin typeface="+mn-lt"/>
          <a:ea typeface="+mn-ea"/>
          <a:cs typeface="+mn-cs"/>
        </a:defRPr>
      </a:lvl2pPr>
      <a:lvl3pPr marL="654596" indent="-130919" algn="l" defTabSz="523677" rtl="0" eaLnBrk="1" latinLnBrk="0" hangingPunct="1">
        <a:lnSpc>
          <a:spcPct val="90000"/>
        </a:lnSpc>
        <a:spcBef>
          <a:spcPts val="286"/>
        </a:spcBef>
        <a:buFont typeface="Arial" panose="020B0604020202020204" pitchFamily="34" charset="0"/>
        <a:buChar char="•"/>
        <a:defRPr sz="1145" kern="1200">
          <a:solidFill>
            <a:schemeClr val="tx1"/>
          </a:solidFill>
          <a:latin typeface="+mn-lt"/>
          <a:ea typeface="+mn-ea"/>
          <a:cs typeface="+mn-cs"/>
        </a:defRPr>
      </a:lvl3pPr>
      <a:lvl4pPr marL="916435" indent="-130919" algn="l" defTabSz="523677" rtl="0" eaLnBrk="1" latinLnBrk="0" hangingPunct="1">
        <a:lnSpc>
          <a:spcPct val="90000"/>
        </a:lnSpc>
        <a:spcBef>
          <a:spcPts val="286"/>
        </a:spcBef>
        <a:buFont typeface="Arial" panose="020B0604020202020204" pitchFamily="34" charset="0"/>
        <a:buChar char="•"/>
        <a:defRPr sz="1031" kern="1200">
          <a:solidFill>
            <a:schemeClr val="tx1"/>
          </a:solidFill>
          <a:latin typeface="+mn-lt"/>
          <a:ea typeface="+mn-ea"/>
          <a:cs typeface="+mn-cs"/>
        </a:defRPr>
      </a:lvl4pPr>
      <a:lvl5pPr marL="1178273" indent="-130919" algn="l" defTabSz="523677" rtl="0" eaLnBrk="1" latinLnBrk="0" hangingPunct="1">
        <a:lnSpc>
          <a:spcPct val="90000"/>
        </a:lnSpc>
        <a:spcBef>
          <a:spcPts val="286"/>
        </a:spcBef>
        <a:buFont typeface="Arial" panose="020B0604020202020204" pitchFamily="34" charset="0"/>
        <a:buChar char="•"/>
        <a:defRPr sz="1031" kern="1200">
          <a:solidFill>
            <a:schemeClr val="tx1"/>
          </a:solidFill>
          <a:latin typeface="+mn-lt"/>
          <a:ea typeface="+mn-ea"/>
          <a:cs typeface="+mn-cs"/>
        </a:defRPr>
      </a:lvl5pPr>
      <a:lvl6pPr marL="1440111" indent="-130919" algn="l" defTabSz="523677" rtl="0" eaLnBrk="1" latinLnBrk="0" hangingPunct="1">
        <a:lnSpc>
          <a:spcPct val="90000"/>
        </a:lnSpc>
        <a:spcBef>
          <a:spcPts val="286"/>
        </a:spcBef>
        <a:buFont typeface="Arial" panose="020B0604020202020204" pitchFamily="34" charset="0"/>
        <a:buChar char="•"/>
        <a:defRPr sz="1031" kern="1200">
          <a:solidFill>
            <a:schemeClr val="tx1"/>
          </a:solidFill>
          <a:latin typeface="+mn-lt"/>
          <a:ea typeface="+mn-ea"/>
          <a:cs typeface="+mn-cs"/>
        </a:defRPr>
      </a:lvl6pPr>
      <a:lvl7pPr marL="1701950" indent="-130919" algn="l" defTabSz="523677" rtl="0" eaLnBrk="1" latinLnBrk="0" hangingPunct="1">
        <a:lnSpc>
          <a:spcPct val="90000"/>
        </a:lnSpc>
        <a:spcBef>
          <a:spcPts val="286"/>
        </a:spcBef>
        <a:buFont typeface="Arial" panose="020B0604020202020204" pitchFamily="34" charset="0"/>
        <a:buChar char="•"/>
        <a:defRPr sz="1031" kern="1200">
          <a:solidFill>
            <a:schemeClr val="tx1"/>
          </a:solidFill>
          <a:latin typeface="+mn-lt"/>
          <a:ea typeface="+mn-ea"/>
          <a:cs typeface="+mn-cs"/>
        </a:defRPr>
      </a:lvl7pPr>
      <a:lvl8pPr marL="1963788" indent="-130919" algn="l" defTabSz="523677" rtl="0" eaLnBrk="1" latinLnBrk="0" hangingPunct="1">
        <a:lnSpc>
          <a:spcPct val="90000"/>
        </a:lnSpc>
        <a:spcBef>
          <a:spcPts val="286"/>
        </a:spcBef>
        <a:buFont typeface="Arial" panose="020B0604020202020204" pitchFamily="34" charset="0"/>
        <a:buChar char="•"/>
        <a:defRPr sz="1031" kern="1200">
          <a:solidFill>
            <a:schemeClr val="tx1"/>
          </a:solidFill>
          <a:latin typeface="+mn-lt"/>
          <a:ea typeface="+mn-ea"/>
          <a:cs typeface="+mn-cs"/>
        </a:defRPr>
      </a:lvl8pPr>
      <a:lvl9pPr marL="2225627" indent="-130919" algn="l" defTabSz="523677" rtl="0" eaLnBrk="1" latinLnBrk="0" hangingPunct="1">
        <a:lnSpc>
          <a:spcPct val="90000"/>
        </a:lnSpc>
        <a:spcBef>
          <a:spcPts val="286"/>
        </a:spcBef>
        <a:buFont typeface="Arial" panose="020B0604020202020204" pitchFamily="34" charset="0"/>
        <a:buChar char="•"/>
        <a:defRPr sz="103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23677" rtl="0" eaLnBrk="1" latinLnBrk="0" hangingPunct="1">
        <a:defRPr sz="1031" kern="1200">
          <a:solidFill>
            <a:schemeClr val="tx1"/>
          </a:solidFill>
          <a:latin typeface="+mn-lt"/>
          <a:ea typeface="+mn-ea"/>
          <a:cs typeface="+mn-cs"/>
        </a:defRPr>
      </a:lvl1pPr>
      <a:lvl2pPr marL="261838" algn="l" defTabSz="523677" rtl="0" eaLnBrk="1" latinLnBrk="0" hangingPunct="1">
        <a:defRPr sz="1031" kern="1200">
          <a:solidFill>
            <a:schemeClr val="tx1"/>
          </a:solidFill>
          <a:latin typeface="+mn-lt"/>
          <a:ea typeface="+mn-ea"/>
          <a:cs typeface="+mn-cs"/>
        </a:defRPr>
      </a:lvl2pPr>
      <a:lvl3pPr marL="523677" algn="l" defTabSz="523677" rtl="0" eaLnBrk="1" latinLnBrk="0" hangingPunct="1">
        <a:defRPr sz="1031" kern="1200">
          <a:solidFill>
            <a:schemeClr val="tx1"/>
          </a:solidFill>
          <a:latin typeface="+mn-lt"/>
          <a:ea typeface="+mn-ea"/>
          <a:cs typeface="+mn-cs"/>
        </a:defRPr>
      </a:lvl3pPr>
      <a:lvl4pPr marL="785515" algn="l" defTabSz="523677" rtl="0" eaLnBrk="1" latinLnBrk="0" hangingPunct="1">
        <a:defRPr sz="1031" kern="1200">
          <a:solidFill>
            <a:schemeClr val="tx1"/>
          </a:solidFill>
          <a:latin typeface="+mn-lt"/>
          <a:ea typeface="+mn-ea"/>
          <a:cs typeface="+mn-cs"/>
        </a:defRPr>
      </a:lvl4pPr>
      <a:lvl5pPr marL="1047354" algn="l" defTabSz="523677" rtl="0" eaLnBrk="1" latinLnBrk="0" hangingPunct="1">
        <a:defRPr sz="1031" kern="1200">
          <a:solidFill>
            <a:schemeClr val="tx1"/>
          </a:solidFill>
          <a:latin typeface="+mn-lt"/>
          <a:ea typeface="+mn-ea"/>
          <a:cs typeface="+mn-cs"/>
        </a:defRPr>
      </a:lvl5pPr>
      <a:lvl6pPr marL="1309192" algn="l" defTabSz="523677" rtl="0" eaLnBrk="1" latinLnBrk="0" hangingPunct="1">
        <a:defRPr sz="1031" kern="1200">
          <a:solidFill>
            <a:schemeClr val="tx1"/>
          </a:solidFill>
          <a:latin typeface="+mn-lt"/>
          <a:ea typeface="+mn-ea"/>
          <a:cs typeface="+mn-cs"/>
        </a:defRPr>
      </a:lvl6pPr>
      <a:lvl7pPr marL="1571031" algn="l" defTabSz="523677" rtl="0" eaLnBrk="1" latinLnBrk="0" hangingPunct="1">
        <a:defRPr sz="1031" kern="1200">
          <a:solidFill>
            <a:schemeClr val="tx1"/>
          </a:solidFill>
          <a:latin typeface="+mn-lt"/>
          <a:ea typeface="+mn-ea"/>
          <a:cs typeface="+mn-cs"/>
        </a:defRPr>
      </a:lvl7pPr>
      <a:lvl8pPr marL="1832869" algn="l" defTabSz="523677" rtl="0" eaLnBrk="1" latinLnBrk="0" hangingPunct="1">
        <a:defRPr sz="1031" kern="1200">
          <a:solidFill>
            <a:schemeClr val="tx1"/>
          </a:solidFill>
          <a:latin typeface="+mn-lt"/>
          <a:ea typeface="+mn-ea"/>
          <a:cs typeface="+mn-cs"/>
        </a:defRPr>
      </a:lvl8pPr>
      <a:lvl9pPr marL="2094708" algn="l" defTabSz="523677" rtl="0" eaLnBrk="1" latinLnBrk="0" hangingPunct="1">
        <a:defRPr sz="103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形 3">
            <a:extLst>
              <a:ext uri="{FF2B5EF4-FFF2-40B4-BE49-F238E27FC236}">
                <a16:creationId xmlns:a16="http://schemas.microsoft.com/office/drawing/2014/main" id="{89364CA5-AB97-FC30-4628-EE37A63E9F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577" y="1"/>
            <a:ext cx="7960878" cy="392747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2013 - 2022 主题">
  <a:themeElements>
    <a:clrScheme name="Office 2013 - 2022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主题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</TotalTime>
  <Words>0</Words>
  <Application>Microsoft Office PowerPoint</Application>
  <PresentationFormat>自定义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2013 - 2022 主题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邱盈钢</dc:creator>
  <cp:lastModifiedBy>盈钢 邱</cp:lastModifiedBy>
  <cp:revision>7</cp:revision>
  <dcterms:created xsi:type="dcterms:W3CDTF">2023-08-09T12:44:00Z</dcterms:created>
  <dcterms:modified xsi:type="dcterms:W3CDTF">2026-01-12T05:32:54Z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  <property fmtid="{D5CDD505-2E9C-101B-9397-08002B2CF9AE}" pid="3" name="ICV">
    <vt:lpwstr>A2D721B595384ED39BE1EF2E24D6D019_13</vt:lpwstr>
  </property>
</Properties>
</file>