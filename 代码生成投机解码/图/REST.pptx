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093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189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282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375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472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658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754" algn="l" defTabSz="91418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6" y="-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D5F7E-DBEF-A38A-A7F7-6E80E65DB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9"/>
            <a:ext cx="9144000" cy="238760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BA767A-77E2-F41C-6636-005ABC39F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42"/>
            <a:ext cx="9144000" cy="1655761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297" indent="0" algn="ctr">
              <a:buNone/>
              <a:defRPr sz="2001"/>
            </a:lvl2pPr>
            <a:lvl3pPr marL="914597" indent="0" algn="ctr">
              <a:buNone/>
              <a:defRPr sz="1801"/>
            </a:lvl3pPr>
            <a:lvl4pPr marL="1371895" indent="0" algn="ctr">
              <a:buNone/>
              <a:defRPr sz="1600"/>
            </a:lvl4pPr>
            <a:lvl5pPr marL="1829193" indent="0" algn="ctr">
              <a:buNone/>
              <a:defRPr sz="1600"/>
            </a:lvl5pPr>
            <a:lvl6pPr marL="2286492" indent="0" algn="ctr">
              <a:buNone/>
              <a:defRPr sz="1600"/>
            </a:lvl6pPr>
            <a:lvl7pPr marL="2743789" indent="0" algn="ctr">
              <a:buNone/>
              <a:defRPr sz="1600"/>
            </a:lvl7pPr>
            <a:lvl8pPr marL="3201090" indent="0" algn="ctr">
              <a:buNone/>
              <a:defRPr sz="1600"/>
            </a:lvl8pPr>
            <a:lvl9pPr marL="365838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11C0D-DBBC-577D-523A-AE555BA4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9EB4B2-C2B1-70CE-A366-9E30AFA3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2DD067-91FF-3D83-2534-30F068C1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45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28A04-07A8-4E0D-6EDA-C9BC31E4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166E64-B783-61BA-BB9D-EC0925E8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E64040-9AE2-DAB3-30FA-9746A84D2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9AEB0-1694-13E8-D73A-528EEFE1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A8382-78FE-EF47-49FD-9D7399E5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74252-9F62-3C9E-2D2C-62D10552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5"/>
            <a:ext cx="10515601" cy="2852740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C74C0C-07FC-7782-B1B9-DF48D8087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9"/>
            <a:ext cx="10515601" cy="1500189"/>
          </a:xfrm>
        </p:spPr>
        <p:txBody>
          <a:bodyPr/>
          <a:lstStyle>
            <a:lvl1pPr marL="0" indent="0">
              <a:buNone/>
              <a:defRPr sz="2402">
                <a:solidFill>
                  <a:schemeClr val="tx1">
                    <a:tint val="82000"/>
                  </a:schemeClr>
                </a:solidFill>
              </a:defRPr>
            </a:lvl1pPr>
            <a:lvl2pPr marL="457297" indent="0">
              <a:buNone/>
              <a:defRPr sz="2001">
                <a:solidFill>
                  <a:schemeClr val="tx1">
                    <a:tint val="82000"/>
                  </a:schemeClr>
                </a:solidFill>
              </a:defRPr>
            </a:lvl2pPr>
            <a:lvl3pPr marL="914597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89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919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49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7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109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838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53191-11DB-80D5-DEAC-69896E66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8AAD7-321B-5207-BCB5-A3E5243D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0C1D1-983E-6F30-A5EA-A8FAD402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66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CC3D4-DB83-840F-045F-DAA5FAA6F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07BA9-8F15-FF2C-9CC6-F6E461A6EE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5" y="1825624"/>
            <a:ext cx="5181600" cy="43513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31ED2C-B472-6261-2995-A9C520872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4" y="1825624"/>
            <a:ext cx="5181600" cy="43513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51224C-175F-5ADF-4AB4-A6C5BDA0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6BA484-C5ED-AE08-D063-6AFDC12D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F0867E-C528-55D2-7E72-BE7D89EB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1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9229B-5BA8-951C-0B6A-7C125A593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1" cy="13255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0F598-4F72-E79C-EF19-91A6ED441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71"/>
            <a:ext cx="5157786" cy="823913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297" indent="0">
              <a:buNone/>
              <a:defRPr sz="2001" b="1"/>
            </a:lvl2pPr>
            <a:lvl3pPr marL="914597" indent="0">
              <a:buNone/>
              <a:defRPr sz="1801" b="1"/>
            </a:lvl3pPr>
            <a:lvl4pPr marL="1371895" indent="0">
              <a:buNone/>
              <a:defRPr sz="1600" b="1"/>
            </a:lvl4pPr>
            <a:lvl5pPr marL="1829193" indent="0">
              <a:buNone/>
              <a:defRPr sz="1600" b="1"/>
            </a:lvl5pPr>
            <a:lvl6pPr marL="2286492" indent="0">
              <a:buNone/>
              <a:defRPr sz="1600" b="1"/>
            </a:lvl6pPr>
            <a:lvl7pPr marL="2743789" indent="0">
              <a:buNone/>
              <a:defRPr sz="1600" b="1"/>
            </a:lvl7pPr>
            <a:lvl8pPr marL="3201090" indent="0">
              <a:buNone/>
              <a:defRPr sz="1600" b="1"/>
            </a:lvl8pPr>
            <a:lvl9pPr marL="365838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CF1EE2-230D-1FC0-7D74-EE45B7696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81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059D55-4094-CE0E-A8C5-68C5A8D0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71"/>
            <a:ext cx="5183188" cy="823913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297" indent="0">
              <a:buNone/>
              <a:defRPr sz="2001" b="1"/>
            </a:lvl2pPr>
            <a:lvl3pPr marL="914597" indent="0">
              <a:buNone/>
              <a:defRPr sz="1801" b="1"/>
            </a:lvl3pPr>
            <a:lvl4pPr marL="1371895" indent="0">
              <a:buNone/>
              <a:defRPr sz="1600" b="1"/>
            </a:lvl4pPr>
            <a:lvl5pPr marL="1829193" indent="0">
              <a:buNone/>
              <a:defRPr sz="1600" b="1"/>
            </a:lvl5pPr>
            <a:lvl6pPr marL="2286492" indent="0">
              <a:buNone/>
              <a:defRPr sz="1600" b="1"/>
            </a:lvl6pPr>
            <a:lvl7pPr marL="2743789" indent="0">
              <a:buNone/>
              <a:defRPr sz="1600" b="1"/>
            </a:lvl7pPr>
            <a:lvl8pPr marL="3201090" indent="0">
              <a:buNone/>
              <a:defRPr sz="1600" b="1"/>
            </a:lvl8pPr>
            <a:lvl9pPr marL="3658388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CFB1E9-F817-9D5D-07B7-0D06FEB60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81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5D35FD-F9CF-14CA-C4B2-A461CB89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A2FF72-E71D-89F8-BDCD-9B605DE7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2A6CA4-4714-CCD3-0858-983601BD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70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C20B1-028D-4AC1-FE22-6ECF1EF5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4BF353-032D-98B4-8C6F-75B011BC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1F180A-79FF-739C-6464-C79CD0ED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265D82-83FB-834E-301C-5B6186F6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50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70CC6E-F32C-CC6C-E2B6-9FBAB318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108572-301A-C11C-BBF8-AC099BC8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105C7-05E8-D8F4-FA6E-32C7A6AF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48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99299-CFE0-9F32-AA9F-9ED9047F2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6"/>
            <a:ext cx="3932236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8AFDFB-FEE9-53E6-ED86-D7D6E250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6" y="987427"/>
            <a:ext cx="6172201" cy="4873626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BB9F61-6B04-6AF1-00A9-17BB46D8E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2"/>
            <a:ext cx="3932236" cy="3811591"/>
          </a:xfrm>
        </p:spPr>
        <p:txBody>
          <a:bodyPr/>
          <a:lstStyle>
            <a:lvl1pPr marL="0" indent="0">
              <a:buNone/>
              <a:defRPr sz="1600"/>
            </a:lvl1pPr>
            <a:lvl2pPr marL="457297" indent="0">
              <a:buNone/>
              <a:defRPr sz="1399"/>
            </a:lvl2pPr>
            <a:lvl3pPr marL="914597" indent="0">
              <a:buNone/>
              <a:defRPr sz="1201"/>
            </a:lvl3pPr>
            <a:lvl4pPr marL="1371895" indent="0">
              <a:buNone/>
              <a:defRPr sz="1001"/>
            </a:lvl4pPr>
            <a:lvl5pPr marL="1829193" indent="0">
              <a:buNone/>
              <a:defRPr sz="1001"/>
            </a:lvl5pPr>
            <a:lvl6pPr marL="2286492" indent="0">
              <a:buNone/>
              <a:defRPr sz="1001"/>
            </a:lvl6pPr>
            <a:lvl7pPr marL="2743789" indent="0">
              <a:buNone/>
              <a:defRPr sz="1001"/>
            </a:lvl7pPr>
            <a:lvl8pPr marL="3201090" indent="0">
              <a:buNone/>
              <a:defRPr sz="1001"/>
            </a:lvl8pPr>
            <a:lvl9pPr marL="3658388" indent="0">
              <a:buNone/>
              <a:defRPr sz="100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9A2E46-B1DB-3BC6-87E9-18BB57C8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B2FF7C-9048-94F5-42B6-1A9D8BC1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1CDA15-1DF8-9F07-1150-B96BD921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2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CE607-4AE0-297A-A29A-A527309DC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6"/>
            <a:ext cx="3932236" cy="160020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DBAD86-5259-5D09-BFCE-A6DC82942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6" y="987427"/>
            <a:ext cx="6172201" cy="4873626"/>
          </a:xfrm>
        </p:spPr>
        <p:txBody>
          <a:bodyPr/>
          <a:lstStyle>
            <a:lvl1pPr marL="0" indent="0">
              <a:buNone/>
              <a:defRPr sz="3200"/>
            </a:lvl1pPr>
            <a:lvl2pPr marL="457297" indent="0">
              <a:buNone/>
              <a:defRPr sz="2801"/>
            </a:lvl2pPr>
            <a:lvl3pPr marL="914597" indent="0">
              <a:buNone/>
              <a:defRPr sz="2402"/>
            </a:lvl3pPr>
            <a:lvl4pPr marL="1371895" indent="0">
              <a:buNone/>
              <a:defRPr sz="2001"/>
            </a:lvl4pPr>
            <a:lvl5pPr marL="1829193" indent="0">
              <a:buNone/>
              <a:defRPr sz="2001"/>
            </a:lvl5pPr>
            <a:lvl6pPr marL="2286492" indent="0">
              <a:buNone/>
              <a:defRPr sz="2001"/>
            </a:lvl6pPr>
            <a:lvl7pPr marL="2743789" indent="0">
              <a:buNone/>
              <a:defRPr sz="2001"/>
            </a:lvl7pPr>
            <a:lvl8pPr marL="3201090" indent="0">
              <a:buNone/>
              <a:defRPr sz="2001"/>
            </a:lvl8pPr>
            <a:lvl9pPr marL="3658388" indent="0">
              <a:buNone/>
              <a:defRPr sz="2001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2DFA06-4D2F-BE94-8E71-C16EFA7BD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2"/>
            <a:ext cx="3932236" cy="3811591"/>
          </a:xfrm>
        </p:spPr>
        <p:txBody>
          <a:bodyPr/>
          <a:lstStyle>
            <a:lvl1pPr marL="0" indent="0">
              <a:buNone/>
              <a:defRPr sz="1600"/>
            </a:lvl1pPr>
            <a:lvl2pPr marL="457297" indent="0">
              <a:buNone/>
              <a:defRPr sz="1399"/>
            </a:lvl2pPr>
            <a:lvl3pPr marL="914597" indent="0">
              <a:buNone/>
              <a:defRPr sz="1201"/>
            </a:lvl3pPr>
            <a:lvl4pPr marL="1371895" indent="0">
              <a:buNone/>
              <a:defRPr sz="1001"/>
            </a:lvl4pPr>
            <a:lvl5pPr marL="1829193" indent="0">
              <a:buNone/>
              <a:defRPr sz="1001"/>
            </a:lvl5pPr>
            <a:lvl6pPr marL="2286492" indent="0">
              <a:buNone/>
              <a:defRPr sz="1001"/>
            </a:lvl6pPr>
            <a:lvl7pPr marL="2743789" indent="0">
              <a:buNone/>
              <a:defRPr sz="1001"/>
            </a:lvl7pPr>
            <a:lvl8pPr marL="3201090" indent="0">
              <a:buNone/>
              <a:defRPr sz="1001"/>
            </a:lvl8pPr>
            <a:lvl9pPr marL="3658388" indent="0">
              <a:buNone/>
              <a:defRPr sz="100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C4168B-0339-3069-1918-C80DFC861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9294E-0063-B229-4860-7AF4CABB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D2FD9A-BD86-4303-B657-438CAF99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30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B20F4-F954-2D44-046E-AB708F50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CA72EF-7351-5225-5F38-80950B2BA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38CD6-EAA1-310E-7BD3-C2CFB630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A54A3-346C-F895-977B-FE669A80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7CF95-1E8E-7CFD-0E7C-3EFD44F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64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D0866F-9612-3AB3-0D81-9863E6C6B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7"/>
            <a:ext cx="2628900" cy="581183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341AEA-5ACE-201A-95B2-F7F3742AA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7"/>
            <a:ext cx="7734300" cy="581183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A08D1-1FD6-CC93-7E32-1C458923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49EB6-A47C-A734-1D4B-562DA838E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5B5D9C-5E88-2F85-3228-A32FF337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77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250FCC-FDE3-3DCA-ABDC-5AD873A00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1" cy="13255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CAAF13-1823-7BD6-6A67-EC2EAD173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1" cy="43513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CA0BB-C4E8-B677-C132-6325143517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5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01AD2-17E1-45F2-BED0-A7ED264E559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CD4F13-95C0-5340-19AB-FFA23485A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9" y="6356355"/>
            <a:ext cx="411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2AD8D-7CEB-321D-C745-153DDD40F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4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0273B-6AF0-4445-913E-682EA9047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28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597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50" indent="-228650" algn="l" defTabSz="91459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47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2pPr>
      <a:lvl3pPr marL="1143245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1" kern="1200">
          <a:solidFill>
            <a:schemeClr val="tx1"/>
          </a:solidFill>
          <a:latin typeface="+mn-lt"/>
          <a:ea typeface="+mn-ea"/>
          <a:cs typeface="+mn-cs"/>
        </a:defRPr>
      </a:lvl3pPr>
      <a:lvl4pPr marL="1600545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842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5140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2441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737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7038" indent="-228650" algn="l" defTabSz="91459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97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597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895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9193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492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789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1090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8388" algn="l" defTabSz="91459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>
            <a:extLst>
              <a:ext uri="{FF2B5EF4-FFF2-40B4-BE49-F238E27FC236}">
                <a16:creationId xmlns:a16="http://schemas.microsoft.com/office/drawing/2014/main" id="{49B29190-FC35-B2C1-2695-73BFA26FFC4A}"/>
              </a:ext>
            </a:extLst>
          </p:cNvPr>
          <p:cNvGrpSpPr/>
          <p:nvPr/>
        </p:nvGrpSpPr>
        <p:grpSpPr>
          <a:xfrm>
            <a:off x="7121902" y="1874618"/>
            <a:ext cx="765190" cy="1082198"/>
            <a:chOff x="4145280" y="1292221"/>
            <a:chExt cx="765190" cy="1086449"/>
          </a:xfrm>
        </p:grpSpPr>
        <p:sp>
          <p:nvSpPr>
            <p:cNvPr id="30" name="圆角矩形 71">
              <a:extLst>
                <a:ext uri="{FF2B5EF4-FFF2-40B4-BE49-F238E27FC236}">
                  <a16:creationId xmlns:a16="http://schemas.microsoft.com/office/drawing/2014/main" id="{D1A9B7F2-A59E-0A74-71AE-6E572D7B114D}"/>
                </a:ext>
              </a:extLst>
            </p:cNvPr>
            <p:cNvSpPr/>
            <p:nvPr/>
          </p:nvSpPr>
          <p:spPr>
            <a:xfrm>
              <a:off x="4145280" y="1292221"/>
              <a:ext cx="667801" cy="1086449"/>
            </a:xfrm>
            <a:prstGeom prst="roundRect">
              <a:avLst>
                <a:gd name="adj" fmla="val 8577"/>
              </a:avLst>
            </a:prstGeom>
            <a:solidFill>
              <a:srgbClr val="F5F5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C951AEB9-D3AD-5228-6F0A-86A1171C6D63}"/>
                </a:ext>
              </a:extLst>
            </p:cNvPr>
            <p:cNvSpPr/>
            <p:nvPr/>
          </p:nvSpPr>
          <p:spPr>
            <a:xfrm>
              <a:off x="4278010" y="1570332"/>
              <a:ext cx="632460" cy="25724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zh-CN" sz="1201" dirty="0">
                  <a:latin typeface="Times New Roman" panose="02020603050405020304" charset="0"/>
                  <a:cs typeface="Times New Roman" panose="02020603050405020304" charset="0"/>
                </a:rPr>
                <a:t>][n]</a:t>
              </a:r>
              <a:endParaRPr lang="zh-CN" altLang="en-US" sz="1201" dirty="0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0CD5F71C-A10E-171B-EE34-C8ED5A00C5A2}"/>
                </a:ext>
              </a:extLst>
            </p:cNvPr>
            <p:cNvSpPr/>
            <p:nvPr/>
          </p:nvSpPr>
          <p:spPr>
            <a:xfrm>
              <a:off x="4278010" y="1828131"/>
              <a:ext cx="632460" cy="2592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zh-CN" sz="1201" dirty="0">
                  <a:latin typeface="Times New Roman" panose="02020603050405020304" charset="0"/>
                  <a:cs typeface="Times New Roman" panose="02020603050405020304" charset="0"/>
                </a:rPr>
                <a:t>][n -</a:t>
              </a:r>
              <a:endParaRPr lang="zh-CN" altLang="en-US" sz="1201" dirty="0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F82AA2D-4D8E-9D8F-5B82-D300C5F9EB02}"/>
                </a:ext>
              </a:extLst>
            </p:cNvPr>
            <p:cNvSpPr/>
            <p:nvPr/>
          </p:nvSpPr>
          <p:spPr>
            <a:xfrm>
              <a:off x="4278010" y="2087887"/>
              <a:ext cx="632460" cy="2592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r>
                <a:rPr lang="en-US" altLang="zh-CN" sz="1201" dirty="0">
                  <a:latin typeface="Times New Roman" panose="02020603050405020304" charset="0"/>
                  <a:cs typeface="Times New Roman" panose="02020603050405020304" charset="0"/>
                </a:rPr>
                <a:t>][1])</a:t>
              </a:r>
              <a:endParaRPr lang="zh-CN" altLang="en-US" sz="1201" dirty="0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D7F27E5A-FAA0-9E36-9FDD-8FA13CE4ABE2}"/>
                </a:ext>
              </a:extLst>
            </p:cNvPr>
            <p:cNvGrpSpPr/>
            <p:nvPr/>
          </p:nvGrpSpPr>
          <p:grpSpPr>
            <a:xfrm>
              <a:off x="4185046" y="1300397"/>
              <a:ext cx="677290" cy="278419"/>
              <a:chOff x="5709336" y="1823735"/>
              <a:chExt cx="677290" cy="278419"/>
            </a:xfrm>
          </p:grpSpPr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AAFA3609-A7E3-6AD5-BCF2-6D0CD54E6366}"/>
                  </a:ext>
                </a:extLst>
              </p:cNvPr>
              <p:cNvSpPr txBox="1"/>
              <p:nvPr/>
            </p:nvSpPr>
            <p:spPr>
              <a:xfrm>
                <a:off x="5846707" y="1823735"/>
                <a:ext cx="539919" cy="2784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1" b="1" dirty="0">
                    <a:latin typeface="Times New Roman" panose="02020603050405020304" charset="0"/>
                    <a:cs typeface="Times New Roman" panose="02020603050405020304" charset="0"/>
                  </a:rPr>
                  <a:t>Draft</a:t>
                </a:r>
                <a:endParaRPr lang="zh-CN" altLang="en-US" sz="1201" b="1" dirty="0"/>
              </a:p>
            </p:txBody>
          </p:sp>
          <p:pic>
            <p:nvPicPr>
              <p:cNvPr id="34" name="图形 33">
                <a:extLst>
                  <a:ext uri="{FF2B5EF4-FFF2-40B4-BE49-F238E27FC236}">
                    <a16:creationId xmlns:a16="http://schemas.microsoft.com/office/drawing/2014/main" id="{93B38A65-4261-7911-95B0-C9B1A73DAB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09336" y="1859259"/>
                <a:ext cx="205952" cy="205952"/>
              </a:xfrm>
              <a:prstGeom prst="rect">
                <a:avLst/>
              </a:prstGeom>
            </p:spPr>
          </p:pic>
        </p:grp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6B2717A-A62C-EF4D-905E-8B7C79E89468}"/>
              </a:ext>
            </a:extLst>
          </p:cNvPr>
          <p:cNvSpPr txBox="1"/>
          <p:nvPr/>
        </p:nvSpPr>
        <p:spPr>
          <a:xfrm>
            <a:off x="8168371" y="2769532"/>
            <a:ext cx="606734" cy="184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1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Trie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56CF5FC3-F6D7-9380-12D1-4A9C0ED4D5C1}"/>
              </a:ext>
            </a:extLst>
          </p:cNvPr>
          <p:cNvGrpSpPr/>
          <p:nvPr/>
        </p:nvGrpSpPr>
        <p:grpSpPr>
          <a:xfrm>
            <a:off x="8012863" y="2089567"/>
            <a:ext cx="797241" cy="596791"/>
            <a:chOff x="5354462" y="1487952"/>
            <a:chExt cx="797241" cy="674916"/>
          </a:xfrm>
        </p:grpSpPr>
        <p:sp>
          <p:nvSpPr>
            <p:cNvPr id="46" name="圆角矩形 66">
              <a:extLst>
                <a:ext uri="{FF2B5EF4-FFF2-40B4-BE49-F238E27FC236}">
                  <a16:creationId xmlns:a16="http://schemas.microsoft.com/office/drawing/2014/main" id="{23D9C7C2-E4F4-5881-80A7-3903484FA7C7}"/>
                </a:ext>
              </a:extLst>
            </p:cNvPr>
            <p:cNvSpPr/>
            <p:nvPr/>
          </p:nvSpPr>
          <p:spPr>
            <a:xfrm>
              <a:off x="5712994" y="1487952"/>
              <a:ext cx="220478" cy="160011"/>
            </a:xfrm>
            <a:prstGeom prst="roundRect">
              <a:avLst/>
            </a:prstGeom>
            <a:noFill/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][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A7C0888-2BC1-15B0-BC08-D4100E55C798}"/>
                </a:ext>
              </a:extLst>
            </p:cNvPr>
            <p:cNvGrpSpPr/>
            <p:nvPr/>
          </p:nvGrpSpPr>
          <p:grpSpPr>
            <a:xfrm>
              <a:off x="5509971" y="1746471"/>
              <a:ext cx="641732" cy="160011"/>
              <a:chOff x="2406733" y="3508559"/>
              <a:chExt cx="628698" cy="129913"/>
            </a:xfrm>
          </p:grpSpPr>
          <p:sp>
            <p:nvSpPr>
              <p:cNvPr id="53" name="圆角矩形 67">
                <a:extLst>
                  <a:ext uri="{FF2B5EF4-FFF2-40B4-BE49-F238E27FC236}">
                    <a16:creationId xmlns:a16="http://schemas.microsoft.com/office/drawing/2014/main" id="{290BD080-4BC6-26FF-92FA-7B5B9FF2008B}"/>
                  </a:ext>
                </a:extLst>
              </p:cNvPr>
              <p:cNvSpPr/>
              <p:nvPr/>
            </p:nvSpPr>
            <p:spPr>
              <a:xfrm>
                <a:off x="2406733" y="3508559"/>
                <a:ext cx="216000" cy="129913"/>
              </a:xfrm>
              <a:prstGeom prst="roundRect">
                <a:avLst/>
              </a:prstGeom>
              <a:noFill/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0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n</a:t>
                </a:r>
              </a:p>
            </p:txBody>
          </p:sp>
          <p:sp>
            <p:nvSpPr>
              <p:cNvPr id="54" name="圆角矩形 102">
                <a:extLst>
                  <a:ext uri="{FF2B5EF4-FFF2-40B4-BE49-F238E27FC236}">
                    <a16:creationId xmlns:a16="http://schemas.microsoft.com/office/drawing/2014/main" id="{2784EB01-46B5-833C-E931-F2ECE7F80649}"/>
                  </a:ext>
                </a:extLst>
              </p:cNvPr>
              <p:cNvSpPr/>
              <p:nvPr/>
            </p:nvSpPr>
            <p:spPr>
              <a:xfrm>
                <a:off x="2819431" y="3508559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ED16B827-829F-F503-5D71-6928F17EA71B}"/>
                </a:ext>
              </a:extLst>
            </p:cNvPr>
            <p:cNvGrpSpPr/>
            <p:nvPr/>
          </p:nvGrpSpPr>
          <p:grpSpPr>
            <a:xfrm>
              <a:off x="5354462" y="2002848"/>
              <a:ext cx="797240" cy="160020"/>
              <a:chOff x="2154208" y="3760692"/>
              <a:chExt cx="781048" cy="129920"/>
            </a:xfrm>
          </p:grpSpPr>
          <p:sp>
            <p:nvSpPr>
              <p:cNvPr id="50" name="圆角矩形 87">
                <a:extLst>
                  <a:ext uri="{FF2B5EF4-FFF2-40B4-BE49-F238E27FC236}">
                    <a16:creationId xmlns:a16="http://schemas.microsoft.com/office/drawing/2014/main" id="{CD1D2029-1EE0-22DB-A28B-233A5BE90BE1}"/>
                  </a:ext>
                </a:extLst>
              </p:cNvPr>
              <p:cNvSpPr/>
              <p:nvPr/>
            </p:nvSpPr>
            <p:spPr>
              <a:xfrm>
                <a:off x="2154208" y="3760699"/>
                <a:ext cx="216000" cy="129913"/>
              </a:xfrm>
              <a:prstGeom prst="roundRect">
                <a:avLst/>
              </a:prstGeom>
              <a:noFill/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7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</a:t>
                </a:r>
              </a:p>
            </p:txBody>
          </p:sp>
          <p:sp>
            <p:nvSpPr>
              <p:cNvPr id="51" name="圆角矩形 99">
                <a:extLst>
                  <a:ext uri="{FF2B5EF4-FFF2-40B4-BE49-F238E27FC236}">
                    <a16:creationId xmlns:a16="http://schemas.microsoft.com/office/drawing/2014/main" id="{0D9F44BD-BA2A-3ABF-3EBF-85CBFFF8D749}"/>
                  </a:ext>
                </a:extLst>
              </p:cNvPr>
              <p:cNvSpPr/>
              <p:nvPr/>
            </p:nvSpPr>
            <p:spPr>
              <a:xfrm>
                <a:off x="2467541" y="3760692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</a:p>
            </p:txBody>
          </p:sp>
          <p:sp>
            <p:nvSpPr>
              <p:cNvPr id="52" name="圆角矩形 103">
                <a:extLst>
                  <a:ext uri="{FF2B5EF4-FFF2-40B4-BE49-F238E27FC236}">
                    <a16:creationId xmlns:a16="http://schemas.microsoft.com/office/drawing/2014/main" id="{DC1DA79E-22CD-67C2-E433-A4E20F941DD0}"/>
                  </a:ext>
                </a:extLst>
              </p:cNvPr>
              <p:cNvSpPr/>
              <p:nvPr/>
            </p:nvSpPr>
            <p:spPr>
              <a:xfrm>
                <a:off x="2719256" y="3760699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])</a:t>
                </a:r>
                <a:endParaRPr lang="en-US" altLang="zh-CN" sz="8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46062CF-F061-DAE1-BF94-685F56CA2758}"/>
                </a:ext>
              </a:extLst>
            </p:cNvPr>
            <p:cNvCxnSpPr>
              <a:cxnSpLocks/>
              <a:stCxn id="46" idx="2"/>
              <a:endCxn id="53" idx="0"/>
            </p:cNvCxnSpPr>
            <p:nvPr/>
          </p:nvCxnSpPr>
          <p:spPr>
            <a:xfrm flipH="1">
              <a:off x="5620210" y="1647963"/>
              <a:ext cx="203023" cy="985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0D0FA14A-1228-2815-8AB3-6D3099DA0EA8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>
              <a:off x="5823233" y="1647963"/>
              <a:ext cx="218231" cy="985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7351B03D-204B-0B46-3BEC-2F8801A1AFD8}"/>
                </a:ext>
              </a:extLst>
            </p:cNvPr>
            <p:cNvCxnSpPr>
              <a:cxnSpLocks/>
              <a:stCxn id="53" idx="2"/>
              <a:endCxn id="50" idx="0"/>
            </p:cNvCxnSpPr>
            <p:nvPr/>
          </p:nvCxnSpPr>
          <p:spPr>
            <a:xfrm flipH="1">
              <a:off x="5464702" y="1906482"/>
              <a:ext cx="155508" cy="963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53840042-EC55-B049-3F89-7A416E49C471}"/>
                </a:ext>
              </a:extLst>
            </p:cNvPr>
            <p:cNvCxnSpPr>
              <a:cxnSpLocks/>
              <a:stCxn id="53" idx="2"/>
              <a:endCxn id="51" idx="0"/>
            </p:cNvCxnSpPr>
            <p:nvPr/>
          </p:nvCxnSpPr>
          <p:spPr>
            <a:xfrm>
              <a:off x="5620210" y="1906482"/>
              <a:ext cx="164321" cy="963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F47447A-62CA-F188-3E4B-0DBC3C51DC81}"/>
                </a:ext>
              </a:extLst>
            </p:cNvPr>
            <p:cNvCxnSpPr>
              <a:cxnSpLocks/>
              <a:stCxn id="54" idx="2"/>
              <a:endCxn id="52" idx="0"/>
            </p:cNvCxnSpPr>
            <p:nvPr/>
          </p:nvCxnSpPr>
          <p:spPr>
            <a:xfrm flipH="1">
              <a:off x="6041463" y="1906482"/>
              <a:ext cx="1" cy="963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箭头: 下 403">
            <a:extLst>
              <a:ext uri="{FF2B5EF4-FFF2-40B4-BE49-F238E27FC236}">
                <a16:creationId xmlns:a16="http://schemas.microsoft.com/office/drawing/2014/main" id="{67EB8A24-A578-301F-591C-085B4F5995DA}"/>
              </a:ext>
            </a:extLst>
          </p:cNvPr>
          <p:cNvSpPr/>
          <p:nvPr/>
        </p:nvSpPr>
        <p:spPr>
          <a:xfrm rot="16200000">
            <a:off x="5373443" y="2328357"/>
            <a:ext cx="118825" cy="18000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 u="sng" dirty="0">
              <a:solidFill>
                <a:schemeClr val="tx1"/>
              </a:solidFill>
            </a:endParaRPr>
          </a:p>
        </p:txBody>
      </p:sp>
      <p:sp>
        <p:nvSpPr>
          <p:cNvPr id="89" name="箭头: 下 403">
            <a:extLst>
              <a:ext uri="{FF2B5EF4-FFF2-40B4-BE49-F238E27FC236}">
                <a16:creationId xmlns:a16="http://schemas.microsoft.com/office/drawing/2014/main" id="{9B0C8EAF-6E9C-2060-CAB6-CB24A0306647}"/>
              </a:ext>
            </a:extLst>
          </p:cNvPr>
          <p:cNvSpPr/>
          <p:nvPr/>
        </p:nvSpPr>
        <p:spPr>
          <a:xfrm rot="16200000">
            <a:off x="6938960" y="2328357"/>
            <a:ext cx="118825" cy="18000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 u="sng" dirty="0">
              <a:solidFill>
                <a:schemeClr val="tx1"/>
              </a:solidFill>
            </a:endParaRPr>
          </a:p>
        </p:txBody>
      </p:sp>
      <p:sp>
        <p:nvSpPr>
          <p:cNvPr id="90" name="箭头: 下 403">
            <a:extLst>
              <a:ext uri="{FF2B5EF4-FFF2-40B4-BE49-F238E27FC236}">
                <a16:creationId xmlns:a16="http://schemas.microsoft.com/office/drawing/2014/main" id="{78504681-C19F-2942-65A8-DCF3D306CD02}"/>
              </a:ext>
            </a:extLst>
          </p:cNvPr>
          <p:cNvSpPr/>
          <p:nvPr/>
        </p:nvSpPr>
        <p:spPr>
          <a:xfrm rot="16200000">
            <a:off x="7854306" y="2328357"/>
            <a:ext cx="118825" cy="18000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99" u="sng" dirty="0">
              <a:solidFill>
                <a:schemeClr val="tx1"/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A133D9F0-CEAB-CE72-1730-97C90A1979C4}"/>
              </a:ext>
            </a:extLst>
          </p:cNvPr>
          <p:cNvGrpSpPr/>
          <p:nvPr/>
        </p:nvGrpSpPr>
        <p:grpSpPr>
          <a:xfrm>
            <a:off x="3871412" y="2149863"/>
            <a:ext cx="1437915" cy="754515"/>
            <a:chOff x="3871412" y="2149863"/>
            <a:chExt cx="1437915" cy="75451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D01267B-7BA4-44F9-A390-1C7E73A4DA5E}"/>
                </a:ext>
              </a:extLst>
            </p:cNvPr>
            <p:cNvGrpSpPr/>
            <p:nvPr/>
          </p:nvGrpSpPr>
          <p:grpSpPr>
            <a:xfrm>
              <a:off x="3871412" y="2149863"/>
              <a:ext cx="1437915" cy="536990"/>
              <a:chOff x="694649" y="2108874"/>
              <a:chExt cx="1437915" cy="519411"/>
            </a:xfrm>
          </p:grpSpPr>
          <p:sp>
            <p:nvSpPr>
              <p:cNvPr id="5" name="圆角矩形 71">
                <a:extLst>
                  <a:ext uri="{FF2B5EF4-FFF2-40B4-BE49-F238E27FC236}">
                    <a16:creationId xmlns:a16="http://schemas.microsoft.com/office/drawing/2014/main" id="{AB01023D-8002-8393-34D7-869A5812893B}"/>
                  </a:ext>
                </a:extLst>
              </p:cNvPr>
              <p:cNvSpPr/>
              <p:nvPr/>
            </p:nvSpPr>
            <p:spPr>
              <a:xfrm>
                <a:off x="694649" y="2112680"/>
                <a:ext cx="1431034" cy="515605"/>
              </a:xfrm>
              <a:prstGeom prst="roundRect">
                <a:avLst/>
              </a:prstGeom>
              <a:solidFill>
                <a:srgbClr val="F5F5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6A6620D-A571-5BCC-230A-239EBB589899}"/>
                  </a:ext>
                </a:extLst>
              </p:cNvPr>
              <p:cNvSpPr txBox="1"/>
              <p:nvPr/>
            </p:nvSpPr>
            <p:spPr>
              <a:xfrm>
                <a:off x="720753" y="2369848"/>
                <a:ext cx="1411811" cy="178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zh-CN" sz="1201" dirty="0">
                    <a:latin typeface="Times New Roman" panose="02020603050405020304" charset="0"/>
                    <a:cs typeface="Times New Roman" panose="02020603050405020304" charset="0"/>
                  </a:rPr>
                  <a:t>... \n\treturn cost</a:t>
                </a:r>
                <a:r>
                  <a:rPr lang="en-US" altLang="zh-CN" sz="1201" b="1" u="sng" dirty="0">
                    <a:latin typeface="Times New Roman" panose="02020603050405020304" charset="0"/>
                    <a:cs typeface="Times New Roman" panose="02020603050405020304" charset="0"/>
                  </a:rPr>
                  <a:t>[m</a:t>
                </a:r>
              </a:p>
            </p:txBody>
          </p:sp>
          <p:pic>
            <p:nvPicPr>
              <p:cNvPr id="7" name="图形 6">
                <a:extLst>
                  <a:ext uri="{FF2B5EF4-FFF2-40B4-BE49-F238E27FC236}">
                    <a16:creationId xmlns:a16="http://schemas.microsoft.com/office/drawing/2014/main" id="{B94D66EB-A067-9A73-8293-C5009DAE0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74092" y="2134273"/>
                <a:ext cx="221834" cy="230498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04F3FF2-1079-A0E8-DC08-695B39FA4800}"/>
                  </a:ext>
                </a:extLst>
              </p:cNvPr>
              <p:cNvSpPr txBox="1"/>
              <p:nvPr/>
            </p:nvSpPr>
            <p:spPr>
              <a:xfrm>
                <a:off x="942759" y="2108874"/>
                <a:ext cx="563740" cy="268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1" b="1" dirty="0"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lang="zh-CN" altLang="en-US" sz="1201" b="1" dirty="0"/>
              </a:p>
            </p:txBody>
          </p:sp>
        </p:grp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80B7095-845C-508F-0A7A-3DC00379A3E9}"/>
                </a:ext>
              </a:extLst>
            </p:cNvPr>
            <p:cNvSpPr/>
            <p:nvPr/>
          </p:nvSpPr>
          <p:spPr>
            <a:xfrm>
              <a:off x="4176728" y="2717956"/>
              <a:ext cx="1103256" cy="186422"/>
            </a:xfrm>
            <a:prstGeom prst="roundRect">
              <a:avLst>
                <a:gd name="adj" fmla="val 39436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Matched suffix</a:t>
              </a:r>
              <a:endParaRPr lang="zh-CN" altLang="en-US" sz="1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直角三角形 3">
              <a:extLst>
                <a:ext uri="{FF2B5EF4-FFF2-40B4-BE49-F238E27FC236}">
                  <a16:creationId xmlns:a16="http://schemas.microsoft.com/office/drawing/2014/main" id="{16BA66F3-C3AC-F79A-80F2-3A25B6C94418}"/>
                </a:ext>
              </a:extLst>
            </p:cNvPr>
            <p:cNvSpPr/>
            <p:nvPr/>
          </p:nvSpPr>
          <p:spPr>
            <a:xfrm flipH="1">
              <a:off x="5048550" y="2629890"/>
              <a:ext cx="87337" cy="107372"/>
            </a:xfrm>
            <a:prstGeom prst="rt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E29BC70-79C6-1FF1-C2D5-860AF056AEDD}"/>
              </a:ext>
            </a:extLst>
          </p:cNvPr>
          <p:cNvGrpSpPr/>
          <p:nvPr/>
        </p:nvGrpSpPr>
        <p:grpSpPr>
          <a:xfrm>
            <a:off x="5556385" y="1875902"/>
            <a:ext cx="1318459" cy="1084909"/>
            <a:chOff x="2571872" y="1292778"/>
            <a:chExt cx="1318459" cy="1049393"/>
          </a:xfrm>
        </p:grpSpPr>
        <p:sp>
          <p:nvSpPr>
            <p:cNvPr id="10" name="圆角矩形 71">
              <a:extLst>
                <a:ext uri="{FF2B5EF4-FFF2-40B4-BE49-F238E27FC236}">
                  <a16:creationId xmlns:a16="http://schemas.microsoft.com/office/drawing/2014/main" id="{7F5B7B53-8394-4B78-3712-159EBB1B99F9}"/>
                </a:ext>
              </a:extLst>
            </p:cNvPr>
            <p:cNvSpPr/>
            <p:nvPr/>
          </p:nvSpPr>
          <p:spPr>
            <a:xfrm>
              <a:off x="2616466" y="1295400"/>
              <a:ext cx="1250464" cy="1046771"/>
            </a:xfrm>
            <a:prstGeom prst="roundRect">
              <a:avLst>
                <a:gd name="adj" fmla="val 8577"/>
              </a:avLst>
            </a:prstGeom>
            <a:solidFill>
              <a:srgbClr val="F5F5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E06D606-176C-4F55-F2DD-72D983E7A34E}"/>
                </a:ext>
              </a:extLst>
            </p:cNvPr>
            <p:cNvSpPr txBox="1"/>
            <p:nvPr/>
          </p:nvSpPr>
          <p:spPr>
            <a:xfrm>
              <a:off x="2780569" y="1292778"/>
              <a:ext cx="667801" cy="268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1" b="1" dirty="0">
                  <a:latin typeface="Times New Roman" panose="02020603050405020304" charset="0"/>
                  <a:cs typeface="Times New Roman" panose="02020603050405020304" charset="0"/>
                </a:rPr>
                <a:t>Corpus</a:t>
              </a:r>
              <a:endParaRPr lang="zh-CN" altLang="en-US" sz="1201" b="1" dirty="0"/>
            </a:p>
          </p:txBody>
        </p:sp>
        <p:pic>
          <p:nvPicPr>
            <p:cNvPr id="25" name="图片 24" descr="database">
              <a:extLst>
                <a:ext uri="{FF2B5EF4-FFF2-40B4-BE49-F238E27FC236}">
                  <a16:creationId xmlns:a16="http://schemas.microsoft.com/office/drawing/2014/main" id="{7FDB39BC-070F-1F89-B4E4-F17360C32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7410" y="1361211"/>
              <a:ext cx="150098" cy="150098"/>
            </a:xfrm>
            <a:prstGeom prst="rect">
              <a:avLst/>
            </a:prstGeom>
          </p:spPr>
        </p:pic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A27F1821-11C8-0CC4-992C-2FDBF2345DF2}"/>
                </a:ext>
              </a:extLst>
            </p:cNvPr>
            <p:cNvGrpSpPr/>
            <p:nvPr/>
          </p:nvGrpSpPr>
          <p:grpSpPr>
            <a:xfrm>
              <a:off x="2571872" y="1746800"/>
              <a:ext cx="667802" cy="537181"/>
              <a:chOff x="2571872" y="1746800"/>
              <a:chExt cx="667802" cy="537181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958B3CA-8100-7779-ECEB-357D78B99C2A}"/>
                  </a:ext>
                </a:extLst>
              </p:cNvPr>
              <p:cNvSpPr txBox="1"/>
              <p:nvPr/>
            </p:nvSpPr>
            <p:spPr>
              <a:xfrm>
                <a:off x="2571872" y="1746800"/>
                <a:ext cx="667802" cy="1638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r"/>
                <a:r>
                  <a:rPr lang="en-US" altLang="zh-CN" sz="1101" dirty="0">
                    <a:latin typeface="Times New Roman" panose="02020603050405020304" charset="0"/>
                    <a:cs typeface="Times New Roman" panose="02020603050405020304" charset="0"/>
                  </a:rPr>
                  <a:t>…array</a:t>
                </a:r>
                <a:r>
                  <a:rPr lang="en-US" altLang="zh-CN" sz="1101" b="1" dirty="0">
                    <a:latin typeface="Times New Roman" panose="02020603050405020304" charset="0"/>
                    <a:cs typeface="Times New Roman" panose="02020603050405020304" charset="0"/>
                  </a:rPr>
                  <a:t>[m</a:t>
                </a:r>
                <a:endParaRPr lang="zh-CN" altLang="en-US" sz="1101" dirty="0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1F27A9A-96E5-E8EF-BD2C-CF9F58DC495F}"/>
                  </a:ext>
                </a:extLst>
              </p:cNvPr>
              <p:cNvSpPr txBox="1"/>
              <p:nvPr/>
            </p:nvSpPr>
            <p:spPr>
              <a:xfrm>
                <a:off x="2640834" y="1922403"/>
                <a:ext cx="598840" cy="1638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r"/>
                <a:r>
                  <a:rPr lang="en-US" altLang="zh-CN" sz="1101" dirty="0">
                    <a:latin typeface="Times New Roman" panose="02020603050405020304" charset="0"/>
                    <a:cs typeface="Times New Roman" panose="02020603050405020304" charset="0"/>
                  </a:rPr>
                  <a:t>…</a:t>
                </a:r>
                <a:r>
                  <a:rPr lang="en-US" altLang="zh-CN" sz="1101" dirty="0" err="1">
                    <a:latin typeface="Times New Roman" panose="02020603050405020304" charset="0"/>
                    <a:cs typeface="Times New Roman" panose="02020603050405020304" charset="0"/>
                  </a:rPr>
                  <a:t>dp</a:t>
                </a:r>
                <a:r>
                  <a:rPr lang="en-US" altLang="zh-CN" sz="1101" b="1" dirty="0">
                    <a:latin typeface="Times New Roman" panose="02020603050405020304" charset="0"/>
                    <a:cs typeface="Times New Roman" panose="02020603050405020304" charset="0"/>
                  </a:rPr>
                  <a:t>[m</a:t>
                </a:r>
                <a:endParaRPr lang="zh-CN" altLang="en-US" sz="1101" dirty="0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815024B-B27D-E9F2-EC5B-B59E1EFF2C4F}"/>
                  </a:ext>
                </a:extLst>
              </p:cNvPr>
              <p:cNvSpPr txBox="1"/>
              <p:nvPr/>
            </p:nvSpPr>
            <p:spPr>
              <a:xfrm>
                <a:off x="2640832" y="2120122"/>
                <a:ext cx="598842" cy="1638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r"/>
                <a:r>
                  <a:rPr lang="en-US" altLang="zh-CN" sz="1101" dirty="0">
                    <a:latin typeface="Times New Roman" panose="02020603050405020304" charset="0"/>
                    <a:cs typeface="Times New Roman" panose="02020603050405020304" charset="0"/>
                  </a:rPr>
                  <a:t>…grid</a:t>
                </a:r>
                <a:r>
                  <a:rPr lang="en-US" altLang="zh-CN" sz="1101" b="1" dirty="0">
                    <a:latin typeface="Times New Roman" panose="02020603050405020304" charset="0"/>
                    <a:cs typeface="Times New Roman" panose="02020603050405020304" charset="0"/>
                  </a:rPr>
                  <a:t>[m</a:t>
                </a:r>
                <a:endParaRPr lang="zh-CN" altLang="en-US" sz="1101" dirty="0"/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CE0487E-B0A0-B89A-1307-F7D0EA3CCEAE}"/>
                </a:ext>
              </a:extLst>
            </p:cNvPr>
            <p:cNvGrpSpPr/>
            <p:nvPr/>
          </p:nvGrpSpPr>
          <p:grpSpPr>
            <a:xfrm>
              <a:off x="3340593" y="1746800"/>
              <a:ext cx="549735" cy="537182"/>
              <a:chOff x="3340593" y="1746800"/>
              <a:chExt cx="549735" cy="537182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8525664-7C14-134A-8A93-3E1A88C0927F}"/>
                  </a:ext>
                </a:extLst>
              </p:cNvPr>
              <p:cNvSpPr txBox="1"/>
              <p:nvPr/>
            </p:nvSpPr>
            <p:spPr>
              <a:xfrm>
                <a:off x="3340593" y="1746800"/>
                <a:ext cx="473375" cy="1638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>
                  <a:defRPr sz="1200">
                    <a:latin typeface="Times New Roman" panose="02020603050405020304" charset="0"/>
                    <a:cs typeface="Times New Roman" panose="02020603050405020304" charset="0"/>
                  </a:defRPr>
                </a:lvl1pPr>
              </a:lstStyle>
              <a:p>
                <a:r>
                  <a:rPr lang="en-US" altLang="zh-CN" sz="1101" dirty="0"/>
                  <a:t>][n]…</a:t>
                </a:r>
                <a:endParaRPr lang="zh-CN" altLang="en-US" sz="1101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DC4E75F-B2F4-E21F-7890-78049C5B6FD9}"/>
                  </a:ext>
                </a:extLst>
              </p:cNvPr>
              <p:cNvSpPr txBox="1"/>
              <p:nvPr/>
            </p:nvSpPr>
            <p:spPr>
              <a:xfrm>
                <a:off x="3340593" y="1922403"/>
                <a:ext cx="549735" cy="1638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>
                  <a:defRPr sz="1200">
                    <a:latin typeface="Times New Roman" panose="02020603050405020304" charset="0"/>
                    <a:cs typeface="Times New Roman" panose="02020603050405020304" charset="0"/>
                  </a:defRPr>
                </a:lvl1pPr>
              </a:lstStyle>
              <a:p>
                <a:r>
                  <a:rPr lang="en-US" altLang="zh-CN" sz="1101" dirty="0"/>
                  <a:t>][n -…</a:t>
                </a:r>
                <a:endParaRPr lang="zh-CN" altLang="en-US" sz="1101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C40E04B2-9964-1FA1-7C38-722ED6C6DBE8}"/>
                  </a:ext>
                </a:extLst>
              </p:cNvPr>
              <p:cNvSpPr txBox="1"/>
              <p:nvPr/>
            </p:nvSpPr>
            <p:spPr>
              <a:xfrm>
                <a:off x="3340593" y="2120123"/>
                <a:ext cx="444804" cy="16385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zh-CN"/>
                </a:defPPr>
                <a:lvl1pPr>
                  <a:defRPr sz="1200">
                    <a:latin typeface="Times New Roman" panose="02020603050405020304" charset="0"/>
                    <a:cs typeface="Times New Roman" panose="02020603050405020304" charset="0"/>
                  </a:defRPr>
                </a:lvl1pPr>
              </a:lstStyle>
              <a:p>
                <a:r>
                  <a:rPr lang="en-US" altLang="zh-CN" sz="1101" dirty="0"/>
                  <a:t>][1])…</a:t>
                </a:r>
                <a:endParaRPr lang="zh-CN" altLang="en-US" sz="1101" dirty="0"/>
              </a:p>
            </p:txBody>
          </p:sp>
        </p:grp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02323DE-9CAD-B8CB-147A-97C993817B5A}"/>
                </a:ext>
              </a:extLst>
            </p:cNvPr>
            <p:cNvCxnSpPr>
              <a:cxnSpLocks/>
            </p:cNvCxnSpPr>
            <p:nvPr/>
          </p:nvCxnSpPr>
          <p:spPr>
            <a:xfrm>
              <a:off x="3290134" y="1569777"/>
              <a:ext cx="0" cy="742619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7C3BA5A-A073-0387-7B60-908244F8008F}"/>
                </a:ext>
              </a:extLst>
            </p:cNvPr>
            <p:cNvSpPr txBox="1"/>
            <p:nvPr/>
          </p:nvSpPr>
          <p:spPr>
            <a:xfrm>
              <a:off x="2601048" y="1524451"/>
              <a:ext cx="705738" cy="268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1" b="1" dirty="0">
                  <a:solidFill>
                    <a:srgbClr val="C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Context</a:t>
              </a:r>
              <a:endParaRPr lang="zh-CN" altLang="en-US" sz="1201" b="1" dirty="0">
                <a:solidFill>
                  <a:srgbClr val="C00000"/>
                </a:solidFill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B1DAF63-AB2E-F812-BD76-C39E72B7B390}"/>
                </a:ext>
              </a:extLst>
            </p:cNvPr>
            <p:cNvSpPr txBox="1"/>
            <p:nvPr/>
          </p:nvSpPr>
          <p:spPr>
            <a:xfrm>
              <a:off x="3271905" y="1519825"/>
              <a:ext cx="618426" cy="268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1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Target</a:t>
              </a:r>
              <a:endParaRPr lang="zh-CN" altLang="en-US" sz="1201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276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BD732-CFA9-C8AF-F245-7D637E21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019794C9-941C-48AE-EB00-01E3A8916C43}"/>
              </a:ext>
            </a:extLst>
          </p:cNvPr>
          <p:cNvSpPr txBox="1"/>
          <p:nvPr/>
        </p:nvSpPr>
        <p:spPr>
          <a:xfrm>
            <a:off x="8168371" y="2769532"/>
            <a:ext cx="606734" cy="184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1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Trie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C033CA7-3042-D325-9D8F-293DB9876A25}"/>
              </a:ext>
            </a:extLst>
          </p:cNvPr>
          <p:cNvGrpSpPr/>
          <p:nvPr/>
        </p:nvGrpSpPr>
        <p:grpSpPr>
          <a:xfrm>
            <a:off x="8012863" y="2089567"/>
            <a:ext cx="797241" cy="596791"/>
            <a:chOff x="5354462" y="1487952"/>
            <a:chExt cx="797241" cy="674916"/>
          </a:xfrm>
        </p:grpSpPr>
        <p:sp>
          <p:nvSpPr>
            <p:cNvPr id="46" name="圆角矩形 66">
              <a:extLst>
                <a:ext uri="{FF2B5EF4-FFF2-40B4-BE49-F238E27FC236}">
                  <a16:creationId xmlns:a16="http://schemas.microsoft.com/office/drawing/2014/main" id="{29891CF1-A054-BF2A-DA06-1709044F910D}"/>
                </a:ext>
              </a:extLst>
            </p:cNvPr>
            <p:cNvSpPr/>
            <p:nvPr/>
          </p:nvSpPr>
          <p:spPr>
            <a:xfrm>
              <a:off x="5712994" y="1487952"/>
              <a:ext cx="220478" cy="160011"/>
            </a:xfrm>
            <a:prstGeom prst="roundRect">
              <a:avLst/>
            </a:prstGeom>
            <a:noFill/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][</a:t>
              </a: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9DAE778-3100-430D-E6D6-2CD6A2E68B46}"/>
                </a:ext>
              </a:extLst>
            </p:cNvPr>
            <p:cNvGrpSpPr/>
            <p:nvPr/>
          </p:nvGrpSpPr>
          <p:grpSpPr>
            <a:xfrm>
              <a:off x="5509971" y="1746471"/>
              <a:ext cx="641732" cy="160011"/>
              <a:chOff x="2406733" y="3508559"/>
              <a:chExt cx="628698" cy="129913"/>
            </a:xfrm>
          </p:grpSpPr>
          <p:sp>
            <p:nvSpPr>
              <p:cNvPr id="53" name="圆角矩形 67">
                <a:extLst>
                  <a:ext uri="{FF2B5EF4-FFF2-40B4-BE49-F238E27FC236}">
                    <a16:creationId xmlns:a16="http://schemas.microsoft.com/office/drawing/2014/main" id="{C7D75DA9-165C-AE1A-AE0E-BE8615709805}"/>
                  </a:ext>
                </a:extLst>
              </p:cNvPr>
              <p:cNvSpPr/>
              <p:nvPr/>
            </p:nvSpPr>
            <p:spPr>
              <a:xfrm>
                <a:off x="2406733" y="3508559"/>
                <a:ext cx="216000" cy="129913"/>
              </a:xfrm>
              <a:prstGeom prst="roundRect">
                <a:avLst/>
              </a:prstGeom>
              <a:noFill/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10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n</a:t>
                </a:r>
              </a:p>
            </p:txBody>
          </p:sp>
          <p:sp>
            <p:nvSpPr>
              <p:cNvPr id="54" name="圆角矩形 102">
                <a:extLst>
                  <a:ext uri="{FF2B5EF4-FFF2-40B4-BE49-F238E27FC236}">
                    <a16:creationId xmlns:a16="http://schemas.microsoft.com/office/drawing/2014/main" id="{462EC9BF-5035-5743-9A84-45EED65A712F}"/>
                  </a:ext>
                </a:extLst>
              </p:cNvPr>
              <p:cNvSpPr/>
              <p:nvPr/>
            </p:nvSpPr>
            <p:spPr>
              <a:xfrm>
                <a:off x="2819431" y="3508559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1</a:t>
                </a: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A2C3F6EA-3975-D6CA-33B4-2E8E2BCEB42C}"/>
                </a:ext>
              </a:extLst>
            </p:cNvPr>
            <p:cNvGrpSpPr/>
            <p:nvPr/>
          </p:nvGrpSpPr>
          <p:grpSpPr>
            <a:xfrm>
              <a:off x="5354462" y="2002848"/>
              <a:ext cx="797240" cy="160020"/>
              <a:chOff x="2154208" y="3760692"/>
              <a:chExt cx="781048" cy="129920"/>
            </a:xfrm>
          </p:grpSpPr>
          <p:sp>
            <p:nvSpPr>
              <p:cNvPr id="50" name="圆角矩形 87">
                <a:extLst>
                  <a:ext uri="{FF2B5EF4-FFF2-40B4-BE49-F238E27FC236}">
                    <a16:creationId xmlns:a16="http://schemas.microsoft.com/office/drawing/2014/main" id="{982A68D4-FA92-5B00-B52B-9A1E9163B729}"/>
                  </a:ext>
                </a:extLst>
              </p:cNvPr>
              <p:cNvSpPr/>
              <p:nvPr/>
            </p:nvSpPr>
            <p:spPr>
              <a:xfrm>
                <a:off x="2154208" y="3760699"/>
                <a:ext cx="216000" cy="129913"/>
              </a:xfrm>
              <a:prstGeom prst="roundRect">
                <a:avLst/>
              </a:prstGeom>
              <a:noFill/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7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</a:t>
                </a:r>
              </a:p>
            </p:txBody>
          </p:sp>
          <p:sp>
            <p:nvSpPr>
              <p:cNvPr id="51" name="圆角矩形 99">
                <a:extLst>
                  <a:ext uri="{FF2B5EF4-FFF2-40B4-BE49-F238E27FC236}">
                    <a16:creationId xmlns:a16="http://schemas.microsoft.com/office/drawing/2014/main" id="{B678A77E-6C66-671F-E8AC-8CC06A9F0DFE}"/>
                  </a:ext>
                </a:extLst>
              </p:cNvPr>
              <p:cNvSpPr/>
              <p:nvPr/>
            </p:nvSpPr>
            <p:spPr>
              <a:xfrm>
                <a:off x="2467541" y="3760692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1051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-</a:t>
                </a:r>
              </a:p>
            </p:txBody>
          </p:sp>
          <p:sp>
            <p:nvSpPr>
              <p:cNvPr id="52" name="圆角矩形 103">
                <a:extLst>
                  <a:ext uri="{FF2B5EF4-FFF2-40B4-BE49-F238E27FC236}">
                    <a16:creationId xmlns:a16="http://schemas.microsoft.com/office/drawing/2014/main" id="{2AEABEC6-D698-499A-E052-C2386B7FB8B5}"/>
                  </a:ext>
                </a:extLst>
              </p:cNvPr>
              <p:cNvSpPr/>
              <p:nvPr/>
            </p:nvSpPr>
            <p:spPr>
              <a:xfrm>
                <a:off x="2719256" y="3760699"/>
                <a:ext cx="216000" cy="12991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zh-CN" sz="700" b="1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])</a:t>
                </a:r>
                <a:endParaRPr lang="en-US" altLang="zh-CN" sz="800" b="1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2B05F7B0-7CA4-4917-2922-61F5F9A819D6}"/>
                </a:ext>
              </a:extLst>
            </p:cNvPr>
            <p:cNvCxnSpPr>
              <a:cxnSpLocks/>
              <a:stCxn id="46" idx="2"/>
              <a:endCxn id="53" idx="0"/>
            </p:cNvCxnSpPr>
            <p:nvPr/>
          </p:nvCxnSpPr>
          <p:spPr>
            <a:xfrm flipH="1">
              <a:off x="5620210" y="1647963"/>
              <a:ext cx="203023" cy="985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F4086B4-2F20-D9F7-6BD0-C912D4968789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>
              <a:off x="5823233" y="1647963"/>
              <a:ext cx="218231" cy="9850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771AC8A1-406E-4D9D-C80F-F7E2A3CCEAEE}"/>
                </a:ext>
              </a:extLst>
            </p:cNvPr>
            <p:cNvCxnSpPr>
              <a:cxnSpLocks/>
              <a:stCxn id="53" idx="2"/>
              <a:endCxn id="50" idx="0"/>
            </p:cNvCxnSpPr>
            <p:nvPr/>
          </p:nvCxnSpPr>
          <p:spPr>
            <a:xfrm flipH="1">
              <a:off x="5464702" y="1906482"/>
              <a:ext cx="155508" cy="963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9E9E80D5-53AA-BBD8-944C-E93790586B4F}"/>
                </a:ext>
              </a:extLst>
            </p:cNvPr>
            <p:cNvCxnSpPr>
              <a:cxnSpLocks/>
              <a:stCxn id="53" idx="2"/>
              <a:endCxn id="51" idx="0"/>
            </p:cNvCxnSpPr>
            <p:nvPr/>
          </p:nvCxnSpPr>
          <p:spPr>
            <a:xfrm>
              <a:off x="5620210" y="1906482"/>
              <a:ext cx="164321" cy="963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9A46C81-5B3C-A481-FD88-B352E4D5D79A}"/>
                </a:ext>
              </a:extLst>
            </p:cNvPr>
            <p:cNvCxnSpPr>
              <a:cxnSpLocks/>
              <a:stCxn id="54" idx="2"/>
              <a:endCxn id="52" idx="0"/>
            </p:cNvCxnSpPr>
            <p:nvPr/>
          </p:nvCxnSpPr>
          <p:spPr>
            <a:xfrm flipH="1">
              <a:off x="6041463" y="1906482"/>
              <a:ext cx="1" cy="963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9D55DC2C-9584-C1EE-BCC1-2A73A6794D80}"/>
              </a:ext>
            </a:extLst>
          </p:cNvPr>
          <p:cNvGrpSpPr/>
          <p:nvPr/>
        </p:nvGrpSpPr>
        <p:grpSpPr>
          <a:xfrm>
            <a:off x="6850484" y="2081481"/>
            <a:ext cx="4635073" cy="3408852"/>
            <a:chOff x="6919648" y="2098112"/>
            <a:chExt cx="4635073" cy="3408852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F79EFB4A-3229-EA26-BF74-96CDE06483B4}"/>
                </a:ext>
              </a:extLst>
            </p:cNvPr>
            <p:cNvGrpSpPr/>
            <p:nvPr/>
          </p:nvGrpSpPr>
          <p:grpSpPr>
            <a:xfrm>
              <a:off x="9408953" y="4779538"/>
              <a:ext cx="2145768" cy="727426"/>
              <a:chOff x="9210953" y="4779540"/>
              <a:chExt cx="2145768" cy="727426"/>
            </a:xfrm>
          </p:grpSpPr>
          <p:sp>
            <p:nvSpPr>
              <p:cNvPr id="103" name="圆角矩形 71">
                <a:extLst>
                  <a:ext uri="{FF2B5EF4-FFF2-40B4-BE49-F238E27FC236}">
                    <a16:creationId xmlns:a16="http://schemas.microsoft.com/office/drawing/2014/main" id="{C022109B-1568-F3BE-C54B-EB3106117B38}"/>
                  </a:ext>
                </a:extLst>
              </p:cNvPr>
              <p:cNvSpPr/>
              <p:nvPr/>
            </p:nvSpPr>
            <p:spPr>
              <a:xfrm>
                <a:off x="9210953" y="4779540"/>
                <a:ext cx="2145768" cy="727426"/>
              </a:xfrm>
              <a:prstGeom prst="roundRect">
                <a:avLst/>
              </a:prstGeom>
              <a:solidFill>
                <a:srgbClr val="F5F5F5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4D0AF40F-F1E7-5004-AA5D-ABC04F6FDF49}"/>
                  </a:ext>
                </a:extLst>
              </p:cNvPr>
              <p:cNvSpPr txBox="1"/>
              <p:nvPr/>
            </p:nvSpPr>
            <p:spPr>
              <a:xfrm>
                <a:off x="9249230" y="5142359"/>
                <a:ext cx="210749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... \n\treturn cost[m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charset="0"/>
                  </a:rPr>
                  <a:t>][n</a:t>
                </a:r>
              </a:p>
            </p:txBody>
          </p:sp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30AD97D2-1BF3-399A-D491-66FBBB0549E3}"/>
                  </a:ext>
                </a:extLst>
              </p:cNvPr>
              <p:cNvSpPr txBox="1"/>
              <p:nvPr/>
            </p:nvSpPr>
            <p:spPr>
              <a:xfrm>
                <a:off x="9574770" y="4780271"/>
                <a:ext cx="10142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Output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106" name="图形 105">
                <a:extLst>
                  <a:ext uri="{FF2B5EF4-FFF2-40B4-BE49-F238E27FC236}">
                    <a16:creationId xmlns:a16="http://schemas.microsoft.com/office/drawing/2014/main" id="{8C8DEEE5-35BB-29D9-4DC9-1416FB5B53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343576" y="4819251"/>
                <a:ext cx="324000" cy="324000"/>
              </a:xfrm>
              <a:prstGeom prst="rect">
                <a:avLst/>
              </a:prstGeom>
            </p:spPr>
          </p:pic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8551CB12-9295-2543-617F-A53A1B08F98E}"/>
                </a:ext>
              </a:extLst>
            </p:cNvPr>
            <p:cNvGrpSpPr/>
            <p:nvPr/>
          </p:nvGrpSpPr>
          <p:grpSpPr>
            <a:xfrm>
              <a:off x="6924693" y="2356240"/>
              <a:ext cx="2098390" cy="727426"/>
              <a:chOff x="6924693" y="2356240"/>
              <a:chExt cx="2098390" cy="727426"/>
            </a:xfrm>
          </p:grpSpPr>
          <p:sp>
            <p:nvSpPr>
              <p:cNvPr id="99" name="圆角矩形 71">
                <a:extLst>
                  <a:ext uri="{FF2B5EF4-FFF2-40B4-BE49-F238E27FC236}">
                    <a16:creationId xmlns:a16="http://schemas.microsoft.com/office/drawing/2014/main" id="{EFE7FD08-DBA8-D1E5-759B-9EEFA5BD3987}"/>
                  </a:ext>
                </a:extLst>
              </p:cNvPr>
              <p:cNvSpPr/>
              <p:nvPr/>
            </p:nvSpPr>
            <p:spPr>
              <a:xfrm>
                <a:off x="6924693" y="2356240"/>
                <a:ext cx="2098390" cy="727426"/>
              </a:xfrm>
              <a:prstGeom prst="roundRect">
                <a:avLst/>
              </a:prstGeom>
              <a:solidFill>
                <a:srgbClr val="F5F5F5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42D2A2BB-4548-E70B-B0A9-6B086186B4D4}"/>
                  </a:ext>
                </a:extLst>
              </p:cNvPr>
              <p:cNvSpPr txBox="1"/>
              <p:nvPr/>
            </p:nvSpPr>
            <p:spPr>
              <a:xfrm>
                <a:off x="7255100" y="2733462"/>
                <a:ext cx="1755839" cy="3077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][n -1]\n\</a:t>
                </a:r>
                <a:r>
                  <a:rPr kumimoji="0" lang="en-US" altLang="zh-CN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ndef</a:t>
                </a:r>
                <a:endPara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C1984E77-002F-5D1C-1087-3AFB1A2397BD}"/>
                  </a:ext>
                </a:extLst>
              </p:cNvPr>
              <p:cNvSpPr txBox="1"/>
              <p:nvPr/>
            </p:nvSpPr>
            <p:spPr>
              <a:xfrm>
                <a:off x="7288508" y="2356967"/>
                <a:ext cx="8266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Draft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102" name="图形 101">
                <a:extLst>
                  <a:ext uri="{FF2B5EF4-FFF2-40B4-BE49-F238E27FC236}">
                    <a16:creationId xmlns:a16="http://schemas.microsoft.com/office/drawing/2014/main" id="{37006579-3C2A-A478-F349-45ACC2E0A2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060974" y="2379633"/>
                <a:ext cx="325273" cy="324000"/>
              </a:xfrm>
              <a:prstGeom prst="rect">
                <a:avLst/>
              </a:prstGeom>
            </p:spPr>
          </p:pic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EF8883FA-9F7F-F095-02D6-63B7669633FE}"/>
                </a:ext>
              </a:extLst>
            </p:cNvPr>
            <p:cNvGrpSpPr/>
            <p:nvPr/>
          </p:nvGrpSpPr>
          <p:grpSpPr>
            <a:xfrm>
              <a:off x="6919648" y="4773192"/>
              <a:ext cx="2108480" cy="727426"/>
              <a:chOff x="694649" y="2112680"/>
              <a:chExt cx="1437915" cy="515605"/>
            </a:xfrm>
          </p:grpSpPr>
          <p:sp>
            <p:nvSpPr>
              <p:cNvPr id="95" name="圆角矩形 71">
                <a:extLst>
                  <a:ext uri="{FF2B5EF4-FFF2-40B4-BE49-F238E27FC236}">
                    <a16:creationId xmlns:a16="http://schemas.microsoft.com/office/drawing/2014/main" id="{2DA6B7E4-F86A-E7AE-CDE5-97B0588A26A2}"/>
                  </a:ext>
                </a:extLst>
              </p:cNvPr>
              <p:cNvSpPr/>
              <p:nvPr/>
            </p:nvSpPr>
            <p:spPr>
              <a:xfrm>
                <a:off x="694649" y="2112680"/>
                <a:ext cx="1431034" cy="515605"/>
              </a:xfrm>
              <a:prstGeom prst="roundRect">
                <a:avLst/>
              </a:prstGeom>
              <a:solidFill>
                <a:srgbClr val="F5F5F5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C60348A-AB7A-5039-9ED5-46752D6A699F}"/>
                  </a:ext>
                </a:extLst>
              </p:cNvPr>
              <p:cNvSpPr txBox="1"/>
              <p:nvPr/>
            </p:nvSpPr>
            <p:spPr>
              <a:xfrm>
                <a:off x="720753" y="2369848"/>
                <a:ext cx="1411811" cy="1963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... \n\treturn cost[m</a:t>
                </a:r>
              </a:p>
            </p:txBody>
          </p:sp>
          <p:pic>
            <p:nvPicPr>
              <p:cNvPr id="97" name="图形 96">
                <a:extLst>
                  <a:ext uri="{FF2B5EF4-FFF2-40B4-BE49-F238E27FC236}">
                    <a16:creationId xmlns:a16="http://schemas.microsoft.com/office/drawing/2014/main" id="{A28E5B14-40B6-77A5-D378-E904B6CD7E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74092" y="2134273"/>
                <a:ext cx="221834" cy="230498"/>
              </a:xfrm>
              <a:prstGeom prst="rect">
                <a:avLst/>
              </a:prstGeom>
            </p:spPr>
          </p:pic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B6139ED7-0288-D930-2AA5-5F0676BAEBE3}"/>
                  </a:ext>
                </a:extLst>
              </p:cNvPr>
              <p:cNvSpPr txBox="1"/>
              <p:nvPr/>
            </p:nvSpPr>
            <p:spPr>
              <a:xfrm>
                <a:off x="942759" y="2113195"/>
                <a:ext cx="563740" cy="26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9" name="箭头: 下 27">
              <a:extLst>
                <a:ext uri="{FF2B5EF4-FFF2-40B4-BE49-F238E27FC236}">
                  <a16:creationId xmlns:a16="http://schemas.microsoft.com/office/drawing/2014/main" id="{D53D543A-3ECF-3DB7-3C36-43F76C97B181}"/>
                </a:ext>
              </a:extLst>
            </p:cNvPr>
            <p:cNvSpPr/>
            <p:nvPr/>
          </p:nvSpPr>
          <p:spPr>
            <a:xfrm rot="10800000">
              <a:off x="7919888" y="4468373"/>
              <a:ext cx="108000" cy="252000"/>
            </a:xfrm>
            <a:prstGeom prst="downArrow">
              <a:avLst/>
            </a:prstGeom>
            <a:solidFill>
              <a:srgbClr val="4874CB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3AE7EE6-0CFF-F22E-1ABB-B61ECB1E4B88}"/>
                </a:ext>
              </a:extLst>
            </p:cNvPr>
            <p:cNvGrpSpPr/>
            <p:nvPr/>
          </p:nvGrpSpPr>
          <p:grpSpPr>
            <a:xfrm>
              <a:off x="7303320" y="3441306"/>
              <a:ext cx="1341136" cy="974247"/>
              <a:chOff x="7997906" y="3499191"/>
              <a:chExt cx="1341136" cy="974247"/>
            </a:xfrm>
          </p:grpSpPr>
          <p:pic>
            <p:nvPicPr>
              <p:cNvPr id="93" name="图片 92" descr="database">
                <a:extLst>
                  <a:ext uri="{FF2B5EF4-FFF2-40B4-BE49-F238E27FC236}">
                    <a16:creationId xmlns:a16="http://schemas.microsoft.com/office/drawing/2014/main" id="{FF5F71B1-CCE2-D441-403F-1158A90FC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6668" y="3499191"/>
                <a:ext cx="703613" cy="727426"/>
              </a:xfrm>
              <a:prstGeom prst="rect">
                <a:avLst/>
              </a:prstGeom>
            </p:spPr>
          </p:pic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497EF75-D510-9019-3EB8-740D51B7E7CD}"/>
                  </a:ext>
                </a:extLst>
              </p:cNvPr>
              <p:cNvSpPr txBox="1"/>
              <p:nvPr/>
            </p:nvSpPr>
            <p:spPr>
              <a:xfrm>
                <a:off x="7997906" y="4196439"/>
                <a:ext cx="1341136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Corpus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DBC27CA-65B3-9C55-6CF0-9615899A4BB7}"/>
                </a:ext>
              </a:extLst>
            </p:cNvPr>
            <p:cNvGrpSpPr/>
            <p:nvPr/>
          </p:nvGrpSpPr>
          <p:grpSpPr>
            <a:xfrm>
              <a:off x="9693433" y="2098112"/>
              <a:ext cx="1576809" cy="1243681"/>
              <a:chOff x="9255576" y="3207179"/>
              <a:chExt cx="1576809" cy="1243681"/>
            </a:xfrm>
          </p:grpSpPr>
          <p:pic>
            <p:nvPicPr>
              <p:cNvPr id="91" name="图片 90" descr="robot">
                <a:extLst>
                  <a:ext uri="{FF2B5EF4-FFF2-40B4-BE49-F238E27FC236}">
                    <a16:creationId xmlns:a16="http://schemas.microsoft.com/office/drawing/2014/main" id="{772EB00E-8203-E91D-949E-4649DF07B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49222" y="3207179"/>
                <a:ext cx="989519" cy="989519"/>
              </a:xfrm>
              <a:prstGeom prst="rect">
                <a:avLst/>
              </a:prstGeom>
            </p:spPr>
          </p:pic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A6BE01F-EE49-073A-8643-2AC58ADC7C9B}"/>
                  </a:ext>
                </a:extLst>
              </p:cNvPr>
              <p:cNvSpPr txBox="1"/>
              <p:nvPr/>
            </p:nvSpPr>
            <p:spPr>
              <a:xfrm>
                <a:off x="9255576" y="4173861"/>
                <a:ext cx="1576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 Model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82" name="箭头: 下 27">
              <a:extLst>
                <a:ext uri="{FF2B5EF4-FFF2-40B4-BE49-F238E27FC236}">
                  <a16:creationId xmlns:a16="http://schemas.microsoft.com/office/drawing/2014/main" id="{E65FE5E8-4E38-B63F-618D-8EF655C574AF}"/>
                </a:ext>
              </a:extLst>
            </p:cNvPr>
            <p:cNvSpPr/>
            <p:nvPr/>
          </p:nvSpPr>
          <p:spPr>
            <a:xfrm rot="10800000">
              <a:off x="7919888" y="3136486"/>
              <a:ext cx="108000" cy="252000"/>
            </a:xfrm>
            <a:prstGeom prst="downArrow">
              <a:avLst/>
            </a:prstGeom>
            <a:solidFill>
              <a:srgbClr val="4874CB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83" name="箭头: 下 27">
              <a:extLst>
                <a:ext uri="{FF2B5EF4-FFF2-40B4-BE49-F238E27FC236}">
                  <a16:creationId xmlns:a16="http://schemas.microsoft.com/office/drawing/2014/main" id="{FEF142E7-BA16-C66D-C119-FB53491CEDAC}"/>
                </a:ext>
              </a:extLst>
            </p:cNvPr>
            <p:cNvSpPr/>
            <p:nvPr/>
          </p:nvSpPr>
          <p:spPr>
            <a:xfrm rot="16200000">
              <a:off x="9354953" y="2558425"/>
              <a:ext cx="108000" cy="396000"/>
            </a:xfrm>
            <a:prstGeom prst="downArrow">
              <a:avLst/>
            </a:prstGeom>
            <a:solidFill>
              <a:srgbClr val="4874CB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84" name="箭头: 下 27">
              <a:extLst>
                <a:ext uri="{FF2B5EF4-FFF2-40B4-BE49-F238E27FC236}">
                  <a16:creationId xmlns:a16="http://schemas.microsoft.com/office/drawing/2014/main" id="{8E39833B-B47E-88F4-7585-D8F223484FE7}"/>
                </a:ext>
              </a:extLst>
            </p:cNvPr>
            <p:cNvSpPr/>
            <p:nvPr/>
          </p:nvSpPr>
          <p:spPr>
            <a:xfrm>
              <a:off x="10427837" y="3646666"/>
              <a:ext cx="108000" cy="828000"/>
            </a:xfrm>
            <a:prstGeom prst="downArrow">
              <a:avLst/>
            </a:prstGeom>
            <a:solidFill>
              <a:srgbClr val="4874CB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4614585B-1E71-E524-8ECE-B9FCE88AE80C}"/>
                </a:ext>
              </a:extLst>
            </p:cNvPr>
            <p:cNvSpPr txBox="1"/>
            <p:nvPr/>
          </p:nvSpPr>
          <p:spPr>
            <a:xfrm>
              <a:off x="8027888" y="4422506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检索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9B07C483-782E-44FC-5C71-157209125445}"/>
                </a:ext>
              </a:extLst>
            </p:cNvPr>
            <p:cNvSpPr txBox="1"/>
            <p:nvPr/>
          </p:nvSpPr>
          <p:spPr>
            <a:xfrm>
              <a:off x="9112152" y="2381399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验证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23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3324</TotalTime>
  <Words>93</Words>
  <Application>Microsoft Office PowerPoint</Application>
  <PresentationFormat>宽屏</PresentationFormat>
  <Paragraphs>40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5</cp:revision>
  <dcterms:created xsi:type="dcterms:W3CDTF">2026-03-14T06:20:26Z</dcterms:created>
  <dcterms:modified xsi:type="dcterms:W3CDTF">2026-07-08T08:34:41Z</dcterms:modified>
</cp:coreProperties>
</file>