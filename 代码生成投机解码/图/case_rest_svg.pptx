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73834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760" y="1122363"/>
            <a:ext cx="6275944" cy="2387600"/>
          </a:xfrm>
        </p:spPr>
        <p:txBody>
          <a:bodyPr anchor="b"/>
          <a:lstStyle>
            <a:lvl1pPr algn="ctr">
              <a:defRPr sz="4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933" y="3602038"/>
            <a:ext cx="5537597" cy="1655762"/>
          </a:xfrm>
        </p:spPr>
        <p:txBody>
          <a:bodyPr/>
          <a:lstStyle>
            <a:lvl1pPr marL="0" indent="0" algn="ctr">
              <a:buNone/>
              <a:defRPr sz="1938"/>
            </a:lvl1pPr>
            <a:lvl2pPr marL="369189" indent="0" algn="ctr">
              <a:buNone/>
              <a:defRPr sz="1615"/>
            </a:lvl2pPr>
            <a:lvl3pPr marL="738378" indent="0" algn="ctr">
              <a:buNone/>
              <a:defRPr sz="1454"/>
            </a:lvl3pPr>
            <a:lvl4pPr marL="1107567" indent="0" algn="ctr">
              <a:buNone/>
              <a:defRPr sz="1292"/>
            </a:lvl4pPr>
            <a:lvl5pPr marL="1476756" indent="0" algn="ctr">
              <a:buNone/>
              <a:defRPr sz="1292"/>
            </a:lvl5pPr>
            <a:lvl6pPr marL="1845945" indent="0" algn="ctr">
              <a:buNone/>
              <a:defRPr sz="1292"/>
            </a:lvl6pPr>
            <a:lvl7pPr marL="2215134" indent="0" algn="ctr">
              <a:buNone/>
              <a:defRPr sz="1292"/>
            </a:lvl7pPr>
            <a:lvl8pPr marL="2584323" indent="0" algn="ctr">
              <a:buNone/>
              <a:defRPr sz="1292"/>
            </a:lvl8pPr>
            <a:lvl9pPr marL="2953512" indent="0" algn="ctr">
              <a:buNone/>
              <a:defRPr sz="12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05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4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8" y="1709740"/>
            <a:ext cx="6368237" cy="2852737"/>
          </a:xfrm>
        </p:spPr>
        <p:txBody>
          <a:bodyPr anchor="b"/>
          <a:lstStyle>
            <a:lvl1pPr>
              <a:defRPr sz="4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8" y="4589465"/>
            <a:ext cx="6368237" cy="1500187"/>
          </a:xfrm>
        </p:spPr>
        <p:txBody>
          <a:bodyPr/>
          <a:lstStyle>
            <a:lvl1pPr marL="0" indent="0">
              <a:buNone/>
              <a:defRPr sz="1938">
                <a:solidFill>
                  <a:schemeClr val="tx1"/>
                </a:solidFill>
              </a:defRPr>
            </a:lvl1pPr>
            <a:lvl2pPr marL="369189" indent="0">
              <a:buNone/>
              <a:defRPr sz="1615">
                <a:solidFill>
                  <a:schemeClr val="tx1">
                    <a:tint val="75000"/>
                  </a:schemeClr>
                </a:solidFill>
              </a:defRPr>
            </a:lvl2pPr>
            <a:lvl3pPr marL="738378" indent="0">
              <a:buNone/>
              <a:defRPr sz="1454">
                <a:solidFill>
                  <a:schemeClr val="tx1">
                    <a:tint val="75000"/>
                  </a:schemeClr>
                </a:solidFill>
              </a:defRPr>
            </a:lvl3pPr>
            <a:lvl4pPr marL="110756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476756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184594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21513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584323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2953512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6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613" y="1825625"/>
            <a:ext cx="313797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7878" y="1825625"/>
            <a:ext cx="313797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44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365127"/>
            <a:ext cx="636823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576" y="1681163"/>
            <a:ext cx="3123550" cy="823912"/>
          </a:xfrm>
        </p:spPr>
        <p:txBody>
          <a:bodyPr anchor="b"/>
          <a:lstStyle>
            <a:lvl1pPr marL="0" indent="0">
              <a:buNone/>
              <a:defRPr sz="1938" b="1"/>
            </a:lvl1pPr>
            <a:lvl2pPr marL="369189" indent="0">
              <a:buNone/>
              <a:defRPr sz="1615" b="1"/>
            </a:lvl2pPr>
            <a:lvl3pPr marL="738378" indent="0">
              <a:buNone/>
              <a:defRPr sz="1454" b="1"/>
            </a:lvl3pPr>
            <a:lvl4pPr marL="1107567" indent="0">
              <a:buNone/>
              <a:defRPr sz="1292" b="1"/>
            </a:lvl4pPr>
            <a:lvl5pPr marL="1476756" indent="0">
              <a:buNone/>
              <a:defRPr sz="1292" b="1"/>
            </a:lvl5pPr>
            <a:lvl6pPr marL="1845945" indent="0">
              <a:buNone/>
              <a:defRPr sz="1292" b="1"/>
            </a:lvl6pPr>
            <a:lvl7pPr marL="2215134" indent="0">
              <a:buNone/>
              <a:defRPr sz="1292" b="1"/>
            </a:lvl7pPr>
            <a:lvl8pPr marL="2584323" indent="0">
              <a:buNone/>
              <a:defRPr sz="1292" b="1"/>
            </a:lvl8pPr>
            <a:lvl9pPr marL="2953512" indent="0">
              <a:buNone/>
              <a:defRPr sz="12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576" y="2505075"/>
            <a:ext cx="312355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7879" y="1681163"/>
            <a:ext cx="3138933" cy="823912"/>
          </a:xfrm>
        </p:spPr>
        <p:txBody>
          <a:bodyPr anchor="b"/>
          <a:lstStyle>
            <a:lvl1pPr marL="0" indent="0">
              <a:buNone/>
              <a:defRPr sz="1938" b="1"/>
            </a:lvl1pPr>
            <a:lvl2pPr marL="369189" indent="0">
              <a:buNone/>
              <a:defRPr sz="1615" b="1"/>
            </a:lvl2pPr>
            <a:lvl3pPr marL="738378" indent="0">
              <a:buNone/>
              <a:defRPr sz="1454" b="1"/>
            </a:lvl3pPr>
            <a:lvl4pPr marL="1107567" indent="0">
              <a:buNone/>
              <a:defRPr sz="1292" b="1"/>
            </a:lvl4pPr>
            <a:lvl5pPr marL="1476756" indent="0">
              <a:buNone/>
              <a:defRPr sz="1292" b="1"/>
            </a:lvl5pPr>
            <a:lvl6pPr marL="1845945" indent="0">
              <a:buNone/>
              <a:defRPr sz="1292" b="1"/>
            </a:lvl6pPr>
            <a:lvl7pPr marL="2215134" indent="0">
              <a:buNone/>
              <a:defRPr sz="1292" b="1"/>
            </a:lvl7pPr>
            <a:lvl8pPr marL="2584323" indent="0">
              <a:buNone/>
              <a:defRPr sz="1292" b="1"/>
            </a:lvl8pPr>
            <a:lvl9pPr marL="2953512" indent="0">
              <a:buNone/>
              <a:defRPr sz="12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7879" y="2505075"/>
            <a:ext cx="313893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22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57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457200"/>
            <a:ext cx="2381359" cy="1600200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8934" y="987427"/>
            <a:ext cx="3737878" cy="4873625"/>
          </a:xfrm>
        </p:spPr>
        <p:txBody>
          <a:bodyPr/>
          <a:lstStyle>
            <a:lvl1pPr>
              <a:defRPr sz="2584"/>
            </a:lvl1pPr>
            <a:lvl2pPr>
              <a:defRPr sz="2261"/>
            </a:lvl2pPr>
            <a:lvl3pPr>
              <a:defRPr sz="1938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575" y="2057400"/>
            <a:ext cx="2381359" cy="3811588"/>
          </a:xfrm>
        </p:spPr>
        <p:txBody>
          <a:bodyPr/>
          <a:lstStyle>
            <a:lvl1pPr marL="0" indent="0">
              <a:buNone/>
              <a:defRPr sz="1292"/>
            </a:lvl1pPr>
            <a:lvl2pPr marL="369189" indent="0">
              <a:buNone/>
              <a:defRPr sz="1131"/>
            </a:lvl2pPr>
            <a:lvl3pPr marL="738378" indent="0">
              <a:buNone/>
              <a:defRPr sz="969"/>
            </a:lvl3pPr>
            <a:lvl4pPr marL="1107567" indent="0">
              <a:buNone/>
              <a:defRPr sz="807"/>
            </a:lvl4pPr>
            <a:lvl5pPr marL="1476756" indent="0">
              <a:buNone/>
              <a:defRPr sz="807"/>
            </a:lvl5pPr>
            <a:lvl6pPr marL="1845945" indent="0">
              <a:buNone/>
              <a:defRPr sz="807"/>
            </a:lvl6pPr>
            <a:lvl7pPr marL="2215134" indent="0">
              <a:buNone/>
              <a:defRPr sz="807"/>
            </a:lvl7pPr>
            <a:lvl8pPr marL="2584323" indent="0">
              <a:buNone/>
              <a:defRPr sz="807"/>
            </a:lvl8pPr>
            <a:lvl9pPr marL="2953512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6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75" y="457200"/>
            <a:ext cx="2381359" cy="1600200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8934" y="987427"/>
            <a:ext cx="3737878" cy="4873625"/>
          </a:xfrm>
        </p:spPr>
        <p:txBody>
          <a:bodyPr anchor="t"/>
          <a:lstStyle>
            <a:lvl1pPr marL="0" indent="0">
              <a:buNone/>
              <a:defRPr sz="2584"/>
            </a:lvl1pPr>
            <a:lvl2pPr marL="369189" indent="0">
              <a:buNone/>
              <a:defRPr sz="2261"/>
            </a:lvl2pPr>
            <a:lvl3pPr marL="738378" indent="0">
              <a:buNone/>
              <a:defRPr sz="1938"/>
            </a:lvl3pPr>
            <a:lvl4pPr marL="1107567" indent="0">
              <a:buNone/>
              <a:defRPr sz="1615"/>
            </a:lvl4pPr>
            <a:lvl5pPr marL="1476756" indent="0">
              <a:buNone/>
              <a:defRPr sz="1615"/>
            </a:lvl5pPr>
            <a:lvl6pPr marL="1845945" indent="0">
              <a:buNone/>
              <a:defRPr sz="1615"/>
            </a:lvl6pPr>
            <a:lvl7pPr marL="2215134" indent="0">
              <a:buNone/>
              <a:defRPr sz="1615"/>
            </a:lvl7pPr>
            <a:lvl8pPr marL="2584323" indent="0">
              <a:buNone/>
              <a:defRPr sz="1615"/>
            </a:lvl8pPr>
            <a:lvl9pPr marL="2953512" indent="0">
              <a:buNone/>
              <a:defRPr sz="16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575" y="2057400"/>
            <a:ext cx="2381359" cy="3811588"/>
          </a:xfrm>
        </p:spPr>
        <p:txBody>
          <a:bodyPr/>
          <a:lstStyle>
            <a:lvl1pPr marL="0" indent="0">
              <a:buNone/>
              <a:defRPr sz="1292"/>
            </a:lvl1pPr>
            <a:lvl2pPr marL="369189" indent="0">
              <a:buNone/>
              <a:defRPr sz="1131"/>
            </a:lvl2pPr>
            <a:lvl3pPr marL="738378" indent="0">
              <a:buNone/>
              <a:defRPr sz="969"/>
            </a:lvl3pPr>
            <a:lvl4pPr marL="1107567" indent="0">
              <a:buNone/>
              <a:defRPr sz="807"/>
            </a:lvl4pPr>
            <a:lvl5pPr marL="1476756" indent="0">
              <a:buNone/>
              <a:defRPr sz="807"/>
            </a:lvl5pPr>
            <a:lvl6pPr marL="1845945" indent="0">
              <a:buNone/>
              <a:defRPr sz="807"/>
            </a:lvl6pPr>
            <a:lvl7pPr marL="2215134" indent="0">
              <a:buNone/>
              <a:defRPr sz="807"/>
            </a:lvl7pPr>
            <a:lvl8pPr marL="2584323" indent="0">
              <a:buNone/>
              <a:defRPr sz="807"/>
            </a:lvl8pPr>
            <a:lvl9pPr marL="2953512" indent="0">
              <a:buNone/>
              <a:defRPr sz="8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9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3791" y="365125"/>
            <a:ext cx="159205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614" y="365125"/>
            <a:ext cx="468388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6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613" y="365127"/>
            <a:ext cx="63682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613" y="1825625"/>
            <a:ext cx="63682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613" y="6356352"/>
            <a:ext cx="1661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5772" y="6356352"/>
            <a:ext cx="24919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4571" y="6356352"/>
            <a:ext cx="1661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0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8378" rtl="0" eaLnBrk="1" latinLnBrk="0" hangingPunct="1">
        <a:lnSpc>
          <a:spcPct val="90000"/>
        </a:lnSpc>
        <a:spcBef>
          <a:spcPct val="0"/>
        </a:spcBef>
        <a:buNone/>
        <a:defRPr sz="35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95" indent="-184595" algn="l" defTabSz="738378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1" kern="1200">
          <a:solidFill>
            <a:schemeClr val="tx1"/>
          </a:solidFill>
          <a:latin typeface="+mn-lt"/>
          <a:ea typeface="+mn-ea"/>
          <a:cs typeface="+mn-cs"/>
        </a:defRPr>
      </a:lvl1pPr>
      <a:lvl2pPr marL="553784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2pPr>
      <a:lvl3pPr marL="922973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5" kern="1200">
          <a:solidFill>
            <a:schemeClr val="tx1"/>
          </a:solidFill>
          <a:latin typeface="+mn-lt"/>
          <a:ea typeface="+mn-ea"/>
          <a:cs typeface="+mn-cs"/>
        </a:defRPr>
      </a:lvl3pPr>
      <a:lvl4pPr marL="1292162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4pPr>
      <a:lvl5pPr marL="1661351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5pPr>
      <a:lvl6pPr marL="2030540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6pPr>
      <a:lvl7pPr marL="2399729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7pPr>
      <a:lvl8pPr marL="2768918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8pPr>
      <a:lvl9pPr marL="3138107" indent="-184595" algn="l" defTabSz="738378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1pPr>
      <a:lvl2pPr marL="369189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2pPr>
      <a:lvl3pPr marL="738378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3pPr>
      <a:lvl4pPr marL="1107567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4pPr>
      <a:lvl5pPr marL="1476756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5pPr>
      <a:lvl6pPr marL="1845945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6pPr>
      <a:lvl7pPr marL="2215134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7pPr>
      <a:lvl8pPr marL="2584323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8pPr>
      <a:lvl9pPr marL="2953512" algn="l" defTabSz="73837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8010857C-6F1E-3840-5570-AB717DE3E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" y="0"/>
            <a:ext cx="738284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7</cp:revision>
  <dcterms:created xsi:type="dcterms:W3CDTF">2023-08-09T12:44:00Z</dcterms:created>
  <dcterms:modified xsi:type="dcterms:W3CDTF">2026-01-25T13:00:43Z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