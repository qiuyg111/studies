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0799763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E79"/>
    <a:srgbClr val="F5F5F5"/>
    <a:srgbClr val="EFFFBE"/>
    <a:srgbClr val="FFD966"/>
    <a:srgbClr val="FFFBBE"/>
    <a:srgbClr val="FFEFBE"/>
    <a:srgbClr val="FFC000"/>
    <a:srgbClr val="F4B183"/>
    <a:srgbClr val="F2323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4660"/>
  </p:normalViewPr>
  <p:slideViewPr>
    <p:cSldViewPr snapToGrid="0">
      <p:cViewPr varScale="1">
        <p:scale>
          <a:sx n="82" d="100"/>
          <a:sy n="82" d="100"/>
        </p:scale>
        <p:origin x="9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000" y="1122363"/>
            <a:ext cx="8100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000" y="3602038"/>
            <a:ext cx="8100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875" y="1709738"/>
            <a:ext cx="9314999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875" y="4589463"/>
            <a:ext cx="931499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500" y="1825625"/>
            <a:ext cx="45900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500" y="1825625"/>
            <a:ext cx="45900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365125"/>
            <a:ext cx="9314999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907" y="1681163"/>
            <a:ext cx="45689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907" y="2505075"/>
            <a:ext cx="456890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500" y="1681163"/>
            <a:ext cx="459140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500" y="2505075"/>
            <a:ext cx="4591406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457200"/>
            <a:ext cx="348328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406" y="987425"/>
            <a:ext cx="5467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2057400"/>
            <a:ext cx="348328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457200"/>
            <a:ext cx="348328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406" y="987425"/>
            <a:ext cx="5467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2057400"/>
            <a:ext cx="348328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8750" y="365125"/>
            <a:ext cx="232875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500" y="365125"/>
            <a:ext cx="685125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500" y="365125"/>
            <a:ext cx="93149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500" y="1825625"/>
            <a:ext cx="9314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500" y="6356350"/>
            <a:ext cx="243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500" y="6356350"/>
            <a:ext cx="3645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500" y="6356350"/>
            <a:ext cx="243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776AADEF-4E7E-07AC-1839-A7E7683B85A7}"/>
              </a:ext>
            </a:extLst>
          </p:cNvPr>
          <p:cNvGrpSpPr/>
          <p:nvPr/>
        </p:nvGrpSpPr>
        <p:grpSpPr>
          <a:xfrm>
            <a:off x="3121821" y="503038"/>
            <a:ext cx="1832610" cy="1345239"/>
            <a:chOff x="3121821" y="571618"/>
            <a:chExt cx="1832610" cy="1345239"/>
          </a:xfrm>
        </p:grpSpPr>
        <p:sp>
          <p:nvSpPr>
            <p:cNvPr id="144" name="圆角矩形 143"/>
            <p:cNvSpPr/>
            <p:nvPr/>
          </p:nvSpPr>
          <p:spPr>
            <a:xfrm>
              <a:off x="3121821" y="571618"/>
              <a:ext cx="1832610" cy="134523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F92D3F1B-8733-FAC1-9DB5-8B95F0D5A169}"/>
                </a:ext>
              </a:extLst>
            </p:cNvPr>
            <p:cNvGrpSpPr/>
            <p:nvPr/>
          </p:nvGrpSpPr>
          <p:grpSpPr>
            <a:xfrm>
              <a:off x="3191672" y="632121"/>
              <a:ext cx="1692909" cy="1224232"/>
              <a:chOff x="3162935" y="636114"/>
              <a:chExt cx="1692909" cy="1224232"/>
            </a:xfrm>
          </p:grpSpPr>
          <p:grpSp>
            <p:nvGrpSpPr>
              <p:cNvPr id="130" name="组合 129"/>
              <p:cNvGrpSpPr/>
              <p:nvPr/>
            </p:nvGrpSpPr>
            <p:grpSpPr>
              <a:xfrm>
                <a:off x="3162935" y="1068525"/>
                <a:ext cx="359410" cy="359410"/>
                <a:chOff x="5246" y="1858"/>
                <a:chExt cx="566" cy="566"/>
              </a:xfrm>
            </p:grpSpPr>
            <p:sp>
              <p:nvSpPr>
                <p:cNvPr id="88" name="椭圆 87"/>
                <p:cNvSpPr/>
                <p:nvPr/>
              </p:nvSpPr>
              <p:spPr>
                <a:xfrm>
                  <a:off x="5246" y="1858"/>
                  <a:ext cx="567" cy="567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4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5340" y="1936"/>
                  <a:ext cx="379" cy="41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no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x</a:t>
                  </a:r>
                </a:p>
              </p:txBody>
            </p:sp>
          </p:grpSp>
          <p:grpSp>
            <p:nvGrpSpPr>
              <p:cNvPr id="67" name="组合 66">
                <a:extLst>
                  <a:ext uri="{FF2B5EF4-FFF2-40B4-BE49-F238E27FC236}">
                    <a16:creationId xmlns:a16="http://schemas.microsoft.com/office/drawing/2014/main" id="{2BC71991-3286-DA16-DA25-556841E71702}"/>
                  </a:ext>
                </a:extLst>
              </p:cNvPr>
              <p:cNvGrpSpPr/>
              <p:nvPr/>
            </p:nvGrpSpPr>
            <p:grpSpPr>
              <a:xfrm>
                <a:off x="4491672" y="638008"/>
                <a:ext cx="364172" cy="1220445"/>
                <a:chOff x="4836160" y="621665"/>
                <a:chExt cx="364172" cy="1220445"/>
              </a:xfrm>
            </p:grpSpPr>
            <p:grpSp>
              <p:nvGrpSpPr>
                <p:cNvPr id="128" name="组合 127"/>
                <p:cNvGrpSpPr/>
                <p:nvPr/>
              </p:nvGrpSpPr>
              <p:grpSpPr>
                <a:xfrm>
                  <a:off x="4836477" y="1040344"/>
                  <a:ext cx="363855" cy="360045"/>
                  <a:chOff x="6998" y="1168"/>
                  <a:chExt cx="573" cy="567"/>
                </a:xfrm>
              </p:grpSpPr>
              <p:sp>
                <p:nvSpPr>
                  <p:cNvPr id="100" name="椭圆 99"/>
                  <p:cNvSpPr/>
                  <p:nvPr/>
                </p:nvSpPr>
                <p:spPr>
                  <a:xfrm>
                    <a:off x="7001" y="1168"/>
                    <a:ext cx="567" cy="567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01" name="文本框 100"/>
                  <p:cNvSpPr txBox="1"/>
                  <p:nvPr/>
                </p:nvSpPr>
                <p:spPr>
                  <a:xfrm>
                    <a:off x="6998" y="1258"/>
                    <a:ext cx="573" cy="4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algn="ctr"/>
                    <a:r>
                      <a:rPr lang="en-US" altLang="zh-CN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0</a:t>
                    </a:r>
                  </a:p>
                </p:txBody>
              </p:sp>
            </p:grpSp>
            <p:grpSp>
              <p:nvGrpSpPr>
                <p:cNvPr id="126" name="组合 125"/>
                <p:cNvGrpSpPr/>
                <p:nvPr/>
              </p:nvGrpSpPr>
              <p:grpSpPr>
                <a:xfrm>
                  <a:off x="4836477" y="621665"/>
                  <a:ext cx="363220" cy="359410"/>
                  <a:chOff x="8299" y="1180"/>
                  <a:chExt cx="572" cy="566"/>
                </a:xfrm>
              </p:grpSpPr>
              <p:sp>
                <p:nvSpPr>
                  <p:cNvPr id="103" name="椭圆 102"/>
                  <p:cNvSpPr/>
                  <p:nvPr/>
                </p:nvSpPr>
                <p:spPr>
                  <a:xfrm>
                    <a:off x="8302" y="1180"/>
                    <a:ext cx="567" cy="567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04" name="文本框 103"/>
                  <p:cNvSpPr txBox="1"/>
                  <p:nvPr/>
                </p:nvSpPr>
                <p:spPr>
                  <a:xfrm>
                    <a:off x="8299" y="1258"/>
                    <a:ext cx="573" cy="4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algn="ctr"/>
                    <a:r>
                      <a:rPr lang="en-US" altLang="zh-CN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0</a:t>
                    </a:r>
                  </a:p>
                </p:txBody>
              </p:sp>
            </p:grpSp>
            <p:grpSp>
              <p:nvGrpSpPr>
                <p:cNvPr id="127" name="组合 126"/>
                <p:cNvGrpSpPr/>
                <p:nvPr/>
              </p:nvGrpSpPr>
              <p:grpSpPr>
                <a:xfrm>
                  <a:off x="4836160" y="1482700"/>
                  <a:ext cx="363220" cy="359410"/>
                  <a:chOff x="7136" y="1747"/>
                  <a:chExt cx="572" cy="566"/>
                </a:xfrm>
              </p:grpSpPr>
              <p:sp>
                <p:nvSpPr>
                  <p:cNvPr id="106" name="椭圆 105"/>
                  <p:cNvSpPr/>
                  <p:nvPr/>
                </p:nvSpPr>
                <p:spPr>
                  <a:xfrm>
                    <a:off x="7139" y="1747"/>
                    <a:ext cx="567" cy="567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07" name="文本框 106"/>
                  <p:cNvSpPr txBox="1"/>
                  <p:nvPr/>
                </p:nvSpPr>
                <p:spPr>
                  <a:xfrm>
                    <a:off x="7136" y="1825"/>
                    <a:ext cx="573" cy="4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algn="ctr"/>
                    <a:r>
                      <a:rPr lang="en-US" altLang="zh-CN" sz="120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0</a:t>
                    </a:r>
                  </a:p>
                </p:txBody>
              </p:sp>
            </p:grpSp>
          </p:grpSp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AC74B676-A112-F7DC-8170-91EE3B1E0453}"/>
                  </a:ext>
                </a:extLst>
              </p:cNvPr>
              <p:cNvGrpSpPr/>
              <p:nvPr/>
            </p:nvGrpSpPr>
            <p:grpSpPr>
              <a:xfrm>
                <a:off x="3805713" y="636114"/>
                <a:ext cx="402590" cy="1224232"/>
                <a:chOff x="4044950" y="621665"/>
                <a:chExt cx="402590" cy="1224232"/>
              </a:xfrm>
            </p:grpSpPr>
            <p:grpSp>
              <p:nvGrpSpPr>
                <p:cNvPr id="129" name="组合 128"/>
                <p:cNvGrpSpPr/>
                <p:nvPr/>
              </p:nvGrpSpPr>
              <p:grpSpPr>
                <a:xfrm>
                  <a:off x="4088130" y="621665"/>
                  <a:ext cx="359410" cy="359410"/>
                  <a:chOff x="5979" y="1180"/>
                  <a:chExt cx="566" cy="566"/>
                </a:xfrm>
              </p:grpSpPr>
              <p:sp>
                <p:nvSpPr>
                  <p:cNvPr id="94" name="椭圆 93"/>
                  <p:cNvSpPr/>
                  <p:nvPr/>
                </p:nvSpPr>
                <p:spPr>
                  <a:xfrm>
                    <a:off x="5979" y="1180"/>
                    <a:ext cx="567" cy="567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95" name="文本框 94"/>
                  <p:cNvSpPr txBox="1"/>
                  <p:nvPr/>
                </p:nvSpPr>
                <p:spPr>
                  <a:xfrm>
                    <a:off x="5984" y="1258"/>
                    <a:ext cx="558" cy="4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algn="ctr"/>
                    <a:r>
                      <a:rPr lang="en-US" altLang="zh-CN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&gt;=</a:t>
                    </a:r>
                  </a:p>
                </p:txBody>
              </p:sp>
            </p:grpSp>
            <p:grpSp>
              <p:nvGrpSpPr>
                <p:cNvPr id="132" name="组合 131"/>
                <p:cNvGrpSpPr/>
                <p:nvPr/>
              </p:nvGrpSpPr>
              <p:grpSpPr>
                <a:xfrm>
                  <a:off x="4044950" y="1053441"/>
                  <a:ext cx="402590" cy="360045"/>
                  <a:chOff x="5994" y="1839"/>
                  <a:chExt cx="634" cy="567"/>
                </a:xfrm>
              </p:grpSpPr>
              <p:sp>
                <p:nvSpPr>
                  <p:cNvPr id="113" name="椭圆 112"/>
                  <p:cNvSpPr/>
                  <p:nvPr/>
                </p:nvSpPr>
                <p:spPr>
                  <a:xfrm>
                    <a:off x="6042" y="1839"/>
                    <a:ext cx="567" cy="567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14" name="文本框 113"/>
                  <p:cNvSpPr txBox="1"/>
                  <p:nvPr/>
                </p:nvSpPr>
                <p:spPr>
                  <a:xfrm>
                    <a:off x="5994" y="1903"/>
                    <a:ext cx="634" cy="4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lvl="0" algn="ctr">
                      <a:buClrTx/>
                      <a:buSzTx/>
                      <a:buFontTx/>
                    </a:pPr>
                    <a:r>
                      <a:rPr lang="en-US" altLang="zh-CN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= =</a:t>
                    </a:r>
                  </a:p>
                </p:txBody>
              </p:sp>
            </p:grpSp>
            <p:grpSp>
              <p:nvGrpSpPr>
                <p:cNvPr id="131" name="组合 130"/>
                <p:cNvGrpSpPr/>
                <p:nvPr/>
              </p:nvGrpSpPr>
              <p:grpSpPr>
                <a:xfrm>
                  <a:off x="4083685" y="1485852"/>
                  <a:ext cx="363855" cy="360045"/>
                  <a:chOff x="6102" y="2498"/>
                  <a:chExt cx="573" cy="567"/>
                </a:xfrm>
              </p:grpSpPr>
              <p:sp>
                <p:nvSpPr>
                  <p:cNvPr id="116" name="椭圆 115"/>
                  <p:cNvSpPr/>
                  <p:nvPr/>
                </p:nvSpPr>
                <p:spPr>
                  <a:xfrm>
                    <a:off x="6105" y="2498"/>
                    <a:ext cx="567" cy="567"/>
                  </a:xfrm>
                  <a:prstGeom prst="ellipse">
                    <a:avLst/>
                  </a:prstGeom>
                  <a:noFill/>
                  <a:ln>
                    <a:solidFill>
                      <a:schemeClr val="tx1"/>
                    </a:solidFill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4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117" name="文本框 116"/>
                  <p:cNvSpPr txBox="1"/>
                  <p:nvPr/>
                </p:nvSpPr>
                <p:spPr>
                  <a:xfrm>
                    <a:off x="6102" y="2576"/>
                    <a:ext cx="573" cy="4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t">
                    <a:noAutofit/>
                  </a:bodyPr>
                  <a:lstStyle/>
                  <a:p>
                    <a:pPr algn="ctr"/>
                    <a:r>
                      <a:rPr lang="en-US" altLang="zh-CN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rPr>
                      <a:t>!=</a:t>
                    </a:r>
                  </a:p>
                </p:txBody>
              </p:sp>
            </p:grpSp>
          </p:grpSp>
          <p:cxnSp>
            <p:nvCxnSpPr>
              <p:cNvPr id="136" name="曲线连接符 135"/>
              <p:cNvCxnSpPr>
                <a:cxnSpLocks/>
                <a:stCxn id="88" idx="6"/>
                <a:endCxn id="95" idx="1"/>
              </p:cNvCxnSpPr>
              <p:nvPr/>
            </p:nvCxnSpPr>
            <p:spPr>
              <a:xfrm flipV="1">
                <a:off x="3522980" y="816137"/>
                <a:ext cx="329088" cy="432411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7" name="曲线连接符 136"/>
              <p:cNvCxnSpPr>
                <a:cxnSpLocks/>
                <a:stCxn id="88" idx="6"/>
                <a:endCxn id="113" idx="2"/>
              </p:cNvCxnSpPr>
              <p:nvPr/>
            </p:nvCxnSpPr>
            <p:spPr>
              <a:xfrm flipV="1">
                <a:off x="3522980" y="1247913"/>
                <a:ext cx="313213" cy="635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8" name="曲线连接符 137"/>
              <p:cNvCxnSpPr>
                <a:cxnSpLocks/>
                <a:stCxn id="88" idx="6"/>
                <a:endCxn id="117" idx="1"/>
              </p:cNvCxnSpPr>
              <p:nvPr/>
            </p:nvCxnSpPr>
            <p:spPr>
              <a:xfrm>
                <a:off x="3522980" y="1248548"/>
                <a:ext cx="321468" cy="431776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9" name="曲线连接符 138"/>
              <p:cNvCxnSpPr>
                <a:cxnSpLocks/>
                <a:stCxn id="95" idx="3"/>
                <a:endCxn id="104" idx="1"/>
              </p:cNvCxnSpPr>
              <p:nvPr/>
            </p:nvCxnSpPr>
            <p:spPr>
              <a:xfrm>
                <a:off x="4206398" y="816137"/>
                <a:ext cx="285591" cy="1894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1" name="曲线连接符 140"/>
              <p:cNvCxnSpPr>
                <a:cxnSpLocks/>
                <a:stCxn id="117" idx="3"/>
                <a:endCxn id="107" idx="1"/>
              </p:cNvCxnSpPr>
              <p:nvPr/>
            </p:nvCxnSpPr>
            <p:spPr>
              <a:xfrm flipV="1">
                <a:off x="4208303" y="1679066"/>
                <a:ext cx="283369" cy="1258"/>
              </a:xfrm>
              <a:prstGeom prst="curved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pic>
        <p:nvPicPr>
          <p:cNvPr id="2" name="图片 1" descr="数据库,数据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345" y="849630"/>
            <a:ext cx="720090" cy="7200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25450" y="1569720"/>
            <a:ext cx="18326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Retrieval Corpus</a:t>
            </a:r>
          </a:p>
        </p:txBody>
      </p:sp>
      <p:sp>
        <p:nvSpPr>
          <p:cNvPr id="27" name="箭头: 下 403"/>
          <p:cNvSpPr/>
          <p:nvPr/>
        </p:nvSpPr>
        <p:spPr>
          <a:xfrm rot="16200000" flipV="1">
            <a:off x="3103161" y="4151580"/>
            <a:ext cx="114300" cy="16878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329180" y="5092256"/>
            <a:ext cx="168783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Bayesian Optimization with Penalty</a:t>
            </a:r>
          </a:p>
          <a:p>
            <a:pPr lvl="0" algn="ctr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&amp; Distill with </a:t>
            </a:r>
            <a:r>
              <a:rPr lang="en-US" altLang="zh-CN" sz="12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LoRA</a:t>
            </a:r>
            <a:endParaRPr lang="en-US" altLang="zh-CN" sz="12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752850" y="5990590"/>
            <a:ext cx="183261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Target Model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623570" y="6069965"/>
            <a:ext cx="151574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Draft Model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4044950" y="3551555"/>
            <a:ext cx="1233170" cy="2438400"/>
            <a:chOff x="1169" y="5792"/>
            <a:chExt cx="1942" cy="3840"/>
          </a:xfrm>
        </p:grpSpPr>
        <p:sp>
          <p:nvSpPr>
            <p:cNvPr id="69" name="矩形 68"/>
            <p:cNvSpPr/>
            <p:nvPr/>
          </p:nvSpPr>
          <p:spPr>
            <a:xfrm>
              <a:off x="1169" y="5792"/>
              <a:ext cx="1942" cy="3841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6" name="组合 65"/>
            <p:cNvGrpSpPr/>
            <p:nvPr/>
          </p:nvGrpSpPr>
          <p:grpSpPr>
            <a:xfrm>
              <a:off x="1263" y="5898"/>
              <a:ext cx="1773" cy="3628"/>
              <a:chOff x="740" y="5442"/>
              <a:chExt cx="1773" cy="4025"/>
            </a:xfrm>
          </p:grpSpPr>
          <p:sp>
            <p:nvSpPr>
              <p:cNvPr id="7" name="圆角矩形 6"/>
              <p:cNvSpPr/>
              <p:nvPr/>
            </p:nvSpPr>
            <p:spPr>
              <a:xfrm>
                <a:off x="740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743" y="8045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9" name="圆角矩形 8"/>
              <p:cNvSpPr/>
              <p:nvPr/>
            </p:nvSpPr>
            <p:spPr>
              <a:xfrm>
                <a:off x="743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743" y="6309"/>
                <a:ext cx="1770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743" y="5442"/>
                <a:ext cx="1769" cy="554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24" name="曲线连接符 23"/>
              <p:cNvCxnSpPr>
                <a:stCxn id="7" idx="0"/>
                <a:endCxn id="8" idx="2"/>
              </p:cNvCxnSpPr>
              <p:nvPr/>
            </p:nvCxnSpPr>
            <p:spPr>
              <a:xfrm rot="16200000">
                <a:off x="1470" y="8755"/>
                <a:ext cx="313" cy="3"/>
              </a:xfrm>
              <a:prstGeom prst="curvedConnector3">
                <a:avLst>
                  <a:gd name="adj1" fmla="val 49840"/>
                </a:avLst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>
                <a:stCxn id="10" idx="0"/>
                <a:endCxn id="11" idx="2"/>
              </p:cNvCxnSpPr>
              <p:nvPr/>
            </p:nvCxnSpPr>
            <p:spPr>
              <a:xfrm flipV="1">
                <a:off x="1628" y="5996"/>
                <a:ext cx="0" cy="313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曲线连接符 41"/>
              <p:cNvCxnSpPr>
                <a:stCxn id="8" idx="0"/>
                <a:endCxn id="9" idx="2"/>
              </p:cNvCxnSpPr>
              <p:nvPr/>
            </p:nvCxnSpPr>
            <p:spPr>
              <a:xfrm rot="16200000">
                <a:off x="1472" y="7889"/>
                <a:ext cx="313" cy="5"/>
              </a:xfrm>
              <a:prstGeom prst="curvedConnector2">
                <a:avLst/>
              </a:prstGeom>
              <a:ln w="127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9" idx="0"/>
                <a:endCxn id="10" idx="2"/>
              </p:cNvCxnSpPr>
              <p:nvPr/>
            </p:nvCxnSpPr>
            <p:spPr>
              <a:xfrm flipV="1">
                <a:off x="1628" y="6864"/>
                <a:ext cx="0" cy="313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2" name="组合 81"/>
          <p:cNvGrpSpPr/>
          <p:nvPr/>
        </p:nvGrpSpPr>
        <p:grpSpPr>
          <a:xfrm>
            <a:off x="463550" y="3550920"/>
            <a:ext cx="1819910" cy="2438400"/>
            <a:chOff x="5502" y="5792"/>
            <a:chExt cx="2866" cy="3840"/>
          </a:xfrm>
        </p:grpSpPr>
        <p:sp>
          <p:nvSpPr>
            <p:cNvPr id="70" name="矩形 69"/>
            <p:cNvSpPr/>
            <p:nvPr/>
          </p:nvSpPr>
          <p:spPr>
            <a:xfrm>
              <a:off x="5502" y="5792"/>
              <a:ext cx="2867" cy="3841"/>
            </a:xfrm>
            <a:prstGeom prst="rect">
              <a:avLst/>
            </a:prstGeom>
            <a:solidFill>
              <a:srgbClr val="FFEFBE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5580" y="5924"/>
              <a:ext cx="2709" cy="3628"/>
              <a:chOff x="4970" y="5440"/>
              <a:chExt cx="2709" cy="4112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970" y="8824"/>
                <a:ext cx="2709" cy="72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圆角矩形 28"/>
              <p:cNvSpPr/>
              <p:nvPr/>
            </p:nvSpPr>
            <p:spPr>
              <a:xfrm>
                <a:off x="5074" y="8913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Attention</a:t>
                </a:r>
              </a:p>
            </p:txBody>
          </p:sp>
          <p:sp>
            <p:nvSpPr>
              <p:cNvPr id="30" name="圆角矩形 29"/>
              <p:cNvSpPr/>
              <p:nvPr/>
            </p:nvSpPr>
            <p:spPr>
              <a:xfrm>
                <a:off x="5074" y="8045"/>
                <a:ext cx="1769" cy="555"/>
              </a:xfrm>
              <a:prstGeom prst="roundRect">
                <a:avLst/>
              </a:prstGeom>
              <a:solidFill>
                <a:srgbClr val="F4B183">
                  <a:alpha val="40000"/>
                </a:srgbClr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MLP</a:t>
                </a:r>
              </a:p>
            </p:txBody>
          </p:sp>
          <p:sp>
            <p:nvSpPr>
              <p:cNvPr id="31" name="圆角矩形 30"/>
              <p:cNvSpPr/>
              <p:nvPr/>
            </p:nvSpPr>
            <p:spPr>
              <a:xfrm>
                <a:off x="5074" y="7177"/>
                <a:ext cx="1769" cy="555"/>
              </a:xfrm>
              <a:prstGeom prst="roundRect">
                <a:avLst/>
              </a:prstGeom>
              <a:solidFill>
                <a:srgbClr val="FFD966"/>
              </a:solidFill>
              <a:ln w="19050">
                <a:solidFill>
                  <a:schemeClr val="tx1">
                    <a:alpha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>
                        <a:alpha val="4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Attention</a:t>
                </a: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5074" y="6309"/>
                <a:ext cx="1769" cy="555"/>
              </a:xfrm>
              <a:prstGeom prst="roundRect">
                <a:avLst/>
              </a:prstGeom>
              <a:solidFill>
                <a:srgbClr val="F4B183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MLP</a:t>
                </a:r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5074" y="5440"/>
                <a:ext cx="1769" cy="556"/>
              </a:xfrm>
              <a:prstGeom prst="roundRect">
                <a:avLst/>
              </a:prstGeom>
              <a:solidFill>
                <a:srgbClr val="FFC0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:r>
                  <a:rPr lang="en-US" altLang="zh-CN" sz="12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LM Head</a:t>
                </a:r>
              </a:p>
            </p:txBody>
          </p:sp>
          <p:cxnSp>
            <p:nvCxnSpPr>
              <p:cNvPr id="35" name="直接箭头连接符 34"/>
              <p:cNvCxnSpPr>
                <a:endCxn id="33" idx="2"/>
              </p:cNvCxnSpPr>
              <p:nvPr/>
            </p:nvCxnSpPr>
            <p:spPr>
              <a:xfrm flipV="1">
                <a:off x="5953" y="5996"/>
                <a:ext cx="6" cy="216"/>
              </a:xfrm>
              <a:prstGeom prst="straightConnector1">
                <a:avLst/>
              </a:prstGeom>
              <a:ln w="12700" cap="flat">
                <a:solidFill>
                  <a:schemeClr val="tx1"/>
                </a:solidFill>
                <a:prstDash val="solid"/>
                <a:miter lim="800000"/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7" name="直接箭头连接符 46"/>
              <p:cNvCxnSpPr>
                <a:endCxn id="48" idx="2"/>
              </p:cNvCxnSpPr>
              <p:nvPr/>
            </p:nvCxnSpPr>
            <p:spPr>
              <a:xfrm flipV="1">
                <a:off x="5957" y="8721"/>
                <a:ext cx="0" cy="10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8" name="弧形 47"/>
              <p:cNvSpPr/>
              <p:nvPr/>
            </p:nvSpPr>
            <p:spPr>
              <a:xfrm>
                <a:off x="5618" y="7973"/>
                <a:ext cx="680" cy="748"/>
              </a:xfrm>
              <a:prstGeom prst="arc">
                <a:avLst>
                  <a:gd name="adj1" fmla="val 16233359"/>
                  <a:gd name="adj2" fmla="val 5413095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直接箭头连接符 48"/>
              <p:cNvCxnSpPr>
                <a:stCxn id="48" idx="0"/>
                <a:endCxn id="50" idx="2"/>
              </p:cNvCxnSpPr>
              <p:nvPr/>
            </p:nvCxnSpPr>
            <p:spPr>
              <a:xfrm flipV="1">
                <a:off x="5961" y="7820"/>
                <a:ext cx="3" cy="15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non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0" name="弧形 49"/>
              <p:cNvSpPr/>
              <p:nvPr/>
            </p:nvSpPr>
            <p:spPr>
              <a:xfrm>
                <a:off x="5618" y="7130"/>
                <a:ext cx="680" cy="690"/>
              </a:xfrm>
              <a:prstGeom prst="arc">
                <a:avLst>
                  <a:gd name="adj1" fmla="val 16195810"/>
                  <a:gd name="adj2" fmla="val 5331352"/>
                </a:avLst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1" name="直接箭头连接符 50"/>
              <p:cNvCxnSpPr/>
              <p:nvPr/>
            </p:nvCxnSpPr>
            <p:spPr>
              <a:xfrm flipV="1">
                <a:off x="5957" y="6936"/>
                <a:ext cx="0" cy="20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52" name="图片 51" descr="雪花-02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70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53" name="图片 52" descr="雪花-02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70" y="6447"/>
                <a:ext cx="278" cy="278"/>
              </a:xfrm>
              <a:prstGeom prst="rect">
                <a:avLst/>
              </a:prstGeom>
            </p:spPr>
          </p:pic>
          <p:pic>
            <p:nvPicPr>
              <p:cNvPr id="54" name="图片 53" descr="雪花-02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70" y="5580"/>
                <a:ext cx="278" cy="278"/>
              </a:xfrm>
              <a:prstGeom prst="rect">
                <a:avLst/>
              </a:prstGeom>
            </p:spPr>
          </p:pic>
          <p:grpSp>
            <p:nvGrpSpPr>
              <p:cNvPr id="57" name="组合 56"/>
              <p:cNvGrpSpPr/>
              <p:nvPr/>
            </p:nvGrpSpPr>
            <p:grpSpPr>
              <a:xfrm>
                <a:off x="6960" y="8913"/>
                <a:ext cx="442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55" name="梯形 54"/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6" name="梯形 55"/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58" name="组合 57"/>
              <p:cNvGrpSpPr/>
              <p:nvPr/>
            </p:nvGrpSpPr>
            <p:grpSpPr>
              <a:xfrm>
                <a:off x="6958" y="6309"/>
                <a:ext cx="444" cy="556"/>
                <a:chOff x="7158" y="8821"/>
                <a:chExt cx="540" cy="646"/>
              </a:xfrm>
              <a:solidFill>
                <a:srgbClr val="FFBE79"/>
              </a:solidFill>
            </p:grpSpPr>
            <p:sp>
              <p:nvSpPr>
                <p:cNvPr id="59" name="梯形 58"/>
                <p:cNvSpPr/>
                <p:nvPr/>
              </p:nvSpPr>
              <p:spPr>
                <a:xfrm>
                  <a:off x="7158" y="9185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0" name="梯形 59"/>
                <p:cNvSpPr/>
                <p:nvPr/>
              </p:nvSpPr>
              <p:spPr>
                <a:xfrm rot="10800000">
                  <a:off x="7158" y="8821"/>
                  <a:ext cx="541" cy="283"/>
                </a:xfrm>
                <a:prstGeom prst="trapezoid">
                  <a:avLst/>
                </a:prstGeom>
                <a:grpFill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61" name="图片 60" descr="火焰-copy-copy (1)"/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401" y="9051"/>
                <a:ext cx="278" cy="278"/>
              </a:xfrm>
              <a:prstGeom prst="rect">
                <a:avLst/>
              </a:prstGeom>
            </p:spPr>
          </p:pic>
          <p:pic>
            <p:nvPicPr>
              <p:cNvPr id="62" name="图片 61" descr="火焰-copy-copy (1)"/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7401" y="6447"/>
                <a:ext cx="278" cy="278"/>
              </a:xfrm>
              <a:prstGeom prst="rect">
                <a:avLst/>
              </a:prstGeom>
            </p:spPr>
          </p:pic>
          <p:sp>
            <p:nvSpPr>
              <p:cNvPr id="64" name="圆角矩形 63"/>
              <p:cNvSpPr/>
              <p:nvPr/>
            </p:nvSpPr>
            <p:spPr>
              <a:xfrm>
                <a:off x="4970" y="6223"/>
                <a:ext cx="2709" cy="72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72" name="圆角矩形 71"/>
          <p:cNvSpPr/>
          <p:nvPr/>
        </p:nvSpPr>
        <p:spPr>
          <a:xfrm>
            <a:off x="409575" y="2442209"/>
            <a:ext cx="1910080" cy="515443"/>
          </a:xfrm>
          <a:prstGeom prst="roundRect">
            <a:avLst/>
          </a:prstGeom>
          <a:solidFill>
            <a:srgbClr val="F5F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376478" y="2657845"/>
            <a:ext cx="1959763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return [x for x in list1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if x</a:t>
            </a:r>
          </a:p>
        </p:txBody>
      </p:sp>
      <p:sp>
        <p:nvSpPr>
          <p:cNvPr id="77" name="箭头: 下 403"/>
          <p:cNvSpPr/>
          <p:nvPr/>
        </p:nvSpPr>
        <p:spPr>
          <a:xfrm rot="10800000">
            <a:off x="1273810" y="1925955"/>
            <a:ext cx="82550" cy="46609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273810" y="2021205"/>
            <a:ext cx="74231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Retrieve</a:t>
            </a:r>
          </a:p>
        </p:txBody>
      </p:sp>
      <p:sp>
        <p:nvSpPr>
          <p:cNvPr id="81" name="箭头: 下 403"/>
          <p:cNvSpPr/>
          <p:nvPr/>
        </p:nvSpPr>
        <p:spPr>
          <a:xfrm>
            <a:off x="1273810" y="3036570"/>
            <a:ext cx="82800" cy="46418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400" u="sng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1273810" y="3130550"/>
            <a:ext cx="87693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Self-Draft</a:t>
            </a:r>
          </a:p>
        </p:txBody>
      </p:sp>
      <p:sp>
        <p:nvSpPr>
          <p:cNvPr id="142" name="箭头: 下 403"/>
          <p:cNvSpPr/>
          <p:nvPr/>
        </p:nvSpPr>
        <p:spPr>
          <a:xfrm rot="16200000">
            <a:off x="2374028" y="758825"/>
            <a:ext cx="76200" cy="88646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3518127" y="1838309"/>
            <a:ext cx="1188720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Retrieval Code</a:t>
            </a:r>
          </a:p>
        </p:txBody>
      </p:sp>
      <p:sp>
        <p:nvSpPr>
          <p:cNvPr id="6" name="圆角矩形 8">
            <a:extLst>
              <a:ext uri="{FF2B5EF4-FFF2-40B4-BE49-F238E27FC236}">
                <a16:creationId xmlns:a16="http://schemas.microsoft.com/office/drawing/2014/main" id="{3C5870B2-9BF4-AFAF-CBBF-8EE27324FB43}"/>
              </a:ext>
            </a:extLst>
          </p:cNvPr>
          <p:cNvSpPr/>
          <p:nvPr/>
        </p:nvSpPr>
        <p:spPr>
          <a:xfrm>
            <a:off x="3555682" y="2404721"/>
            <a:ext cx="1123315" cy="359759"/>
          </a:xfrm>
          <a:prstGeom prst="roundRect">
            <a:avLst/>
          </a:prstGeom>
          <a:solidFill>
            <a:srgbClr val="FFBE79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Quality Evaluation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5C62E35-35ED-50C9-E515-D8AEA695D3B8}"/>
              </a:ext>
            </a:extLst>
          </p:cNvPr>
          <p:cNvCxnSpPr>
            <a:cxnSpLocks/>
          </p:cNvCxnSpPr>
          <p:nvPr/>
        </p:nvCxnSpPr>
        <p:spPr>
          <a:xfrm>
            <a:off x="2319655" y="2520950"/>
            <a:ext cx="1236027" cy="26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92E06BD-B8A8-EAC9-9FE4-306519D52545}"/>
              </a:ext>
            </a:extLst>
          </p:cNvPr>
          <p:cNvCxnSpPr>
            <a:cxnSpLocks/>
            <a:stCxn id="146" idx="2"/>
            <a:endCxn id="6" idx="0"/>
          </p:cNvCxnSpPr>
          <p:nvPr/>
        </p:nvCxnSpPr>
        <p:spPr>
          <a:xfrm>
            <a:off x="4112487" y="2113899"/>
            <a:ext cx="4853" cy="2908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0AFBC40E-D342-4297-17C1-29CAD842710A}"/>
              </a:ext>
            </a:extLst>
          </p:cNvPr>
          <p:cNvCxnSpPr>
            <a:stCxn id="114" idx="3"/>
            <a:endCxn id="101" idx="1"/>
          </p:cNvCxnSpPr>
          <p:nvPr/>
        </p:nvCxnSpPr>
        <p:spPr>
          <a:xfrm>
            <a:off x="4237040" y="1166450"/>
            <a:ext cx="283686" cy="5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C27C041E-26E4-7D8C-23EB-A9BF4174E280}"/>
              </a:ext>
            </a:extLst>
          </p:cNvPr>
          <p:cNvSpPr txBox="1"/>
          <p:nvPr/>
        </p:nvSpPr>
        <p:spPr>
          <a:xfrm>
            <a:off x="2412910" y="2273478"/>
            <a:ext cx="10398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Feature</a:t>
            </a: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7210A41E-F545-DBDE-D462-E1CD6F6EAE6E}"/>
              </a:ext>
            </a:extLst>
          </p:cNvPr>
          <p:cNvSpPr txBox="1"/>
          <p:nvPr/>
        </p:nvSpPr>
        <p:spPr>
          <a:xfrm>
            <a:off x="4121538" y="2097324"/>
            <a:ext cx="10398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Code Feature</a:t>
            </a:r>
          </a:p>
        </p:txBody>
      </p:sp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5095031F-222A-C652-9D2D-EA14507AC3AF}"/>
              </a:ext>
            </a:extLst>
          </p:cNvPr>
          <p:cNvCxnSpPr>
            <a:cxnSpLocks/>
          </p:cNvCxnSpPr>
          <p:nvPr/>
        </p:nvCxnSpPr>
        <p:spPr>
          <a:xfrm flipH="1" flipV="1">
            <a:off x="2319655" y="2612390"/>
            <a:ext cx="1236027" cy="26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D1576C27-2220-4451-E602-8C7DCF72A5DD}"/>
              </a:ext>
            </a:extLst>
          </p:cNvPr>
          <p:cNvSpPr txBox="1"/>
          <p:nvPr/>
        </p:nvSpPr>
        <p:spPr>
          <a:xfrm>
            <a:off x="2422615" y="2578550"/>
            <a:ext cx="10398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Low Quality</a:t>
            </a:r>
          </a:p>
        </p:txBody>
      </p: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EC1D4B88-3705-841F-54C2-E9C2050AE52C}"/>
              </a:ext>
            </a:extLst>
          </p:cNvPr>
          <p:cNvCxnSpPr>
            <a:cxnSpLocks/>
            <a:stCxn id="6" idx="2"/>
            <a:endCxn id="69" idx="0"/>
          </p:cNvCxnSpPr>
          <p:nvPr/>
        </p:nvCxnSpPr>
        <p:spPr>
          <a:xfrm>
            <a:off x="4117340" y="2764480"/>
            <a:ext cx="544195" cy="7870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CB4C9CB4-533F-DB5B-DF94-E2A89D469B85}"/>
              </a:ext>
            </a:extLst>
          </p:cNvPr>
          <p:cNvSpPr txBox="1"/>
          <p:nvPr/>
        </p:nvSpPr>
        <p:spPr>
          <a:xfrm>
            <a:off x="4281330" y="2840978"/>
            <a:ext cx="10398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High Quality</a:t>
            </a:r>
          </a:p>
        </p:txBody>
      </p:sp>
      <p:sp>
        <p:nvSpPr>
          <p:cNvPr id="149" name="文本框 148">
            <a:extLst>
              <a:ext uri="{FF2B5EF4-FFF2-40B4-BE49-F238E27FC236}">
                <a16:creationId xmlns:a16="http://schemas.microsoft.com/office/drawing/2014/main" id="{F9C17315-A7B4-DD8F-F2D1-66E04A2FDB0D}"/>
              </a:ext>
            </a:extLst>
          </p:cNvPr>
          <p:cNvSpPr txBox="1"/>
          <p:nvPr/>
        </p:nvSpPr>
        <p:spPr>
          <a:xfrm>
            <a:off x="4434525" y="3138847"/>
            <a:ext cx="10398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Verification</a:t>
            </a:r>
          </a:p>
        </p:txBody>
      </p:sp>
      <p:sp>
        <p:nvSpPr>
          <p:cNvPr id="151" name="箭头: 下 403">
            <a:extLst>
              <a:ext uri="{FF2B5EF4-FFF2-40B4-BE49-F238E27FC236}">
                <a16:creationId xmlns:a16="http://schemas.microsoft.com/office/drawing/2014/main" id="{3462C442-EBAF-6210-F345-1173FAA7E9AD}"/>
              </a:ext>
            </a:extLst>
          </p:cNvPr>
          <p:cNvSpPr/>
          <p:nvPr/>
        </p:nvSpPr>
        <p:spPr>
          <a:xfrm rot="5400000" flipV="1">
            <a:off x="3109717" y="3399126"/>
            <a:ext cx="108172" cy="168783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sp>
        <p:nvSpPr>
          <p:cNvPr id="153" name="圆角矩形 71">
            <a:extLst>
              <a:ext uri="{FF2B5EF4-FFF2-40B4-BE49-F238E27FC236}">
                <a16:creationId xmlns:a16="http://schemas.microsoft.com/office/drawing/2014/main" id="{392C90F4-2B06-15E4-7858-E23F1D5B866F}"/>
              </a:ext>
            </a:extLst>
          </p:cNvPr>
          <p:cNvSpPr/>
          <p:nvPr/>
        </p:nvSpPr>
        <p:spPr>
          <a:xfrm>
            <a:off x="2376073" y="3651514"/>
            <a:ext cx="1563837" cy="514800"/>
          </a:xfrm>
          <a:prstGeom prst="roundRect">
            <a:avLst/>
          </a:prstGeom>
          <a:solidFill>
            <a:srgbClr val="F5F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A33EFDF1-C2C1-B94B-7C26-13195F32AEF8}"/>
              </a:ext>
            </a:extLst>
          </p:cNvPr>
          <p:cNvSpPr txBox="1"/>
          <p:nvPr/>
        </p:nvSpPr>
        <p:spPr>
          <a:xfrm>
            <a:off x="2370198" y="3875345"/>
            <a:ext cx="1563317" cy="2591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</a:rPr>
              <a:t>in remove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BCAD1A17-6974-D756-A98B-B88382E5EA7E}"/>
              </a:ext>
            </a:extLst>
          </p:cNvPr>
          <p:cNvSpPr txBox="1"/>
          <p:nvPr/>
        </p:nvSpPr>
        <p:spPr>
          <a:xfrm>
            <a:off x="2660866" y="4277248"/>
            <a:ext cx="103981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zh-CN" sz="12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Verification</a:t>
            </a:r>
          </a:p>
        </p:txBody>
      </p:sp>
      <p:sp>
        <p:nvSpPr>
          <p:cNvPr id="156" name="箭头: 下 403">
            <a:extLst>
              <a:ext uri="{FF2B5EF4-FFF2-40B4-BE49-F238E27FC236}">
                <a16:creationId xmlns:a16="http://schemas.microsoft.com/office/drawing/2014/main" id="{9DF95193-8EED-1C60-8D8A-FD01C9828D5C}"/>
              </a:ext>
            </a:extLst>
          </p:cNvPr>
          <p:cNvSpPr/>
          <p:nvPr/>
        </p:nvSpPr>
        <p:spPr>
          <a:xfrm rot="5400000" flipV="1">
            <a:off x="5454378" y="4567349"/>
            <a:ext cx="104685" cy="383497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u="sng" dirty="0">
              <a:solidFill>
                <a:schemeClr val="tx1"/>
              </a:solidFill>
            </a:endParaRPr>
          </a:p>
        </p:txBody>
      </p:sp>
      <p:grpSp>
        <p:nvGrpSpPr>
          <p:cNvPr id="157" name="组合 156">
            <a:extLst>
              <a:ext uri="{FF2B5EF4-FFF2-40B4-BE49-F238E27FC236}">
                <a16:creationId xmlns:a16="http://schemas.microsoft.com/office/drawing/2014/main" id="{EDD9D310-3886-C774-ACCC-02C6B6D7B0D5}"/>
              </a:ext>
            </a:extLst>
          </p:cNvPr>
          <p:cNvGrpSpPr/>
          <p:nvPr/>
        </p:nvGrpSpPr>
        <p:grpSpPr>
          <a:xfrm>
            <a:off x="5760422" y="4439154"/>
            <a:ext cx="1144231" cy="534501"/>
            <a:chOff x="1207" y="3867"/>
            <a:chExt cx="3008" cy="440"/>
          </a:xfrm>
        </p:grpSpPr>
        <p:sp>
          <p:nvSpPr>
            <p:cNvPr id="158" name="圆角矩形 71">
              <a:extLst>
                <a:ext uri="{FF2B5EF4-FFF2-40B4-BE49-F238E27FC236}">
                  <a16:creationId xmlns:a16="http://schemas.microsoft.com/office/drawing/2014/main" id="{C6DDAE86-436E-B55D-967C-1CF7B15DCB75}"/>
                </a:ext>
              </a:extLst>
            </p:cNvPr>
            <p:cNvSpPr/>
            <p:nvPr/>
          </p:nvSpPr>
          <p:spPr>
            <a:xfrm>
              <a:off x="1207" y="3867"/>
              <a:ext cx="3008" cy="440"/>
            </a:xfrm>
            <a:prstGeom prst="roundRect">
              <a:avLst/>
            </a:prstGeom>
            <a:solidFill>
              <a:srgbClr val="F5F5F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C860303B-F69D-B3F5-5D55-DE671B2F22F3}"/>
                </a:ext>
              </a:extLst>
            </p:cNvPr>
            <p:cNvSpPr txBox="1"/>
            <p:nvPr/>
          </p:nvSpPr>
          <p:spPr>
            <a:xfrm>
              <a:off x="1208" y="3870"/>
              <a:ext cx="3007" cy="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9E3EA04-7F43-FA5A-A3A2-6FFDF40E59C7}"/>
              </a:ext>
            </a:extLst>
          </p:cNvPr>
          <p:cNvSpPr txBox="1"/>
          <p:nvPr/>
        </p:nvSpPr>
        <p:spPr>
          <a:xfrm>
            <a:off x="5928784" y="4428228"/>
            <a:ext cx="68994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buSzTx/>
              <a:buFontTx/>
            </a:pPr>
            <a:r>
              <a:rPr lang="en-US" altLang="zh-CN" sz="1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Output</a:t>
            </a:r>
          </a:p>
        </p:txBody>
      </p:sp>
      <p:pic>
        <p:nvPicPr>
          <p:cNvPr id="162" name="图形 161">
            <a:extLst>
              <a:ext uri="{FF2B5EF4-FFF2-40B4-BE49-F238E27FC236}">
                <a16:creationId xmlns:a16="http://schemas.microsoft.com/office/drawing/2014/main" id="{D19C5F53-18E5-DA13-6D66-5818F2067B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732" y="2463535"/>
            <a:ext cx="230188" cy="230188"/>
          </a:xfrm>
          <a:prstGeom prst="rect">
            <a:avLst/>
          </a:prstGeom>
        </p:spPr>
      </p:pic>
      <p:sp>
        <p:nvSpPr>
          <p:cNvPr id="164" name="文本框 163">
            <a:extLst>
              <a:ext uri="{FF2B5EF4-FFF2-40B4-BE49-F238E27FC236}">
                <a16:creationId xmlns:a16="http://schemas.microsoft.com/office/drawing/2014/main" id="{434E62F1-A794-9454-3A06-E926F518D549}"/>
              </a:ext>
            </a:extLst>
          </p:cNvPr>
          <p:cNvSpPr txBox="1"/>
          <p:nvPr/>
        </p:nvSpPr>
        <p:spPr>
          <a:xfrm>
            <a:off x="701753" y="2438654"/>
            <a:ext cx="55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zh-CN" altLang="en-US" sz="1200" b="1" dirty="0"/>
          </a:p>
        </p:txBody>
      </p:sp>
      <p:pic>
        <p:nvPicPr>
          <p:cNvPr id="166" name="图形 165">
            <a:extLst>
              <a:ext uri="{FF2B5EF4-FFF2-40B4-BE49-F238E27FC236}">
                <a16:creationId xmlns:a16="http://schemas.microsoft.com/office/drawing/2014/main" id="{66E28438-E67C-90ED-5FDE-B582B10E86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6816" y="3668705"/>
            <a:ext cx="230400" cy="230400"/>
          </a:xfrm>
          <a:prstGeom prst="rect">
            <a:avLst/>
          </a:prstGeom>
        </p:spPr>
      </p:pic>
      <p:sp>
        <p:nvSpPr>
          <p:cNvPr id="167" name="文本框 166">
            <a:extLst>
              <a:ext uri="{FF2B5EF4-FFF2-40B4-BE49-F238E27FC236}">
                <a16:creationId xmlns:a16="http://schemas.microsoft.com/office/drawing/2014/main" id="{3E823858-D614-7535-DEC3-9ED2AC3F3EE2}"/>
              </a:ext>
            </a:extLst>
          </p:cNvPr>
          <p:cNvSpPr txBox="1"/>
          <p:nvPr/>
        </p:nvSpPr>
        <p:spPr>
          <a:xfrm>
            <a:off x="2597342" y="3645405"/>
            <a:ext cx="5545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Draft</a:t>
            </a:r>
            <a:endParaRPr lang="zh-CN" altLang="en-US" sz="1200" b="1" dirty="0"/>
          </a:p>
        </p:txBody>
      </p:sp>
      <p:pic>
        <p:nvPicPr>
          <p:cNvPr id="169" name="图形 168">
            <a:extLst>
              <a:ext uri="{FF2B5EF4-FFF2-40B4-BE49-F238E27FC236}">
                <a16:creationId xmlns:a16="http://schemas.microsoft.com/office/drawing/2014/main" id="{71BAA189-7467-1B79-6868-9A5551A552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91835" y="4432547"/>
            <a:ext cx="230400" cy="23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64</Words>
  <Application>Microsoft Office PowerPoint</Application>
  <PresentationFormat>自定义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盈钢 邱</cp:lastModifiedBy>
  <cp:revision>14</cp:revision>
  <dcterms:created xsi:type="dcterms:W3CDTF">2023-08-09T12:44:00Z</dcterms:created>
  <dcterms:modified xsi:type="dcterms:W3CDTF">2025-12-03T16:56:42Z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95BDE6F2BAF74AEC84FABC0AA55D93D9_12</vt:lpwstr>
  </property>
</Properties>
</file>