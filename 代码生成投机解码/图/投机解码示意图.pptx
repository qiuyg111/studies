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media/image2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8211185" cy="39274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26825" y="642946"/>
            <a:ext cx="6160948" cy="1367738"/>
          </a:xfrm>
        </p:spPr>
        <p:txBody>
          <a:bodyPr anchor="b"/>
          <a:lstStyle>
            <a:lvl1pPr algn="ctr">
              <a:defRPr sz="34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6825" y="2063430"/>
            <a:ext cx="6160948" cy="948504"/>
          </a:xfrm>
        </p:spPr>
        <p:txBody>
          <a:bodyPr/>
          <a:lstStyle>
            <a:lvl1pPr marL="0" indent="0" algn="ctr">
              <a:buNone/>
              <a:defRPr sz="1375"/>
            </a:lvl1pPr>
            <a:lvl2pPr marL="262255" indent="0" algn="ctr">
              <a:buNone/>
              <a:defRPr sz="1145"/>
            </a:lvl2pPr>
            <a:lvl3pPr marL="523875" indent="0" algn="ctr">
              <a:buNone/>
              <a:defRPr sz="1030"/>
            </a:lvl3pPr>
            <a:lvl4pPr marL="785495" indent="0" algn="ctr">
              <a:buNone/>
              <a:defRPr sz="920"/>
            </a:lvl4pPr>
            <a:lvl5pPr marL="1047750" indent="0" algn="ctr">
              <a:buNone/>
              <a:defRPr sz="920"/>
            </a:lvl5pPr>
            <a:lvl6pPr marL="1309370" indent="0" algn="ctr">
              <a:buNone/>
              <a:defRPr sz="920"/>
            </a:lvl6pPr>
            <a:lvl7pPr marL="1571625" indent="0" algn="ctr">
              <a:buNone/>
              <a:defRPr sz="920"/>
            </a:lvl7pPr>
            <a:lvl8pPr marL="1833245" indent="0" algn="ctr">
              <a:buNone/>
              <a:defRPr sz="920"/>
            </a:lvl8pPr>
            <a:lvl9pPr marL="2094865" indent="0" algn="ctr">
              <a:buNone/>
              <a:defRPr sz="9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75" y="979424"/>
            <a:ext cx="7085091" cy="1634192"/>
          </a:xfrm>
        </p:spPr>
        <p:txBody>
          <a:bodyPr anchor="b"/>
          <a:lstStyle>
            <a:lvl1pPr>
              <a:defRPr sz="34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0475" y="2629077"/>
            <a:ext cx="7085091" cy="859383"/>
          </a:xfrm>
        </p:spPr>
        <p:txBody>
          <a:bodyPr/>
          <a:lstStyle>
            <a:lvl1pPr marL="0" indent="0">
              <a:buNone/>
              <a:defRPr sz="1375">
                <a:solidFill>
                  <a:schemeClr val="tx1">
                    <a:tint val="75000"/>
                  </a:schemeClr>
                </a:solidFill>
              </a:defRPr>
            </a:lvl1pPr>
            <a:lvl2pPr marL="262255" indent="0">
              <a:buNone/>
              <a:defRPr sz="1145">
                <a:solidFill>
                  <a:schemeClr val="tx1">
                    <a:tint val="75000"/>
                  </a:schemeClr>
                </a:solidFill>
              </a:defRPr>
            </a:lvl2pPr>
            <a:lvl3pPr marL="523875" indent="0">
              <a:buNone/>
              <a:defRPr sz="1030">
                <a:solidFill>
                  <a:schemeClr val="tx1">
                    <a:tint val="75000"/>
                  </a:schemeClr>
                </a:solidFill>
              </a:defRPr>
            </a:lvl3pPr>
            <a:lvl4pPr marL="7854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4pPr>
            <a:lvl5pPr marL="1047750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5pPr>
            <a:lvl6pPr marL="1309370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6pPr>
            <a:lvl7pPr marL="157162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7pPr>
            <a:lvl8pPr marL="183324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8pPr>
            <a:lvl9pPr marL="209486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4754" y="1045810"/>
            <a:ext cx="3491204" cy="24926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58640" y="1045810"/>
            <a:ext cx="3491204" cy="24926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09162"/>
            <a:ext cx="7085091" cy="759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5824" y="963055"/>
            <a:ext cx="3475160" cy="471978"/>
          </a:xfrm>
        </p:spPr>
        <p:txBody>
          <a:bodyPr anchor="b"/>
          <a:lstStyle>
            <a:lvl1pPr marL="0" indent="0">
              <a:buNone/>
              <a:defRPr sz="1375" b="1"/>
            </a:lvl1pPr>
            <a:lvl2pPr marL="262255" indent="0">
              <a:buNone/>
              <a:defRPr sz="1145" b="1"/>
            </a:lvl2pPr>
            <a:lvl3pPr marL="523875" indent="0">
              <a:buNone/>
              <a:defRPr sz="1030" b="1"/>
            </a:lvl3pPr>
            <a:lvl4pPr marL="785495" indent="0">
              <a:buNone/>
              <a:defRPr sz="920" b="1"/>
            </a:lvl4pPr>
            <a:lvl5pPr marL="1047750" indent="0">
              <a:buNone/>
              <a:defRPr sz="920" b="1"/>
            </a:lvl5pPr>
            <a:lvl6pPr marL="1309370" indent="0">
              <a:buNone/>
              <a:defRPr sz="920" b="1"/>
            </a:lvl6pPr>
            <a:lvl7pPr marL="1571625" indent="0">
              <a:buNone/>
              <a:defRPr sz="920" b="1"/>
            </a:lvl7pPr>
            <a:lvl8pPr marL="1833245" indent="0">
              <a:buNone/>
              <a:defRPr sz="920" b="1"/>
            </a:lvl8pPr>
            <a:lvl9pPr marL="2094865" indent="0">
              <a:buNone/>
              <a:defRPr sz="9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824" y="1435034"/>
            <a:ext cx="3475160" cy="211071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158640" y="963055"/>
            <a:ext cx="3492274" cy="471978"/>
          </a:xfrm>
        </p:spPr>
        <p:txBody>
          <a:bodyPr anchor="b"/>
          <a:lstStyle>
            <a:lvl1pPr marL="0" indent="0">
              <a:buNone/>
              <a:defRPr sz="1375" b="1"/>
            </a:lvl1pPr>
            <a:lvl2pPr marL="262255" indent="0">
              <a:buNone/>
              <a:defRPr sz="1145" b="1"/>
            </a:lvl2pPr>
            <a:lvl3pPr marL="523875" indent="0">
              <a:buNone/>
              <a:defRPr sz="1030" b="1"/>
            </a:lvl3pPr>
            <a:lvl4pPr marL="785495" indent="0">
              <a:buNone/>
              <a:defRPr sz="920" b="1"/>
            </a:lvl4pPr>
            <a:lvl5pPr marL="1047750" indent="0">
              <a:buNone/>
              <a:defRPr sz="920" b="1"/>
            </a:lvl5pPr>
            <a:lvl6pPr marL="1309370" indent="0">
              <a:buNone/>
              <a:defRPr sz="920" b="1"/>
            </a:lvl6pPr>
            <a:lvl7pPr marL="1571625" indent="0">
              <a:buNone/>
              <a:defRPr sz="920" b="1"/>
            </a:lvl7pPr>
            <a:lvl8pPr marL="1833245" indent="0">
              <a:buNone/>
              <a:defRPr sz="920" b="1"/>
            </a:lvl8pPr>
            <a:lvl9pPr marL="2094865" indent="0">
              <a:buNone/>
              <a:defRPr sz="9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58640" y="1435034"/>
            <a:ext cx="3492274" cy="211071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61907"/>
            <a:ext cx="2649421" cy="916675"/>
          </a:xfrm>
        </p:spPr>
        <p:txBody>
          <a:bodyPr anchor="b"/>
          <a:lstStyle>
            <a:lvl1pPr>
              <a:defRPr sz="18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274" y="565647"/>
            <a:ext cx="4158640" cy="2791859"/>
          </a:xfrm>
        </p:spPr>
        <p:txBody>
          <a:bodyPr/>
          <a:lstStyle>
            <a:lvl1pPr>
              <a:defRPr sz="1830"/>
            </a:lvl1pPr>
            <a:lvl2pPr>
              <a:defRPr sz="1605"/>
            </a:lvl2pPr>
            <a:lvl3pPr>
              <a:defRPr sz="1375"/>
            </a:lvl3pPr>
            <a:lvl4pPr>
              <a:defRPr sz="1145"/>
            </a:lvl4pPr>
            <a:lvl5pPr>
              <a:defRPr sz="1145"/>
            </a:lvl5pPr>
            <a:lvl6pPr>
              <a:defRPr sz="1145"/>
            </a:lvl6pPr>
            <a:lvl7pPr>
              <a:defRPr sz="1145"/>
            </a:lvl7pPr>
            <a:lvl8pPr>
              <a:defRPr sz="1145"/>
            </a:lvl8pPr>
            <a:lvl9pPr>
              <a:defRPr sz="11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5824" y="1178583"/>
            <a:ext cx="2649421" cy="2183470"/>
          </a:xfrm>
        </p:spPr>
        <p:txBody>
          <a:bodyPr/>
          <a:lstStyle>
            <a:lvl1pPr marL="0" indent="0">
              <a:buNone/>
              <a:defRPr sz="920"/>
            </a:lvl1pPr>
            <a:lvl2pPr marL="262255" indent="0">
              <a:buNone/>
              <a:defRPr sz="800"/>
            </a:lvl2pPr>
            <a:lvl3pPr marL="523875" indent="0">
              <a:buNone/>
              <a:defRPr sz="690"/>
            </a:lvl3pPr>
            <a:lvl4pPr marL="785495" indent="0">
              <a:buNone/>
              <a:defRPr sz="575"/>
            </a:lvl4pPr>
            <a:lvl5pPr marL="1047750" indent="0">
              <a:buNone/>
              <a:defRPr sz="575"/>
            </a:lvl5pPr>
            <a:lvl6pPr marL="1309370" indent="0">
              <a:buNone/>
              <a:defRPr sz="575"/>
            </a:lvl6pPr>
            <a:lvl7pPr marL="1571625" indent="0">
              <a:buNone/>
              <a:defRPr sz="575"/>
            </a:lvl7pPr>
            <a:lvl8pPr marL="1833245" indent="0">
              <a:buNone/>
              <a:defRPr sz="575"/>
            </a:lvl8pPr>
            <a:lvl9pPr marL="2094865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5824" y="261907"/>
            <a:ext cx="2649421" cy="916675"/>
          </a:xfrm>
        </p:spPr>
        <p:txBody>
          <a:bodyPr anchor="b"/>
          <a:lstStyle>
            <a:lvl1pPr>
              <a:defRPr sz="18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2274" y="565647"/>
            <a:ext cx="4158640" cy="2791859"/>
          </a:xfrm>
        </p:spPr>
        <p:txBody>
          <a:bodyPr/>
          <a:lstStyle>
            <a:lvl1pPr marL="0" indent="0">
              <a:buNone/>
              <a:defRPr sz="1830"/>
            </a:lvl1pPr>
            <a:lvl2pPr marL="262255" indent="0">
              <a:buNone/>
              <a:defRPr sz="1605"/>
            </a:lvl2pPr>
            <a:lvl3pPr marL="523875" indent="0">
              <a:buNone/>
              <a:defRPr sz="1375"/>
            </a:lvl3pPr>
            <a:lvl4pPr marL="785495" indent="0">
              <a:buNone/>
              <a:defRPr sz="1145"/>
            </a:lvl4pPr>
            <a:lvl5pPr marL="1047750" indent="0">
              <a:buNone/>
              <a:defRPr sz="1145"/>
            </a:lvl5pPr>
            <a:lvl6pPr marL="1309370" indent="0">
              <a:buNone/>
              <a:defRPr sz="1145"/>
            </a:lvl6pPr>
            <a:lvl7pPr marL="1571625" indent="0">
              <a:buNone/>
              <a:defRPr sz="1145"/>
            </a:lvl7pPr>
            <a:lvl8pPr marL="1833245" indent="0">
              <a:buNone/>
              <a:defRPr sz="1145"/>
            </a:lvl8pPr>
            <a:lvl9pPr marL="2094865" indent="0">
              <a:buNone/>
              <a:defRPr sz="11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5824" y="1178583"/>
            <a:ext cx="2649421" cy="2183470"/>
          </a:xfrm>
        </p:spPr>
        <p:txBody>
          <a:bodyPr/>
          <a:lstStyle>
            <a:lvl1pPr marL="0" indent="0">
              <a:buNone/>
              <a:defRPr sz="920"/>
            </a:lvl1pPr>
            <a:lvl2pPr marL="262255" indent="0">
              <a:buNone/>
              <a:defRPr sz="800"/>
            </a:lvl2pPr>
            <a:lvl3pPr marL="523875" indent="0">
              <a:buNone/>
              <a:defRPr sz="690"/>
            </a:lvl3pPr>
            <a:lvl4pPr marL="785495" indent="0">
              <a:buNone/>
              <a:defRPr sz="575"/>
            </a:lvl4pPr>
            <a:lvl5pPr marL="1047750" indent="0">
              <a:buNone/>
              <a:defRPr sz="575"/>
            </a:lvl5pPr>
            <a:lvl6pPr marL="1309370" indent="0">
              <a:buNone/>
              <a:defRPr sz="575"/>
            </a:lvl6pPr>
            <a:lvl7pPr marL="1571625" indent="0">
              <a:buNone/>
              <a:defRPr sz="575"/>
            </a:lvl7pPr>
            <a:lvl8pPr marL="1833245" indent="0">
              <a:buNone/>
              <a:defRPr sz="575"/>
            </a:lvl8pPr>
            <a:lvl9pPr marL="2094865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78572" y="209162"/>
            <a:ext cx="1771273" cy="332931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4754" y="209162"/>
            <a:ext cx="5211135" cy="332931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64754" y="209162"/>
            <a:ext cx="7085091" cy="759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4754" y="1045810"/>
            <a:ext cx="7085091" cy="2492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64754" y="3641239"/>
            <a:ext cx="1848284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721086" y="3641239"/>
            <a:ext cx="2772427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801560" y="3641239"/>
            <a:ext cx="1848284" cy="2091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3875" rtl="0" eaLnBrk="1" latinLnBrk="0" hangingPunct="1">
        <a:lnSpc>
          <a:spcPct val="90000"/>
        </a:lnSpc>
        <a:spcBef>
          <a:spcPct val="0"/>
        </a:spcBef>
        <a:buNone/>
        <a:defRPr sz="2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810" indent="-130810" algn="l" defTabSz="523875" rtl="0" eaLnBrk="1" latinLnBrk="0" hangingPunct="1">
        <a:lnSpc>
          <a:spcPct val="90000"/>
        </a:lnSpc>
        <a:spcBef>
          <a:spcPct val="115000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39306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375" kern="1200">
          <a:solidFill>
            <a:schemeClr val="tx1"/>
          </a:solidFill>
          <a:latin typeface="+mn-lt"/>
          <a:ea typeface="+mn-ea"/>
          <a:cs typeface="+mn-cs"/>
        </a:defRPr>
      </a:lvl2pPr>
      <a:lvl3pPr marL="65468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145" kern="1200">
          <a:solidFill>
            <a:schemeClr val="tx1"/>
          </a:solidFill>
          <a:latin typeface="+mn-lt"/>
          <a:ea typeface="+mn-ea"/>
          <a:cs typeface="+mn-cs"/>
        </a:defRPr>
      </a:lvl3pPr>
      <a:lvl4pPr marL="91630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178560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44081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70243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964055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226310" indent="-130810" algn="l" defTabSz="523875" rtl="0" eaLnBrk="1" latinLnBrk="0" hangingPunct="1">
        <a:lnSpc>
          <a:spcPct val="90000"/>
        </a:lnSpc>
        <a:spcBef>
          <a:spcPts val="285"/>
        </a:spcBef>
        <a:buFont typeface="Arial" panose="020B060402020202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1pPr>
      <a:lvl2pPr marL="26225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2pPr>
      <a:lvl3pPr marL="52387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3pPr>
      <a:lvl4pPr marL="78549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04775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309370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57162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83324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094865" algn="l" defTabSz="523875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285" y="-679"/>
            <a:ext cx="8102615" cy="3928834"/>
            <a:chOff x="629" y="1543"/>
            <a:chExt cx="12570" cy="6095"/>
          </a:xfrm>
        </p:grpSpPr>
        <p:grpSp>
          <p:nvGrpSpPr>
            <p:cNvPr id="58" name="组合 57"/>
            <p:cNvGrpSpPr/>
            <p:nvPr/>
          </p:nvGrpSpPr>
          <p:grpSpPr>
            <a:xfrm>
              <a:off x="629" y="3117"/>
              <a:ext cx="5274" cy="3610"/>
              <a:chOff x="629" y="2683"/>
              <a:chExt cx="5274" cy="3610"/>
            </a:xfrm>
          </p:grpSpPr>
          <p:cxnSp>
            <p:nvCxnSpPr>
              <p:cNvPr id="244" name="直接箭头连接符 243"/>
              <p:cNvCxnSpPr>
                <a:endCxn id="243" idx="2"/>
              </p:cNvCxnSpPr>
              <p:nvPr/>
            </p:nvCxnSpPr>
            <p:spPr>
              <a:xfrm flipH="1" flipV="1">
                <a:off x="2524" y="3200"/>
                <a:ext cx="1" cy="187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 flipV="1">
                <a:off x="5477" y="3201"/>
                <a:ext cx="9" cy="187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箭头连接符 245"/>
              <p:cNvCxnSpPr>
                <a:endCxn id="245" idx="2"/>
              </p:cNvCxnSpPr>
              <p:nvPr/>
            </p:nvCxnSpPr>
            <p:spPr>
              <a:xfrm flipH="1" flipV="1">
                <a:off x="3999" y="3200"/>
                <a:ext cx="6" cy="187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连接符: 曲线 227"/>
              <p:cNvCxnSpPr>
                <a:stCxn id="236" idx="1"/>
                <a:endCxn id="245" idx="3"/>
              </p:cNvCxnSpPr>
              <p:nvPr/>
            </p:nvCxnSpPr>
            <p:spPr>
              <a:xfrm rot="10800000">
                <a:off x="4415" y="2942"/>
                <a:ext cx="656" cy="3090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连接符: 曲线 229"/>
              <p:cNvCxnSpPr>
                <a:stCxn id="235" idx="1"/>
                <a:endCxn id="243" idx="3"/>
              </p:cNvCxnSpPr>
              <p:nvPr/>
            </p:nvCxnSpPr>
            <p:spPr>
              <a:xfrm rot="10800000">
                <a:off x="2939" y="2942"/>
                <a:ext cx="649" cy="3090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2" name="矩形: 圆角 231"/>
                  <p:cNvSpPr/>
                  <p:nvPr/>
                </p:nvSpPr>
                <p:spPr>
                  <a:xfrm>
                    <a:off x="629" y="5777"/>
                    <a:ext cx="831" cy="517"/>
                  </a:xfrm>
                  <a:prstGeom prst="roundRect">
                    <a:avLst/>
                  </a:prstGeom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32" name="矩形: 圆角 2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" y="5777"/>
                    <a:ext cx="831" cy="517"/>
                  </a:xfrm>
                  <a:prstGeom prst="roundRect">
                    <a:avLst/>
                  </a:prstGeom>
                  <a:blipFill rotWithShape="1">
                    <a:blip r:embed="rId1"/>
                  </a:blipFill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3" name="矩形: 圆角 232"/>
                  <p:cNvSpPr/>
                  <p:nvPr/>
                </p:nvSpPr>
                <p:spPr>
                  <a:xfrm>
                    <a:off x="2109" y="5777"/>
                    <a:ext cx="831" cy="517"/>
                  </a:xfrm>
                  <a:prstGeom prst="roundRect">
                    <a:avLst/>
                  </a:prstGeom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33" name="矩形: 圆角 2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9" y="5777"/>
                    <a:ext cx="831" cy="517"/>
                  </a:xfrm>
                  <a:prstGeom prst="roundRect">
                    <a:avLst/>
                  </a:prstGeom>
                  <a:blipFill rotWithShape="1">
                    <a:blip r:embed="rId2"/>
                  </a:blipFill>
                  <a:ln w="19050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4" name="矩形: 圆角 233"/>
              <p:cNvSpPr/>
              <p:nvPr/>
            </p:nvSpPr>
            <p:spPr>
              <a:xfrm>
                <a:off x="720" y="3842"/>
                <a:ext cx="5102" cy="1237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4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Target Model</a:t>
                </a:r>
                <a:endParaRPr lang="en-US" altLang="zh-CN" sz="244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5" name="矩形: 圆角 234"/>
                  <p:cNvSpPr/>
                  <p:nvPr/>
                </p:nvSpPr>
                <p:spPr>
                  <a:xfrm>
                    <a:off x="3589" y="5774"/>
                    <a:ext cx="833" cy="516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825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35" name="矩形: 圆角 2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9" y="5774"/>
                    <a:ext cx="833" cy="516"/>
                  </a:xfrm>
                  <a:prstGeom prst="roundRect">
                    <a:avLst/>
                  </a:prstGeom>
                  <a:blipFill rotWithShape="1">
                    <a:blip r:embed="rId3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6" name="矩形: 圆角 235"/>
                  <p:cNvSpPr/>
                  <p:nvPr/>
                </p:nvSpPr>
                <p:spPr>
                  <a:xfrm>
                    <a:off x="5071" y="5774"/>
                    <a:ext cx="833" cy="516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825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825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36" name="矩形: 圆角 2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1" y="5774"/>
                    <a:ext cx="833" cy="516"/>
                  </a:xfrm>
                  <a:prstGeom prst="roundRect">
                    <a:avLst/>
                  </a:prstGeom>
                  <a:blipFill rotWithShape="1">
                    <a:blip r:embed="rId4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9" name="直接箭头连接符 238"/>
              <p:cNvCxnSpPr>
                <a:stCxn id="232" idx="0"/>
              </p:cNvCxnSpPr>
              <p:nvPr/>
            </p:nvCxnSpPr>
            <p:spPr>
              <a:xfrm flipV="1">
                <a:off x="1044" y="5076"/>
                <a:ext cx="0" cy="7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箭头连接符 239"/>
              <p:cNvCxnSpPr>
                <a:stCxn id="233" idx="0"/>
              </p:cNvCxnSpPr>
              <p:nvPr/>
            </p:nvCxnSpPr>
            <p:spPr>
              <a:xfrm flipH="1" flipV="1">
                <a:off x="2521" y="5075"/>
                <a:ext cx="3" cy="7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箭头连接符 240"/>
              <p:cNvCxnSpPr>
                <a:stCxn id="235" idx="0"/>
              </p:cNvCxnSpPr>
              <p:nvPr/>
            </p:nvCxnSpPr>
            <p:spPr>
              <a:xfrm flipV="1">
                <a:off x="4005" y="5076"/>
                <a:ext cx="0" cy="69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3" name="矩形: 圆角 242"/>
                  <p:cNvSpPr/>
                  <p:nvPr/>
                </p:nvSpPr>
                <p:spPr>
                  <a:xfrm>
                    <a:off x="2109" y="2683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43" name="矩形: 圆角 2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9" y="2683"/>
                    <a:ext cx="831" cy="517"/>
                  </a:xfrm>
                  <a:prstGeom prst="roundRect">
                    <a:avLst/>
                  </a:prstGeom>
                  <a:blipFill rotWithShape="1">
                    <a:blip r:embed="rId5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5" name="矩形: 圆角 244"/>
                  <p:cNvSpPr/>
                  <p:nvPr/>
                </p:nvSpPr>
                <p:spPr>
                  <a:xfrm>
                    <a:off x="3584" y="2683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45" name="矩形: 圆角 2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4" y="2683"/>
                    <a:ext cx="831" cy="517"/>
                  </a:xfrm>
                  <a:prstGeom prst="roundRect">
                    <a:avLst/>
                  </a:prstGeom>
                  <a:blipFill rotWithShape="1">
                    <a:blip r:embed="rId6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直接箭头连接符 26"/>
              <p:cNvCxnSpPr>
                <a:stCxn id="236" idx="0"/>
              </p:cNvCxnSpPr>
              <p:nvPr/>
            </p:nvCxnSpPr>
            <p:spPr>
              <a:xfrm flipH="1" flipV="1">
                <a:off x="5481" y="5079"/>
                <a:ext cx="7" cy="69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矩形: 圆角 244"/>
                  <p:cNvSpPr/>
                  <p:nvPr/>
                </p:nvSpPr>
                <p:spPr>
                  <a:xfrm>
                    <a:off x="5071" y="2684"/>
                    <a:ext cx="831" cy="517"/>
                  </a:xfrm>
                  <a:prstGeom prst="roundRect">
                    <a:avLst/>
                  </a:prstGeom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20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20" dirty="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28" name="矩形: 圆角 2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1" y="2684"/>
                    <a:ext cx="831" cy="517"/>
                  </a:xfrm>
                  <a:prstGeom prst="roundRect">
                    <a:avLst/>
                  </a:prstGeom>
                  <a:blipFill rotWithShape="1">
                    <a:blip r:embed="rId7"/>
                  </a:blipFill>
                  <a:ln w="19050">
                    <a:solidFill>
                      <a:schemeClr val="accent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9" name="组合 68"/>
            <p:cNvGrpSpPr/>
            <p:nvPr/>
          </p:nvGrpSpPr>
          <p:grpSpPr>
            <a:xfrm>
              <a:off x="6357" y="1543"/>
              <a:ext cx="6842" cy="5184"/>
              <a:chOff x="6446" y="1750"/>
              <a:chExt cx="6842" cy="5184"/>
            </a:xfrm>
          </p:grpSpPr>
          <p:cxnSp>
            <p:nvCxnSpPr>
              <p:cNvPr id="25" name="直接箭头连接符 24"/>
              <p:cNvCxnSpPr>
                <a:endCxn id="24" idx="2"/>
              </p:cNvCxnSpPr>
              <p:nvPr/>
            </p:nvCxnSpPr>
            <p:spPr>
              <a:xfrm flipH="1" flipV="1">
                <a:off x="12850" y="4811"/>
                <a:ext cx="11" cy="11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>
                <a:endCxn id="21" idx="2"/>
              </p:cNvCxnSpPr>
              <p:nvPr/>
            </p:nvCxnSpPr>
            <p:spPr>
              <a:xfrm flipH="1" flipV="1">
                <a:off x="11304" y="4811"/>
                <a:ext cx="1" cy="114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>
                <a:endCxn id="19" idx="2"/>
              </p:cNvCxnSpPr>
              <p:nvPr/>
            </p:nvCxnSpPr>
            <p:spPr>
              <a:xfrm flipV="1">
                <a:off x="9816" y="4811"/>
                <a:ext cx="0" cy="9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>
                <a:endCxn id="17" idx="2"/>
              </p:cNvCxnSpPr>
              <p:nvPr/>
            </p:nvCxnSpPr>
            <p:spPr>
              <a:xfrm flipV="1">
                <a:off x="8340" y="4811"/>
                <a:ext cx="1" cy="114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连接符: 曲线 261"/>
              <p:cNvCxnSpPr>
                <a:stCxn id="23" idx="1"/>
                <a:endCxn id="21" idx="3"/>
              </p:cNvCxnSpPr>
              <p:nvPr/>
            </p:nvCxnSpPr>
            <p:spPr>
              <a:xfrm rot="10800000">
                <a:off x="11719" y="4553"/>
                <a:ext cx="737" cy="2123"/>
              </a:xfrm>
              <a:prstGeom prst="curvedConnector3">
                <a:avLst>
                  <a:gd name="adj1" fmla="val 49932"/>
                </a:avLst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连接符: 曲线 227"/>
              <p:cNvCxnSpPr>
                <a:stCxn id="12" idx="1"/>
                <a:endCxn id="19" idx="3"/>
              </p:cNvCxnSpPr>
              <p:nvPr/>
            </p:nvCxnSpPr>
            <p:spPr>
              <a:xfrm rot="10800000">
                <a:off x="10232" y="4553"/>
                <a:ext cx="656" cy="2119"/>
              </a:xfrm>
              <a:prstGeom prst="curved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连接符: 曲线 229"/>
              <p:cNvCxnSpPr>
                <a:stCxn id="11" idx="1"/>
                <a:endCxn id="17" idx="3"/>
              </p:cNvCxnSpPr>
              <p:nvPr/>
            </p:nvCxnSpPr>
            <p:spPr>
              <a:xfrm rot="10800000">
                <a:off x="8757" y="4553"/>
                <a:ext cx="649" cy="2119"/>
              </a:xfrm>
              <a:prstGeom prst="curvedConnector3">
                <a:avLst>
                  <a:gd name="adj1" fmla="val 49923"/>
                </a:avLst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: 圆角 233"/>
              <p:cNvSpPr/>
              <p:nvPr/>
            </p:nvSpPr>
            <p:spPr>
              <a:xfrm>
                <a:off x="6537" y="5263"/>
                <a:ext cx="6728" cy="69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4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Draft Model</a:t>
                </a:r>
                <a:endParaRPr lang="en-US" altLang="zh-CN" sz="244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3" name="直接箭头连接符 12"/>
              <p:cNvCxnSpPr>
                <a:stCxn id="8" idx="0"/>
              </p:cNvCxnSpPr>
              <p:nvPr/>
            </p:nvCxnSpPr>
            <p:spPr>
              <a:xfrm flipH="1" flipV="1">
                <a:off x="6860" y="5952"/>
                <a:ext cx="1" cy="46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>
                <a:stCxn id="9" idx="0"/>
              </p:cNvCxnSpPr>
              <p:nvPr/>
            </p:nvCxnSpPr>
            <p:spPr>
              <a:xfrm flipV="1">
                <a:off x="8341" y="5956"/>
                <a:ext cx="3" cy="4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V="1">
                <a:off x="9814" y="5955"/>
                <a:ext cx="3" cy="45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>
                <a:stCxn id="12" idx="0"/>
              </p:cNvCxnSpPr>
              <p:nvPr/>
            </p:nvCxnSpPr>
            <p:spPr>
              <a:xfrm flipV="1">
                <a:off x="11305" y="5963"/>
                <a:ext cx="0" cy="45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组合 31"/>
              <p:cNvGrpSpPr/>
              <p:nvPr/>
            </p:nvGrpSpPr>
            <p:grpSpPr>
              <a:xfrm>
                <a:off x="6446" y="6414"/>
                <a:ext cx="6842" cy="520"/>
                <a:chOff x="6446" y="6413"/>
                <a:chExt cx="6842" cy="52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" name="矩形: 圆角 231"/>
                    <p:cNvSpPr/>
                    <p:nvPr/>
                  </p:nvSpPr>
                  <p:spPr>
                    <a:xfrm>
                      <a:off x="6446" y="6416"/>
                      <a:ext cx="831" cy="517"/>
                    </a:xfrm>
                    <a:prstGeom prst="roundRect">
                      <a:avLst/>
                    </a:prstGeom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8" name="矩形: 圆角 23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6" y="6416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"/>
                    </a:blipFill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" name="矩形: 圆角 232"/>
                    <p:cNvSpPr/>
                    <p:nvPr/>
                  </p:nvSpPr>
                  <p:spPr>
                    <a:xfrm>
                      <a:off x="7926" y="6416"/>
                      <a:ext cx="831" cy="517"/>
                    </a:xfrm>
                    <a:prstGeom prst="roundRect">
                      <a:avLst/>
                    </a:prstGeom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9" name="矩形: 圆角 23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26" y="6416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2"/>
                    </a:blipFill>
                    <a:ln w="19050"/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矩形: 圆角 234"/>
                    <p:cNvSpPr/>
                    <p:nvPr/>
                  </p:nvSpPr>
                  <p:spPr>
                    <a:xfrm>
                      <a:off x="9406" y="6413"/>
                      <a:ext cx="833" cy="516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825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25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825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11" name="矩形: 圆角 23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06" y="6413"/>
                      <a:ext cx="833" cy="516"/>
                    </a:xfrm>
                    <a:prstGeom prst="roundRect">
                      <a:avLst/>
                    </a:prstGeom>
                    <a:blipFill rotWithShape="1">
                      <a:blip r:embed="rId8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矩形: 圆角 235"/>
                    <p:cNvSpPr/>
                    <p:nvPr/>
                  </p:nvSpPr>
                  <p:spPr>
                    <a:xfrm>
                      <a:off x="10888" y="6413"/>
                      <a:ext cx="833" cy="516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825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25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825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12" name="矩形: 圆角 2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888" y="6413"/>
                      <a:ext cx="833" cy="516"/>
                    </a:xfrm>
                    <a:prstGeom prst="roundRect">
                      <a:avLst/>
                    </a:prstGeom>
                    <a:blipFill rotWithShape="1">
                      <a:blip r:embed="rId9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" name="矩形: 圆角 262"/>
                    <p:cNvSpPr/>
                    <p:nvPr/>
                  </p:nvSpPr>
                  <p:spPr>
                    <a:xfrm>
                      <a:off x="12456" y="6417"/>
                      <a:ext cx="833" cy="516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825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25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25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825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23" name="矩形: 圆角 26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456" y="6417"/>
                      <a:ext cx="833" cy="516"/>
                    </a:xfrm>
                    <a:prstGeom prst="roundRect">
                      <a:avLst/>
                    </a:prstGeom>
                    <a:blipFill rotWithShape="1">
                      <a:blip r:embed="rId10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3" name="组合 32"/>
              <p:cNvGrpSpPr/>
              <p:nvPr/>
            </p:nvGrpSpPr>
            <p:grpSpPr>
              <a:xfrm>
                <a:off x="7926" y="4294"/>
                <a:ext cx="5338" cy="516"/>
                <a:chOff x="7926" y="4294"/>
                <a:chExt cx="5338" cy="516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矩形: 圆角 242"/>
                    <p:cNvSpPr/>
                    <p:nvPr/>
                  </p:nvSpPr>
                  <p:spPr>
                    <a:xfrm>
                      <a:off x="7926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17" name="矩形: 圆角 24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26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1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9" name="矩形: 圆角 244"/>
                    <p:cNvSpPr/>
                    <p:nvPr/>
                  </p:nvSpPr>
                  <p:spPr>
                    <a:xfrm>
                      <a:off x="9401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19" name="矩形: 圆角 24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01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2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矩形: 圆角 246"/>
                    <p:cNvSpPr/>
                    <p:nvPr/>
                  </p:nvSpPr>
                  <p:spPr>
                    <a:xfrm>
                      <a:off x="10888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21" name="矩形: 圆角 24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888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3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矩形: 圆角 264"/>
                    <p:cNvSpPr/>
                    <p:nvPr/>
                  </p:nvSpPr>
                  <p:spPr>
                    <a:xfrm>
                      <a:off x="12434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24" name="矩形: 圆角 26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434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4"/>
                    </a:blipFill>
                    <a:ln w="19050"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6" name="直接箭头连接符 25"/>
              <p:cNvCxnSpPr>
                <a:stCxn id="23" idx="0"/>
              </p:cNvCxnSpPr>
              <p:nvPr/>
            </p:nvCxnSpPr>
            <p:spPr>
              <a:xfrm flipH="1" flipV="1">
                <a:off x="12869" y="5963"/>
                <a:ext cx="3" cy="45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H="1" flipV="1">
                <a:off x="12850" y="2675"/>
                <a:ext cx="11" cy="11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flipH="1" flipV="1">
                <a:off x="11304" y="2675"/>
                <a:ext cx="1" cy="114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9817" y="2675"/>
                <a:ext cx="0" cy="9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 flipV="1">
                <a:off x="8341" y="2675"/>
                <a:ext cx="1" cy="114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: 圆角 233"/>
              <p:cNvSpPr/>
              <p:nvPr/>
            </p:nvSpPr>
            <p:spPr>
              <a:xfrm>
                <a:off x="6537" y="3127"/>
                <a:ext cx="6728" cy="698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44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Target Model</a:t>
                </a:r>
                <a:endParaRPr lang="en-US" altLang="zh-CN" sz="244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7926" y="2158"/>
                <a:ext cx="5338" cy="516"/>
                <a:chOff x="7926" y="4294"/>
                <a:chExt cx="5338" cy="516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" name="矩形: 圆角 242"/>
                    <p:cNvSpPr/>
                    <p:nvPr/>
                  </p:nvSpPr>
                  <p:spPr>
                    <a:xfrm>
                      <a:off x="7926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53" name="矩形: 圆角 24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26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5"/>
                    </a:blipFill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4" name="矩形: 圆角 244"/>
                    <p:cNvSpPr/>
                    <p:nvPr/>
                  </p:nvSpPr>
                  <p:spPr>
                    <a:xfrm>
                      <a:off x="9401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54" name="矩形: 圆角 24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01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6"/>
                    </a:blipFill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5" name="矩形: 圆角 246"/>
                    <p:cNvSpPr/>
                    <p:nvPr/>
                  </p:nvSpPr>
                  <p:spPr>
                    <a:xfrm>
                      <a:off x="10888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55" name="矩形: 圆角 24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888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7"/>
                    </a:blipFill>
                    <a:ln w="19050"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6" name="矩形: 圆角 264"/>
                    <p:cNvSpPr/>
                    <p:nvPr/>
                  </p:nvSpPr>
                  <p:spPr>
                    <a:xfrm>
                      <a:off x="12434" y="4294"/>
                      <a:ext cx="831" cy="517"/>
                    </a:xfrm>
                    <a:prstGeom prst="roundRect">
                      <a:avLst/>
                    </a:prstGeom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trlP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20" b="0" i="1" smtClean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620" b="0" i="1" smtClean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2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mc:Choice>
              <mc:Fallback>
                <p:sp>
                  <p:nvSpPr>
                    <p:cNvPr id="56" name="矩形: 圆角 26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434" y="4294"/>
                      <a:ext cx="831" cy="517"/>
                    </a:xfrm>
                    <a:prstGeom prst="roundRect">
                      <a:avLst/>
                    </a:prstGeom>
                    <a:blipFill rotWithShape="1">
                      <a:blip r:embed="rId18"/>
                    </a:blipFill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0" name="直接箭头连接符 59"/>
              <p:cNvCxnSpPr/>
              <p:nvPr/>
            </p:nvCxnSpPr>
            <p:spPr>
              <a:xfrm flipV="1">
                <a:off x="8337" y="3833"/>
                <a:ext cx="3" cy="4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 flipV="1">
                <a:off x="9817" y="3842"/>
                <a:ext cx="3" cy="4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>
              <a:xfrm flipV="1">
                <a:off x="11301" y="3842"/>
                <a:ext cx="3" cy="4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/>
              <p:cNvCxnSpPr/>
              <p:nvPr/>
            </p:nvCxnSpPr>
            <p:spPr>
              <a:xfrm flipV="1">
                <a:off x="12872" y="3842"/>
                <a:ext cx="3" cy="46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5" name="图片 64" descr="正确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8145" y="1751"/>
                <a:ext cx="396" cy="396"/>
              </a:xfrm>
              <a:prstGeom prst="rect">
                <a:avLst/>
              </a:prstGeom>
            </p:spPr>
          </p:pic>
          <p:pic>
            <p:nvPicPr>
              <p:cNvPr id="66" name="图片 65" descr="正确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9625" y="1751"/>
                <a:ext cx="396" cy="396"/>
              </a:xfrm>
              <a:prstGeom prst="rect">
                <a:avLst/>
              </a:prstGeom>
            </p:spPr>
          </p:pic>
          <p:pic>
            <p:nvPicPr>
              <p:cNvPr id="67" name="图片 66" descr="正确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1104" y="1751"/>
                <a:ext cx="396" cy="396"/>
              </a:xfrm>
              <a:prstGeom prst="rect">
                <a:avLst/>
              </a:prstGeom>
            </p:spPr>
          </p:pic>
          <p:pic>
            <p:nvPicPr>
              <p:cNvPr id="68" name="图片 67" descr="错误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2651" y="1750"/>
                <a:ext cx="397" cy="397"/>
              </a:xfrm>
              <a:prstGeom prst="rect">
                <a:avLst/>
              </a:prstGeom>
            </p:spPr>
          </p:pic>
        </p:grpSp>
        <p:sp>
          <p:nvSpPr>
            <p:cNvPr id="71" name="文本框 70"/>
            <p:cNvSpPr txBox="1"/>
            <p:nvPr/>
          </p:nvSpPr>
          <p:spPr>
            <a:xfrm>
              <a:off x="1139" y="7111"/>
              <a:ext cx="4249" cy="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20">
                  <a:latin typeface="Times New Roman" panose="02020603050405020304" charset="0"/>
                  <a:cs typeface="Times New Roman" panose="02020603050405020304" charset="0"/>
                </a:rPr>
                <a:t>(a) Autoregressive decoding</a:t>
              </a:r>
              <a:endParaRPr lang="en-US" altLang="zh-CN" sz="162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7654" y="7111"/>
              <a:ext cx="4249" cy="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20">
                  <a:latin typeface="Times New Roman" panose="02020603050405020304" charset="0"/>
                  <a:cs typeface="Times New Roman" panose="02020603050405020304" charset="0"/>
                </a:rPr>
                <a:t>(b) Speculative decoding</a:t>
              </a:r>
              <a:endParaRPr lang="en-US" altLang="zh-CN" sz="162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WPS 演示</Application>
  <PresentationFormat>宽屏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Cambria Math</vt:lpstr>
      <vt:lpstr>MS Mincho</vt:lpstr>
      <vt:lpstr>Times New Roman</vt:lpstr>
      <vt:lpstr>微软雅黑</vt:lpstr>
      <vt:lpstr>Arial Unicode MS</vt:lpstr>
      <vt:lpstr>Calibri</vt:lpstr>
      <vt:lpstr>Segoe Print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钢</cp:lastModifiedBy>
  <cp:revision>6</cp:revision>
  <dcterms:created xsi:type="dcterms:W3CDTF">2023-08-09T12:44:00Z</dcterms:created>
  <dcterms:modified xsi:type="dcterms:W3CDTF">2026-01-08T09:17:23Z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A2D721B595384ED39BE1EF2E24D6D019_13</vt:lpwstr>
  </property>
</Properties>
</file>