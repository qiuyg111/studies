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10799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46" y="-11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767462"/>
            <a:ext cx="10363200" cy="3759917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5672376"/>
            <a:ext cx="9144000" cy="2607442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C28C1-B580-460A-9802-783136ADE739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71FDC-F5F4-4E06-B307-1B236304A6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5157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C28C1-B580-460A-9802-783136ADE739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71FDC-F5F4-4E06-B307-1B236304A6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04674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2692444"/>
            <a:ext cx="10515600" cy="4492401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7227345"/>
            <a:ext cx="10515600" cy="2362447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82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C28C1-B580-460A-9802-783136ADE739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71FDC-F5F4-4E06-B307-1B236304A6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77399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2874937"/>
            <a:ext cx="5181600" cy="68523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874937"/>
            <a:ext cx="5181600" cy="68523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C28C1-B580-460A-9802-783136ADE739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71FDC-F5F4-4E06-B307-1B236304A6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34699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574990"/>
            <a:ext cx="10515600" cy="208745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2647443"/>
            <a:ext cx="5157787" cy="129747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3944914"/>
            <a:ext cx="5157787" cy="580237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2647443"/>
            <a:ext cx="5183188" cy="129747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3944914"/>
            <a:ext cx="5183188" cy="580237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C28C1-B580-460A-9802-783136ADE739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71FDC-F5F4-4E06-B307-1B236304A6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3854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C28C1-B580-460A-9802-783136ADE739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71FDC-F5F4-4E06-B307-1B236304A6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7346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C28C1-B580-460A-9802-783136ADE739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71FDC-F5F4-4E06-B307-1B236304A6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05481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719984"/>
            <a:ext cx="3932237" cy="2519945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554968"/>
            <a:ext cx="6172200" cy="7674832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239929"/>
            <a:ext cx="3932237" cy="6002369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C28C1-B580-460A-9802-783136ADE739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71FDC-F5F4-4E06-B307-1B236304A6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91888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719984"/>
            <a:ext cx="3932237" cy="2519945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554968"/>
            <a:ext cx="6172200" cy="7674832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239929"/>
            <a:ext cx="3932237" cy="6002369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C28C1-B580-460A-9802-783136ADE739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71FDC-F5F4-4E06-B307-1B236304A6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2824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C28C1-B580-460A-9802-783136ADE739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71FDC-F5F4-4E06-B307-1B236304A6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0345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574987"/>
            <a:ext cx="2628900" cy="91523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574987"/>
            <a:ext cx="7734300" cy="91523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C28C1-B580-460A-9802-783136ADE739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71FDC-F5F4-4E06-B307-1B236304A6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42341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574990"/>
            <a:ext cx="10515600" cy="2087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874937"/>
            <a:ext cx="10515600" cy="6852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10009783"/>
            <a:ext cx="2743200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4C28C1-B580-460A-9802-783136ADE739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10009783"/>
            <a:ext cx="4114800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10009783"/>
            <a:ext cx="2743200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D71FDC-F5F4-4E06-B307-1B236304A6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1286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表, 条形图&#10;&#10;AI 生成的内容可能不正确。">
            <a:extLst>
              <a:ext uri="{FF2B5EF4-FFF2-40B4-BE49-F238E27FC236}">
                <a16:creationId xmlns:a16="http://schemas.microsoft.com/office/drawing/2014/main" id="{9EC2DCB1-3CB1-1531-EA5C-4C54D63BBC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630" y="1484581"/>
            <a:ext cx="5803328" cy="3627079"/>
          </a:xfrm>
          <a:prstGeom prst="rect">
            <a:avLst/>
          </a:prstGeom>
        </p:spPr>
      </p:pic>
      <p:pic>
        <p:nvPicPr>
          <p:cNvPr id="7" name="图片 6" descr="图表, 条形图&#10;&#10;AI 生成的内容可能不正确。">
            <a:extLst>
              <a:ext uri="{FF2B5EF4-FFF2-40B4-BE49-F238E27FC236}">
                <a16:creationId xmlns:a16="http://schemas.microsoft.com/office/drawing/2014/main" id="{7D9B1238-E58D-E1DF-E936-00E47E0761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9958" y="5398682"/>
            <a:ext cx="5806080" cy="3628800"/>
          </a:xfrm>
          <a:prstGeom prst="rect">
            <a:avLst/>
          </a:prstGeom>
        </p:spPr>
      </p:pic>
      <p:pic>
        <p:nvPicPr>
          <p:cNvPr id="9" name="图片 8" descr="图表, 条形图&#10;&#10;AI 生成的内容可能不正确。">
            <a:extLst>
              <a:ext uri="{FF2B5EF4-FFF2-40B4-BE49-F238E27FC236}">
                <a16:creationId xmlns:a16="http://schemas.microsoft.com/office/drawing/2014/main" id="{67E864C9-639F-313A-C1CF-9E3833F550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9958" y="1482860"/>
            <a:ext cx="5806080" cy="3628800"/>
          </a:xfrm>
          <a:prstGeom prst="rect">
            <a:avLst/>
          </a:prstGeom>
        </p:spPr>
      </p:pic>
      <p:pic>
        <p:nvPicPr>
          <p:cNvPr id="11" name="图片 10" descr="图表, 条形图&#10;&#10;AI 生成的内容可能不正确。">
            <a:extLst>
              <a:ext uri="{FF2B5EF4-FFF2-40B4-BE49-F238E27FC236}">
                <a16:creationId xmlns:a16="http://schemas.microsoft.com/office/drawing/2014/main" id="{186C3514-3A76-CA47-228A-7FA99AD4818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878" y="5398682"/>
            <a:ext cx="5806080" cy="3628800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2430908B-C3AB-2B58-400B-2891B237E514}"/>
              </a:ext>
            </a:extLst>
          </p:cNvPr>
          <p:cNvSpPr txBox="1"/>
          <p:nvPr/>
        </p:nvSpPr>
        <p:spPr>
          <a:xfrm>
            <a:off x="1730887" y="5023592"/>
            <a:ext cx="32348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(a) 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用于检索的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token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长度与接受长度关系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9873C58-42AE-2D75-F19F-4E415F7F3EE5}"/>
              </a:ext>
            </a:extLst>
          </p:cNvPr>
          <p:cNvSpPr txBox="1"/>
          <p:nvPr/>
        </p:nvSpPr>
        <p:spPr>
          <a:xfrm>
            <a:off x="7826355" y="5023592"/>
            <a:ext cx="331683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(b)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用于检索的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token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中字面量、标识符与关键字数量与接受长度的关系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0A2F32A-FD69-1634-E5B7-36A0B9867863}"/>
              </a:ext>
            </a:extLst>
          </p:cNvPr>
          <p:cNvSpPr txBox="1"/>
          <p:nvPr/>
        </p:nvSpPr>
        <p:spPr>
          <a:xfrm>
            <a:off x="1730887" y="9010157"/>
            <a:ext cx="32348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(c) 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检索到的代码的单词频率与接受长度关系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52F160C-A678-44B9-6179-A4A73E775B65}"/>
              </a:ext>
            </a:extLst>
          </p:cNvPr>
          <p:cNvSpPr txBox="1"/>
          <p:nvPr/>
        </p:nvSpPr>
        <p:spPr>
          <a:xfrm>
            <a:off x="7867363" y="9010157"/>
            <a:ext cx="32348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(d) 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检索到的代码的相似度与接受长度关系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9BD1B0A-C8B8-EEEA-6EA6-F8E6F609E7AC}"/>
              </a:ext>
            </a:extLst>
          </p:cNvPr>
          <p:cNvSpPr/>
          <p:nvPr/>
        </p:nvSpPr>
        <p:spPr>
          <a:xfrm>
            <a:off x="7443021" y="2045146"/>
            <a:ext cx="2041751" cy="1813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11420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45</TotalTime>
  <Words>60</Words>
  <Application>Microsoft Office PowerPoint</Application>
  <PresentationFormat>自定义</PresentationFormat>
  <Paragraphs>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宋体</vt:lpstr>
      <vt:lpstr>Aptos</vt:lpstr>
      <vt:lpstr>Aptos Display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盈钢 邱</dc:creator>
  <cp:lastModifiedBy>盈钢 邱</cp:lastModifiedBy>
  <cp:revision>1</cp:revision>
  <dcterms:created xsi:type="dcterms:W3CDTF">2025-12-07T17:40:41Z</dcterms:created>
  <dcterms:modified xsi:type="dcterms:W3CDTF">2025-12-07T18:25:44Z</dcterms:modified>
</cp:coreProperties>
</file>