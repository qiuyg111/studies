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A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07" autoAdjust="0"/>
    <p:restoredTop sz="94660"/>
  </p:normalViewPr>
  <p:slideViewPr>
    <p:cSldViewPr snapToGrid="0">
      <p:cViewPr>
        <p:scale>
          <a:sx n="125" d="100"/>
          <a:sy n="125" d="100"/>
        </p:scale>
        <p:origin x="-1042" y="-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B6F190D-5C83-3EDD-14D5-2C0C6A1F8551}"/>
              </a:ext>
            </a:extLst>
          </p:cNvPr>
          <p:cNvGrpSpPr/>
          <p:nvPr/>
        </p:nvGrpSpPr>
        <p:grpSpPr>
          <a:xfrm>
            <a:off x="3225800" y="761365"/>
            <a:ext cx="5208905" cy="4870450"/>
            <a:chOff x="3225800" y="761365"/>
            <a:chExt cx="5208905" cy="4870450"/>
          </a:xfrm>
        </p:grpSpPr>
        <p:sp>
          <p:nvSpPr>
            <p:cNvPr id="42" name="圆角矩形 41"/>
            <p:cNvSpPr/>
            <p:nvPr/>
          </p:nvSpPr>
          <p:spPr>
            <a:xfrm>
              <a:off x="3225800" y="761365"/>
              <a:ext cx="5208270" cy="4870450"/>
            </a:xfrm>
            <a:prstGeom prst="roundRect">
              <a:avLst>
                <a:gd name="adj" fmla="val 1954"/>
              </a:avLst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3347720" y="3557905"/>
              <a:ext cx="804545" cy="208915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4986020" y="3557905"/>
              <a:ext cx="1361440" cy="208800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3347720" y="3766185"/>
              <a:ext cx="457835" cy="208280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5375910" y="3765550"/>
              <a:ext cx="208280" cy="208915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6372860" y="3765550"/>
              <a:ext cx="541655" cy="208800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3347720" y="3973715"/>
              <a:ext cx="1894840" cy="20828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5441950" y="3975735"/>
              <a:ext cx="563880" cy="208915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6667500" y="3975735"/>
              <a:ext cx="247015" cy="208915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3347720" y="4181360"/>
              <a:ext cx="568960" cy="20828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3347720" y="4389005"/>
              <a:ext cx="804545" cy="20828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4375785" y="4388485"/>
              <a:ext cx="539750" cy="208915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6372860" y="4388485"/>
              <a:ext cx="541020" cy="208800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3347720" y="4596650"/>
              <a:ext cx="1797685" cy="20828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5249545" y="4596130"/>
              <a:ext cx="1339215" cy="2088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7007225" y="4596130"/>
              <a:ext cx="233045" cy="2088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3347720" y="4804295"/>
              <a:ext cx="568325" cy="20828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3347720" y="5011940"/>
              <a:ext cx="1567815" cy="20828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6" name="矩形 35"/>
            <p:cNvSpPr/>
            <p:nvPr/>
          </p:nvSpPr>
          <p:spPr>
            <a:xfrm>
              <a:off x="5146040" y="5011420"/>
              <a:ext cx="859790" cy="2088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7" name="矩形 36"/>
            <p:cNvSpPr/>
            <p:nvPr/>
          </p:nvSpPr>
          <p:spPr>
            <a:xfrm>
              <a:off x="3347720" y="5219585"/>
              <a:ext cx="111125" cy="20828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4152265" y="3558540"/>
              <a:ext cx="567055" cy="208915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805555" y="3766185"/>
              <a:ext cx="1340485" cy="20828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5584190" y="3765550"/>
              <a:ext cx="548005" cy="208915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6005830" y="3973195"/>
              <a:ext cx="502920" cy="208915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6913880" y="3972560"/>
              <a:ext cx="331470" cy="208915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4915535" y="4388485"/>
              <a:ext cx="1216660" cy="208915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354705" y="882333"/>
              <a:ext cx="5080000" cy="4570095"/>
            </a:xfrm>
            <a:prstGeom prst="rect">
              <a:avLst/>
            </a:prstGeom>
          </p:spPr>
          <p:txBody>
            <a:bodyPr lIns="0" tIns="0" rIns="0" bIns="0" anchor="ctr" anchorCtr="0">
              <a:spAutoFit/>
            </a:bodyPr>
            <a:lstStyle/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AF00DB"/>
                  </a:solidFill>
                  <a:latin typeface="Consolas" panose="020B0609020204030204"/>
                  <a:ea typeface="Consolas" panose="020B0609020204030204"/>
                </a:rPr>
                <a:t>#include </a:t>
              </a:r>
              <a:r>
                <a:rPr lang="en-US" altLang="zh-CN" sz="1600" b="0">
                  <a:solidFill>
                    <a:srgbClr val="A31515"/>
                  </a:solidFill>
                  <a:latin typeface="Consolas" panose="020B0609020204030204"/>
                  <a:ea typeface="Consolas" panose="020B0609020204030204"/>
                </a:rPr>
                <a:t>&lt;bits/stdc++.h&gt;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AF00DB"/>
                  </a:solidFill>
                  <a:latin typeface="Consolas" panose="020B0609020204030204"/>
                  <a:ea typeface="Consolas" panose="020B0609020204030204"/>
                </a:rPr>
                <a:t>using </a:t>
              </a:r>
              <a:r>
                <a:rPr lang="en-US" altLang="zh-CN" sz="1600" b="0">
                  <a:solidFill>
                    <a:srgbClr val="0000FF"/>
                  </a:solidFill>
                  <a:latin typeface="Consolas" panose="020B0609020204030204"/>
                  <a:ea typeface="Consolas" panose="020B0609020204030204"/>
                </a:rPr>
                <a:t>namespace </a:t>
              </a:r>
              <a:r>
                <a:rPr lang="en-US" altLang="zh-CN" sz="1600" b="0">
                  <a:solidFill>
                    <a:srgbClr val="267F99"/>
                  </a:solidFill>
                  <a:latin typeface="Consolas" panose="020B0609020204030204"/>
                  <a:ea typeface="Consolas" panose="020B0609020204030204"/>
                </a:rPr>
                <a:t>std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/**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 Write a c++ function to check whether the sum of divisors are same or not.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 &gt; areequivalent(36, 57)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 false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 &gt; areequivalent(2, 4)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 false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 &gt; areequivalent(23, 47)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 true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*/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0000FF"/>
                  </a:solidFill>
                  <a:latin typeface="Consolas" panose="020B0609020204030204"/>
                  <a:ea typeface="Consolas" panose="020B0609020204030204"/>
                </a:rPr>
                <a:t>bool </a:t>
              </a:r>
              <a:r>
                <a:rPr lang="en-US" altLang="zh-CN" sz="1600" b="0">
                  <a:solidFill>
                    <a:srgbClr val="795E26"/>
                  </a:solidFill>
                  <a:latin typeface="Consolas" panose="020B0609020204030204"/>
                  <a:ea typeface="Consolas" panose="020B0609020204030204"/>
                </a:rPr>
                <a:t>areequivalent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(</a:t>
              </a:r>
              <a:r>
                <a:rPr lang="en-US" altLang="zh-CN" sz="1600" b="0">
                  <a:solidFill>
                    <a:srgbClr val="0000FF"/>
                  </a:solidFill>
                  <a:latin typeface="Consolas" panose="020B0609020204030204"/>
                  <a:ea typeface="Consolas" panose="020B0609020204030204"/>
                </a:rPr>
                <a:t>int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num1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, </a:t>
              </a:r>
              <a:r>
                <a:rPr lang="en-US" altLang="zh-CN" sz="1600" b="0">
                  <a:solidFill>
                    <a:srgbClr val="0000FF"/>
                  </a:solidFill>
                  <a:latin typeface="Consolas" panose="020B0609020204030204"/>
                  <a:ea typeface="Consolas" panose="020B0609020204030204"/>
                </a:rPr>
                <a:t>int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num2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) {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</a:t>
              </a:r>
              <a:r>
                <a:rPr lang="en-US" altLang="zh-CN" sz="1600" b="0">
                  <a:solidFill>
                    <a:srgbClr val="0000FF"/>
                  </a:solidFill>
                  <a:latin typeface="Consolas" panose="020B0609020204030204"/>
                  <a:ea typeface="Consolas" panose="020B0609020204030204"/>
                </a:rPr>
                <a:t>int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sum1 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= </a:t>
              </a:r>
              <a:r>
                <a:rPr lang="en-US" altLang="zh-CN" sz="1600" b="0">
                  <a:solidFill>
                    <a:srgbClr val="098658"/>
                  </a:solidFill>
                  <a:latin typeface="Consolas" panose="020B0609020204030204"/>
                  <a:ea typeface="Consolas" panose="020B0609020204030204"/>
                </a:rPr>
                <a:t>0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,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sum2 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= </a:t>
              </a:r>
              <a:r>
                <a:rPr lang="en-US" altLang="zh-CN" sz="1600" b="0">
                  <a:solidFill>
                    <a:srgbClr val="098658"/>
                  </a:solidFill>
                  <a:latin typeface="Consolas" panose="020B0609020204030204"/>
                  <a:ea typeface="Consolas" panose="020B0609020204030204"/>
                </a:rPr>
                <a:t>0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</a:t>
              </a:r>
              <a:r>
                <a:rPr lang="en-US" altLang="zh-CN" sz="1600" b="0">
                  <a:solidFill>
                    <a:srgbClr val="AF00DB"/>
                  </a:solidFill>
                  <a:latin typeface="Consolas" panose="020B0609020204030204"/>
                  <a:ea typeface="Consolas" panose="020B0609020204030204"/>
                </a:rPr>
                <a:t>for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 (</a:t>
              </a:r>
              <a:r>
                <a:rPr lang="en-US" altLang="zh-CN" sz="1600" b="0">
                  <a:solidFill>
                    <a:srgbClr val="0000FF"/>
                  </a:solidFill>
                  <a:latin typeface="Consolas" panose="020B0609020204030204"/>
                  <a:ea typeface="Consolas" panose="020B0609020204030204"/>
                </a:rPr>
                <a:t>int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=</a:t>
              </a:r>
              <a:r>
                <a:rPr lang="en-US" altLang="zh-CN" sz="1600" b="0">
                  <a:solidFill>
                    <a:srgbClr val="098658"/>
                  </a:solidFill>
                  <a:latin typeface="Consolas" panose="020B0609020204030204"/>
                  <a:ea typeface="Consolas" panose="020B0609020204030204"/>
                </a:rPr>
                <a:t>1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&lt;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num1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++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) {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    </a:t>
              </a:r>
              <a:r>
                <a:rPr lang="en-US" altLang="zh-CN" sz="1600" b="0">
                  <a:solidFill>
                    <a:srgbClr val="AF00DB"/>
                  </a:solidFill>
                  <a:latin typeface="Consolas" panose="020B0609020204030204"/>
                  <a:ea typeface="Consolas" panose="020B0609020204030204"/>
                </a:rPr>
                <a:t>if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 (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num1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%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 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== </a:t>
              </a:r>
              <a:r>
                <a:rPr lang="en-US" altLang="zh-CN" sz="1600" b="0">
                  <a:solidFill>
                    <a:srgbClr val="098658"/>
                  </a:solidFill>
                  <a:latin typeface="Consolas" panose="020B0609020204030204"/>
                  <a:ea typeface="Consolas" panose="020B0609020204030204"/>
                </a:rPr>
                <a:t>0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)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sum1 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+=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}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</a:t>
              </a:r>
              <a:r>
                <a:rPr lang="en-US" altLang="zh-CN" sz="1600" b="0">
                  <a:solidFill>
                    <a:srgbClr val="AF00DB"/>
                  </a:solidFill>
                  <a:latin typeface="Consolas" panose="020B0609020204030204"/>
                  <a:ea typeface="Consolas" panose="020B0609020204030204"/>
                </a:rPr>
                <a:t>for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 (</a:t>
              </a:r>
              <a:r>
                <a:rPr lang="en-US" altLang="zh-CN" sz="1600" b="0">
                  <a:solidFill>
                    <a:srgbClr val="0000FF"/>
                  </a:solidFill>
                  <a:latin typeface="Consolas" panose="020B0609020204030204"/>
                  <a:ea typeface="Consolas" panose="020B0609020204030204"/>
                </a:rPr>
                <a:t>int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=</a:t>
              </a:r>
              <a:r>
                <a:rPr lang="en-US" altLang="zh-CN" sz="1600" b="0">
                  <a:solidFill>
                    <a:srgbClr val="098658"/>
                  </a:solidFill>
                  <a:latin typeface="Consolas" panose="020B0609020204030204"/>
                  <a:ea typeface="Consolas" panose="020B0609020204030204"/>
                </a:rPr>
                <a:t>1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&lt;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num2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++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) {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    </a:t>
              </a:r>
              <a:r>
                <a:rPr lang="en-US" altLang="zh-CN" sz="1600" b="0">
                  <a:solidFill>
                    <a:srgbClr val="AF00DB"/>
                  </a:solidFill>
                  <a:latin typeface="Consolas" panose="020B0609020204030204"/>
                  <a:ea typeface="Consolas" panose="020B0609020204030204"/>
                </a:rPr>
                <a:t>if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 (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num2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%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 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== </a:t>
              </a:r>
              <a:r>
                <a:rPr lang="en-US" altLang="zh-CN" sz="1600" b="0">
                  <a:solidFill>
                    <a:srgbClr val="098658"/>
                  </a:solidFill>
                  <a:latin typeface="Consolas" panose="020B0609020204030204"/>
                  <a:ea typeface="Consolas" panose="020B0609020204030204"/>
                </a:rPr>
                <a:t>0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)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sum2 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+=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}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</a:t>
              </a:r>
              <a:r>
                <a:rPr lang="en-US" altLang="zh-CN" sz="1600" b="0">
                  <a:solidFill>
                    <a:srgbClr val="AF00DB"/>
                  </a:solidFill>
                  <a:latin typeface="Consolas" panose="020B0609020204030204"/>
                  <a:ea typeface="Consolas" panose="020B0609020204030204"/>
                </a:rPr>
                <a:t>return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sum1 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==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sum2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55AA2-A106-93D2-8653-9D0F51420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组合 54">
            <a:extLst>
              <a:ext uri="{FF2B5EF4-FFF2-40B4-BE49-F238E27FC236}">
                <a16:creationId xmlns:a16="http://schemas.microsoft.com/office/drawing/2014/main" id="{56FD253D-E705-4AAE-5193-C05BCFCAEA7B}"/>
              </a:ext>
            </a:extLst>
          </p:cNvPr>
          <p:cNvGrpSpPr/>
          <p:nvPr/>
        </p:nvGrpSpPr>
        <p:grpSpPr>
          <a:xfrm>
            <a:off x="3225800" y="1418255"/>
            <a:ext cx="3566886" cy="3475516"/>
            <a:chOff x="3225800" y="1418255"/>
            <a:chExt cx="3566886" cy="3475516"/>
          </a:xfrm>
        </p:grpSpPr>
        <p:sp>
          <p:nvSpPr>
            <p:cNvPr id="42" name="圆角矩形 41">
              <a:extLst>
                <a:ext uri="{FF2B5EF4-FFF2-40B4-BE49-F238E27FC236}">
                  <a16:creationId xmlns:a16="http://schemas.microsoft.com/office/drawing/2014/main" id="{FBBAEB9D-C13C-273B-F931-A6579F0576BD}"/>
                </a:ext>
              </a:extLst>
            </p:cNvPr>
            <p:cNvSpPr/>
            <p:nvPr/>
          </p:nvSpPr>
          <p:spPr>
            <a:xfrm>
              <a:off x="3225800" y="1418255"/>
              <a:ext cx="3566886" cy="3475516"/>
            </a:xfrm>
            <a:prstGeom prst="roundRect">
              <a:avLst>
                <a:gd name="adj" fmla="val 1954"/>
              </a:avLst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3E0BE906-74D2-32D9-07AA-F5AF40E02F58}"/>
                </a:ext>
              </a:extLst>
            </p:cNvPr>
            <p:cNvGrpSpPr/>
            <p:nvPr/>
          </p:nvGrpSpPr>
          <p:grpSpPr>
            <a:xfrm>
              <a:off x="3320943" y="1462697"/>
              <a:ext cx="3376600" cy="3386633"/>
              <a:chOff x="3350772" y="1479144"/>
              <a:chExt cx="3376600" cy="3386633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1825B281-8837-47C4-7B1B-9109F6D31EEE}"/>
                  </a:ext>
                </a:extLst>
              </p:cNvPr>
              <p:cNvSpPr/>
              <p:nvPr/>
            </p:nvSpPr>
            <p:spPr>
              <a:xfrm>
                <a:off x="3350772" y="4393920"/>
                <a:ext cx="428748" cy="1512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1ABEA85E-25E4-9DD6-6C2D-E4586DA40462}"/>
                  </a:ext>
                </a:extLst>
              </p:cNvPr>
              <p:cNvGrpSpPr/>
              <p:nvPr/>
            </p:nvGrpSpPr>
            <p:grpSpPr>
              <a:xfrm>
                <a:off x="3350772" y="4546155"/>
                <a:ext cx="2129912" cy="151200"/>
                <a:chOff x="3350773" y="4543684"/>
                <a:chExt cx="2129912" cy="151200"/>
              </a:xfrm>
            </p:grpSpPr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38FF41A0-60D3-A4F6-A4DE-719DB000C586}"/>
                    </a:ext>
                  </a:extLst>
                </p:cNvPr>
                <p:cNvSpPr/>
                <p:nvPr/>
              </p:nvSpPr>
              <p:spPr>
                <a:xfrm>
                  <a:off x="4912360" y="4543684"/>
                  <a:ext cx="568325" cy="151200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5E570D44-3BA6-A46B-3C19-5D63AA6ED644}"/>
                    </a:ext>
                  </a:extLst>
                </p:cNvPr>
                <p:cNvSpPr/>
                <p:nvPr/>
              </p:nvSpPr>
              <p:spPr>
                <a:xfrm>
                  <a:off x="3350773" y="4543684"/>
                  <a:ext cx="1351560" cy="151200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/>
                </a:p>
              </p:txBody>
            </p:sp>
          </p:grp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B70D5116-6E02-EF79-E19D-F09F35442A1C}"/>
                  </a:ext>
                </a:extLst>
              </p:cNvPr>
              <p:cNvSpPr/>
              <p:nvPr/>
            </p:nvSpPr>
            <p:spPr>
              <a:xfrm>
                <a:off x="3350772" y="3931234"/>
                <a:ext cx="428748" cy="157181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FA960352-301D-5FD2-A9C5-1BC021141C72}"/>
                  </a:ext>
                </a:extLst>
              </p:cNvPr>
              <p:cNvSpPr/>
              <p:nvPr/>
            </p:nvSpPr>
            <p:spPr>
              <a:xfrm>
                <a:off x="3350772" y="4698387"/>
                <a:ext cx="111125" cy="1512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A0CBDE59-DDD7-4AD8-705B-621BCA613556}"/>
                  </a:ext>
                </a:extLst>
              </p:cNvPr>
              <p:cNvGrpSpPr/>
              <p:nvPr/>
            </p:nvGrpSpPr>
            <p:grpSpPr>
              <a:xfrm>
                <a:off x="3350772" y="3474529"/>
                <a:ext cx="2271437" cy="151200"/>
                <a:chOff x="3350772" y="3474529"/>
                <a:chExt cx="2271437" cy="151200"/>
              </a:xfrm>
            </p:grpSpPr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30AFEBE8-A7D1-D834-2D35-01954B94E676}"/>
                    </a:ext>
                  </a:extLst>
                </p:cNvPr>
                <p:cNvSpPr/>
                <p:nvPr/>
              </p:nvSpPr>
              <p:spPr>
                <a:xfrm>
                  <a:off x="3350772" y="3474529"/>
                  <a:ext cx="628649" cy="151200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1B96F09A-5739-5C68-ACA9-BF371988EC45}"/>
                    </a:ext>
                  </a:extLst>
                </p:cNvPr>
                <p:cNvSpPr/>
                <p:nvPr/>
              </p:nvSpPr>
              <p:spPr>
                <a:xfrm>
                  <a:off x="4571920" y="3474529"/>
                  <a:ext cx="1050289" cy="151200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88EF41FF-A70C-884F-F798-9EBC5AE49F9B}"/>
                    </a:ext>
                  </a:extLst>
                </p:cNvPr>
                <p:cNvSpPr/>
                <p:nvPr/>
              </p:nvSpPr>
              <p:spPr>
                <a:xfrm>
                  <a:off x="3982002" y="3474529"/>
                  <a:ext cx="426085" cy="151200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C4374A4-2F00-F041-A1EA-C8785123BB74}"/>
                  </a:ext>
                </a:extLst>
              </p:cNvPr>
              <p:cNvSpPr/>
              <p:nvPr/>
            </p:nvSpPr>
            <p:spPr>
              <a:xfrm>
                <a:off x="5038726" y="3629989"/>
                <a:ext cx="419732" cy="1476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197A456D-86FB-AA8F-E03A-370766E8430A}"/>
                  </a:ext>
                </a:extLst>
              </p:cNvPr>
              <p:cNvGrpSpPr/>
              <p:nvPr/>
            </p:nvGrpSpPr>
            <p:grpSpPr>
              <a:xfrm>
                <a:off x="3350772" y="4241685"/>
                <a:ext cx="2950885" cy="151200"/>
                <a:chOff x="3350772" y="4237781"/>
                <a:chExt cx="2950885" cy="151200"/>
              </a:xfrm>
            </p:grpSpPr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DF089098-349F-3597-B904-DC9A8E674409}"/>
                    </a:ext>
                  </a:extLst>
                </p:cNvPr>
                <p:cNvSpPr/>
                <p:nvPr/>
              </p:nvSpPr>
              <p:spPr>
                <a:xfrm>
                  <a:off x="4785958" y="4237781"/>
                  <a:ext cx="1011114" cy="151200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6A0B950E-7435-70B9-69A3-C178E6450A5B}"/>
                    </a:ext>
                  </a:extLst>
                </p:cNvPr>
                <p:cNvSpPr/>
                <p:nvPr/>
              </p:nvSpPr>
              <p:spPr>
                <a:xfrm>
                  <a:off x="5957253" y="4237781"/>
                  <a:ext cx="344404" cy="151200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685FF388-EACD-FA83-5BFA-875371A20EB0}"/>
                    </a:ext>
                  </a:extLst>
                </p:cNvPr>
                <p:cNvSpPr/>
                <p:nvPr/>
              </p:nvSpPr>
              <p:spPr>
                <a:xfrm>
                  <a:off x="3350772" y="4237781"/>
                  <a:ext cx="1351560" cy="151200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D651E17C-E95C-3603-25DC-07F7FC562703}"/>
                  </a:ext>
                </a:extLst>
              </p:cNvPr>
              <p:cNvGrpSpPr/>
              <p:nvPr/>
            </p:nvGrpSpPr>
            <p:grpSpPr>
              <a:xfrm>
                <a:off x="3350772" y="3778999"/>
                <a:ext cx="2950884" cy="151200"/>
                <a:chOff x="3350772" y="3775789"/>
                <a:chExt cx="2950884" cy="151200"/>
              </a:xfrm>
            </p:grpSpPr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1C6BF9A7-5CD9-F2FC-8D76-769A24DF8FC6}"/>
                    </a:ext>
                  </a:extLst>
                </p:cNvPr>
                <p:cNvSpPr/>
                <p:nvPr/>
              </p:nvSpPr>
              <p:spPr>
                <a:xfrm>
                  <a:off x="5829936" y="3775789"/>
                  <a:ext cx="238863" cy="151200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6BC4DA52-1572-779E-500B-9585E5DCB877}"/>
                    </a:ext>
                  </a:extLst>
                </p:cNvPr>
                <p:cNvSpPr/>
                <p:nvPr/>
              </p:nvSpPr>
              <p:spPr>
                <a:xfrm>
                  <a:off x="4912360" y="3775789"/>
                  <a:ext cx="477520" cy="151200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529D207C-87EC-1C14-95C0-67D24D2D062B}"/>
                    </a:ext>
                  </a:extLst>
                </p:cNvPr>
                <p:cNvSpPr/>
                <p:nvPr/>
              </p:nvSpPr>
              <p:spPr>
                <a:xfrm>
                  <a:off x="3350772" y="3775789"/>
                  <a:ext cx="1435186" cy="151200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7BBDEAA0-249D-47B6-3391-37BB291DD621}"/>
                    </a:ext>
                  </a:extLst>
                </p:cNvPr>
                <p:cNvSpPr/>
                <p:nvPr/>
              </p:nvSpPr>
              <p:spPr>
                <a:xfrm>
                  <a:off x="5383208" y="3775789"/>
                  <a:ext cx="341110" cy="151200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B9CFF1D5-E5D7-EAFA-56CD-49238999368A}"/>
                    </a:ext>
                  </a:extLst>
                </p:cNvPr>
                <p:cNvSpPr/>
                <p:nvPr/>
              </p:nvSpPr>
              <p:spPr>
                <a:xfrm>
                  <a:off x="6066814" y="3775789"/>
                  <a:ext cx="234842" cy="151200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27503A6A-A6CF-248D-66D0-0258057BE9CA}"/>
                  </a:ext>
                </a:extLst>
              </p:cNvPr>
              <p:cNvGrpSpPr/>
              <p:nvPr/>
            </p:nvGrpSpPr>
            <p:grpSpPr>
              <a:xfrm>
                <a:off x="3350772" y="4089450"/>
                <a:ext cx="2716042" cy="151200"/>
                <a:chOff x="3350772" y="4080698"/>
                <a:chExt cx="2716042" cy="151200"/>
              </a:xfrm>
            </p:grpSpPr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9F9DD5AB-A8B4-AE9F-CE0C-5CB643993D4F}"/>
                    </a:ext>
                  </a:extLst>
                </p:cNvPr>
                <p:cNvSpPr/>
                <p:nvPr/>
              </p:nvSpPr>
              <p:spPr>
                <a:xfrm>
                  <a:off x="4518420" y="4080698"/>
                  <a:ext cx="934560" cy="151200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C6F0B6AC-1580-86E1-3588-88B6C8DB4134}"/>
                    </a:ext>
                  </a:extLst>
                </p:cNvPr>
                <p:cNvSpPr/>
                <p:nvPr/>
              </p:nvSpPr>
              <p:spPr>
                <a:xfrm>
                  <a:off x="4122420" y="4080698"/>
                  <a:ext cx="396000" cy="151200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B18206BC-7A9F-00CA-BDB3-185F119CFE7C}"/>
                    </a:ext>
                  </a:extLst>
                </p:cNvPr>
                <p:cNvSpPr/>
                <p:nvPr/>
              </p:nvSpPr>
              <p:spPr>
                <a:xfrm>
                  <a:off x="5613160" y="4080698"/>
                  <a:ext cx="453654" cy="151200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96AE396C-7D66-1853-A6FF-42C9CD93953D}"/>
                    </a:ext>
                  </a:extLst>
                </p:cNvPr>
                <p:cNvSpPr/>
                <p:nvPr/>
              </p:nvSpPr>
              <p:spPr>
                <a:xfrm>
                  <a:off x="3350772" y="4080698"/>
                  <a:ext cx="629244" cy="151200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3B5C1C68-31F5-E459-078D-3B3A645B674D}"/>
                  </a:ext>
                </a:extLst>
              </p:cNvPr>
              <p:cNvGrpSpPr/>
              <p:nvPr/>
            </p:nvGrpSpPr>
            <p:grpSpPr>
              <a:xfrm>
                <a:off x="3350772" y="3626764"/>
                <a:ext cx="2718027" cy="151200"/>
                <a:chOff x="3350772" y="3628189"/>
                <a:chExt cx="2718027" cy="151200"/>
              </a:xfrm>
            </p:grpSpPr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E85CD5C5-FA1B-E839-4725-C840B4274BA3}"/>
                    </a:ext>
                  </a:extLst>
                </p:cNvPr>
                <p:cNvSpPr/>
                <p:nvPr/>
              </p:nvSpPr>
              <p:spPr>
                <a:xfrm>
                  <a:off x="3350772" y="3628189"/>
                  <a:ext cx="332816" cy="151200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505E6133-4323-194F-D56D-2C10BC3FF0DA}"/>
                    </a:ext>
                  </a:extLst>
                </p:cNvPr>
                <p:cNvSpPr/>
                <p:nvPr/>
              </p:nvSpPr>
              <p:spPr>
                <a:xfrm>
                  <a:off x="4824649" y="3628189"/>
                  <a:ext cx="208280" cy="151200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3BCF773F-2EB7-CD41-0E6A-A7ED3D4AD75B}"/>
                    </a:ext>
                  </a:extLst>
                </p:cNvPr>
                <p:cNvSpPr/>
                <p:nvPr/>
              </p:nvSpPr>
              <p:spPr>
                <a:xfrm>
                  <a:off x="5622208" y="3628189"/>
                  <a:ext cx="446591" cy="151200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034488BD-792C-40C2-A564-8AF6A2F400E3}"/>
                    </a:ext>
                  </a:extLst>
                </p:cNvPr>
                <p:cNvSpPr/>
                <p:nvPr/>
              </p:nvSpPr>
              <p:spPr>
                <a:xfrm>
                  <a:off x="3683590" y="3628189"/>
                  <a:ext cx="1018742" cy="151200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8EAEFF2F-10A3-36DF-4D8C-FC32BD1530AD}"/>
                    </a:ext>
                  </a:extLst>
                </p:cNvPr>
                <p:cNvSpPr/>
                <p:nvPr/>
              </p:nvSpPr>
              <p:spPr>
                <a:xfrm>
                  <a:off x="5032610" y="3628189"/>
                  <a:ext cx="420370" cy="151200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D114E3C-C969-BF98-3941-CD6270C746D4}"/>
                  </a:ext>
                </a:extLst>
              </p:cNvPr>
              <p:cNvSpPr txBox="1"/>
              <p:nvPr/>
            </p:nvSpPr>
            <p:spPr>
              <a:xfrm>
                <a:off x="3354706" y="1479144"/>
                <a:ext cx="3372666" cy="3386633"/>
              </a:xfrm>
              <a:prstGeom prst="rect">
                <a:avLst/>
              </a:prstGeom>
            </p:spPr>
            <p:txBody>
              <a:bodyPr wrap="square" lIns="0" tIns="0" rIns="0" bIns="0" anchor="ctr" anchorCtr="0">
                <a:spAutoFit/>
              </a:bodyPr>
              <a:lstStyle/>
              <a:p>
                <a:pPr>
                  <a:lnSpc>
                    <a:spcPts val="1150"/>
                  </a:lnSpc>
                </a:pPr>
                <a:r>
                  <a:rPr lang="en-US" altLang="zh-CN" sz="1200" b="0" dirty="0">
                    <a:solidFill>
                      <a:srgbClr val="AF00DB"/>
                    </a:solidFill>
                    <a:latin typeface="Consolas" panose="020B0609020204030204"/>
                    <a:ea typeface="Consolas" panose="020B0609020204030204"/>
                  </a:rPr>
                  <a:t>#include </a:t>
                </a:r>
                <a:r>
                  <a:rPr lang="en-US" altLang="zh-CN" sz="1200" b="0" dirty="0">
                    <a:solidFill>
                      <a:srgbClr val="A31515"/>
                    </a:solidFill>
                    <a:latin typeface="Consolas" panose="020B0609020204030204"/>
                    <a:ea typeface="Consolas" panose="020B0609020204030204"/>
                  </a:rPr>
                  <a:t>&lt;bits/</a:t>
                </a:r>
                <a:r>
                  <a:rPr lang="en-US" altLang="zh-CN" sz="1200" b="0" dirty="0" err="1">
                    <a:solidFill>
                      <a:srgbClr val="A31515"/>
                    </a:solidFill>
                    <a:latin typeface="Consolas" panose="020B0609020204030204"/>
                    <a:ea typeface="Consolas" panose="020B0609020204030204"/>
                  </a:rPr>
                  <a:t>stdc</a:t>
                </a:r>
                <a:r>
                  <a:rPr lang="en-US" altLang="zh-CN" sz="1200" b="0" dirty="0">
                    <a:solidFill>
                      <a:srgbClr val="A31515"/>
                    </a:solidFill>
                    <a:latin typeface="Consolas" panose="020B0609020204030204"/>
                    <a:ea typeface="Consolas" panose="020B0609020204030204"/>
                  </a:rPr>
                  <a:t>++.h&gt;</a:t>
                </a:r>
              </a:p>
              <a:p>
                <a:pPr>
                  <a:lnSpc>
                    <a:spcPts val="1150"/>
                  </a:lnSpc>
                </a:pPr>
                <a:r>
                  <a:rPr lang="en-US" altLang="zh-CN" sz="1200" b="0" dirty="0">
                    <a:solidFill>
                      <a:srgbClr val="AF00DB"/>
                    </a:solidFill>
                    <a:latin typeface="Consolas" panose="020B0609020204030204"/>
                    <a:ea typeface="Consolas" panose="020B0609020204030204"/>
                  </a:rPr>
                  <a:t>using </a:t>
                </a:r>
                <a:r>
                  <a:rPr lang="en-US" altLang="zh-CN" sz="1200" b="0" dirty="0">
                    <a:solidFill>
                      <a:srgbClr val="0000FF"/>
                    </a:solidFill>
                    <a:latin typeface="Consolas" panose="020B0609020204030204"/>
                    <a:ea typeface="Consolas" panose="020B0609020204030204"/>
                  </a:rPr>
                  <a:t>namespace </a:t>
                </a:r>
                <a:r>
                  <a:rPr lang="en-US" altLang="zh-CN" sz="1200" b="0" dirty="0">
                    <a:solidFill>
                      <a:srgbClr val="267F99"/>
                    </a:solidFill>
                    <a:latin typeface="Consolas" panose="020B0609020204030204"/>
                    <a:ea typeface="Consolas" panose="020B0609020204030204"/>
                  </a:rPr>
                  <a:t>std</a:t>
                </a: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;</a:t>
                </a:r>
              </a:p>
              <a:p>
                <a:pPr>
                  <a:lnSpc>
                    <a:spcPts val="1150"/>
                  </a:lnSpc>
                </a:pPr>
                <a:r>
                  <a:rPr lang="en-US" altLang="zh-CN" sz="1200" b="0" dirty="0">
                    <a:solidFill>
                      <a:srgbClr val="008000"/>
                    </a:solidFill>
                    <a:latin typeface="Consolas" panose="020B0609020204030204"/>
                    <a:ea typeface="Consolas" panose="020B0609020204030204"/>
                  </a:rPr>
                  <a:t>/**</a:t>
                </a:r>
              </a:p>
              <a:p>
                <a:pPr>
                  <a:lnSpc>
                    <a:spcPts val="1150"/>
                  </a:lnSpc>
                </a:pPr>
                <a:r>
                  <a:rPr lang="en-US" altLang="zh-CN" sz="1200" b="0" dirty="0">
                    <a:solidFill>
                      <a:srgbClr val="008000"/>
                    </a:solidFill>
                    <a:latin typeface="Consolas" panose="020B0609020204030204"/>
                    <a:ea typeface="Consolas" panose="020B0609020204030204"/>
                  </a:rPr>
                  <a:t> * Write a </a:t>
                </a:r>
                <a:r>
                  <a:rPr lang="en-US" altLang="zh-CN" sz="1200" b="0" dirty="0" err="1">
                    <a:solidFill>
                      <a:srgbClr val="008000"/>
                    </a:solidFill>
                    <a:latin typeface="Consolas" panose="020B0609020204030204"/>
                    <a:ea typeface="Consolas" panose="020B0609020204030204"/>
                  </a:rPr>
                  <a:t>c++</a:t>
                </a:r>
                <a:r>
                  <a:rPr lang="en-US" altLang="zh-CN" sz="1200" b="0" dirty="0">
                    <a:solidFill>
                      <a:srgbClr val="008000"/>
                    </a:solidFill>
                    <a:latin typeface="Consolas" panose="020B0609020204030204"/>
                    <a:ea typeface="Consolas" panose="020B0609020204030204"/>
                  </a:rPr>
                  <a:t> function to check whether the sum of divisors are same or not.</a:t>
                </a:r>
              </a:p>
              <a:p>
                <a:pPr>
                  <a:lnSpc>
                    <a:spcPts val="1150"/>
                  </a:lnSpc>
                </a:pPr>
                <a:r>
                  <a:rPr lang="en-US" altLang="zh-CN" sz="1200" b="0" dirty="0">
                    <a:solidFill>
                      <a:srgbClr val="008000"/>
                    </a:solidFill>
                    <a:latin typeface="Consolas" panose="020B0609020204030204"/>
                    <a:ea typeface="Consolas" panose="020B0609020204030204"/>
                  </a:rPr>
                  <a:t> * &gt; </a:t>
                </a:r>
                <a:r>
                  <a:rPr lang="en-US" altLang="zh-CN" sz="1200" b="0" dirty="0" err="1">
                    <a:solidFill>
                      <a:srgbClr val="008000"/>
                    </a:solidFill>
                    <a:latin typeface="Consolas" panose="020B0609020204030204"/>
                    <a:ea typeface="Consolas" panose="020B0609020204030204"/>
                  </a:rPr>
                  <a:t>areequivalent</a:t>
                </a:r>
                <a:r>
                  <a:rPr lang="en-US" altLang="zh-CN" sz="1200" b="0" dirty="0">
                    <a:solidFill>
                      <a:srgbClr val="008000"/>
                    </a:solidFill>
                    <a:latin typeface="Consolas" panose="020B0609020204030204"/>
                    <a:ea typeface="Consolas" panose="020B0609020204030204"/>
                  </a:rPr>
                  <a:t>(36, 57)</a:t>
                </a:r>
              </a:p>
              <a:p>
                <a:pPr>
                  <a:lnSpc>
                    <a:spcPts val="1150"/>
                  </a:lnSpc>
                </a:pPr>
                <a:r>
                  <a:rPr lang="en-US" altLang="zh-CN" sz="1200" b="0" dirty="0">
                    <a:solidFill>
                      <a:srgbClr val="008000"/>
                    </a:solidFill>
                    <a:latin typeface="Consolas" panose="020B0609020204030204"/>
                    <a:ea typeface="Consolas" panose="020B0609020204030204"/>
                  </a:rPr>
                  <a:t> * false</a:t>
                </a:r>
              </a:p>
              <a:p>
                <a:pPr>
                  <a:lnSpc>
                    <a:spcPts val="1150"/>
                  </a:lnSpc>
                </a:pPr>
                <a:r>
                  <a:rPr lang="en-US" altLang="zh-CN" sz="1200" b="0" dirty="0">
                    <a:solidFill>
                      <a:srgbClr val="008000"/>
                    </a:solidFill>
                    <a:latin typeface="Consolas" panose="020B0609020204030204"/>
                    <a:ea typeface="Consolas" panose="020B0609020204030204"/>
                  </a:rPr>
                  <a:t> * &gt; </a:t>
                </a:r>
                <a:r>
                  <a:rPr lang="en-US" altLang="zh-CN" sz="1200" b="0" dirty="0" err="1">
                    <a:solidFill>
                      <a:srgbClr val="008000"/>
                    </a:solidFill>
                    <a:latin typeface="Consolas" panose="020B0609020204030204"/>
                    <a:ea typeface="Consolas" panose="020B0609020204030204"/>
                  </a:rPr>
                  <a:t>areequivalent</a:t>
                </a:r>
                <a:r>
                  <a:rPr lang="en-US" altLang="zh-CN" sz="1200" b="0" dirty="0">
                    <a:solidFill>
                      <a:srgbClr val="008000"/>
                    </a:solidFill>
                    <a:latin typeface="Consolas" panose="020B0609020204030204"/>
                    <a:ea typeface="Consolas" panose="020B0609020204030204"/>
                  </a:rPr>
                  <a:t>(2, 4)</a:t>
                </a:r>
              </a:p>
              <a:p>
                <a:pPr>
                  <a:lnSpc>
                    <a:spcPts val="1150"/>
                  </a:lnSpc>
                </a:pPr>
                <a:r>
                  <a:rPr lang="en-US" altLang="zh-CN" sz="1200" b="0" dirty="0">
                    <a:solidFill>
                      <a:srgbClr val="008000"/>
                    </a:solidFill>
                    <a:latin typeface="Consolas" panose="020B0609020204030204"/>
                    <a:ea typeface="Consolas" panose="020B0609020204030204"/>
                  </a:rPr>
                  <a:t> * false</a:t>
                </a:r>
              </a:p>
              <a:p>
                <a:pPr>
                  <a:lnSpc>
                    <a:spcPts val="1150"/>
                  </a:lnSpc>
                </a:pPr>
                <a:r>
                  <a:rPr lang="en-US" altLang="zh-CN" sz="1200" b="0" dirty="0">
                    <a:solidFill>
                      <a:srgbClr val="008000"/>
                    </a:solidFill>
                    <a:latin typeface="Consolas" panose="020B0609020204030204"/>
                    <a:ea typeface="Consolas" panose="020B0609020204030204"/>
                  </a:rPr>
                  <a:t> * &gt; </a:t>
                </a:r>
                <a:r>
                  <a:rPr lang="en-US" altLang="zh-CN" sz="1200" b="0" dirty="0" err="1">
                    <a:solidFill>
                      <a:srgbClr val="008000"/>
                    </a:solidFill>
                    <a:latin typeface="Consolas" panose="020B0609020204030204"/>
                    <a:ea typeface="Consolas" panose="020B0609020204030204"/>
                  </a:rPr>
                  <a:t>areequivalent</a:t>
                </a:r>
                <a:r>
                  <a:rPr lang="en-US" altLang="zh-CN" sz="1200" b="0" dirty="0">
                    <a:solidFill>
                      <a:srgbClr val="008000"/>
                    </a:solidFill>
                    <a:latin typeface="Consolas" panose="020B0609020204030204"/>
                    <a:ea typeface="Consolas" panose="020B0609020204030204"/>
                  </a:rPr>
                  <a:t>(23, 47)</a:t>
                </a:r>
              </a:p>
              <a:p>
                <a:pPr>
                  <a:lnSpc>
                    <a:spcPts val="1150"/>
                  </a:lnSpc>
                </a:pPr>
                <a:r>
                  <a:rPr lang="en-US" altLang="zh-CN" sz="1200" b="0" dirty="0">
                    <a:solidFill>
                      <a:srgbClr val="008000"/>
                    </a:solidFill>
                    <a:latin typeface="Consolas" panose="020B0609020204030204"/>
                    <a:ea typeface="Consolas" panose="020B0609020204030204"/>
                  </a:rPr>
                  <a:t> * true</a:t>
                </a:r>
              </a:p>
              <a:p>
                <a:pPr>
                  <a:lnSpc>
                    <a:spcPts val="1150"/>
                  </a:lnSpc>
                </a:pPr>
                <a:r>
                  <a:rPr lang="en-US" altLang="zh-CN" sz="1200" b="0" dirty="0">
                    <a:solidFill>
                      <a:srgbClr val="008000"/>
                    </a:solidFill>
                    <a:latin typeface="Consolas" panose="020B0609020204030204"/>
                    <a:ea typeface="Consolas" panose="020B0609020204030204"/>
                  </a:rPr>
                  <a:t> */</a:t>
                </a:r>
              </a:p>
              <a:p>
                <a:pPr>
                  <a:lnSpc>
                    <a:spcPts val="1150"/>
                  </a:lnSpc>
                </a:pPr>
                <a:r>
                  <a:rPr lang="en-US" altLang="zh-CN" sz="1200" b="0" dirty="0">
                    <a:solidFill>
                      <a:srgbClr val="0000FF"/>
                    </a:solidFill>
                    <a:latin typeface="Consolas" panose="020B0609020204030204"/>
                    <a:ea typeface="Consolas" panose="020B0609020204030204"/>
                  </a:rPr>
                  <a:t>bool </a:t>
                </a:r>
                <a:r>
                  <a:rPr lang="en-US" altLang="zh-CN" sz="1200" b="0" dirty="0" err="1">
                    <a:solidFill>
                      <a:srgbClr val="795E26"/>
                    </a:solidFill>
                    <a:latin typeface="Consolas" panose="020B0609020204030204"/>
                    <a:ea typeface="Consolas" panose="020B0609020204030204"/>
                  </a:rPr>
                  <a:t>areequivalent</a:t>
                </a: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(</a:t>
                </a:r>
                <a:r>
                  <a:rPr lang="en-US" altLang="zh-CN" sz="1200" b="0" dirty="0">
                    <a:solidFill>
                      <a:srgbClr val="0000FF"/>
                    </a:solidFill>
                    <a:latin typeface="Consolas" panose="020B0609020204030204"/>
                    <a:ea typeface="Consolas" panose="020B0609020204030204"/>
                  </a:rPr>
                  <a:t>int </a:t>
                </a:r>
                <a:r>
                  <a:rPr lang="en-US" altLang="zh-CN" sz="1200" b="0" dirty="0">
                    <a:solidFill>
                      <a:srgbClr val="001080"/>
                    </a:solidFill>
                    <a:latin typeface="Consolas" panose="020B0609020204030204"/>
                    <a:ea typeface="Consolas" panose="020B0609020204030204"/>
                  </a:rPr>
                  <a:t>num1</a:t>
                </a: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, </a:t>
                </a:r>
                <a:r>
                  <a:rPr lang="en-US" altLang="zh-CN" sz="1200" b="0" dirty="0">
                    <a:solidFill>
                      <a:srgbClr val="0000FF"/>
                    </a:solidFill>
                    <a:latin typeface="Consolas" panose="020B0609020204030204"/>
                    <a:ea typeface="Consolas" panose="020B0609020204030204"/>
                  </a:rPr>
                  <a:t>int </a:t>
                </a:r>
                <a:r>
                  <a:rPr lang="en-US" altLang="zh-CN" sz="1200" b="0" dirty="0">
                    <a:solidFill>
                      <a:srgbClr val="001080"/>
                    </a:solidFill>
                    <a:latin typeface="Consolas" panose="020B0609020204030204"/>
                    <a:ea typeface="Consolas" panose="020B0609020204030204"/>
                  </a:rPr>
                  <a:t>num2</a:t>
                </a: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) {</a:t>
                </a:r>
              </a:p>
              <a:p>
                <a:pPr>
                  <a:lnSpc>
                    <a:spcPts val="1150"/>
                  </a:lnSpc>
                </a:pP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    </a:t>
                </a:r>
                <a:r>
                  <a:rPr lang="en-US" altLang="zh-CN" sz="1200" b="0" dirty="0">
                    <a:solidFill>
                      <a:srgbClr val="0000FF"/>
                    </a:solidFill>
                    <a:latin typeface="Consolas" panose="020B0609020204030204"/>
                    <a:ea typeface="Consolas" panose="020B0609020204030204"/>
                  </a:rPr>
                  <a:t>int </a:t>
                </a:r>
                <a:r>
                  <a:rPr lang="en-US" altLang="zh-CN" sz="1200" b="0" dirty="0">
                    <a:solidFill>
                      <a:srgbClr val="001080"/>
                    </a:solidFill>
                    <a:latin typeface="Consolas" panose="020B0609020204030204"/>
                    <a:ea typeface="Consolas" panose="020B0609020204030204"/>
                  </a:rPr>
                  <a:t>sum1 </a:t>
                </a:r>
                <a:r>
                  <a:rPr lang="en-US" altLang="zh-CN" sz="1200" b="0" dirty="0">
                    <a:solidFill>
                      <a:srgbClr val="000000"/>
                    </a:solidFill>
                    <a:latin typeface="Consolas" panose="020B0609020204030204"/>
                    <a:ea typeface="Consolas" panose="020B0609020204030204"/>
                  </a:rPr>
                  <a:t>= </a:t>
                </a:r>
                <a:r>
                  <a:rPr lang="en-US" altLang="zh-CN" sz="1200" b="0" dirty="0">
                    <a:solidFill>
                      <a:srgbClr val="098658"/>
                    </a:solidFill>
                    <a:latin typeface="Consolas" panose="020B0609020204030204"/>
                    <a:ea typeface="Consolas" panose="020B0609020204030204"/>
                  </a:rPr>
                  <a:t>0</a:t>
                </a: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, </a:t>
                </a:r>
                <a:r>
                  <a:rPr lang="en-US" altLang="zh-CN" sz="1200" b="0" dirty="0">
                    <a:solidFill>
                      <a:srgbClr val="001080"/>
                    </a:solidFill>
                    <a:latin typeface="Consolas" panose="020B0609020204030204"/>
                    <a:ea typeface="Consolas" panose="020B0609020204030204"/>
                  </a:rPr>
                  <a:t>sum2 </a:t>
                </a:r>
                <a:r>
                  <a:rPr lang="en-US" altLang="zh-CN" sz="1200" b="0" dirty="0">
                    <a:solidFill>
                      <a:srgbClr val="000000"/>
                    </a:solidFill>
                    <a:latin typeface="Consolas" panose="020B0609020204030204"/>
                    <a:ea typeface="Consolas" panose="020B0609020204030204"/>
                  </a:rPr>
                  <a:t>= </a:t>
                </a:r>
                <a:r>
                  <a:rPr lang="en-US" altLang="zh-CN" sz="1200" b="0" dirty="0">
                    <a:solidFill>
                      <a:srgbClr val="098658"/>
                    </a:solidFill>
                    <a:latin typeface="Consolas" panose="020B0609020204030204"/>
                    <a:ea typeface="Consolas" panose="020B0609020204030204"/>
                  </a:rPr>
                  <a:t>0</a:t>
                </a: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;</a:t>
                </a:r>
              </a:p>
              <a:p>
                <a:pPr>
                  <a:lnSpc>
                    <a:spcPts val="1150"/>
                  </a:lnSpc>
                </a:pP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    </a:t>
                </a:r>
                <a:r>
                  <a:rPr lang="en-US" altLang="zh-CN" sz="1200" b="0" dirty="0">
                    <a:solidFill>
                      <a:srgbClr val="AF00DB"/>
                    </a:solidFill>
                    <a:latin typeface="Consolas" panose="020B0609020204030204"/>
                    <a:ea typeface="Consolas" panose="020B0609020204030204"/>
                  </a:rPr>
                  <a:t>for</a:t>
                </a: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 (</a:t>
                </a:r>
                <a:r>
                  <a:rPr lang="en-US" altLang="zh-CN" sz="1200" b="0" dirty="0">
                    <a:solidFill>
                      <a:srgbClr val="0000FF"/>
                    </a:solidFill>
                    <a:latin typeface="Consolas" panose="020B0609020204030204"/>
                    <a:ea typeface="Consolas" panose="020B0609020204030204"/>
                  </a:rPr>
                  <a:t>int </a:t>
                </a:r>
                <a:r>
                  <a:rPr lang="en-US" altLang="zh-CN" sz="1200" b="0" dirty="0" err="1">
                    <a:solidFill>
                      <a:srgbClr val="001080"/>
                    </a:solidFill>
                    <a:latin typeface="Consolas" panose="020B0609020204030204"/>
                    <a:ea typeface="Consolas" panose="020B0609020204030204"/>
                  </a:rPr>
                  <a:t>i</a:t>
                </a:r>
                <a:r>
                  <a:rPr lang="en-US" altLang="zh-CN" sz="1200" b="0" dirty="0">
                    <a:solidFill>
                      <a:srgbClr val="000000"/>
                    </a:solidFill>
                    <a:latin typeface="Consolas" panose="020B0609020204030204"/>
                    <a:ea typeface="Consolas" panose="020B0609020204030204"/>
                  </a:rPr>
                  <a:t>=</a:t>
                </a:r>
                <a:r>
                  <a:rPr lang="en-US" altLang="zh-CN" sz="1200" b="0" dirty="0">
                    <a:solidFill>
                      <a:srgbClr val="098658"/>
                    </a:solidFill>
                    <a:latin typeface="Consolas" panose="020B0609020204030204"/>
                    <a:ea typeface="Consolas" panose="020B0609020204030204"/>
                  </a:rPr>
                  <a:t>1</a:t>
                </a: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; </a:t>
                </a:r>
                <a:r>
                  <a:rPr lang="en-US" altLang="zh-CN" sz="1200" b="0" dirty="0" err="1">
                    <a:solidFill>
                      <a:srgbClr val="001080"/>
                    </a:solidFill>
                    <a:latin typeface="Consolas" panose="020B0609020204030204"/>
                    <a:ea typeface="Consolas" panose="020B0609020204030204"/>
                  </a:rPr>
                  <a:t>i</a:t>
                </a:r>
                <a:r>
                  <a:rPr lang="en-US" altLang="zh-CN" sz="1200" b="0" dirty="0">
                    <a:solidFill>
                      <a:srgbClr val="000000"/>
                    </a:solidFill>
                    <a:latin typeface="Consolas" panose="020B0609020204030204"/>
                    <a:ea typeface="Consolas" panose="020B0609020204030204"/>
                  </a:rPr>
                  <a:t>&lt;</a:t>
                </a:r>
                <a:r>
                  <a:rPr lang="en-US" altLang="zh-CN" sz="1200" b="0" dirty="0">
                    <a:solidFill>
                      <a:srgbClr val="001080"/>
                    </a:solidFill>
                    <a:latin typeface="Consolas" panose="020B0609020204030204"/>
                    <a:ea typeface="Consolas" panose="020B0609020204030204"/>
                  </a:rPr>
                  <a:t>num1</a:t>
                </a: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; </a:t>
                </a:r>
                <a:r>
                  <a:rPr lang="en-US" altLang="zh-CN" sz="1200" b="0" dirty="0" err="1">
                    <a:solidFill>
                      <a:srgbClr val="001080"/>
                    </a:solidFill>
                    <a:latin typeface="Consolas" panose="020B0609020204030204"/>
                    <a:ea typeface="Consolas" panose="020B0609020204030204"/>
                  </a:rPr>
                  <a:t>i</a:t>
                </a:r>
                <a:r>
                  <a:rPr lang="en-US" altLang="zh-CN" sz="1200" b="0" dirty="0">
                    <a:solidFill>
                      <a:srgbClr val="000000"/>
                    </a:solidFill>
                    <a:latin typeface="Consolas" panose="020B0609020204030204"/>
                    <a:ea typeface="Consolas" panose="020B0609020204030204"/>
                  </a:rPr>
                  <a:t>++</a:t>
                </a: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) {</a:t>
                </a:r>
              </a:p>
              <a:p>
                <a:pPr>
                  <a:lnSpc>
                    <a:spcPts val="1150"/>
                  </a:lnSpc>
                </a:pP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        </a:t>
                </a:r>
                <a:r>
                  <a:rPr lang="en-US" altLang="zh-CN" sz="1200" b="0" dirty="0">
                    <a:solidFill>
                      <a:srgbClr val="AF00DB"/>
                    </a:solidFill>
                    <a:latin typeface="Consolas" panose="020B0609020204030204"/>
                    <a:ea typeface="Consolas" panose="020B0609020204030204"/>
                  </a:rPr>
                  <a:t>if</a:t>
                </a: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 (</a:t>
                </a:r>
                <a:r>
                  <a:rPr lang="en-US" altLang="zh-CN" sz="1200" b="0" dirty="0">
                    <a:solidFill>
                      <a:srgbClr val="001080"/>
                    </a:solidFill>
                    <a:latin typeface="Consolas" panose="020B0609020204030204"/>
                    <a:ea typeface="Consolas" panose="020B0609020204030204"/>
                  </a:rPr>
                  <a:t>num1</a:t>
                </a:r>
                <a:r>
                  <a:rPr lang="en-US" altLang="zh-CN" sz="1200" b="0" dirty="0">
                    <a:solidFill>
                      <a:srgbClr val="000000"/>
                    </a:solidFill>
                    <a:latin typeface="Consolas" panose="020B0609020204030204"/>
                    <a:ea typeface="Consolas" panose="020B0609020204030204"/>
                  </a:rPr>
                  <a:t>%</a:t>
                </a:r>
                <a:r>
                  <a:rPr lang="en-US" altLang="zh-CN" sz="1200" b="0" dirty="0">
                    <a:solidFill>
                      <a:srgbClr val="001080"/>
                    </a:solidFill>
                    <a:latin typeface="Consolas" panose="020B0609020204030204"/>
                    <a:ea typeface="Consolas" panose="020B0609020204030204"/>
                  </a:rPr>
                  <a:t>i </a:t>
                </a:r>
                <a:r>
                  <a:rPr lang="en-US" altLang="zh-CN" sz="1200" b="0" dirty="0">
                    <a:solidFill>
                      <a:srgbClr val="000000"/>
                    </a:solidFill>
                    <a:latin typeface="Consolas" panose="020B0609020204030204"/>
                    <a:ea typeface="Consolas" panose="020B0609020204030204"/>
                  </a:rPr>
                  <a:t>== </a:t>
                </a:r>
                <a:r>
                  <a:rPr lang="en-US" altLang="zh-CN" sz="1200" b="0" dirty="0">
                    <a:solidFill>
                      <a:srgbClr val="098658"/>
                    </a:solidFill>
                    <a:latin typeface="Consolas" panose="020B0609020204030204"/>
                    <a:ea typeface="Consolas" panose="020B0609020204030204"/>
                  </a:rPr>
                  <a:t>0</a:t>
                </a: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) </a:t>
                </a:r>
                <a:r>
                  <a:rPr lang="en-US" altLang="zh-CN" sz="1200" b="0" dirty="0">
                    <a:solidFill>
                      <a:srgbClr val="001080"/>
                    </a:solidFill>
                    <a:latin typeface="Consolas" panose="020B0609020204030204"/>
                    <a:ea typeface="Consolas" panose="020B0609020204030204"/>
                  </a:rPr>
                  <a:t>sum1 </a:t>
                </a:r>
                <a:r>
                  <a:rPr lang="en-US" altLang="zh-CN" sz="1200" b="0" dirty="0">
                    <a:solidFill>
                      <a:srgbClr val="000000"/>
                    </a:solidFill>
                    <a:latin typeface="Consolas" panose="020B0609020204030204"/>
                    <a:ea typeface="Consolas" panose="020B0609020204030204"/>
                  </a:rPr>
                  <a:t>+= </a:t>
                </a:r>
                <a:r>
                  <a:rPr lang="en-US" altLang="zh-CN" sz="1200" b="0" dirty="0" err="1">
                    <a:solidFill>
                      <a:srgbClr val="001080"/>
                    </a:solidFill>
                    <a:latin typeface="Consolas" panose="020B0609020204030204"/>
                    <a:ea typeface="Consolas" panose="020B0609020204030204"/>
                  </a:rPr>
                  <a:t>i</a:t>
                </a: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;</a:t>
                </a:r>
              </a:p>
              <a:p>
                <a:pPr>
                  <a:lnSpc>
                    <a:spcPts val="1150"/>
                  </a:lnSpc>
                </a:pP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    }</a:t>
                </a:r>
              </a:p>
              <a:p>
                <a:pPr>
                  <a:lnSpc>
                    <a:spcPts val="1150"/>
                  </a:lnSpc>
                </a:pP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    </a:t>
                </a:r>
                <a:r>
                  <a:rPr lang="en-US" altLang="zh-CN" sz="1200" b="0" dirty="0">
                    <a:solidFill>
                      <a:srgbClr val="AF00DB"/>
                    </a:solidFill>
                    <a:latin typeface="Consolas" panose="020B0609020204030204"/>
                    <a:ea typeface="Consolas" panose="020B0609020204030204"/>
                  </a:rPr>
                  <a:t>for</a:t>
                </a: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 (</a:t>
                </a:r>
                <a:r>
                  <a:rPr lang="en-US" altLang="zh-CN" sz="1200" b="0" dirty="0">
                    <a:solidFill>
                      <a:srgbClr val="0000FF"/>
                    </a:solidFill>
                    <a:latin typeface="Consolas" panose="020B0609020204030204"/>
                    <a:ea typeface="Consolas" panose="020B0609020204030204"/>
                  </a:rPr>
                  <a:t>int </a:t>
                </a:r>
                <a:r>
                  <a:rPr lang="en-US" altLang="zh-CN" sz="1200" b="0" dirty="0" err="1">
                    <a:solidFill>
                      <a:srgbClr val="001080"/>
                    </a:solidFill>
                    <a:latin typeface="Consolas" panose="020B0609020204030204"/>
                    <a:ea typeface="Consolas" panose="020B0609020204030204"/>
                  </a:rPr>
                  <a:t>i</a:t>
                </a:r>
                <a:r>
                  <a:rPr lang="en-US" altLang="zh-CN" sz="1200" b="0" dirty="0">
                    <a:solidFill>
                      <a:srgbClr val="000000"/>
                    </a:solidFill>
                    <a:latin typeface="Consolas" panose="020B0609020204030204"/>
                    <a:ea typeface="Consolas" panose="020B0609020204030204"/>
                  </a:rPr>
                  <a:t>=</a:t>
                </a:r>
                <a:r>
                  <a:rPr lang="en-US" altLang="zh-CN" sz="1200" b="0" dirty="0">
                    <a:solidFill>
                      <a:srgbClr val="098658"/>
                    </a:solidFill>
                    <a:latin typeface="Consolas" panose="020B0609020204030204"/>
                    <a:ea typeface="Consolas" panose="020B0609020204030204"/>
                  </a:rPr>
                  <a:t>1</a:t>
                </a: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; </a:t>
                </a:r>
                <a:r>
                  <a:rPr lang="en-US" altLang="zh-CN" sz="1200" b="0" dirty="0" err="1">
                    <a:solidFill>
                      <a:srgbClr val="001080"/>
                    </a:solidFill>
                    <a:latin typeface="Consolas" panose="020B0609020204030204"/>
                    <a:ea typeface="Consolas" panose="020B0609020204030204"/>
                  </a:rPr>
                  <a:t>i</a:t>
                </a:r>
                <a:r>
                  <a:rPr lang="en-US" altLang="zh-CN" sz="1200" b="0" dirty="0">
                    <a:solidFill>
                      <a:srgbClr val="000000"/>
                    </a:solidFill>
                    <a:latin typeface="Consolas" panose="020B0609020204030204"/>
                    <a:ea typeface="Consolas" panose="020B0609020204030204"/>
                  </a:rPr>
                  <a:t>&lt;</a:t>
                </a:r>
                <a:r>
                  <a:rPr lang="en-US" altLang="zh-CN" sz="1200" b="0" dirty="0">
                    <a:solidFill>
                      <a:srgbClr val="001080"/>
                    </a:solidFill>
                    <a:latin typeface="Consolas" panose="020B0609020204030204"/>
                    <a:ea typeface="Consolas" panose="020B0609020204030204"/>
                  </a:rPr>
                  <a:t>num2</a:t>
                </a: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; </a:t>
                </a:r>
                <a:r>
                  <a:rPr lang="en-US" altLang="zh-CN" sz="1200" b="0" dirty="0" err="1">
                    <a:solidFill>
                      <a:srgbClr val="001080"/>
                    </a:solidFill>
                    <a:latin typeface="Consolas" panose="020B0609020204030204"/>
                    <a:ea typeface="Consolas" panose="020B0609020204030204"/>
                  </a:rPr>
                  <a:t>i</a:t>
                </a:r>
                <a:r>
                  <a:rPr lang="en-US" altLang="zh-CN" sz="1200" b="0" dirty="0">
                    <a:solidFill>
                      <a:srgbClr val="000000"/>
                    </a:solidFill>
                    <a:latin typeface="Consolas" panose="020B0609020204030204"/>
                    <a:ea typeface="Consolas" panose="020B0609020204030204"/>
                  </a:rPr>
                  <a:t>++</a:t>
                </a: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) {</a:t>
                </a:r>
              </a:p>
              <a:p>
                <a:pPr>
                  <a:lnSpc>
                    <a:spcPts val="1150"/>
                  </a:lnSpc>
                </a:pP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        </a:t>
                </a:r>
                <a:r>
                  <a:rPr lang="en-US" altLang="zh-CN" sz="1200" b="0" dirty="0">
                    <a:solidFill>
                      <a:srgbClr val="AF00DB"/>
                    </a:solidFill>
                    <a:latin typeface="Consolas" panose="020B0609020204030204"/>
                    <a:ea typeface="Consolas" panose="020B0609020204030204"/>
                  </a:rPr>
                  <a:t>if</a:t>
                </a: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 (</a:t>
                </a:r>
                <a:r>
                  <a:rPr lang="en-US" altLang="zh-CN" sz="1200" b="0" dirty="0">
                    <a:solidFill>
                      <a:srgbClr val="001080"/>
                    </a:solidFill>
                    <a:latin typeface="Consolas" panose="020B0609020204030204"/>
                    <a:ea typeface="Consolas" panose="020B0609020204030204"/>
                  </a:rPr>
                  <a:t>num2</a:t>
                </a:r>
                <a:r>
                  <a:rPr lang="en-US" altLang="zh-CN" sz="1200" b="0" dirty="0">
                    <a:solidFill>
                      <a:srgbClr val="000000"/>
                    </a:solidFill>
                    <a:latin typeface="Consolas" panose="020B0609020204030204"/>
                    <a:ea typeface="Consolas" panose="020B0609020204030204"/>
                  </a:rPr>
                  <a:t>%</a:t>
                </a:r>
                <a:r>
                  <a:rPr lang="en-US" altLang="zh-CN" sz="1200" b="0" dirty="0">
                    <a:solidFill>
                      <a:srgbClr val="001080"/>
                    </a:solidFill>
                    <a:latin typeface="Consolas" panose="020B0609020204030204"/>
                    <a:ea typeface="Consolas" panose="020B0609020204030204"/>
                  </a:rPr>
                  <a:t>i </a:t>
                </a:r>
                <a:r>
                  <a:rPr lang="en-US" altLang="zh-CN" sz="1200" b="0" dirty="0">
                    <a:solidFill>
                      <a:srgbClr val="000000"/>
                    </a:solidFill>
                    <a:latin typeface="Consolas" panose="020B0609020204030204"/>
                    <a:ea typeface="Consolas" panose="020B0609020204030204"/>
                  </a:rPr>
                  <a:t>== </a:t>
                </a:r>
                <a:r>
                  <a:rPr lang="en-US" altLang="zh-CN" sz="1200" b="0" dirty="0">
                    <a:solidFill>
                      <a:srgbClr val="098658"/>
                    </a:solidFill>
                    <a:latin typeface="Consolas" panose="020B0609020204030204"/>
                    <a:ea typeface="Consolas" panose="020B0609020204030204"/>
                  </a:rPr>
                  <a:t>0</a:t>
                </a: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) </a:t>
                </a:r>
                <a:r>
                  <a:rPr lang="en-US" altLang="zh-CN" sz="1200" b="0" dirty="0">
                    <a:solidFill>
                      <a:srgbClr val="001080"/>
                    </a:solidFill>
                    <a:latin typeface="Consolas" panose="020B0609020204030204"/>
                    <a:ea typeface="Consolas" panose="020B0609020204030204"/>
                  </a:rPr>
                  <a:t>sum2 </a:t>
                </a:r>
                <a:r>
                  <a:rPr lang="en-US" altLang="zh-CN" sz="1200" b="0" dirty="0">
                    <a:solidFill>
                      <a:srgbClr val="000000"/>
                    </a:solidFill>
                    <a:latin typeface="Consolas" panose="020B0609020204030204"/>
                    <a:ea typeface="Consolas" panose="020B0609020204030204"/>
                  </a:rPr>
                  <a:t>+= </a:t>
                </a:r>
                <a:r>
                  <a:rPr lang="en-US" altLang="zh-CN" sz="1200" b="0" dirty="0" err="1">
                    <a:solidFill>
                      <a:srgbClr val="001080"/>
                    </a:solidFill>
                    <a:latin typeface="Consolas" panose="020B0609020204030204"/>
                    <a:ea typeface="Consolas" panose="020B0609020204030204"/>
                  </a:rPr>
                  <a:t>i</a:t>
                </a: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;</a:t>
                </a:r>
              </a:p>
              <a:p>
                <a:pPr>
                  <a:lnSpc>
                    <a:spcPts val="1150"/>
                  </a:lnSpc>
                </a:pP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    }</a:t>
                </a:r>
              </a:p>
              <a:p>
                <a:pPr>
                  <a:lnSpc>
                    <a:spcPts val="1150"/>
                  </a:lnSpc>
                </a:pP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    </a:t>
                </a:r>
                <a:r>
                  <a:rPr lang="en-US" altLang="zh-CN" sz="1200" b="0" dirty="0">
                    <a:solidFill>
                      <a:srgbClr val="AF00DB"/>
                    </a:solidFill>
                    <a:latin typeface="Consolas" panose="020B0609020204030204"/>
                    <a:ea typeface="Consolas" panose="020B0609020204030204"/>
                  </a:rPr>
                  <a:t>return </a:t>
                </a:r>
                <a:r>
                  <a:rPr lang="en-US" altLang="zh-CN" sz="1200" b="0" dirty="0">
                    <a:solidFill>
                      <a:srgbClr val="001080"/>
                    </a:solidFill>
                    <a:latin typeface="Consolas" panose="020B0609020204030204"/>
                    <a:ea typeface="Consolas" panose="020B0609020204030204"/>
                  </a:rPr>
                  <a:t>sum1 </a:t>
                </a:r>
                <a:r>
                  <a:rPr lang="en-US" altLang="zh-CN" sz="1200" b="0" dirty="0">
                    <a:solidFill>
                      <a:srgbClr val="000000"/>
                    </a:solidFill>
                    <a:latin typeface="Consolas" panose="020B0609020204030204"/>
                    <a:ea typeface="Consolas" panose="020B0609020204030204"/>
                  </a:rPr>
                  <a:t>== </a:t>
                </a:r>
                <a:r>
                  <a:rPr lang="en-US" altLang="zh-CN" sz="1200" b="0" dirty="0">
                    <a:solidFill>
                      <a:srgbClr val="001080"/>
                    </a:solidFill>
                    <a:latin typeface="Consolas" panose="020B0609020204030204"/>
                    <a:ea typeface="Consolas" panose="020B0609020204030204"/>
                  </a:rPr>
                  <a:t>sum2</a:t>
                </a: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;</a:t>
                </a:r>
              </a:p>
              <a:p>
                <a:pPr>
                  <a:lnSpc>
                    <a:spcPts val="1150"/>
                  </a:lnSpc>
                </a:pPr>
                <a:r>
                  <a:rPr lang="en-US" altLang="zh-CN" sz="1200" b="0" dirty="0">
                    <a:solidFill>
                      <a:srgbClr val="3B3B3B"/>
                    </a:solidFill>
                    <a:latin typeface="Consolas" panose="020B0609020204030204"/>
                    <a:ea typeface="Consolas" panose="020B0609020204030204"/>
                  </a:rPr>
                  <a:t>}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64066910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1831</TotalTime>
  <Words>316</Words>
  <Application>Microsoft Office PowerPoint</Application>
  <PresentationFormat>宽屏</PresentationFormat>
  <Paragraphs>42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Consolas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盈钢 邱</cp:lastModifiedBy>
  <cp:revision>7</cp:revision>
  <dcterms:created xsi:type="dcterms:W3CDTF">2023-08-09T12:44:00Z</dcterms:created>
  <dcterms:modified xsi:type="dcterms:W3CDTF">2026-03-21T13:48:28Z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FA86EEB701A048A68792B1F375BAC7ED_12</vt:lpwstr>
  </property>
</Properties>
</file>