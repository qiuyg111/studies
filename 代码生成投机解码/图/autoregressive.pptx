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990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9261" y="1122363"/>
            <a:ext cx="849161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8767" y="3602038"/>
            <a:ext cx="7492604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E8369-3D87-4A28-BB30-E88A2FA2543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5EF00-DD20-4C60-82D5-3BEC93287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38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E8369-3D87-4A28-BB30-E88A2FA2543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5EF00-DD20-4C60-82D5-3BEC93287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095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619" y="1709740"/>
            <a:ext cx="8616494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619" y="4589465"/>
            <a:ext cx="861649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E8369-3D87-4A28-BB30-E88A2FA2543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5EF00-DD20-4C60-82D5-3BEC93287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4801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6822" y="1825625"/>
            <a:ext cx="4245809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7507" y="1825625"/>
            <a:ext cx="4245809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E8369-3D87-4A28-BB30-E88A2FA2543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5EF00-DD20-4C60-82D5-3BEC93287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324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123" y="365127"/>
            <a:ext cx="8616494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8124" y="1681163"/>
            <a:ext cx="422629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124" y="2505075"/>
            <a:ext cx="422629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57508" y="1681163"/>
            <a:ext cx="424711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57508" y="2505075"/>
            <a:ext cx="424711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E8369-3D87-4A28-BB30-E88A2FA2543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5EF00-DD20-4C60-82D5-3BEC93287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465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E8369-3D87-4A28-BB30-E88A2FA2543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5EF00-DD20-4C60-82D5-3BEC93287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8914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E8369-3D87-4A28-BB30-E88A2FA2543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5EF00-DD20-4C60-82D5-3BEC93287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2803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123" y="457200"/>
            <a:ext cx="322208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7110" y="987427"/>
            <a:ext cx="5057507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123" y="2057400"/>
            <a:ext cx="322208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E8369-3D87-4A28-BB30-E88A2FA2543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5EF00-DD20-4C60-82D5-3BEC93287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023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123" y="457200"/>
            <a:ext cx="322208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47110" y="987427"/>
            <a:ext cx="5057507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123" y="2057400"/>
            <a:ext cx="322208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E8369-3D87-4A28-BB30-E88A2FA2543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5EF00-DD20-4C60-82D5-3BEC93287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21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E8369-3D87-4A28-BB30-E88A2FA2543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5EF00-DD20-4C60-82D5-3BEC93287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280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49193" y="365125"/>
            <a:ext cx="2154124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6822" y="365125"/>
            <a:ext cx="6337494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E8369-3D87-4A28-BB30-E88A2FA2543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5EF00-DD20-4C60-82D5-3BEC93287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141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6822" y="365127"/>
            <a:ext cx="861649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822" y="1825625"/>
            <a:ext cx="861649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6822" y="6356352"/>
            <a:ext cx="2247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6E8369-3D87-4A28-BB30-E88A2FA2543D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09233" y="6356352"/>
            <a:ext cx="33716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55535" y="6356352"/>
            <a:ext cx="2247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5EF00-DD20-4C60-82D5-3BEC932878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680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FF4BF376-67F2-A41D-F5B1-D64EEFD696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56"/>
            <a:ext cx="9990138" cy="685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762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2</cp:revision>
  <dcterms:created xsi:type="dcterms:W3CDTF">2026-01-14T16:20:30Z</dcterms:created>
  <dcterms:modified xsi:type="dcterms:W3CDTF">2026-01-29T16:27:35Z</dcterms:modified>
</cp:coreProperties>
</file>