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71993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  <a:srgbClr val="ED7D31"/>
    <a:srgbClr val="FFFFFF"/>
    <a:srgbClr val="3C3C3C"/>
    <a:srgbClr val="1D1D1D"/>
    <a:srgbClr val="7F7F7F"/>
    <a:srgbClr val="E97132"/>
    <a:srgbClr val="8ED973"/>
    <a:srgbClr val="DAA600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08" autoAdjust="0"/>
  </p:normalViewPr>
  <p:slideViewPr>
    <p:cSldViewPr snapToGrid="0">
      <p:cViewPr>
        <p:scale>
          <a:sx n="125" d="100"/>
          <a:sy n="125" d="100"/>
        </p:scale>
        <p:origin x="9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EED43-B22D-4B38-8803-14A536BA9308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09750" y="1143000"/>
            <a:ext cx="3238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A32E5-8FCF-4C7C-B20D-888393286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09750" y="1143000"/>
            <a:ext cx="32385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A32E5-8FCF-4C7C-B20D-888393286C4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09750" y="1143000"/>
            <a:ext cx="32385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A32E5-8FCF-4C7C-B20D-888393286C4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22363"/>
            <a:ext cx="6119416" cy="2387600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602038"/>
            <a:ext cx="5399485" cy="165576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4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31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09740"/>
            <a:ext cx="6209407" cy="2852737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589465"/>
            <a:ext cx="6209407" cy="150018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58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825625"/>
            <a:ext cx="3059708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825625"/>
            <a:ext cx="3059708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556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65127"/>
            <a:ext cx="620940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681163"/>
            <a:ext cx="3045646" cy="823912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505075"/>
            <a:ext cx="304564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681163"/>
            <a:ext cx="3060646" cy="823912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505075"/>
            <a:ext cx="306064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23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476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99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57200"/>
            <a:ext cx="2321966" cy="160020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987427"/>
            <a:ext cx="3644652" cy="4873625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057400"/>
            <a:ext cx="2321966" cy="3811588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03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57200"/>
            <a:ext cx="2321966" cy="160020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987427"/>
            <a:ext cx="3644652" cy="4873625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057400"/>
            <a:ext cx="2321966" cy="3811588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46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85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65125"/>
            <a:ext cx="1552352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65125"/>
            <a:ext cx="456706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31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65127"/>
            <a:ext cx="62094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825625"/>
            <a:ext cx="62094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356352"/>
            <a:ext cx="16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90C29-92CC-4C86-A3B6-781A2B45E6E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356352"/>
            <a:ext cx="2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356352"/>
            <a:ext cx="16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5CB71-D236-4107-9869-9A4666BD72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666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browser-cach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005" y="981710"/>
            <a:ext cx="540000" cy="540000"/>
          </a:xfrm>
          <a:prstGeom prst="rect">
            <a:avLst/>
          </a:prstGeom>
        </p:spPr>
      </p:pic>
      <p:grpSp>
        <p:nvGrpSpPr>
          <p:cNvPr id="65" name="组合 64"/>
          <p:cNvGrpSpPr/>
          <p:nvPr/>
        </p:nvGrpSpPr>
        <p:grpSpPr>
          <a:xfrm>
            <a:off x="1139826" y="1848486"/>
            <a:ext cx="3975735" cy="507365"/>
            <a:chOff x="740" y="2908"/>
            <a:chExt cx="6263" cy="799"/>
          </a:xfrm>
        </p:grpSpPr>
        <p:cxnSp>
          <p:nvCxnSpPr>
            <p:cNvPr id="159" name="直接连接符 158"/>
            <p:cNvCxnSpPr/>
            <p:nvPr/>
          </p:nvCxnSpPr>
          <p:spPr>
            <a:xfrm>
              <a:off x="740" y="3315"/>
              <a:ext cx="6263" cy="0"/>
            </a:xfrm>
            <a:prstGeom prst="line">
              <a:avLst/>
            </a:prstGeom>
            <a:ln w="19050">
              <a:solidFill>
                <a:schemeClr val="bg2">
                  <a:lumMod val="2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/>
            <p:cNvSpPr txBox="1"/>
            <p:nvPr/>
          </p:nvSpPr>
          <p:spPr>
            <a:xfrm>
              <a:off x="740" y="2908"/>
              <a:ext cx="23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Cache Structure	</a:t>
              </a:r>
            </a:p>
          </p:txBody>
        </p:sp>
        <p:sp>
          <p:nvSpPr>
            <p:cNvPr id="164" name="文本框 163"/>
            <p:cNvSpPr txBox="1"/>
            <p:nvPr/>
          </p:nvSpPr>
          <p:spPr>
            <a:xfrm>
              <a:off x="740" y="3271"/>
              <a:ext cx="4565" cy="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 i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Cache-inspired Speculative Decoding</a:t>
              </a:r>
            </a:p>
          </p:txBody>
        </p:sp>
      </p:grpSp>
      <p:sp>
        <p:nvSpPr>
          <p:cNvPr id="101" name="箭头: 下 403"/>
          <p:cNvSpPr/>
          <p:nvPr/>
        </p:nvSpPr>
        <p:spPr>
          <a:xfrm rot="5400000" flipV="1">
            <a:off x="2462530" y="2340611"/>
            <a:ext cx="72390" cy="709295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15" u="sng" dirty="0">
              <a:solidFill>
                <a:schemeClr val="tx1"/>
              </a:solidFill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143761" y="2477770"/>
            <a:ext cx="709295" cy="1892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箭头: 下 403"/>
          <p:cNvSpPr/>
          <p:nvPr/>
        </p:nvSpPr>
        <p:spPr>
          <a:xfrm rot="5400000" flipV="1">
            <a:off x="3926841" y="2338706"/>
            <a:ext cx="71755" cy="709295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15" u="sng" dirty="0">
              <a:solidFill>
                <a:schemeClr val="tx1"/>
              </a:solidFill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608706" y="2475231"/>
            <a:ext cx="709295" cy="1847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1198246" y="3162935"/>
            <a:ext cx="1158875" cy="184150"/>
            <a:chOff x="1026" y="4979"/>
            <a:chExt cx="1825" cy="290"/>
          </a:xfrm>
        </p:grpSpPr>
        <p:sp>
          <p:nvSpPr>
            <p:cNvPr id="140" name="文本框 139"/>
            <p:cNvSpPr txBox="1"/>
            <p:nvPr/>
          </p:nvSpPr>
          <p:spPr>
            <a:xfrm>
              <a:off x="1026" y="4979"/>
              <a:ext cx="462" cy="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200" i="1" dirty="0">
                  <a:solidFill>
                    <a:srgbClr val="E971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 </a:t>
              </a:r>
              <a:r>
                <a:rPr lang="en-US" altLang="zh-CN" sz="1200" i="1" dirty="0" err="1">
                  <a:solidFill>
                    <a:srgbClr val="E971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1487" y="4979"/>
              <a:ext cx="1364" cy="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200" i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in range(</a:t>
              </a:r>
              <a:r>
                <a:rPr lang="en-US" altLang="zh-CN" sz="1200" i="1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len</a:t>
              </a:r>
              <a:r>
                <a:rPr lang="en-US" altLang="zh-CN" sz="1200" i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zh-CN" altLang="en-US" sz="12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2" name="连接符: 肘形 151"/>
          <p:cNvCxnSpPr/>
          <p:nvPr/>
        </p:nvCxnSpPr>
        <p:spPr>
          <a:xfrm rot="5400000">
            <a:off x="2938145" y="1601470"/>
            <a:ext cx="152400" cy="3338830"/>
          </a:xfrm>
          <a:prstGeom prst="bentConnector3">
            <a:avLst>
              <a:gd name="adj1" fmla="val 196250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/>
        </p:nvSpPr>
        <p:spPr>
          <a:xfrm>
            <a:off x="1256031" y="2919095"/>
            <a:ext cx="10433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Model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 descr="rob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125" y="2381885"/>
            <a:ext cx="539750" cy="53975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197351" y="2919095"/>
            <a:ext cx="9721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 Model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 descr="b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885" y="2381250"/>
            <a:ext cx="539750" cy="539750"/>
          </a:xfrm>
          <a:prstGeom prst="rect">
            <a:avLst/>
          </a:prstGeom>
        </p:spPr>
      </p:pic>
      <p:sp>
        <p:nvSpPr>
          <p:cNvPr id="68" name="文本框 67"/>
          <p:cNvSpPr txBox="1"/>
          <p:nvPr/>
        </p:nvSpPr>
        <p:spPr>
          <a:xfrm>
            <a:off x="2667635" y="2919730"/>
            <a:ext cx="112649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Corpus</a:t>
            </a:r>
          </a:p>
        </p:txBody>
      </p:sp>
      <p:pic>
        <p:nvPicPr>
          <p:cNvPr id="18" name="图片 17" descr="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9745" y="2539365"/>
            <a:ext cx="382270" cy="382270"/>
          </a:xfrm>
          <a:prstGeom prst="rect">
            <a:avLst/>
          </a:prstGeom>
        </p:spPr>
      </p:pic>
      <p:sp>
        <p:nvSpPr>
          <p:cNvPr id="73" name="箭头: 下 403"/>
          <p:cNvSpPr/>
          <p:nvPr/>
        </p:nvSpPr>
        <p:spPr>
          <a:xfrm rot="5400000" flipV="1">
            <a:off x="2468881" y="878841"/>
            <a:ext cx="71755" cy="709295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15" u="sng" dirty="0">
              <a:solidFill>
                <a:schemeClr val="tx1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150111" y="1012826"/>
            <a:ext cx="709295" cy="1847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519556" y="824231"/>
            <a:ext cx="517525" cy="109855"/>
            <a:chOff x="1248" y="767"/>
            <a:chExt cx="815" cy="173"/>
          </a:xfrm>
        </p:grpSpPr>
        <p:sp>
          <p:nvSpPr>
            <p:cNvPr id="77" name="矩形 76"/>
            <p:cNvSpPr/>
            <p:nvPr/>
          </p:nvSpPr>
          <p:spPr>
            <a:xfrm>
              <a:off x="1248" y="767"/>
              <a:ext cx="283" cy="17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1609" y="770"/>
              <a:ext cx="454" cy="17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4" name="箭头: 下 403"/>
          <p:cNvSpPr/>
          <p:nvPr/>
        </p:nvSpPr>
        <p:spPr>
          <a:xfrm rot="5400000" flipV="1">
            <a:off x="3922396" y="878206"/>
            <a:ext cx="71755" cy="710565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15" u="sng" dirty="0">
              <a:solidFill>
                <a:schemeClr val="tx1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602991" y="1012826"/>
            <a:ext cx="710565" cy="18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C3C3C"/>
                </a:solidFill>
              </a14:hiddenFill>
            </a:ext>
          </a:ex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连接符: 肘形 124"/>
          <p:cNvCxnSpPr>
            <a:cxnSpLocks/>
            <a:stCxn id="22" idx="0"/>
          </p:cNvCxnSpPr>
          <p:nvPr/>
        </p:nvCxnSpPr>
        <p:spPr>
          <a:xfrm rot="16200000" flipV="1">
            <a:off x="3067685" y="-633730"/>
            <a:ext cx="157480" cy="3074035"/>
          </a:xfrm>
          <a:prstGeom prst="bentConnector3">
            <a:avLst>
              <a:gd name="adj1" fmla="val 192943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1367790" y="1545590"/>
            <a:ext cx="82042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图片 18" descr="process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125" y="982345"/>
            <a:ext cx="539750" cy="53975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820670" y="1545590"/>
            <a:ext cx="82042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Cache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251960" y="1545590"/>
            <a:ext cx="863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Cache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 descr="browser-cach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3885" y="981710"/>
            <a:ext cx="539750" cy="539750"/>
          </a:xfrm>
          <a:prstGeom prst="rect">
            <a:avLst/>
          </a:prstGeom>
        </p:spPr>
      </p:pic>
      <p:cxnSp>
        <p:nvCxnSpPr>
          <p:cNvPr id="9" name="连接符: 肘形 8"/>
          <p:cNvCxnSpPr>
            <a:stCxn id="68" idx="2"/>
          </p:cNvCxnSpPr>
          <p:nvPr/>
        </p:nvCxnSpPr>
        <p:spPr>
          <a:xfrm rot="5400000">
            <a:off x="2501901" y="2617470"/>
            <a:ext cx="151765" cy="1306830"/>
          </a:xfrm>
          <a:prstGeom prst="bentConnector3">
            <a:avLst>
              <a:gd name="adj1" fmla="val 196653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连接符: 肘形 19"/>
          <p:cNvCxnSpPr/>
          <p:nvPr/>
        </p:nvCxnSpPr>
        <p:spPr>
          <a:xfrm rot="16200000" flipV="1">
            <a:off x="2484121" y="234951"/>
            <a:ext cx="155575" cy="1337945"/>
          </a:xfrm>
          <a:prstGeom prst="bentConnector3">
            <a:avLst>
              <a:gd name="adj1" fmla="val 195510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0B550C7A-EBD3-6FCE-5F09-750155D54B5C}"/>
              </a:ext>
            </a:extLst>
          </p:cNvPr>
          <p:cNvGrpSpPr/>
          <p:nvPr/>
        </p:nvGrpSpPr>
        <p:grpSpPr>
          <a:xfrm>
            <a:off x="332106" y="604872"/>
            <a:ext cx="4497706" cy="2512578"/>
            <a:chOff x="332106" y="604872"/>
            <a:chExt cx="4497706" cy="2512578"/>
          </a:xfrm>
        </p:grpSpPr>
        <p:grpSp>
          <p:nvGrpSpPr>
            <p:cNvPr id="65" name="组合 64"/>
            <p:cNvGrpSpPr/>
            <p:nvPr/>
          </p:nvGrpSpPr>
          <p:grpSpPr>
            <a:xfrm>
              <a:off x="332106" y="1613406"/>
              <a:ext cx="4398510" cy="507365"/>
              <a:chOff x="740" y="2908"/>
              <a:chExt cx="6929" cy="799"/>
            </a:xfrm>
          </p:grpSpPr>
          <p:cxnSp>
            <p:nvCxnSpPr>
              <p:cNvPr id="159" name="直接连接符 158"/>
              <p:cNvCxnSpPr>
                <a:cxnSpLocks/>
              </p:cNvCxnSpPr>
              <p:nvPr/>
            </p:nvCxnSpPr>
            <p:spPr>
              <a:xfrm>
                <a:off x="740" y="3315"/>
                <a:ext cx="6929" cy="0"/>
              </a:xfrm>
              <a:prstGeom prst="line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文本框 162"/>
              <p:cNvSpPr txBox="1"/>
              <p:nvPr/>
            </p:nvSpPr>
            <p:spPr>
              <a:xfrm>
                <a:off x="740" y="2908"/>
                <a:ext cx="239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Cache Structure	</a:t>
                </a:r>
              </a:p>
            </p:txBody>
          </p:sp>
          <p:sp>
            <p:nvSpPr>
              <p:cNvPr id="164" name="文本框 163"/>
              <p:cNvSpPr txBox="1"/>
              <p:nvPr/>
            </p:nvSpPr>
            <p:spPr>
              <a:xfrm>
                <a:off x="740" y="3271"/>
                <a:ext cx="4565" cy="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1" i="1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Cache-inspired Speculative Decoding</a:t>
                </a: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1A7E4F33-6714-CC03-D6A4-9DE11BB9BD18}"/>
                </a:ext>
              </a:extLst>
            </p:cNvPr>
            <p:cNvGrpSpPr/>
            <p:nvPr/>
          </p:nvGrpSpPr>
          <p:grpSpPr>
            <a:xfrm>
              <a:off x="448311" y="2110987"/>
              <a:ext cx="4381501" cy="1006463"/>
              <a:chOff x="448311" y="2403595"/>
              <a:chExt cx="4381501" cy="1006463"/>
            </a:xfrm>
          </p:grpSpPr>
          <p:sp>
            <p:nvSpPr>
              <p:cNvPr id="101" name="箭头: 下 403"/>
              <p:cNvSpPr/>
              <p:nvPr/>
            </p:nvSpPr>
            <p:spPr>
              <a:xfrm rot="5400000" flipV="1">
                <a:off x="1508125" y="2514378"/>
                <a:ext cx="72390" cy="504000"/>
              </a:xfrm>
              <a:prstGeom prst="downArrow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15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1189673" y="2548890"/>
                <a:ext cx="70929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Retrieve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箭头: 下 403"/>
              <p:cNvSpPr/>
              <p:nvPr/>
            </p:nvSpPr>
            <p:spPr>
              <a:xfrm rot="5400000" flipV="1">
                <a:off x="2511106" y="2512473"/>
                <a:ext cx="71755" cy="504000"/>
              </a:xfrm>
              <a:prstGeom prst="downArrow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15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2192336" y="2556402"/>
                <a:ext cx="70929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Generation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0" name="组合 59"/>
              <p:cNvGrpSpPr/>
              <p:nvPr/>
            </p:nvGrpSpPr>
            <p:grpSpPr>
              <a:xfrm>
                <a:off x="3642994" y="2569210"/>
                <a:ext cx="1186818" cy="318770"/>
                <a:chOff x="1155" y="4979"/>
                <a:chExt cx="2701" cy="502"/>
              </a:xfrm>
            </p:grpSpPr>
            <p:sp>
              <p:nvSpPr>
                <p:cNvPr id="140" name="文本框 139"/>
                <p:cNvSpPr txBox="1"/>
                <p:nvPr/>
              </p:nvSpPr>
              <p:spPr>
                <a:xfrm>
                  <a:off x="1155" y="4979"/>
                  <a:ext cx="2597" cy="2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zh-CN" sz="11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Retrieved:  </a:t>
                  </a:r>
                  <a:r>
                    <a:rPr lang="en-US" altLang="zh-CN" sz="1100" i="1" dirty="0">
                      <a:solidFill>
                        <a:srgbClr val="E9713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</a:t>
                  </a:r>
                  <a:r>
                    <a:rPr lang="en-US" altLang="zh-CN" sz="1100" i="1" dirty="0" err="1">
                      <a:solidFill>
                        <a:srgbClr val="E9713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endParaRPr lang="en-US" altLang="zh-CN" sz="1100" i="1" dirty="0">
                    <a:solidFill>
                      <a:srgbClr val="E9713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" name="文本框 148"/>
                <p:cNvSpPr txBox="1"/>
                <p:nvPr/>
              </p:nvSpPr>
              <p:spPr>
                <a:xfrm>
                  <a:off x="1155" y="5214"/>
                  <a:ext cx="2701" cy="2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zh-CN" sz="11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Generated: </a:t>
                  </a:r>
                  <a:r>
                    <a:rPr lang="en-US" altLang="zh-CN" sz="1100" i="1" dirty="0">
                      <a:solidFill>
                        <a:schemeClr val="accent6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 range</a:t>
                  </a:r>
                  <a:endParaRPr lang="zh-CN" altLang="en-US" sz="1100" i="1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8" name="文本框 137"/>
              <p:cNvSpPr txBox="1"/>
              <p:nvPr/>
            </p:nvSpPr>
            <p:spPr>
              <a:xfrm>
                <a:off x="448311" y="2959735"/>
                <a:ext cx="104330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Model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8" name="图片 7" descr="robot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0405" y="2453005"/>
                <a:ext cx="539750" cy="539750"/>
              </a:xfrm>
              <a:prstGeom prst="rect">
                <a:avLst/>
              </a:prstGeom>
            </p:spPr>
          </p:pic>
          <p:sp>
            <p:nvSpPr>
              <p:cNvPr id="70" name="文本框 69"/>
              <p:cNvSpPr txBox="1"/>
              <p:nvPr/>
            </p:nvSpPr>
            <p:spPr>
              <a:xfrm>
                <a:off x="2618105" y="2959735"/>
                <a:ext cx="97218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Draft Model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7" name="图片 16" descr="bot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9085" y="2452370"/>
                <a:ext cx="539750" cy="539750"/>
              </a:xfrm>
              <a:prstGeom prst="rect">
                <a:avLst/>
              </a:prstGeom>
            </p:spPr>
          </p:pic>
          <p:sp>
            <p:nvSpPr>
              <p:cNvPr id="68" name="文本框 67"/>
              <p:cNvSpPr txBox="1"/>
              <p:nvPr/>
            </p:nvSpPr>
            <p:spPr>
              <a:xfrm>
                <a:off x="1476375" y="2960370"/>
                <a:ext cx="1126490" cy="18466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Corpus</a:t>
                </a:r>
              </a:p>
            </p:txBody>
          </p:sp>
          <p:pic>
            <p:nvPicPr>
              <p:cNvPr id="18" name="图片 17" descr="database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8485" y="2610485"/>
                <a:ext cx="382270" cy="382270"/>
              </a:xfrm>
              <a:prstGeom prst="rect">
                <a:avLst/>
              </a:prstGeom>
            </p:spPr>
          </p:pic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D8B0546-D908-1EFA-232F-EBC657AF9518}"/>
                  </a:ext>
                </a:extLst>
              </p:cNvPr>
              <p:cNvSpPr txBox="1"/>
              <p:nvPr/>
            </p:nvSpPr>
            <p:spPr>
              <a:xfrm>
                <a:off x="3668778" y="2959735"/>
                <a:ext cx="97218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Draft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A66BD841-CEF9-26B9-778F-C549DC61CAEF}"/>
                  </a:ext>
                </a:extLst>
              </p:cNvPr>
              <p:cNvSpPr/>
              <p:nvPr/>
            </p:nvSpPr>
            <p:spPr>
              <a:xfrm>
                <a:off x="2042161" y="2403595"/>
                <a:ext cx="2179320" cy="169106"/>
              </a:xfrm>
              <a:custGeom>
                <a:avLst/>
                <a:gdLst>
                  <a:gd name="connsiteX0" fmla="*/ 5080 w 2184400"/>
                  <a:gd name="connsiteY0" fmla="*/ 167640 h 172720"/>
                  <a:gd name="connsiteX1" fmla="*/ 0 w 2184400"/>
                  <a:gd name="connsiteY1" fmla="*/ 0 h 172720"/>
                  <a:gd name="connsiteX2" fmla="*/ 2179320 w 2184400"/>
                  <a:gd name="connsiteY2" fmla="*/ 15240 h 172720"/>
                  <a:gd name="connsiteX3" fmla="*/ 2184400 w 2184400"/>
                  <a:gd name="connsiteY3" fmla="*/ 172720 h 172720"/>
                  <a:gd name="connsiteX0" fmla="*/ 5080 w 2184888"/>
                  <a:gd name="connsiteY0" fmla="*/ 187960 h 193040"/>
                  <a:gd name="connsiteX1" fmla="*/ 0 w 2184888"/>
                  <a:gd name="connsiteY1" fmla="*/ 20320 h 193040"/>
                  <a:gd name="connsiteX2" fmla="*/ 2184400 w 2184888"/>
                  <a:gd name="connsiteY2" fmla="*/ 0 h 193040"/>
                  <a:gd name="connsiteX3" fmla="*/ 2184400 w 2184888"/>
                  <a:gd name="connsiteY3" fmla="*/ 193040 h 19304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84888"/>
                  <a:gd name="connsiteY0" fmla="*/ 177800 h 182880"/>
                  <a:gd name="connsiteX1" fmla="*/ 0 w 2184888"/>
                  <a:gd name="connsiteY1" fmla="*/ 10160 h 182880"/>
                  <a:gd name="connsiteX2" fmla="*/ 2184400 w 2184888"/>
                  <a:gd name="connsiteY2" fmla="*/ 0 h 182880"/>
                  <a:gd name="connsiteX3" fmla="*/ 2184400 w 2184888"/>
                  <a:gd name="connsiteY3" fmla="*/ 182880 h 18288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99640"/>
                  <a:gd name="connsiteY0" fmla="*/ 167640 h 167640"/>
                  <a:gd name="connsiteX1" fmla="*/ 0 w 2199640"/>
                  <a:gd name="connsiteY1" fmla="*/ 0 h 167640"/>
                  <a:gd name="connsiteX2" fmla="*/ 2184400 w 2199640"/>
                  <a:gd name="connsiteY2" fmla="*/ 5080 h 167640"/>
                  <a:gd name="connsiteX3" fmla="*/ 2199640 w 2199640"/>
                  <a:gd name="connsiteY3" fmla="*/ 157480 h 167640"/>
                  <a:gd name="connsiteX0" fmla="*/ 5080 w 2184888"/>
                  <a:gd name="connsiteY0" fmla="*/ 167640 h 167640"/>
                  <a:gd name="connsiteX1" fmla="*/ 0 w 2184888"/>
                  <a:gd name="connsiteY1" fmla="*/ 0 h 167640"/>
                  <a:gd name="connsiteX2" fmla="*/ 2184400 w 2184888"/>
                  <a:gd name="connsiteY2" fmla="*/ 5080 h 167640"/>
                  <a:gd name="connsiteX3" fmla="*/ 2184400 w 2184888"/>
                  <a:gd name="connsiteY3" fmla="*/ 157480 h 167640"/>
                  <a:gd name="connsiteX0" fmla="*/ 5080 w 2184888"/>
                  <a:gd name="connsiteY0" fmla="*/ 167640 h 177800"/>
                  <a:gd name="connsiteX1" fmla="*/ 0 w 2184888"/>
                  <a:gd name="connsiteY1" fmla="*/ 0 h 177800"/>
                  <a:gd name="connsiteX2" fmla="*/ 2184400 w 2184888"/>
                  <a:gd name="connsiteY2" fmla="*/ 5080 h 177800"/>
                  <a:gd name="connsiteX3" fmla="*/ 2184400 w 2184888"/>
                  <a:gd name="connsiteY3" fmla="*/ 177800 h 177800"/>
                  <a:gd name="connsiteX0" fmla="*/ 5080 w 2184888"/>
                  <a:gd name="connsiteY0" fmla="*/ 179070 h 179070"/>
                  <a:gd name="connsiteX1" fmla="*/ 0 w 2184888"/>
                  <a:gd name="connsiteY1" fmla="*/ 0 h 179070"/>
                  <a:gd name="connsiteX2" fmla="*/ 2184400 w 2184888"/>
                  <a:gd name="connsiteY2" fmla="*/ 5080 h 179070"/>
                  <a:gd name="connsiteX3" fmla="*/ 2184400 w 2184888"/>
                  <a:gd name="connsiteY3" fmla="*/ 177800 h 179070"/>
                  <a:gd name="connsiteX0" fmla="*/ 5080 w 2184888"/>
                  <a:gd name="connsiteY0" fmla="*/ 179070 h 227330"/>
                  <a:gd name="connsiteX1" fmla="*/ 0 w 2184888"/>
                  <a:gd name="connsiteY1" fmla="*/ 0 h 227330"/>
                  <a:gd name="connsiteX2" fmla="*/ 2184400 w 2184888"/>
                  <a:gd name="connsiteY2" fmla="*/ 5080 h 227330"/>
                  <a:gd name="connsiteX3" fmla="*/ 2184400 w 2184888"/>
                  <a:gd name="connsiteY3" fmla="*/ 227330 h 227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4888" h="227330">
                    <a:moveTo>
                      <a:pt x="5080" y="179070"/>
                    </a:moveTo>
                    <a:lnTo>
                      <a:pt x="0" y="0"/>
                    </a:lnTo>
                    <a:lnTo>
                      <a:pt x="2184400" y="5080"/>
                    </a:lnTo>
                    <a:cubicBezTo>
                      <a:pt x="2186093" y="57573"/>
                      <a:pt x="2182707" y="174837"/>
                      <a:pt x="2184400" y="227330"/>
                    </a:cubicBezTo>
                  </a:path>
                </a:pathLst>
              </a:custGeom>
              <a:noFill/>
              <a:ln w="12700">
                <a:solidFill>
                  <a:srgbClr val="ED7D31"/>
                </a:solidFill>
                <a:headEnd type="none" w="med" len="med"/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01EE044C-9F35-B7F5-6DAC-AB85BAAAD9ED}"/>
                  </a:ext>
                </a:extLst>
              </p:cNvPr>
              <p:cNvSpPr/>
              <p:nvPr/>
            </p:nvSpPr>
            <p:spPr>
              <a:xfrm>
                <a:off x="3103245" y="2433847"/>
                <a:ext cx="972184" cy="138854"/>
              </a:xfrm>
              <a:custGeom>
                <a:avLst/>
                <a:gdLst>
                  <a:gd name="connsiteX0" fmla="*/ 5080 w 2184400"/>
                  <a:gd name="connsiteY0" fmla="*/ 167640 h 172720"/>
                  <a:gd name="connsiteX1" fmla="*/ 0 w 2184400"/>
                  <a:gd name="connsiteY1" fmla="*/ 0 h 172720"/>
                  <a:gd name="connsiteX2" fmla="*/ 2179320 w 2184400"/>
                  <a:gd name="connsiteY2" fmla="*/ 15240 h 172720"/>
                  <a:gd name="connsiteX3" fmla="*/ 2184400 w 2184400"/>
                  <a:gd name="connsiteY3" fmla="*/ 172720 h 172720"/>
                  <a:gd name="connsiteX0" fmla="*/ 5080 w 2184888"/>
                  <a:gd name="connsiteY0" fmla="*/ 187960 h 193040"/>
                  <a:gd name="connsiteX1" fmla="*/ 0 w 2184888"/>
                  <a:gd name="connsiteY1" fmla="*/ 20320 h 193040"/>
                  <a:gd name="connsiteX2" fmla="*/ 2184400 w 2184888"/>
                  <a:gd name="connsiteY2" fmla="*/ 0 h 193040"/>
                  <a:gd name="connsiteX3" fmla="*/ 2184400 w 2184888"/>
                  <a:gd name="connsiteY3" fmla="*/ 193040 h 19304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84888"/>
                  <a:gd name="connsiteY0" fmla="*/ 177800 h 182880"/>
                  <a:gd name="connsiteX1" fmla="*/ 0 w 2184888"/>
                  <a:gd name="connsiteY1" fmla="*/ 10160 h 182880"/>
                  <a:gd name="connsiteX2" fmla="*/ 2184400 w 2184888"/>
                  <a:gd name="connsiteY2" fmla="*/ 0 h 182880"/>
                  <a:gd name="connsiteX3" fmla="*/ 2184400 w 2184888"/>
                  <a:gd name="connsiteY3" fmla="*/ 182880 h 18288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99640"/>
                  <a:gd name="connsiteY0" fmla="*/ 167640 h 167640"/>
                  <a:gd name="connsiteX1" fmla="*/ 0 w 2199640"/>
                  <a:gd name="connsiteY1" fmla="*/ 0 h 167640"/>
                  <a:gd name="connsiteX2" fmla="*/ 2184400 w 2199640"/>
                  <a:gd name="connsiteY2" fmla="*/ 5080 h 167640"/>
                  <a:gd name="connsiteX3" fmla="*/ 2199640 w 2199640"/>
                  <a:gd name="connsiteY3" fmla="*/ 157480 h 167640"/>
                  <a:gd name="connsiteX0" fmla="*/ 5080 w 2184888"/>
                  <a:gd name="connsiteY0" fmla="*/ 167640 h 167640"/>
                  <a:gd name="connsiteX1" fmla="*/ 0 w 2184888"/>
                  <a:gd name="connsiteY1" fmla="*/ 0 h 167640"/>
                  <a:gd name="connsiteX2" fmla="*/ 2184400 w 2184888"/>
                  <a:gd name="connsiteY2" fmla="*/ 5080 h 167640"/>
                  <a:gd name="connsiteX3" fmla="*/ 2184400 w 2184888"/>
                  <a:gd name="connsiteY3" fmla="*/ 157480 h 167640"/>
                  <a:gd name="connsiteX0" fmla="*/ 5080 w 2184888"/>
                  <a:gd name="connsiteY0" fmla="*/ 167640 h 177800"/>
                  <a:gd name="connsiteX1" fmla="*/ 0 w 2184888"/>
                  <a:gd name="connsiteY1" fmla="*/ 0 h 177800"/>
                  <a:gd name="connsiteX2" fmla="*/ 2184400 w 2184888"/>
                  <a:gd name="connsiteY2" fmla="*/ 5080 h 177800"/>
                  <a:gd name="connsiteX3" fmla="*/ 2184400 w 2184888"/>
                  <a:gd name="connsiteY3" fmla="*/ 177800 h 177800"/>
                  <a:gd name="connsiteX0" fmla="*/ 5080 w 2184888"/>
                  <a:gd name="connsiteY0" fmla="*/ 179070 h 179070"/>
                  <a:gd name="connsiteX1" fmla="*/ 0 w 2184888"/>
                  <a:gd name="connsiteY1" fmla="*/ 0 h 179070"/>
                  <a:gd name="connsiteX2" fmla="*/ 2184400 w 2184888"/>
                  <a:gd name="connsiteY2" fmla="*/ 5080 h 179070"/>
                  <a:gd name="connsiteX3" fmla="*/ 2184400 w 2184888"/>
                  <a:gd name="connsiteY3" fmla="*/ 177800 h 179070"/>
                  <a:gd name="connsiteX0" fmla="*/ 5080 w 2184888"/>
                  <a:gd name="connsiteY0" fmla="*/ 179070 h 373323"/>
                  <a:gd name="connsiteX1" fmla="*/ 0 w 2184888"/>
                  <a:gd name="connsiteY1" fmla="*/ 0 h 373323"/>
                  <a:gd name="connsiteX2" fmla="*/ 2184400 w 2184888"/>
                  <a:gd name="connsiteY2" fmla="*/ 5080 h 373323"/>
                  <a:gd name="connsiteX3" fmla="*/ 2184400 w 2184888"/>
                  <a:gd name="connsiteY3" fmla="*/ 373323 h 373323"/>
                  <a:gd name="connsiteX0" fmla="*/ 5080 w 2184888"/>
                  <a:gd name="connsiteY0" fmla="*/ 179070 h 471085"/>
                  <a:gd name="connsiteX1" fmla="*/ 0 w 2184888"/>
                  <a:gd name="connsiteY1" fmla="*/ 0 h 471085"/>
                  <a:gd name="connsiteX2" fmla="*/ 2184400 w 2184888"/>
                  <a:gd name="connsiteY2" fmla="*/ 5080 h 471085"/>
                  <a:gd name="connsiteX3" fmla="*/ 2184400 w 2184888"/>
                  <a:gd name="connsiteY3" fmla="*/ 471085 h 471085"/>
                  <a:gd name="connsiteX0" fmla="*/ 5080 w 2188407"/>
                  <a:gd name="connsiteY0" fmla="*/ 179070 h 587717"/>
                  <a:gd name="connsiteX1" fmla="*/ 0 w 2188407"/>
                  <a:gd name="connsiteY1" fmla="*/ 0 h 587717"/>
                  <a:gd name="connsiteX2" fmla="*/ 2184400 w 2188407"/>
                  <a:gd name="connsiteY2" fmla="*/ 5080 h 587717"/>
                  <a:gd name="connsiteX3" fmla="*/ 2188407 w 2188407"/>
                  <a:gd name="connsiteY3" fmla="*/ 587717 h 587717"/>
                  <a:gd name="connsiteX0" fmla="*/ 5080 w 2184888"/>
                  <a:gd name="connsiteY0" fmla="*/ 179070 h 552727"/>
                  <a:gd name="connsiteX1" fmla="*/ 0 w 2184888"/>
                  <a:gd name="connsiteY1" fmla="*/ 0 h 552727"/>
                  <a:gd name="connsiteX2" fmla="*/ 2184400 w 2184888"/>
                  <a:gd name="connsiteY2" fmla="*/ 5080 h 552727"/>
                  <a:gd name="connsiteX3" fmla="*/ 2184400 w 2184888"/>
                  <a:gd name="connsiteY3" fmla="*/ 552727 h 552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4888" h="552727">
                    <a:moveTo>
                      <a:pt x="5080" y="179070"/>
                    </a:moveTo>
                    <a:lnTo>
                      <a:pt x="0" y="0"/>
                    </a:lnTo>
                    <a:lnTo>
                      <a:pt x="2184400" y="5080"/>
                    </a:lnTo>
                    <a:cubicBezTo>
                      <a:pt x="2186093" y="57573"/>
                      <a:pt x="2182707" y="500234"/>
                      <a:pt x="2184400" y="552727"/>
                    </a:cubicBezTo>
                  </a:path>
                </a:pathLst>
              </a:custGeom>
              <a:noFill/>
              <a:ln w="12700">
                <a:solidFill>
                  <a:srgbClr val="548235"/>
                </a:solidFill>
                <a:headEnd type="none" w="med" len="med"/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6289E209-8BBA-4BC1-1183-EB7861A464D2}"/>
                  </a:ext>
                </a:extLst>
              </p:cNvPr>
              <p:cNvSpPr/>
              <p:nvPr/>
            </p:nvSpPr>
            <p:spPr>
              <a:xfrm flipH="1" flipV="1">
                <a:off x="965623" y="3175741"/>
                <a:ext cx="3176331" cy="90000"/>
              </a:xfrm>
              <a:custGeom>
                <a:avLst/>
                <a:gdLst>
                  <a:gd name="connsiteX0" fmla="*/ 5080 w 2184400"/>
                  <a:gd name="connsiteY0" fmla="*/ 167640 h 172720"/>
                  <a:gd name="connsiteX1" fmla="*/ 0 w 2184400"/>
                  <a:gd name="connsiteY1" fmla="*/ 0 h 172720"/>
                  <a:gd name="connsiteX2" fmla="*/ 2179320 w 2184400"/>
                  <a:gd name="connsiteY2" fmla="*/ 15240 h 172720"/>
                  <a:gd name="connsiteX3" fmla="*/ 2184400 w 2184400"/>
                  <a:gd name="connsiteY3" fmla="*/ 172720 h 172720"/>
                  <a:gd name="connsiteX0" fmla="*/ 5080 w 2184888"/>
                  <a:gd name="connsiteY0" fmla="*/ 187960 h 193040"/>
                  <a:gd name="connsiteX1" fmla="*/ 0 w 2184888"/>
                  <a:gd name="connsiteY1" fmla="*/ 20320 h 193040"/>
                  <a:gd name="connsiteX2" fmla="*/ 2184400 w 2184888"/>
                  <a:gd name="connsiteY2" fmla="*/ 0 h 193040"/>
                  <a:gd name="connsiteX3" fmla="*/ 2184400 w 2184888"/>
                  <a:gd name="connsiteY3" fmla="*/ 193040 h 19304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84888"/>
                  <a:gd name="connsiteY0" fmla="*/ 177800 h 182880"/>
                  <a:gd name="connsiteX1" fmla="*/ 0 w 2184888"/>
                  <a:gd name="connsiteY1" fmla="*/ 10160 h 182880"/>
                  <a:gd name="connsiteX2" fmla="*/ 2184400 w 2184888"/>
                  <a:gd name="connsiteY2" fmla="*/ 0 h 182880"/>
                  <a:gd name="connsiteX3" fmla="*/ 2184400 w 2184888"/>
                  <a:gd name="connsiteY3" fmla="*/ 182880 h 18288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99640"/>
                  <a:gd name="connsiteY0" fmla="*/ 167640 h 167640"/>
                  <a:gd name="connsiteX1" fmla="*/ 0 w 2199640"/>
                  <a:gd name="connsiteY1" fmla="*/ 0 h 167640"/>
                  <a:gd name="connsiteX2" fmla="*/ 2184400 w 2199640"/>
                  <a:gd name="connsiteY2" fmla="*/ 5080 h 167640"/>
                  <a:gd name="connsiteX3" fmla="*/ 2199640 w 2199640"/>
                  <a:gd name="connsiteY3" fmla="*/ 157480 h 167640"/>
                  <a:gd name="connsiteX0" fmla="*/ 5080 w 2184888"/>
                  <a:gd name="connsiteY0" fmla="*/ 167640 h 167640"/>
                  <a:gd name="connsiteX1" fmla="*/ 0 w 2184888"/>
                  <a:gd name="connsiteY1" fmla="*/ 0 h 167640"/>
                  <a:gd name="connsiteX2" fmla="*/ 2184400 w 2184888"/>
                  <a:gd name="connsiteY2" fmla="*/ 5080 h 167640"/>
                  <a:gd name="connsiteX3" fmla="*/ 2184400 w 2184888"/>
                  <a:gd name="connsiteY3" fmla="*/ 157480 h 167640"/>
                  <a:gd name="connsiteX0" fmla="*/ 5080 w 2184888"/>
                  <a:gd name="connsiteY0" fmla="*/ 167640 h 177800"/>
                  <a:gd name="connsiteX1" fmla="*/ 0 w 2184888"/>
                  <a:gd name="connsiteY1" fmla="*/ 0 h 177800"/>
                  <a:gd name="connsiteX2" fmla="*/ 2184400 w 2184888"/>
                  <a:gd name="connsiteY2" fmla="*/ 5080 h 177800"/>
                  <a:gd name="connsiteX3" fmla="*/ 2184400 w 2184888"/>
                  <a:gd name="connsiteY3" fmla="*/ 177800 h 177800"/>
                  <a:gd name="connsiteX0" fmla="*/ 5080 w 2184888"/>
                  <a:gd name="connsiteY0" fmla="*/ 179070 h 179070"/>
                  <a:gd name="connsiteX1" fmla="*/ 0 w 2184888"/>
                  <a:gd name="connsiteY1" fmla="*/ 0 h 179070"/>
                  <a:gd name="connsiteX2" fmla="*/ 2184400 w 2184888"/>
                  <a:gd name="connsiteY2" fmla="*/ 5080 h 179070"/>
                  <a:gd name="connsiteX3" fmla="*/ 2184400 w 2184888"/>
                  <a:gd name="connsiteY3" fmla="*/ 177800 h 179070"/>
                  <a:gd name="connsiteX0" fmla="*/ 5080 w 2184888"/>
                  <a:gd name="connsiteY0" fmla="*/ 179070 h 227330"/>
                  <a:gd name="connsiteX1" fmla="*/ 0 w 2184888"/>
                  <a:gd name="connsiteY1" fmla="*/ 0 h 227330"/>
                  <a:gd name="connsiteX2" fmla="*/ 2184400 w 2184888"/>
                  <a:gd name="connsiteY2" fmla="*/ 5080 h 227330"/>
                  <a:gd name="connsiteX3" fmla="*/ 2184400 w 2184888"/>
                  <a:gd name="connsiteY3" fmla="*/ 227330 h 227330"/>
                  <a:gd name="connsiteX0" fmla="*/ 0 w 2186043"/>
                  <a:gd name="connsiteY0" fmla="*/ 391511 h 391511"/>
                  <a:gd name="connsiteX1" fmla="*/ 1155 w 2186043"/>
                  <a:gd name="connsiteY1" fmla="*/ 0 h 391511"/>
                  <a:gd name="connsiteX2" fmla="*/ 2185555 w 2186043"/>
                  <a:gd name="connsiteY2" fmla="*/ 5080 h 391511"/>
                  <a:gd name="connsiteX3" fmla="*/ 2185555 w 2186043"/>
                  <a:gd name="connsiteY3" fmla="*/ 227330 h 391511"/>
                  <a:gd name="connsiteX0" fmla="*/ 2586 w 2184888"/>
                  <a:gd name="connsiteY0" fmla="*/ 391511 h 391511"/>
                  <a:gd name="connsiteX1" fmla="*/ 0 w 2184888"/>
                  <a:gd name="connsiteY1" fmla="*/ 0 h 391511"/>
                  <a:gd name="connsiteX2" fmla="*/ 2184400 w 2184888"/>
                  <a:gd name="connsiteY2" fmla="*/ 5080 h 391511"/>
                  <a:gd name="connsiteX3" fmla="*/ 2184400 w 2184888"/>
                  <a:gd name="connsiteY3" fmla="*/ 227330 h 391511"/>
                  <a:gd name="connsiteX0" fmla="*/ 2586 w 2184676"/>
                  <a:gd name="connsiteY0" fmla="*/ 391511 h 429656"/>
                  <a:gd name="connsiteX1" fmla="*/ 0 w 2184676"/>
                  <a:gd name="connsiteY1" fmla="*/ 0 h 429656"/>
                  <a:gd name="connsiteX2" fmla="*/ 2184400 w 2184676"/>
                  <a:gd name="connsiteY2" fmla="*/ 5080 h 429656"/>
                  <a:gd name="connsiteX3" fmla="*/ 2181075 w 2184676"/>
                  <a:gd name="connsiteY3" fmla="*/ 429656 h 429656"/>
                  <a:gd name="connsiteX0" fmla="*/ 2586 w 2187726"/>
                  <a:gd name="connsiteY0" fmla="*/ 391511 h 429656"/>
                  <a:gd name="connsiteX1" fmla="*/ 0 w 2187726"/>
                  <a:gd name="connsiteY1" fmla="*/ 0 h 429656"/>
                  <a:gd name="connsiteX2" fmla="*/ 2184400 w 2187726"/>
                  <a:gd name="connsiteY2" fmla="*/ 5080 h 429656"/>
                  <a:gd name="connsiteX3" fmla="*/ 2187726 w 2187726"/>
                  <a:gd name="connsiteY3" fmla="*/ 429656 h 429656"/>
                  <a:gd name="connsiteX0" fmla="*/ 2586 w 2184752"/>
                  <a:gd name="connsiteY0" fmla="*/ 391511 h 429656"/>
                  <a:gd name="connsiteX1" fmla="*/ 0 w 2184752"/>
                  <a:gd name="connsiteY1" fmla="*/ 0 h 429656"/>
                  <a:gd name="connsiteX2" fmla="*/ 2184400 w 2184752"/>
                  <a:gd name="connsiteY2" fmla="*/ 5080 h 429656"/>
                  <a:gd name="connsiteX3" fmla="*/ 2182738 w 2184752"/>
                  <a:gd name="connsiteY3" fmla="*/ 429656 h 429656"/>
                  <a:gd name="connsiteX0" fmla="*/ 2586 w 2187726"/>
                  <a:gd name="connsiteY0" fmla="*/ 391511 h 429656"/>
                  <a:gd name="connsiteX1" fmla="*/ 0 w 2187726"/>
                  <a:gd name="connsiteY1" fmla="*/ 0 h 429656"/>
                  <a:gd name="connsiteX2" fmla="*/ 2184400 w 2187726"/>
                  <a:gd name="connsiteY2" fmla="*/ 5080 h 429656"/>
                  <a:gd name="connsiteX3" fmla="*/ 2187726 w 2187726"/>
                  <a:gd name="connsiteY3" fmla="*/ 429656 h 429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7726" h="429656">
                    <a:moveTo>
                      <a:pt x="2586" y="391511"/>
                    </a:moveTo>
                    <a:lnTo>
                      <a:pt x="0" y="0"/>
                    </a:lnTo>
                    <a:lnTo>
                      <a:pt x="2184400" y="5080"/>
                    </a:lnTo>
                    <a:cubicBezTo>
                      <a:pt x="2186093" y="57573"/>
                      <a:pt x="2186033" y="377163"/>
                      <a:pt x="2187726" y="42965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C0DB9A2-8EBD-C45A-22FF-2639DE2FE1E3}"/>
                  </a:ext>
                </a:extLst>
              </p:cNvPr>
              <p:cNvSpPr txBox="1"/>
              <p:nvPr/>
            </p:nvSpPr>
            <p:spPr>
              <a:xfrm>
                <a:off x="2230755" y="3256170"/>
                <a:ext cx="70929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Verification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0F1C9450-6457-660E-2B9B-B60E45ABA429}"/>
                </a:ext>
              </a:extLst>
            </p:cNvPr>
            <p:cNvGrpSpPr/>
            <p:nvPr/>
          </p:nvGrpSpPr>
          <p:grpSpPr>
            <a:xfrm>
              <a:off x="560070" y="604872"/>
              <a:ext cx="4080893" cy="1018319"/>
              <a:chOff x="560070" y="519528"/>
              <a:chExt cx="4080893" cy="1018319"/>
            </a:xfrm>
          </p:grpSpPr>
          <p:pic>
            <p:nvPicPr>
              <p:cNvPr id="5" name="图片 4" descr="browser-cache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66762" y="758190"/>
                <a:ext cx="540000" cy="540000"/>
              </a:xfrm>
              <a:prstGeom prst="rect">
                <a:avLst/>
              </a:prstGeom>
            </p:spPr>
          </p:pic>
          <p:sp>
            <p:nvSpPr>
              <p:cNvPr id="73" name="箭头: 下 403"/>
              <p:cNvSpPr/>
              <p:nvPr/>
            </p:nvSpPr>
            <p:spPr>
              <a:xfrm rot="5400000" flipV="1">
                <a:off x="1508443" y="757969"/>
                <a:ext cx="71755" cy="504000"/>
              </a:xfrm>
              <a:prstGeom prst="downArrow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15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1189673" y="789306"/>
                <a:ext cx="70929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Access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箭头: 下 403"/>
              <p:cNvSpPr/>
              <p:nvPr/>
            </p:nvSpPr>
            <p:spPr>
              <a:xfrm rot="5400000" flipV="1">
                <a:off x="2507393" y="757969"/>
                <a:ext cx="71755" cy="504000"/>
              </a:xfrm>
              <a:prstGeom prst="downArrow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15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2187988" y="789306"/>
                <a:ext cx="710565" cy="1538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3C3C3C"/>
                    </a:solidFill>
                  </a14:hiddenFill>
                </a:ext>
              </a:extLst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Access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560070" y="1291590"/>
                <a:ext cx="82042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CPU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9" name="图片 18" descr="processor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0405" y="758825"/>
                <a:ext cx="539750" cy="539750"/>
              </a:xfrm>
              <a:prstGeom prst="rect">
                <a:avLst/>
              </a:prstGeom>
            </p:spPr>
          </p:pic>
          <p:sp>
            <p:nvSpPr>
              <p:cNvPr id="55" name="文本框 54"/>
              <p:cNvSpPr txBox="1"/>
              <p:nvPr/>
            </p:nvSpPr>
            <p:spPr>
              <a:xfrm>
                <a:off x="1626552" y="1291590"/>
                <a:ext cx="82042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L1 Cache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2671445" y="1291590"/>
                <a:ext cx="86360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L2 Cache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2" name="图片 21" descr="browser-cache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33370" y="758190"/>
                <a:ext cx="539750" cy="539750"/>
              </a:xfrm>
              <a:prstGeom prst="rect">
                <a:avLst/>
              </a:prstGeom>
            </p:spPr>
          </p:pic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E78FB67-A63A-258E-329A-665E1F10385C}"/>
                  </a:ext>
                </a:extLst>
              </p:cNvPr>
              <p:cNvSpPr txBox="1"/>
              <p:nvPr/>
            </p:nvSpPr>
            <p:spPr>
              <a:xfrm>
                <a:off x="3668778" y="1288099"/>
                <a:ext cx="97218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829BFA98-38B6-8EE5-14F8-371DB3525637}"/>
                  </a:ext>
                </a:extLst>
              </p:cNvPr>
              <p:cNvGrpSpPr/>
              <p:nvPr/>
            </p:nvGrpSpPr>
            <p:grpSpPr>
              <a:xfrm>
                <a:off x="3790062" y="845504"/>
                <a:ext cx="832738" cy="392322"/>
                <a:chOff x="3520822" y="815024"/>
                <a:chExt cx="832738" cy="392322"/>
              </a:xfrm>
            </p:grpSpPr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1DC851B7-0C38-6AF0-888D-7DF253D39950}"/>
                    </a:ext>
                  </a:extLst>
                </p:cNvPr>
                <p:cNvGrpSpPr/>
                <p:nvPr/>
              </p:nvGrpSpPr>
              <p:grpSpPr>
                <a:xfrm>
                  <a:off x="3520822" y="815024"/>
                  <a:ext cx="832738" cy="169545"/>
                  <a:chOff x="3520822" y="815024"/>
                  <a:chExt cx="832738" cy="169545"/>
                </a:xfrm>
              </p:grpSpPr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A28BBA44-7F25-6256-DB7A-2E6F470D3D8D}"/>
                      </a:ext>
                    </a:extLst>
                  </p:cNvPr>
                  <p:cNvSpPr txBox="1"/>
                  <p:nvPr/>
                </p:nvSpPr>
                <p:spPr>
                  <a:xfrm>
                    <a:off x="3520822" y="815024"/>
                    <a:ext cx="526349" cy="16954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zh-CN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L1 Data:</a:t>
                    </a:r>
                    <a:endParaRPr lang="en-US" altLang="zh-CN" sz="1100" i="1" dirty="0">
                      <a:solidFill>
                        <a:srgbClr val="E9713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" name="文本框 2">
                    <a:extLst>
                      <a:ext uri="{FF2B5EF4-FFF2-40B4-BE49-F238E27FC236}">
                        <a16:creationId xmlns:a16="http://schemas.microsoft.com/office/drawing/2014/main" id="{0DCE46CB-F0D1-B541-C4D8-0B76E69486F3}"/>
                      </a:ext>
                    </a:extLst>
                  </p:cNvPr>
                  <p:cNvSpPr txBox="1"/>
                  <p:nvPr/>
                </p:nvSpPr>
                <p:spPr>
                  <a:xfrm>
                    <a:off x="4075337" y="845935"/>
                    <a:ext cx="278223" cy="107722"/>
                  </a:xfrm>
                  <a:prstGeom prst="rect">
                    <a:avLst/>
                  </a:prstGeom>
                  <a:noFill/>
                  <a:ln>
                    <a:solidFill>
                      <a:srgbClr val="ED7D31"/>
                    </a:solidFill>
                  </a:ln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ctr"/>
                    <a:r>
                      <a:rPr lang="en-US" altLang="zh-CN" sz="700" b="1" dirty="0">
                        <a:solidFill>
                          <a:srgbClr val="ED7D31"/>
                        </a:solidFill>
                      </a:rPr>
                      <a:t>010…</a:t>
                    </a:r>
                    <a:endParaRPr lang="zh-CN" altLang="en-US" sz="700" b="1" dirty="0">
                      <a:solidFill>
                        <a:srgbClr val="ED7D31"/>
                      </a:solidFill>
                    </a:endParaRPr>
                  </a:p>
                </p:txBody>
              </p:sp>
            </p:grp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6770084A-1BFD-14D5-2DA8-E8E30409C80C}"/>
                    </a:ext>
                  </a:extLst>
                </p:cNvPr>
                <p:cNvGrpSpPr/>
                <p:nvPr/>
              </p:nvGrpSpPr>
              <p:grpSpPr>
                <a:xfrm>
                  <a:off x="3520822" y="991902"/>
                  <a:ext cx="832738" cy="215444"/>
                  <a:chOff x="3520822" y="991902"/>
                  <a:chExt cx="832738" cy="215444"/>
                </a:xfrm>
              </p:grpSpPr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F5479308-6414-5BB4-BA43-A8B6071177FB}"/>
                      </a:ext>
                    </a:extLst>
                  </p:cNvPr>
                  <p:cNvSpPr txBox="1"/>
                  <p:nvPr/>
                </p:nvSpPr>
                <p:spPr>
                  <a:xfrm>
                    <a:off x="3520822" y="1019932"/>
                    <a:ext cx="554515" cy="16954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zh-CN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L2 Data:</a:t>
                    </a:r>
                    <a:endParaRPr lang="zh-CN" altLang="en-US" sz="1100" i="1" dirty="0">
                      <a:solidFill>
                        <a:schemeClr val="accent6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26B01128-FCB7-E662-2066-9F99BF5FDF85}"/>
                      </a:ext>
                    </a:extLst>
                  </p:cNvPr>
                  <p:cNvSpPr txBox="1"/>
                  <p:nvPr/>
                </p:nvSpPr>
                <p:spPr>
                  <a:xfrm>
                    <a:off x="4075337" y="991902"/>
                    <a:ext cx="278223" cy="215444"/>
                  </a:xfrm>
                  <a:prstGeom prst="rect">
                    <a:avLst/>
                  </a:prstGeom>
                  <a:noFill/>
                  <a:ln>
                    <a:solidFill>
                      <a:srgbClr val="548235"/>
                    </a:solidFill>
                  </a:ln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ctr"/>
                    <a:r>
                      <a:rPr lang="en-US" altLang="zh-CN" sz="700" b="1" dirty="0">
                        <a:solidFill>
                          <a:srgbClr val="548235"/>
                        </a:solidFill>
                      </a:rPr>
                      <a:t>110…</a:t>
                    </a:r>
                  </a:p>
                  <a:p>
                    <a:pPr algn="ctr"/>
                    <a:r>
                      <a:rPr lang="en-US" altLang="zh-CN" sz="700" b="1" dirty="0">
                        <a:solidFill>
                          <a:srgbClr val="548235"/>
                        </a:solidFill>
                      </a:rPr>
                      <a:t>001…</a:t>
                    </a:r>
                    <a:endParaRPr lang="zh-CN" altLang="en-US" sz="700" b="1" dirty="0">
                      <a:solidFill>
                        <a:srgbClr val="548235"/>
                      </a:solidFill>
                    </a:endParaRPr>
                  </a:p>
                </p:txBody>
              </p:sp>
            </p:grpSp>
          </p:grp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E45209FC-8052-B34A-7330-7E9800616611}"/>
                  </a:ext>
                </a:extLst>
              </p:cNvPr>
              <p:cNvSpPr/>
              <p:nvPr/>
            </p:nvSpPr>
            <p:spPr>
              <a:xfrm flipV="1">
                <a:off x="2039808" y="1445790"/>
                <a:ext cx="2181672" cy="92057"/>
              </a:xfrm>
              <a:custGeom>
                <a:avLst/>
                <a:gdLst>
                  <a:gd name="connsiteX0" fmla="*/ 5080 w 2184400"/>
                  <a:gd name="connsiteY0" fmla="*/ 167640 h 172720"/>
                  <a:gd name="connsiteX1" fmla="*/ 0 w 2184400"/>
                  <a:gd name="connsiteY1" fmla="*/ 0 h 172720"/>
                  <a:gd name="connsiteX2" fmla="*/ 2179320 w 2184400"/>
                  <a:gd name="connsiteY2" fmla="*/ 15240 h 172720"/>
                  <a:gd name="connsiteX3" fmla="*/ 2184400 w 2184400"/>
                  <a:gd name="connsiteY3" fmla="*/ 172720 h 172720"/>
                  <a:gd name="connsiteX0" fmla="*/ 5080 w 2184888"/>
                  <a:gd name="connsiteY0" fmla="*/ 187960 h 193040"/>
                  <a:gd name="connsiteX1" fmla="*/ 0 w 2184888"/>
                  <a:gd name="connsiteY1" fmla="*/ 20320 h 193040"/>
                  <a:gd name="connsiteX2" fmla="*/ 2184400 w 2184888"/>
                  <a:gd name="connsiteY2" fmla="*/ 0 h 193040"/>
                  <a:gd name="connsiteX3" fmla="*/ 2184400 w 2184888"/>
                  <a:gd name="connsiteY3" fmla="*/ 193040 h 19304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84888"/>
                  <a:gd name="connsiteY0" fmla="*/ 177800 h 182880"/>
                  <a:gd name="connsiteX1" fmla="*/ 0 w 2184888"/>
                  <a:gd name="connsiteY1" fmla="*/ 10160 h 182880"/>
                  <a:gd name="connsiteX2" fmla="*/ 2184400 w 2184888"/>
                  <a:gd name="connsiteY2" fmla="*/ 0 h 182880"/>
                  <a:gd name="connsiteX3" fmla="*/ 2184400 w 2184888"/>
                  <a:gd name="connsiteY3" fmla="*/ 182880 h 18288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99640"/>
                  <a:gd name="connsiteY0" fmla="*/ 167640 h 167640"/>
                  <a:gd name="connsiteX1" fmla="*/ 0 w 2199640"/>
                  <a:gd name="connsiteY1" fmla="*/ 0 h 167640"/>
                  <a:gd name="connsiteX2" fmla="*/ 2184400 w 2199640"/>
                  <a:gd name="connsiteY2" fmla="*/ 5080 h 167640"/>
                  <a:gd name="connsiteX3" fmla="*/ 2199640 w 2199640"/>
                  <a:gd name="connsiteY3" fmla="*/ 157480 h 167640"/>
                  <a:gd name="connsiteX0" fmla="*/ 5080 w 2184888"/>
                  <a:gd name="connsiteY0" fmla="*/ 167640 h 167640"/>
                  <a:gd name="connsiteX1" fmla="*/ 0 w 2184888"/>
                  <a:gd name="connsiteY1" fmla="*/ 0 h 167640"/>
                  <a:gd name="connsiteX2" fmla="*/ 2184400 w 2184888"/>
                  <a:gd name="connsiteY2" fmla="*/ 5080 h 167640"/>
                  <a:gd name="connsiteX3" fmla="*/ 2184400 w 2184888"/>
                  <a:gd name="connsiteY3" fmla="*/ 157480 h 167640"/>
                  <a:gd name="connsiteX0" fmla="*/ 5080 w 2184888"/>
                  <a:gd name="connsiteY0" fmla="*/ 167640 h 177800"/>
                  <a:gd name="connsiteX1" fmla="*/ 0 w 2184888"/>
                  <a:gd name="connsiteY1" fmla="*/ 0 h 177800"/>
                  <a:gd name="connsiteX2" fmla="*/ 2184400 w 2184888"/>
                  <a:gd name="connsiteY2" fmla="*/ 5080 h 177800"/>
                  <a:gd name="connsiteX3" fmla="*/ 2184400 w 2184888"/>
                  <a:gd name="connsiteY3" fmla="*/ 177800 h 177800"/>
                  <a:gd name="connsiteX0" fmla="*/ 5080 w 2184888"/>
                  <a:gd name="connsiteY0" fmla="*/ 179070 h 179070"/>
                  <a:gd name="connsiteX1" fmla="*/ 0 w 2184888"/>
                  <a:gd name="connsiteY1" fmla="*/ 0 h 179070"/>
                  <a:gd name="connsiteX2" fmla="*/ 2184400 w 2184888"/>
                  <a:gd name="connsiteY2" fmla="*/ 5080 h 179070"/>
                  <a:gd name="connsiteX3" fmla="*/ 2184400 w 2184888"/>
                  <a:gd name="connsiteY3" fmla="*/ 177800 h 179070"/>
                  <a:gd name="connsiteX0" fmla="*/ 5080 w 2184888"/>
                  <a:gd name="connsiteY0" fmla="*/ 179070 h 227330"/>
                  <a:gd name="connsiteX1" fmla="*/ 0 w 2184888"/>
                  <a:gd name="connsiteY1" fmla="*/ 0 h 227330"/>
                  <a:gd name="connsiteX2" fmla="*/ 2184400 w 2184888"/>
                  <a:gd name="connsiteY2" fmla="*/ 5080 h 227330"/>
                  <a:gd name="connsiteX3" fmla="*/ 2184400 w 2184888"/>
                  <a:gd name="connsiteY3" fmla="*/ 227330 h 227330"/>
                  <a:gd name="connsiteX0" fmla="*/ 0 w 2187156"/>
                  <a:gd name="connsiteY0" fmla="*/ 179069 h 227330"/>
                  <a:gd name="connsiteX1" fmla="*/ 2268 w 2187156"/>
                  <a:gd name="connsiteY1" fmla="*/ 0 h 227330"/>
                  <a:gd name="connsiteX2" fmla="*/ 2186668 w 2187156"/>
                  <a:gd name="connsiteY2" fmla="*/ 5080 h 227330"/>
                  <a:gd name="connsiteX3" fmla="*/ 2186668 w 2187156"/>
                  <a:gd name="connsiteY3" fmla="*/ 227330 h 227330"/>
                  <a:gd name="connsiteX0" fmla="*/ 0 w 2187156"/>
                  <a:gd name="connsiteY0" fmla="*/ 179069 h 335967"/>
                  <a:gd name="connsiteX1" fmla="*/ 2268 w 2187156"/>
                  <a:gd name="connsiteY1" fmla="*/ 0 h 335967"/>
                  <a:gd name="connsiteX2" fmla="*/ 2186668 w 2187156"/>
                  <a:gd name="connsiteY2" fmla="*/ 5080 h 335967"/>
                  <a:gd name="connsiteX3" fmla="*/ 2186668 w 2187156"/>
                  <a:gd name="connsiteY3" fmla="*/ 335967 h 335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7156" h="335967">
                    <a:moveTo>
                      <a:pt x="0" y="179069"/>
                    </a:moveTo>
                    <a:lnTo>
                      <a:pt x="2268" y="0"/>
                    </a:lnTo>
                    <a:lnTo>
                      <a:pt x="2186668" y="5080"/>
                    </a:lnTo>
                    <a:cubicBezTo>
                      <a:pt x="2188361" y="57573"/>
                      <a:pt x="2184975" y="283474"/>
                      <a:pt x="2186668" y="335967"/>
                    </a:cubicBezTo>
                  </a:path>
                </a:pathLst>
              </a:custGeom>
              <a:noFill/>
              <a:ln w="12700">
                <a:solidFill>
                  <a:srgbClr val="ED7D31"/>
                </a:solidFill>
                <a:headEnd type="none" w="med" len="med"/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B4B14364-98A0-604F-1AB6-A2AB591DAAAF}"/>
                  </a:ext>
                </a:extLst>
              </p:cNvPr>
              <p:cNvSpPr/>
              <p:nvPr/>
            </p:nvSpPr>
            <p:spPr>
              <a:xfrm flipV="1">
                <a:off x="3099789" y="1427680"/>
                <a:ext cx="975640" cy="79915"/>
              </a:xfrm>
              <a:custGeom>
                <a:avLst/>
                <a:gdLst>
                  <a:gd name="connsiteX0" fmla="*/ 5080 w 2184400"/>
                  <a:gd name="connsiteY0" fmla="*/ 167640 h 172720"/>
                  <a:gd name="connsiteX1" fmla="*/ 0 w 2184400"/>
                  <a:gd name="connsiteY1" fmla="*/ 0 h 172720"/>
                  <a:gd name="connsiteX2" fmla="*/ 2179320 w 2184400"/>
                  <a:gd name="connsiteY2" fmla="*/ 15240 h 172720"/>
                  <a:gd name="connsiteX3" fmla="*/ 2184400 w 2184400"/>
                  <a:gd name="connsiteY3" fmla="*/ 172720 h 172720"/>
                  <a:gd name="connsiteX0" fmla="*/ 5080 w 2184888"/>
                  <a:gd name="connsiteY0" fmla="*/ 187960 h 193040"/>
                  <a:gd name="connsiteX1" fmla="*/ 0 w 2184888"/>
                  <a:gd name="connsiteY1" fmla="*/ 20320 h 193040"/>
                  <a:gd name="connsiteX2" fmla="*/ 2184400 w 2184888"/>
                  <a:gd name="connsiteY2" fmla="*/ 0 h 193040"/>
                  <a:gd name="connsiteX3" fmla="*/ 2184400 w 2184888"/>
                  <a:gd name="connsiteY3" fmla="*/ 193040 h 19304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84888"/>
                  <a:gd name="connsiteY0" fmla="*/ 177800 h 182880"/>
                  <a:gd name="connsiteX1" fmla="*/ 0 w 2184888"/>
                  <a:gd name="connsiteY1" fmla="*/ 10160 h 182880"/>
                  <a:gd name="connsiteX2" fmla="*/ 2184400 w 2184888"/>
                  <a:gd name="connsiteY2" fmla="*/ 0 h 182880"/>
                  <a:gd name="connsiteX3" fmla="*/ 2184400 w 2184888"/>
                  <a:gd name="connsiteY3" fmla="*/ 182880 h 18288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99640"/>
                  <a:gd name="connsiteY0" fmla="*/ 167640 h 167640"/>
                  <a:gd name="connsiteX1" fmla="*/ 0 w 2199640"/>
                  <a:gd name="connsiteY1" fmla="*/ 0 h 167640"/>
                  <a:gd name="connsiteX2" fmla="*/ 2184400 w 2199640"/>
                  <a:gd name="connsiteY2" fmla="*/ 5080 h 167640"/>
                  <a:gd name="connsiteX3" fmla="*/ 2199640 w 2199640"/>
                  <a:gd name="connsiteY3" fmla="*/ 157480 h 167640"/>
                  <a:gd name="connsiteX0" fmla="*/ 5080 w 2184888"/>
                  <a:gd name="connsiteY0" fmla="*/ 167640 h 167640"/>
                  <a:gd name="connsiteX1" fmla="*/ 0 w 2184888"/>
                  <a:gd name="connsiteY1" fmla="*/ 0 h 167640"/>
                  <a:gd name="connsiteX2" fmla="*/ 2184400 w 2184888"/>
                  <a:gd name="connsiteY2" fmla="*/ 5080 h 167640"/>
                  <a:gd name="connsiteX3" fmla="*/ 2184400 w 2184888"/>
                  <a:gd name="connsiteY3" fmla="*/ 157480 h 167640"/>
                  <a:gd name="connsiteX0" fmla="*/ 5080 w 2184888"/>
                  <a:gd name="connsiteY0" fmla="*/ 167640 h 177800"/>
                  <a:gd name="connsiteX1" fmla="*/ 0 w 2184888"/>
                  <a:gd name="connsiteY1" fmla="*/ 0 h 177800"/>
                  <a:gd name="connsiteX2" fmla="*/ 2184400 w 2184888"/>
                  <a:gd name="connsiteY2" fmla="*/ 5080 h 177800"/>
                  <a:gd name="connsiteX3" fmla="*/ 2184400 w 2184888"/>
                  <a:gd name="connsiteY3" fmla="*/ 177800 h 177800"/>
                  <a:gd name="connsiteX0" fmla="*/ 5080 w 2184888"/>
                  <a:gd name="connsiteY0" fmla="*/ 179070 h 179070"/>
                  <a:gd name="connsiteX1" fmla="*/ 0 w 2184888"/>
                  <a:gd name="connsiteY1" fmla="*/ 0 h 179070"/>
                  <a:gd name="connsiteX2" fmla="*/ 2184400 w 2184888"/>
                  <a:gd name="connsiteY2" fmla="*/ 5080 h 179070"/>
                  <a:gd name="connsiteX3" fmla="*/ 2184400 w 2184888"/>
                  <a:gd name="connsiteY3" fmla="*/ 177800 h 179070"/>
                  <a:gd name="connsiteX0" fmla="*/ 5080 w 2184888"/>
                  <a:gd name="connsiteY0" fmla="*/ 179070 h 373323"/>
                  <a:gd name="connsiteX1" fmla="*/ 0 w 2184888"/>
                  <a:gd name="connsiteY1" fmla="*/ 0 h 373323"/>
                  <a:gd name="connsiteX2" fmla="*/ 2184400 w 2184888"/>
                  <a:gd name="connsiteY2" fmla="*/ 5080 h 373323"/>
                  <a:gd name="connsiteX3" fmla="*/ 2184400 w 2184888"/>
                  <a:gd name="connsiteY3" fmla="*/ 373323 h 373323"/>
                  <a:gd name="connsiteX0" fmla="*/ 5080 w 2184888"/>
                  <a:gd name="connsiteY0" fmla="*/ 179070 h 471085"/>
                  <a:gd name="connsiteX1" fmla="*/ 0 w 2184888"/>
                  <a:gd name="connsiteY1" fmla="*/ 0 h 471085"/>
                  <a:gd name="connsiteX2" fmla="*/ 2184400 w 2184888"/>
                  <a:gd name="connsiteY2" fmla="*/ 5080 h 471085"/>
                  <a:gd name="connsiteX3" fmla="*/ 2184400 w 2184888"/>
                  <a:gd name="connsiteY3" fmla="*/ 471085 h 471085"/>
                  <a:gd name="connsiteX0" fmla="*/ 5080 w 2188407"/>
                  <a:gd name="connsiteY0" fmla="*/ 179070 h 587717"/>
                  <a:gd name="connsiteX1" fmla="*/ 0 w 2188407"/>
                  <a:gd name="connsiteY1" fmla="*/ 0 h 587717"/>
                  <a:gd name="connsiteX2" fmla="*/ 2184400 w 2188407"/>
                  <a:gd name="connsiteY2" fmla="*/ 5080 h 587717"/>
                  <a:gd name="connsiteX3" fmla="*/ 2188407 w 2188407"/>
                  <a:gd name="connsiteY3" fmla="*/ 587717 h 587717"/>
                  <a:gd name="connsiteX0" fmla="*/ 5080 w 2184888"/>
                  <a:gd name="connsiteY0" fmla="*/ 179070 h 552727"/>
                  <a:gd name="connsiteX1" fmla="*/ 0 w 2184888"/>
                  <a:gd name="connsiteY1" fmla="*/ 0 h 552727"/>
                  <a:gd name="connsiteX2" fmla="*/ 2184400 w 2184888"/>
                  <a:gd name="connsiteY2" fmla="*/ 5080 h 552727"/>
                  <a:gd name="connsiteX3" fmla="*/ 2184400 w 2184888"/>
                  <a:gd name="connsiteY3" fmla="*/ 552727 h 552727"/>
                  <a:gd name="connsiteX0" fmla="*/ 5080 w 2184888"/>
                  <a:gd name="connsiteY0" fmla="*/ 179070 h 351582"/>
                  <a:gd name="connsiteX1" fmla="*/ 0 w 2184888"/>
                  <a:gd name="connsiteY1" fmla="*/ 0 h 351582"/>
                  <a:gd name="connsiteX2" fmla="*/ 2184400 w 2184888"/>
                  <a:gd name="connsiteY2" fmla="*/ 5080 h 351582"/>
                  <a:gd name="connsiteX3" fmla="*/ 2184400 w 2184888"/>
                  <a:gd name="connsiteY3" fmla="*/ 351582 h 351582"/>
                  <a:gd name="connsiteX0" fmla="*/ 9360 w 2184888"/>
                  <a:gd name="connsiteY0" fmla="*/ 279641 h 351582"/>
                  <a:gd name="connsiteX1" fmla="*/ 0 w 2184888"/>
                  <a:gd name="connsiteY1" fmla="*/ 0 h 351582"/>
                  <a:gd name="connsiteX2" fmla="*/ 2184400 w 2184888"/>
                  <a:gd name="connsiteY2" fmla="*/ 5080 h 351582"/>
                  <a:gd name="connsiteX3" fmla="*/ 2184400 w 2184888"/>
                  <a:gd name="connsiteY3" fmla="*/ 351582 h 351582"/>
                  <a:gd name="connsiteX0" fmla="*/ 0 w 2196934"/>
                  <a:gd name="connsiteY0" fmla="*/ 288022 h 351582"/>
                  <a:gd name="connsiteX1" fmla="*/ 12046 w 2196934"/>
                  <a:gd name="connsiteY1" fmla="*/ 0 h 351582"/>
                  <a:gd name="connsiteX2" fmla="*/ 2196446 w 2196934"/>
                  <a:gd name="connsiteY2" fmla="*/ 5080 h 351582"/>
                  <a:gd name="connsiteX3" fmla="*/ 2196446 w 2196934"/>
                  <a:gd name="connsiteY3" fmla="*/ 351582 h 351582"/>
                  <a:gd name="connsiteX0" fmla="*/ 798 w 2184888"/>
                  <a:gd name="connsiteY0" fmla="*/ 288022 h 351582"/>
                  <a:gd name="connsiteX1" fmla="*/ 0 w 2184888"/>
                  <a:gd name="connsiteY1" fmla="*/ 0 h 351582"/>
                  <a:gd name="connsiteX2" fmla="*/ 2184400 w 2184888"/>
                  <a:gd name="connsiteY2" fmla="*/ 5080 h 351582"/>
                  <a:gd name="connsiteX3" fmla="*/ 2184400 w 2184888"/>
                  <a:gd name="connsiteY3" fmla="*/ 351582 h 351582"/>
                  <a:gd name="connsiteX0" fmla="*/ 0 w 2192653"/>
                  <a:gd name="connsiteY0" fmla="*/ 288022 h 351582"/>
                  <a:gd name="connsiteX1" fmla="*/ 7765 w 2192653"/>
                  <a:gd name="connsiteY1" fmla="*/ 0 h 351582"/>
                  <a:gd name="connsiteX2" fmla="*/ 2192165 w 2192653"/>
                  <a:gd name="connsiteY2" fmla="*/ 5080 h 351582"/>
                  <a:gd name="connsiteX3" fmla="*/ 2192165 w 2192653"/>
                  <a:gd name="connsiteY3" fmla="*/ 351582 h 351582"/>
                  <a:gd name="connsiteX0" fmla="*/ 798 w 2184888"/>
                  <a:gd name="connsiteY0" fmla="*/ 288022 h 351582"/>
                  <a:gd name="connsiteX1" fmla="*/ 0 w 2184888"/>
                  <a:gd name="connsiteY1" fmla="*/ 0 h 351582"/>
                  <a:gd name="connsiteX2" fmla="*/ 2184400 w 2184888"/>
                  <a:gd name="connsiteY2" fmla="*/ 5080 h 351582"/>
                  <a:gd name="connsiteX3" fmla="*/ 2184400 w 2184888"/>
                  <a:gd name="connsiteY3" fmla="*/ 351582 h 351582"/>
                  <a:gd name="connsiteX0" fmla="*/ 0 w 2192653"/>
                  <a:gd name="connsiteY0" fmla="*/ 262879 h 351582"/>
                  <a:gd name="connsiteX1" fmla="*/ 7765 w 2192653"/>
                  <a:gd name="connsiteY1" fmla="*/ 0 h 351582"/>
                  <a:gd name="connsiteX2" fmla="*/ 2192165 w 2192653"/>
                  <a:gd name="connsiteY2" fmla="*/ 5080 h 351582"/>
                  <a:gd name="connsiteX3" fmla="*/ 2192165 w 2192653"/>
                  <a:gd name="connsiteY3" fmla="*/ 351582 h 35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92653" h="351582">
                    <a:moveTo>
                      <a:pt x="0" y="262879"/>
                    </a:moveTo>
                    <a:lnTo>
                      <a:pt x="7765" y="0"/>
                    </a:lnTo>
                    <a:lnTo>
                      <a:pt x="2192165" y="5080"/>
                    </a:lnTo>
                    <a:cubicBezTo>
                      <a:pt x="2193858" y="57573"/>
                      <a:pt x="2190472" y="299089"/>
                      <a:pt x="2192165" y="351582"/>
                    </a:cubicBezTo>
                  </a:path>
                </a:pathLst>
              </a:custGeom>
              <a:noFill/>
              <a:ln w="12700">
                <a:solidFill>
                  <a:srgbClr val="548235"/>
                </a:solidFill>
                <a:headEnd type="none" w="med" len="med"/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5962F322-1DDF-1837-4028-B898C4C38ADF}"/>
                  </a:ext>
                </a:extLst>
              </p:cNvPr>
              <p:cNvSpPr/>
              <p:nvPr/>
            </p:nvSpPr>
            <p:spPr>
              <a:xfrm flipH="1">
                <a:off x="980666" y="656008"/>
                <a:ext cx="3174203" cy="154682"/>
              </a:xfrm>
              <a:custGeom>
                <a:avLst/>
                <a:gdLst>
                  <a:gd name="connsiteX0" fmla="*/ 5080 w 2184400"/>
                  <a:gd name="connsiteY0" fmla="*/ 167640 h 172720"/>
                  <a:gd name="connsiteX1" fmla="*/ 0 w 2184400"/>
                  <a:gd name="connsiteY1" fmla="*/ 0 h 172720"/>
                  <a:gd name="connsiteX2" fmla="*/ 2179320 w 2184400"/>
                  <a:gd name="connsiteY2" fmla="*/ 15240 h 172720"/>
                  <a:gd name="connsiteX3" fmla="*/ 2184400 w 2184400"/>
                  <a:gd name="connsiteY3" fmla="*/ 172720 h 172720"/>
                  <a:gd name="connsiteX0" fmla="*/ 5080 w 2184888"/>
                  <a:gd name="connsiteY0" fmla="*/ 187960 h 193040"/>
                  <a:gd name="connsiteX1" fmla="*/ 0 w 2184888"/>
                  <a:gd name="connsiteY1" fmla="*/ 20320 h 193040"/>
                  <a:gd name="connsiteX2" fmla="*/ 2184400 w 2184888"/>
                  <a:gd name="connsiteY2" fmla="*/ 0 h 193040"/>
                  <a:gd name="connsiteX3" fmla="*/ 2184400 w 2184888"/>
                  <a:gd name="connsiteY3" fmla="*/ 193040 h 19304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84888"/>
                  <a:gd name="connsiteY0" fmla="*/ 177800 h 182880"/>
                  <a:gd name="connsiteX1" fmla="*/ 0 w 2184888"/>
                  <a:gd name="connsiteY1" fmla="*/ 10160 h 182880"/>
                  <a:gd name="connsiteX2" fmla="*/ 2184400 w 2184888"/>
                  <a:gd name="connsiteY2" fmla="*/ 0 h 182880"/>
                  <a:gd name="connsiteX3" fmla="*/ 2184400 w 2184888"/>
                  <a:gd name="connsiteY3" fmla="*/ 182880 h 182880"/>
                  <a:gd name="connsiteX0" fmla="*/ 5080 w 2184888"/>
                  <a:gd name="connsiteY0" fmla="*/ 167640 h 172720"/>
                  <a:gd name="connsiteX1" fmla="*/ 0 w 2184888"/>
                  <a:gd name="connsiteY1" fmla="*/ 0 h 172720"/>
                  <a:gd name="connsiteX2" fmla="*/ 2184400 w 2184888"/>
                  <a:gd name="connsiteY2" fmla="*/ 5080 h 172720"/>
                  <a:gd name="connsiteX3" fmla="*/ 2184400 w 2184888"/>
                  <a:gd name="connsiteY3" fmla="*/ 172720 h 172720"/>
                  <a:gd name="connsiteX0" fmla="*/ 5080 w 2199640"/>
                  <a:gd name="connsiteY0" fmla="*/ 167640 h 167640"/>
                  <a:gd name="connsiteX1" fmla="*/ 0 w 2199640"/>
                  <a:gd name="connsiteY1" fmla="*/ 0 h 167640"/>
                  <a:gd name="connsiteX2" fmla="*/ 2184400 w 2199640"/>
                  <a:gd name="connsiteY2" fmla="*/ 5080 h 167640"/>
                  <a:gd name="connsiteX3" fmla="*/ 2199640 w 2199640"/>
                  <a:gd name="connsiteY3" fmla="*/ 157480 h 167640"/>
                  <a:gd name="connsiteX0" fmla="*/ 5080 w 2184888"/>
                  <a:gd name="connsiteY0" fmla="*/ 167640 h 167640"/>
                  <a:gd name="connsiteX1" fmla="*/ 0 w 2184888"/>
                  <a:gd name="connsiteY1" fmla="*/ 0 h 167640"/>
                  <a:gd name="connsiteX2" fmla="*/ 2184400 w 2184888"/>
                  <a:gd name="connsiteY2" fmla="*/ 5080 h 167640"/>
                  <a:gd name="connsiteX3" fmla="*/ 2184400 w 2184888"/>
                  <a:gd name="connsiteY3" fmla="*/ 157480 h 167640"/>
                  <a:gd name="connsiteX0" fmla="*/ 5080 w 2184888"/>
                  <a:gd name="connsiteY0" fmla="*/ 167640 h 177800"/>
                  <a:gd name="connsiteX1" fmla="*/ 0 w 2184888"/>
                  <a:gd name="connsiteY1" fmla="*/ 0 h 177800"/>
                  <a:gd name="connsiteX2" fmla="*/ 2184400 w 2184888"/>
                  <a:gd name="connsiteY2" fmla="*/ 5080 h 177800"/>
                  <a:gd name="connsiteX3" fmla="*/ 2184400 w 2184888"/>
                  <a:gd name="connsiteY3" fmla="*/ 177800 h 177800"/>
                  <a:gd name="connsiteX0" fmla="*/ 5080 w 2184888"/>
                  <a:gd name="connsiteY0" fmla="*/ 179070 h 179070"/>
                  <a:gd name="connsiteX1" fmla="*/ 0 w 2184888"/>
                  <a:gd name="connsiteY1" fmla="*/ 0 h 179070"/>
                  <a:gd name="connsiteX2" fmla="*/ 2184400 w 2184888"/>
                  <a:gd name="connsiteY2" fmla="*/ 5080 h 179070"/>
                  <a:gd name="connsiteX3" fmla="*/ 2184400 w 2184888"/>
                  <a:gd name="connsiteY3" fmla="*/ 177800 h 179070"/>
                  <a:gd name="connsiteX0" fmla="*/ 5080 w 2184888"/>
                  <a:gd name="connsiteY0" fmla="*/ 179070 h 227330"/>
                  <a:gd name="connsiteX1" fmla="*/ 0 w 2184888"/>
                  <a:gd name="connsiteY1" fmla="*/ 0 h 227330"/>
                  <a:gd name="connsiteX2" fmla="*/ 2184400 w 2184888"/>
                  <a:gd name="connsiteY2" fmla="*/ 5080 h 227330"/>
                  <a:gd name="connsiteX3" fmla="*/ 2184400 w 2184888"/>
                  <a:gd name="connsiteY3" fmla="*/ 227330 h 227330"/>
                  <a:gd name="connsiteX0" fmla="*/ 0 w 2186043"/>
                  <a:gd name="connsiteY0" fmla="*/ 391511 h 391511"/>
                  <a:gd name="connsiteX1" fmla="*/ 1155 w 2186043"/>
                  <a:gd name="connsiteY1" fmla="*/ 0 h 391511"/>
                  <a:gd name="connsiteX2" fmla="*/ 2185555 w 2186043"/>
                  <a:gd name="connsiteY2" fmla="*/ 5080 h 391511"/>
                  <a:gd name="connsiteX3" fmla="*/ 2185555 w 2186043"/>
                  <a:gd name="connsiteY3" fmla="*/ 227330 h 391511"/>
                  <a:gd name="connsiteX0" fmla="*/ 2586 w 2184888"/>
                  <a:gd name="connsiteY0" fmla="*/ 391511 h 391511"/>
                  <a:gd name="connsiteX1" fmla="*/ 0 w 2184888"/>
                  <a:gd name="connsiteY1" fmla="*/ 0 h 391511"/>
                  <a:gd name="connsiteX2" fmla="*/ 2184400 w 2184888"/>
                  <a:gd name="connsiteY2" fmla="*/ 5080 h 391511"/>
                  <a:gd name="connsiteX3" fmla="*/ 2184400 w 2184888"/>
                  <a:gd name="connsiteY3" fmla="*/ 227330 h 391511"/>
                  <a:gd name="connsiteX0" fmla="*/ 2586 w 2184676"/>
                  <a:gd name="connsiteY0" fmla="*/ 391511 h 429656"/>
                  <a:gd name="connsiteX1" fmla="*/ 0 w 2184676"/>
                  <a:gd name="connsiteY1" fmla="*/ 0 h 429656"/>
                  <a:gd name="connsiteX2" fmla="*/ 2184400 w 2184676"/>
                  <a:gd name="connsiteY2" fmla="*/ 5080 h 429656"/>
                  <a:gd name="connsiteX3" fmla="*/ 2181075 w 2184676"/>
                  <a:gd name="connsiteY3" fmla="*/ 429656 h 429656"/>
                  <a:gd name="connsiteX0" fmla="*/ 2586 w 2187726"/>
                  <a:gd name="connsiteY0" fmla="*/ 391511 h 429656"/>
                  <a:gd name="connsiteX1" fmla="*/ 0 w 2187726"/>
                  <a:gd name="connsiteY1" fmla="*/ 0 h 429656"/>
                  <a:gd name="connsiteX2" fmla="*/ 2184400 w 2187726"/>
                  <a:gd name="connsiteY2" fmla="*/ 5080 h 429656"/>
                  <a:gd name="connsiteX3" fmla="*/ 2187726 w 2187726"/>
                  <a:gd name="connsiteY3" fmla="*/ 429656 h 429656"/>
                  <a:gd name="connsiteX0" fmla="*/ 2586 w 2184752"/>
                  <a:gd name="connsiteY0" fmla="*/ 391511 h 429656"/>
                  <a:gd name="connsiteX1" fmla="*/ 0 w 2184752"/>
                  <a:gd name="connsiteY1" fmla="*/ 0 h 429656"/>
                  <a:gd name="connsiteX2" fmla="*/ 2184400 w 2184752"/>
                  <a:gd name="connsiteY2" fmla="*/ 5080 h 429656"/>
                  <a:gd name="connsiteX3" fmla="*/ 2182738 w 2184752"/>
                  <a:gd name="connsiteY3" fmla="*/ 429656 h 429656"/>
                  <a:gd name="connsiteX0" fmla="*/ 2586 w 2187726"/>
                  <a:gd name="connsiteY0" fmla="*/ 391511 h 429656"/>
                  <a:gd name="connsiteX1" fmla="*/ 0 w 2187726"/>
                  <a:gd name="connsiteY1" fmla="*/ 0 h 429656"/>
                  <a:gd name="connsiteX2" fmla="*/ 2184400 w 2187726"/>
                  <a:gd name="connsiteY2" fmla="*/ 5080 h 429656"/>
                  <a:gd name="connsiteX3" fmla="*/ 2187726 w 2187726"/>
                  <a:gd name="connsiteY3" fmla="*/ 429656 h 429656"/>
                  <a:gd name="connsiteX0" fmla="*/ 0 w 2189076"/>
                  <a:gd name="connsiteY0" fmla="*/ 918986 h 918986"/>
                  <a:gd name="connsiteX1" fmla="*/ 1350 w 2189076"/>
                  <a:gd name="connsiteY1" fmla="*/ 0 h 918986"/>
                  <a:gd name="connsiteX2" fmla="*/ 2185750 w 2189076"/>
                  <a:gd name="connsiteY2" fmla="*/ 5080 h 918986"/>
                  <a:gd name="connsiteX3" fmla="*/ 2189076 w 2189076"/>
                  <a:gd name="connsiteY3" fmla="*/ 429656 h 918986"/>
                  <a:gd name="connsiteX0" fmla="*/ 0 w 2185869"/>
                  <a:gd name="connsiteY0" fmla="*/ 918986 h 918986"/>
                  <a:gd name="connsiteX1" fmla="*/ 1350 w 2185869"/>
                  <a:gd name="connsiteY1" fmla="*/ 0 h 918986"/>
                  <a:gd name="connsiteX2" fmla="*/ 2185750 w 2185869"/>
                  <a:gd name="connsiteY2" fmla="*/ 5080 h 918986"/>
                  <a:gd name="connsiteX3" fmla="*/ 2172281 w 2185869"/>
                  <a:gd name="connsiteY3" fmla="*/ 807982 h 918986"/>
                  <a:gd name="connsiteX0" fmla="*/ 0 w 2185975"/>
                  <a:gd name="connsiteY0" fmla="*/ 918986 h 918986"/>
                  <a:gd name="connsiteX1" fmla="*/ 1350 w 2185975"/>
                  <a:gd name="connsiteY1" fmla="*/ 0 h 918986"/>
                  <a:gd name="connsiteX2" fmla="*/ 2185750 w 2185975"/>
                  <a:gd name="connsiteY2" fmla="*/ 5080 h 918986"/>
                  <a:gd name="connsiteX3" fmla="*/ 2180679 w 2185975"/>
                  <a:gd name="connsiteY3" fmla="*/ 633370 h 918986"/>
                  <a:gd name="connsiteX0" fmla="*/ 0 w 2186260"/>
                  <a:gd name="connsiteY0" fmla="*/ 918986 h 918986"/>
                  <a:gd name="connsiteX1" fmla="*/ 1350 w 2186260"/>
                  <a:gd name="connsiteY1" fmla="*/ 0 h 918986"/>
                  <a:gd name="connsiteX2" fmla="*/ 2185750 w 2186260"/>
                  <a:gd name="connsiteY2" fmla="*/ 5080 h 918986"/>
                  <a:gd name="connsiteX3" fmla="*/ 2185927 w 2186260"/>
                  <a:gd name="connsiteY3" fmla="*/ 615181 h 918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6260" h="918986">
                    <a:moveTo>
                      <a:pt x="0" y="918986"/>
                    </a:moveTo>
                    <a:lnTo>
                      <a:pt x="1350" y="0"/>
                    </a:lnTo>
                    <a:lnTo>
                      <a:pt x="2185750" y="5080"/>
                    </a:lnTo>
                    <a:cubicBezTo>
                      <a:pt x="2187443" y="57573"/>
                      <a:pt x="2184234" y="562688"/>
                      <a:pt x="2185927" y="615181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5BDCB2E-1AE9-20B4-F28D-875DBFD333BB}"/>
                  </a:ext>
                </a:extLst>
              </p:cNvPr>
              <p:cNvSpPr txBox="1"/>
              <p:nvPr/>
            </p:nvSpPr>
            <p:spPr>
              <a:xfrm>
                <a:off x="2230755" y="519528"/>
                <a:ext cx="70929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algn="ctr">
                  <a:defRPr sz="10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dirty="0"/>
                  <a:t>Processing</a:t>
                </a:r>
                <a:endParaRPr lang="zh-CN" altLang="en-US" dirty="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2462</TotalTime>
  <Words>76</Words>
  <Application>Microsoft Office PowerPoint</Application>
  <PresentationFormat>自定义</PresentationFormat>
  <Paragraphs>39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Times New Roman</vt:lpstr>
      <vt:lpstr>Office 2013 - 2022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9</cp:revision>
  <dcterms:created xsi:type="dcterms:W3CDTF">2026-01-23T16:53:00Z</dcterms:created>
  <dcterms:modified xsi:type="dcterms:W3CDTF">2026-03-23T13:39:54Z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A7D3EC075ACF45BBA5B96A2A7708E6C8_12</vt:lpwstr>
  </property>
  <property fmtid="{D5CDD505-2E9C-101B-9397-08002B2CF9AE}" pid="3" name="KSOProductBuildVer">
    <vt:lpwstr>2052-12.1.0.21915</vt:lpwstr>
  </property>
</Properties>
</file>