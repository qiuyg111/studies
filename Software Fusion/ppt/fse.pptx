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304" r:id="rId2"/>
    <p:sldId id="306" r:id="rId3"/>
    <p:sldId id="286" r:id="rId4"/>
    <p:sldId id="287" r:id="rId5"/>
    <p:sldId id="310" r:id="rId6"/>
    <p:sldId id="292" r:id="rId7"/>
    <p:sldId id="293" r:id="rId8"/>
    <p:sldId id="294" r:id="rId9"/>
    <p:sldId id="311" r:id="rId10"/>
    <p:sldId id="312" r:id="rId11"/>
    <p:sldId id="296" r:id="rId12"/>
    <p:sldId id="297" r:id="rId13"/>
    <p:sldId id="298" r:id="rId14"/>
    <p:sldId id="299" r:id="rId15"/>
    <p:sldId id="313" r:id="rId16"/>
    <p:sldId id="308" r:id="rId17"/>
    <p:sldId id="301" r:id="rId18"/>
    <p:sldId id="302" r:id="rId19"/>
    <p:sldId id="305"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C5C5"/>
    <a:srgbClr val="FFF2CC"/>
    <a:srgbClr val="005744"/>
    <a:srgbClr val="00B0F0"/>
    <a:srgbClr val="427AAC"/>
    <a:srgbClr val="016DB2"/>
    <a:srgbClr val="FFFFFF"/>
    <a:srgbClr val="F9FAFB"/>
    <a:srgbClr val="065543"/>
    <a:srgbClr val="2093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45288" autoAdjust="0"/>
  </p:normalViewPr>
  <p:slideViewPr>
    <p:cSldViewPr snapToGrid="0">
      <p:cViewPr>
        <p:scale>
          <a:sx n="50" d="100"/>
          <a:sy n="50" d="100"/>
        </p:scale>
        <p:origin x="2016" y="-3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Good afternoon, everyone. Today I will present our work, “One Size Does Fit All: Exploring Model Fusion for Software Engineering Tasks.”</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30923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AFB4A-1CA0-3F41-99EA-3802BD1A99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6FAD8-5079-1F39-17FF-1D75AE01FF7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D754322-7245-49FB-76A7-1BA61B237315}"/>
                  </a:ext>
                </a:extLst>
              </p:cNvPr>
              <p:cNvSpPr>
                <a:spLocks noGrp="1"/>
              </p:cNvSpPr>
              <p:nvPr>
                <p:ph type="body" idx="1"/>
              </p:nvPr>
            </p:nvSpPr>
            <p:spPr/>
            <p:txBody>
              <a:bodyPr/>
              <a:lstStyle/>
              <a:p>
                <a:r>
                  <a:rPr lang="en-US" altLang="zh-CN" dirty="0"/>
                  <a:t>Let me first introduce the background. fine-tuning for Large language models  has gradually become a common paradigm for downstream tasks.</a:t>
                </a:r>
              </a:p>
              <a:p>
                <a:r>
                  <a:rPr lang="en-US" altLang="zh-CN" dirty="0"/>
                  <a:t>In software engineering, we often fine-tune and deploy separate models for different tasks and programming languages. </a:t>
                </a:r>
              </a:p>
              <a:p>
                <a:endParaRPr lang="en-US" altLang="zh-CN" dirty="0"/>
              </a:p>
              <a:p>
                <a:r>
                  <a:rPr lang="en-US" altLang="zh-CN" dirty="0"/>
                  <a:t>However, when many checkpoints need to be deployed, the required system resources grow almost linearly with the number of tasks. This significantly increases the cost of management and deployment.</a:t>
                </a:r>
              </a:p>
              <a:p>
                <a:endParaRPr lang="zh-CN" altLang="en-US" dirty="0">
                  <a:effectLst/>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7DC9ED1-2B38-94E7-D704-1ED3998EA632}"/>
              </a:ext>
            </a:extLst>
          </p:cNvPr>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54147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28C3-1412-1F5A-3850-E6BA66B2CB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3D6BC4-DB0C-1AAE-9FED-6DEEC478775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7E604DD6-1B85-D90D-CF35-B53F7E2F217D}"/>
                  </a:ext>
                </a:extLst>
              </p:cNvPr>
              <p:cNvSpPr>
                <a:spLocks noGrp="1"/>
              </p:cNvSpPr>
              <p:nvPr>
                <p:ph type="body" idx="1"/>
              </p:nvPr>
            </p:nvSpPr>
            <p:spPr/>
            <p:txBody>
              <a:bodyPr/>
              <a:lstStyle/>
              <a:p>
                <a:pPr indent="0" algn="l">
                  <a:lnSpc>
                    <a:spcPct val="100000"/>
                  </a:lnSpc>
                </a:pPr>
                <a:r>
                  <a:rPr lang="en-US" altLang="zh-CN" dirty="0"/>
                  <a:t>Model fusion has emerged as a promising approach. It aims to merge multiple fine-tuned checkpoints into a single checkpoint, and the merged model can handle the corresponding tasks simultaneously.</a:t>
                </a:r>
              </a:p>
              <a:p>
                <a:endParaRPr lang="en-US" altLang="zh-CN" dirty="0"/>
              </a:p>
              <a:p>
                <a:r>
                  <a:rPr lang="en-US" altLang="zh-CN" dirty="0"/>
                  <a:t>Model fusion has shown strong performance in computer vision and natural language processing. However, its effectiveness in software engineering is still underexplored.</a:t>
                </a:r>
              </a:p>
              <a:p>
                <a:r>
                  <a:rPr lang="en-US" altLang="zh-CN" dirty="0"/>
                  <a:t>Therefore, the main question of our work is: can model fusion enable one unified model that can efficiently support multiple software engineering tasks and programming languages?</a:t>
                </a:r>
              </a:p>
              <a:p>
                <a:endParaRPr lang="en-US" altLang="zh-CN" dirty="0"/>
              </a:p>
              <a:p>
                <a:r>
                  <a:rPr lang="en-US" altLang="zh-CN" dirty="0"/>
                  <a:t>To answer this question, our workflow is as follows. </a:t>
                </a:r>
              </a:p>
              <a:p>
                <a:r>
                  <a:rPr lang="en-US" altLang="zh-CN" dirty="0"/>
                  <a:t>First, we use </a:t>
                </a:r>
                <a:r>
                  <a:rPr lang="en-US" altLang="zh-CN" b="1" dirty="0"/>
                  <a:t>CodeLlama-7B</a:t>
                </a:r>
                <a:r>
                  <a:rPr lang="en-US" altLang="zh-CN" dirty="0"/>
                  <a:t> as the base model and fine-tune with </a:t>
                </a:r>
                <a:r>
                  <a:rPr lang="en-US" altLang="zh-CN" b="1" dirty="0" err="1"/>
                  <a:t>LoRA</a:t>
                </a:r>
                <a:r>
                  <a:rPr lang="en-US" altLang="zh-CN" dirty="0"/>
                  <a:t> for each software engineering task and programming language.</a:t>
                </a:r>
              </a:p>
              <a:p>
                <a:endParaRPr lang="en-US" altLang="zh-CN" dirty="0"/>
              </a:p>
              <a:p>
                <a:r>
                  <a:rPr lang="en-US" altLang="zh-CN" dirty="0"/>
                  <a:t>Then, we apply model fusion approaches to the  </a:t>
                </a:r>
                <a:r>
                  <a:rPr lang="en-US" altLang="zh-CN" dirty="0" err="1"/>
                  <a:t>LoRA</a:t>
                </a:r>
                <a:r>
                  <a:rPr lang="en-US" altLang="zh-CN" dirty="0"/>
                  <a:t> parameters.</a:t>
                </a:r>
              </a:p>
              <a:p>
                <a:endParaRPr lang="en-US" altLang="zh-CN" dirty="0"/>
              </a:p>
              <a:p>
                <a:r>
                  <a:rPr lang="en-US" altLang="zh-CN" dirty="0"/>
                  <a:t>Finally, we load the fused </a:t>
                </a:r>
                <a:r>
                  <a:rPr lang="en-US" altLang="zh-CN" dirty="0" err="1"/>
                  <a:t>LoRA</a:t>
                </a:r>
                <a:r>
                  <a:rPr lang="en-US" altLang="zh-CN" dirty="0"/>
                  <a:t> parameters into the base model for inference and evaluate the fusion performance.</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447AA51-3944-FB6B-42A0-1541FF832B53}"/>
              </a:ext>
            </a:extLst>
          </p:cNvPr>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361467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FC4F-26E9-6796-1272-26E63AE3EF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3584A5-4EE6-A822-5E2A-156A9FD430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4C53F0-08DA-2072-AF2E-C30A8355A6BF}"/>
                  </a:ext>
                </a:extLst>
              </p:cNvPr>
              <p:cNvSpPr>
                <a:spLocks noGrp="1"/>
              </p:cNvSpPr>
              <p:nvPr>
                <p:ph type="body" idx="1"/>
              </p:nvPr>
            </p:nvSpPr>
            <p:spPr/>
            <p:txBody>
              <a:bodyPr/>
              <a:lstStyle/>
              <a:p>
                <a:r>
                  <a:rPr lang="en-US" altLang="zh-CN" dirty="0"/>
                  <a:t>We mainly investigate four model fusion approaches.</a:t>
                </a:r>
              </a:p>
              <a:p>
                <a:endParaRPr lang="en-US" altLang="zh-CN" dirty="0"/>
              </a:p>
              <a:p>
                <a:r>
                  <a:rPr lang="en-US" altLang="zh-CN" dirty="0"/>
                  <a:t>The first is Task Arithmetic, which treats the fine-tuned </a:t>
                </a:r>
                <a:r>
                  <a:rPr lang="en-US" altLang="zh-CN" dirty="0" err="1"/>
                  <a:t>LoRA</a:t>
                </a:r>
                <a:r>
                  <a:rPr lang="en-US" altLang="zh-CN" dirty="0"/>
                  <a:t> parameters as task vectors. then obtain the fused parameters by summing these vectors and applying a scaling coefficient.</a:t>
                </a:r>
              </a:p>
              <a:p>
                <a:endParaRPr lang="en-US" altLang="zh-CN" dirty="0"/>
              </a:p>
              <a:p>
                <a:r>
                  <a:rPr lang="en-US" altLang="zh-CN" dirty="0"/>
                  <a:t>The second is TIES-Merging. It observes that directly adding task vectors can lead to two issues. The first is parameter redundancy: for some dimensions, a task may have only very small changes, but these values can still interfere with other tasks after averaging. That is the average value is small. The second issue is sign conflict, where different tasks may update in opposite directions.</a:t>
                </a:r>
              </a:p>
              <a:p>
                <a:r>
                  <a:rPr lang="en-US" altLang="zh-CN" dirty="0"/>
                  <a:t>To address these issues, TIES-Merging first keeps only the top-k parameters with the largest magnitudes for each task. Then, for each dimension, it retains only the parameters whose signs agree with the dominant sign and sets the others to zero. Finally, it averages the remaining non-zero parameters.</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4FA3F535-2F77-4197-D586-0ED8E3DDF02A}"/>
              </a:ext>
            </a:extLst>
          </p:cNvPr>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722160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D7CF-E143-0D5F-D3E5-640993F696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DEBCC3-F62F-32DD-1EFD-C1FCC658453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75C6C17-EA3D-DFF3-FD44-14C7BD7B5EEB}"/>
                  </a:ext>
                </a:extLst>
              </p:cNvPr>
              <p:cNvSpPr>
                <a:spLocks noGrp="1"/>
              </p:cNvSpPr>
              <p:nvPr>
                <p:ph type="body" idx="1"/>
              </p:nvPr>
            </p:nvSpPr>
            <p:spPr/>
            <p:txBody>
              <a:bodyPr/>
              <a:lstStyle/>
              <a:p>
                <a:r>
                  <a:rPr lang="en-US" altLang="zh-CN" b="1" dirty="0"/>
                  <a:t>The third is learnable fusion coefficients.</a:t>
                </a:r>
                <a:r>
                  <a:rPr lang="en-US" altLang="zh-CN" dirty="0"/>
                  <a:t> Instead of treating all task vectors equally, it assigns a learnable coefficient to each task vector. then These coefficients are optimized through gradient descent to achieve better fusion performance.</a:t>
                </a:r>
              </a:p>
              <a:p>
                <a:endParaRPr lang="en-US" altLang="zh-CN" dirty="0"/>
              </a:p>
              <a:p>
                <a:r>
                  <a:rPr lang="en-US" altLang="zh-CN" b="1" dirty="0"/>
                  <a:t>The last is TALL-Masks.</a:t>
                </a:r>
                <a:r>
                  <a:rPr lang="en-US" altLang="zh-CN" dirty="0"/>
                  <a:t> It introduces an additional mask for each task to identify the task-relevant parameters from the fused parameters.</a:t>
                </a:r>
              </a:p>
              <a:p>
                <a:endParaRPr lang="en-US" altLang="zh-CN" dirty="0"/>
              </a:p>
              <a:p>
                <a:r>
                  <a:rPr lang="en-US" altLang="zh-CN" dirty="0"/>
                  <a:t>In our implementation, we obtain the fused parameters using </a:t>
                </a:r>
                <a:r>
                  <a:rPr lang="en-US" altLang="zh-CN" b="1" dirty="0"/>
                  <a:t>max fusion</a:t>
                </a:r>
                <a:r>
                  <a:rPr lang="en-US" altLang="zh-CN" dirty="0"/>
                  <a:t>, which means that, for each dimension, we keep the value with the largest absolute magnitude </a:t>
                </a:r>
                <a:r>
                  <a:rPr lang="en-US" altLang="zh-CN" b="1" dirty="0"/>
                  <a:t>along with its sign</a:t>
                </a:r>
                <a:r>
                  <a:rPr lang="en-US" altLang="zh-CN" dirty="0"/>
                  <a:t>.</a:t>
                </a:r>
              </a:p>
              <a:p>
                <a:r>
                  <a:rPr lang="en-US" altLang="zh-CN" dirty="0"/>
                  <a:t>Then, for each task, We construct the mask using the formula shown here. The intuition is simple: if the difference between the fused parameter and the corresponding fine-tuned parameter is within a certain range,  we consider that this dimension is relevant to the task and keep it.</a:t>
                </a:r>
              </a:p>
              <a:p>
                <a:r>
                  <a:rPr lang="en-US" altLang="zh-CN" dirty="0"/>
                  <a:t>During inference, for each task, we use the corresponding mask to extract the relevant parameters from the fused parameters for inference.</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1052F0AF-BFEA-5CFE-40F8-2077943C6F27}"/>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4431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CFED-8863-137C-1513-BDCF1C7EB1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DDA035-B8FC-F5D3-A47B-A0EC8EF665C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4279E8CF-0A32-CA39-0717-72FD630ACD3C}"/>
                  </a:ext>
                </a:extLst>
              </p:cNvPr>
              <p:cNvSpPr>
                <a:spLocks noGrp="1"/>
              </p:cNvSpPr>
              <p:nvPr>
                <p:ph type="body" idx="1"/>
              </p:nvPr>
            </p:nvSpPr>
            <p:spPr/>
            <p:txBody>
              <a:bodyPr/>
              <a:lstStyle/>
              <a:p>
                <a:r>
                  <a:rPr lang="en-US" altLang="zh-CN" dirty="0"/>
                  <a:t>To evaluate the effectiveness of these fusion approaches, we conduct experiments on three program understanding tasks and three program generation tasks,</a:t>
                </a:r>
              </a:p>
              <a:p>
                <a:endParaRPr lang="en-US" altLang="zh-CN" dirty="0"/>
              </a:p>
              <a:p>
                <a:r>
                  <a:rPr lang="en-US" altLang="zh-CN" dirty="0"/>
                  <a:t>We aim to answer four research questions.</a:t>
                </a:r>
              </a:p>
              <a:p>
                <a:r>
                  <a:rPr lang="en-US" altLang="zh-CN" dirty="0"/>
                  <a:t>First, how well does model fusion perform across multiple programming languages within the same task? To answer this question, we conduct experiments on code search and code repair tasks, and merge six popular programming languages. </a:t>
                </a:r>
              </a:p>
              <a:p>
                <a:r>
                  <a:rPr lang="en-US" altLang="zh-CN" dirty="0"/>
                  <a:t>Second question is how well does model fusion perform across multiple software engineering tasks within the same programming language, we separately merge three program understanding tasks and three program generation tasks.</a:t>
                </a:r>
              </a:p>
              <a:p>
                <a:r>
                  <a:rPr lang="en-US" altLang="zh-CN" dirty="0"/>
                  <a:t>Third question  is how well does model fusion perform when merge both multiple tasks and multiple programming languages? We merge the all tasks studied in question 2 to evaluate this setting. </a:t>
                </a:r>
              </a:p>
              <a:p>
                <a:r>
                  <a:rPr lang="en-US" altLang="zh-CN" dirty="0"/>
                  <a:t>Finally, we improve existing approaches to further enhance the fusion performance. </a:t>
                </a:r>
              </a:p>
              <a:p>
                <a:r>
                  <a:rPr lang="en-US" altLang="zh-CN" dirty="0"/>
                  <a:t>For evaluation, we use normalized accuracy, which is defined as the ratio between the performance of the fused model and that of the fine-tuned model. A higher value indicates better fusion performance.</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B5E79680-BC24-FE21-FDAC-3DE239B38738}"/>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63076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72BE-77C9-6C68-E4B9-7FBED92278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D54B72-6219-3344-1EC1-7B6AA67484A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ACE0CAE0-591B-876D-00DD-F1B2B9F77FDA}"/>
                  </a:ext>
                </a:extLst>
              </p:cNvPr>
              <p:cNvSpPr>
                <a:spLocks noGrp="1"/>
              </p:cNvSpPr>
              <p:nvPr>
                <p:ph type="body" idx="1"/>
              </p:nvPr>
            </p:nvSpPr>
            <p:spPr/>
            <p:txBody>
              <a:bodyPr/>
              <a:lstStyle/>
              <a:p>
                <a:r>
                  <a:rPr lang="en-US" altLang="zh-CN" dirty="0"/>
                  <a:t>Let us first look at the first question, which studies multi-language fusion.</a:t>
                </a:r>
              </a:p>
              <a:p>
                <a:r>
                  <a:rPr lang="en-US" altLang="zh-CN" dirty="0"/>
                  <a:t>The depth of the red color indicates the degree of performance drop after fusion.</a:t>
                </a:r>
              </a:p>
              <a:p>
                <a:r>
                  <a:rPr lang="en-US" altLang="zh-CN" dirty="0"/>
                  <a:t>For the code search task, we can see that all approaches preserve performance very well, with over 98% of the original fine-tuned performance.</a:t>
                </a:r>
              </a:p>
              <a:p>
                <a:r>
                  <a:rPr lang="en-US" altLang="zh-CN" dirty="0"/>
                  <a:t>However, for the code repair task, almost all approaches suffer substantial performance drops on Go and PHP.</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C2D585DE-9CB7-09EF-AAB8-89C6E3B917F8}"/>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754343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85B2-4387-0D30-39CC-0307A1021D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B5BE45-E9B5-6AB0-3FE6-B8E6CCB13C8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674141-923E-E67F-D40F-DCD94F93E4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To understand the reason behind this, we conduct the following analysis.</a:t>
                </a:r>
              </a:p>
              <a:p>
                <a:r>
                  <a:rPr lang="en-US" altLang="zh-CN" dirty="0"/>
                  <a:t>These two figures show the distributions of the absolute parameter changes for code search and code repair.</a:t>
                </a:r>
              </a:p>
              <a:p>
                <a:r>
                  <a:rPr lang="en-US" altLang="zh-CN" dirty="0"/>
                  <a:t>We can see that, for code search, the distributions across different languages are much more balanced than those for code repair. This is probably because the training data is more balanced across languages in the code search</a:t>
                </a:r>
              </a:p>
              <a:p>
                <a:r>
                  <a:rPr lang="en-US" altLang="zh-CN" dirty="0"/>
                  <a:t>As a result, the fused model can maintain strong performance on code search. </a:t>
                </a:r>
              </a:p>
              <a:p>
                <a:r>
                  <a:rPr lang="en-US" altLang="zh-CN" dirty="0"/>
                  <a:t>However</a:t>
                </a:r>
                <a:r>
                  <a:rPr lang="zh-CN" altLang="en-US" dirty="0"/>
                  <a:t>， </a:t>
                </a:r>
                <a:r>
                  <a:rPr lang="en-US" altLang="zh-CN" dirty="0"/>
                  <a:t>For code repair,, performance degradation usually occurs on tasks with smaller parameter changes, such as Go and PHP.</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2E93011-9202-988F-62A0-A28E118C7F8D}"/>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878763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F9432-C187-414E-74B2-83BD12AAC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FEEA22-AEAE-BD16-0949-456653C2EC4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3C611353-72F7-D720-AB65-F1F79442D459}"/>
                  </a:ext>
                </a:extLst>
              </p:cNvPr>
              <p:cNvSpPr>
                <a:spLocks noGrp="1"/>
              </p:cNvSpPr>
              <p:nvPr>
                <p:ph type="body" idx="1"/>
              </p:nvPr>
            </p:nvSpPr>
            <p:spPr/>
            <p:txBody>
              <a:bodyPr/>
              <a:lstStyle/>
              <a:p>
                <a:pPr indent="0" algn="l">
                  <a:lnSpc>
                    <a:spcPct val="100000"/>
                  </a:lnSpc>
                </a:pPr>
                <a:r>
                  <a:rPr lang="en-US" altLang="zh-CN" dirty="0"/>
                  <a:t>We also observe that, for some languages, fusion can even improve performance. For example, this happens for JavaScript in both code search and code repair.</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5D68576-60A8-4EB9-EE3B-DAACCED19C56}"/>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39452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53598-854B-195F-A5D5-B7E7AF74F2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17AB75-2F9A-3145-D82A-7A40CB24676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FB5D8FA1-98DB-EB33-5239-DE13591E4679}"/>
                  </a:ext>
                </a:extLst>
              </p:cNvPr>
              <p:cNvSpPr>
                <a:spLocks noGrp="1"/>
              </p:cNvSpPr>
              <p:nvPr>
                <p:ph type="body" idx="1"/>
              </p:nvPr>
            </p:nvSpPr>
            <p:spPr/>
            <p:txBody>
              <a:bodyPr/>
              <a:lstStyle/>
              <a:p>
                <a:r>
                  <a:rPr lang="en-US" altLang="zh-CN" dirty="0"/>
                  <a:t>Here we show an example from code repair. For JavaScript and Go, their test sets contain similar bug. However, the JavaScript’s fine-tuned model fails to fix the bug, while the Go’s fine-tuned model is successful to fix.</a:t>
                </a:r>
              </a:p>
              <a:p>
                <a:r>
                  <a:rPr lang="en-US" altLang="zh-CN" dirty="0"/>
                  <a:t>After fusion, the fused model successfully fixes the JavaScript bug.</a:t>
                </a:r>
              </a:p>
              <a:p>
                <a:r>
                  <a:rPr lang="en-US" altLang="zh-CN" dirty="0"/>
                  <a:t>This suggests that when samples from different languages share similar patterns, model fusion can transfer useful knowledge across languages and improve performance.</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ACAC1C92-B28C-03F2-E698-094CD2BA0267}"/>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748831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10F24-B386-531F-AFBF-CEC7940A11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0DBA09-84B4-10BA-7713-5D6270AE6F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8A49603-1384-3928-0536-FB8EF475EC63}"/>
                  </a:ext>
                </a:extLst>
              </p:cNvPr>
              <p:cNvSpPr>
                <a:spLocks noGrp="1"/>
              </p:cNvSpPr>
              <p:nvPr>
                <p:ph type="body" idx="1"/>
              </p:nvPr>
            </p:nvSpPr>
            <p:spPr/>
            <p:txBody>
              <a:bodyPr/>
              <a:lstStyle/>
              <a:p>
                <a:r>
                  <a:rPr lang="en-US" altLang="zh-CN" dirty="0"/>
                  <a:t>Here shows the fusion performance for multiple task within the same PL</a:t>
                </a:r>
              </a:p>
              <a:p>
                <a:r>
                  <a:rPr lang="en-US" altLang="zh-CN" dirty="0"/>
                  <a:t>The two tables report the results for program understanding tasks in Java and program generation tasks in Python, respectively.</a:t>
                </a:r>
              </a:p>
              <a:p>
                <a:r>
                  <a:rPr lang="en-US" altLang="zh-CN" dirty="0"/>
                  <a:t>We can see that, on vulnerability detection and code repair, except TALL-Masks  the other approaches suffer substantial performance drops. In contrast, for clone detection and code summarization, all approaches maintain very good performance.</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D59C0610-D0A5-B46A-9886-B8D54451BF4F}"/>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667609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E6DF-4721-D7F2-518A-743318D68A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4E2F1-29CD-E613-5EFF-4390E1580C8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00DFC2F-C3D2-707C-488C-8436E9430930}"/>
                  </a:ext>
                </a:extLst>
              </p:cNvPr>
              <p:cNvSpPr>
                <a:spLocks noGrp="1"/>
              </p:cNvSpPr>
              <p:nvPr>
                <p:ph type="body" idx="1"/>
              </p:nvPr>
            </p:nvSpPr>
            <p:spPr/>
            <p:txBody>
              <a:bodyPr/>
              <a:lstStyle/>
              <a:p>
                <a:r>
                  <a:rPr lang="en-US" altLang="zh-CN" dirty="0"/>
                  <a:t>The figure on the left shows the distribution of fine-tuned parameter changes across different tasks. We can see that the distributions are significantly different across tasks..</a:t>
                </a:r>
              </a:p>
              <a:p>
                <a:r>
                  <a:rPr lang="en-US" altLang="zh-CN" dirty="0"/>
                  <a:t>The figure on the right shows the cosine similarity of hidden states among different models, including the vulnerability detection fine-tuned model, the clone detection fine-tuned model, and the fused model for program understanding tasks.</a:t>
                </a:r>
              </a:p>
              <a:p>
                <a:r>
                  <a:rPr lang="en-US" altLang="zh-CN" dirty="0"/>
                  <a:t>We find that the fused model behaves more similarly to the clone detection model.</a:t>
                </a:r>
              </a:p>
              <a:p>
                <a:r>
                  <a:rPr lang="en-US" altLang="zh-CN" dirty="0"/>
                  <a:t>Furthermore, clone detection has larger parameter changes than vulnerability detection. We refer to such tasks as strong-feature tasks.</a:t>
                </a:r>
              </a:p>
              <a:p>
                <a:r>
                  <a:rPr lang="en-US" altLang="zh-CN" dirty="0"/>
                  <a:t>Therefore, we can conclude that, in the multi-task fusion within same programming language, This explains why the performance of clone detection is good, while the performance of vulnerability detection drops substantially.</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58F3948E-F17D-4269-E73B-164CEF4313DA}"/>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37130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2104-7A70-BA7D-EFC3-0ACCC34262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566F86-D82C-39A1-C61E-6C48E589592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FFFC3AC-DB78-EDD1-F8AE-670DFFC0B16D}"/>
                  </a:ext>
                </a:extLst>
              </p:cNvPr>
              <p:cNvSpPr>
                <a:spLocks noGrp="1"/>
              </p:cNvSpPr>
              <p:nvPr>
                <p:ph type="body" idx="1"/>
              </p:nvPr>
            </p:nvSpPr>
            <p:spPr/>
            <p:txBody>
              <a:bodyPr/>
              <a:lstStyle/>
              <a:p>
                <a:pPr indent="0" algn="l">
                  <a:lnSpc>
                    <a:spcPct val="100000"/>
                  </a:lnSpc>
                </a:pPr>
                <a:r>
                  <a:rPr lang="en-US" altLang="zh-CN" dirty="0"/>
                  <a:t>The table shows the results of merging three Java program understanding tasks and three Python program generation tasks.</a:t>
                </a:r>
              </a:p>
              <a:p>
                <a:r>
                  <a:rPr lang="en-US" altLang="zh-CN" dirty="0"/>
                  <a:t>We observe that almost all approaches suffer large performance drops on certain tasks. A possible reason is that different programming languages and different tasks introduce stronger feature conflicts.</a:t>
                </a:r>
              </a:p>
              <a:p>
                <a:r>
                  <a:rPr lang="en-US" altLang="zh-CN" dirty="0"/>
                  <a:t>For TALL-Masks, the performance drop on vulnerability detection is particularly large, it retains only 36% of the original fine-tuned performance.</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F05213B2-A9DE-58B2-88EB-2B0E8277B7AC}"/>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794326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8438-7BCA-7AC2-372E-1835D43712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C29C51-E4E6-23C9-387E-AC393BD9095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5C8D6BE-92EC-57D2-417D-088AEDD56D99}"/>
                  </a:ext>
                </a:extLst>
              </p:cNvPr>
              <p:cNvSpPr>
                <a:spLocks noGrp="1"/>
              </p:cNvSpPr>
              <p:nvPr>
                <p:ph type="body" idx="1"/>
              </p:nvPr>
            </p:nvSpPr>
            <p:spPr/>
            <p:txBody>
              <a:bodyPr/>
              <a:lstStyle/>
              <a:p>
                <a:r>
                  <a:rPr lang="en-US" altLang="zh-CN" dirty="0"/>
                  <a:t>To understand why TALL-Masks suffers large performance drop in some scenarios, we conduct a deep analysis.</a:t>
                </a:r>
              </a:p>
              <a:p>
                <a:r>
                  <a:rPr lang="en-US" altLang="zh-CN" dirty="0"/>
                  <a:t>Recall that TALL-Masks constructs a mask for each task to identify the most relevant parameters.</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0D16A2BD-856D-4D82-93EE-21457AFF7FB1}"/>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096094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FD08-FB33-4243-EA11-1D526AD7D3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DFD123-0C6F-F633-0BA4-1126A76855A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4BA4A12-19CE-5B62-8390-7067A7E9A471}"/>
                  </a:ext>
                </a:extLst>
              </p:cNvPr>
              <p:cNvSpPr>
                <a:spLocks noGrp="1"/>
              </p:cNvSpPr>
              <p:nvPr>
                <p:ph type="body" idx="1"/>
              </p:nvPr>
            </p:nvSpPr>
            <p:spPr/>
            <p:txBody>
              <a:bodyPr/>
              <a:lstStyle/>
              <a:p>
                <a:r>
                  <a:rPr lang="en-US" altLang="zh-CN" dirty="0"/>
                  <a:t>We therefore study how well TALL-Masks preserves parameters with different levels of importance.</a:t>
                </a:r>
              </a:p>
              <a:p>
                <a:r>
                  <a:rPr lang="en-US" altLang="zh-CN" dirty="0"/>
                  <a:t>This figure shows the parameter retention rates for different languages and tasks in the multi-task, multi-language fusion setting.</a:t>
                </a:r>
              </a:p>
              <a:p>
                <a:r>
                  <a:rPr lang="en-US" altLang="zh-CN" dirty="0"/>
                  <a:t>We find that, for vulnerability detection, which is a weak-feature task, the retention rate of the top 10% largest parameters is very low. This indicates that the mask fails to effectively retain the most task-relevant parameters, and lead to performance degradation on these tasks.</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C5B28218-615F-66D9-53F9-E4F6B010E433}"/>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391136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D0A4-DA12-E52D-A142-8E337A5165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5846C1-FB50-C578-EDF3-E2DBE7EADEE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11D00B2A-1704-F822-6978-24C3114802C3}"/>
                  </a:ext>
                </a:extLst>
              </p:cNvPr>
              <p:cNvSpPr>
                <a:spLocks noGrp="1"/>
              </p:cNvSpPr>
              <p:nvPr>
                <p:ph type="body" idx="1"/>
              </p:nvPr>
            </p:nvSpPr>
            <p:spPr/>
            <p:txBody>
              <a:bodyPr/>
              <a:lstStyle/>
              <a:p>
                <a:pPr indent="0" algn="l">
                  <a:lnSpc>
                    <a:spcPct val="100000"/>
                  </a:lnSpc>
                </a:pPr>
                <a:r>
                  <a:rPr lang="en-US" altLang="zh-CN" dirty="0"/>
                  <a:t>Finally, we try to improve TALL-Mask to enhance its performance on weak-feature tasks, that is, tasks with smaller parameter changes.</a:t>
                </a:r>
              </a:p>
              <a:p>
                <a:r>
                  <a:rPr lang="en-US" altLang="zh-CN" dirty="0"/>
                  <a:t>Our key observation is that, during max fusion, weak features can be overwhelmed by strong features. As a result, the constructed mask cannot effectively locate the key parameter dimensions for weak-feature tasks.</a:t>
                </a:r>
              </a:p>
              <a:p>
                <a:r>
                  <a:rPr lang="en-US" altLang="zh-CN" dirty="0"/>
                  <a:t>Inspired by the  feature normalization technique, our idea is to map the parameter ranges of different tasks to a same scale.</a:t>
                </a:r>
              </a:p>
              <a:p>
                <a:r>
                  <a:rPr lang="en-US" altLang="zh-CN" dirty="0"/>
                  <a:t>Specifically, we amplify weak features according to the ratio of their absolute values before fusion. Once the importance of weak features is increased, the mask can better identify them in the fused parameters.</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2D207F80-19F4-18A4-716F-C20A508C20BD}"/>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794222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21C2-FC30-E47D-B03D-D82071671B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3ED33-85DF-6FAC-1BE1-6CB1A443618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509D9360-C537-8257-5AD2-8EE6C5C92BDA}"/>
                  </a:ext>
                </a:extLst>
              </p:cNvPr>
              <p:cNvSpPr>
                <a:spLocks noGrp="1"/>
              </p:cNvSpPr>
              <p:nvPr>
                <p:ph type="body" idx="1"/>
              </p:nvPr>
            </p:nvSpPr>
            <p:spPr/>
            <p:txBody>
              <a:bodyPr/>
              <a:lstStyle/>
              <a:p>
                <a:r>
                  <a:rPr lang="en-US" altLang="zh-CN" dirty="0"/>
                  <a:t>The experimental results show that, under both the multi-language fusion setting and the multi-task, multi-language fusion setting, our approach retains 100% of the original fine-tuned performance.</a:t>
                </a:r>
              </a:p>
              <a:p>
                <a:r>
                  <a:rPr lang="en-US" altLang="zh-CN" dirty="0"/>
                  <a:t>Compared with TALL-Masks, our approach achieves fusion performance improvement with 24% on PHP in the code repair task and 63.4% in vulnerability detection.</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33C5354A-BF9C-10D0-4BE7-122B760332A6}"/>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739362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0344-DA62-3B88-DDD0-7AE18ADE7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813C8B-4D02-109E-4F16-964F4682CFE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87BF293-2028-B191-157F-B8B8D8DDBBEE}"/>
                  </a:ext>
                </a:extLst>
              </p:cNvPr>
              <p:cNvSpPr>
                <a:spLocks noGrp="1"/>
              </p:cNvSpPr>
              <p:nvPr>
                <p:ph type="body" idx="1"/>
              </p:nvPr>
            </p:nvSpPr>
            <p:spPr/>
            <p:txBody>
              <a:bodyPr/>
              <a:lstStyle/>
              <a:p>
                <a:r>
                  <a:rPr lang="en-US" altLang="zh-CN" dirty="0"/>
                  <a:t>From these two figures, we can see that after normalization, the parameter distributions of different tasks become more similar.</a:t>
                </a:r>
              </a:p>
              <a:p>
                <a:r>
                  <a:rPr lang="en-US" altLang="zh-CN" dirty="0"/>
                  <a:t>Moreover, for all tasks, the retention rate of important parameters is significantly high.</a:t>
                </a: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A695EAD3-A141-7BAA-8FDF-0E5CE8568099}"/>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279313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 Thank you for listening.</a:t>
            </a:r>
          </a:p>
          <a:p>
            <a:endParaRPr lang="en-US" altLang="zh-CN" dirty="0"/>
          </a:p>
        </p:txBody>
      </p:sp>
      <p:sp>
        <p:nvSpPr>
          <p:cNvPr id="4" name="灯片编号占位符 3"/>
          <p:cNvSpPr>
            <a:spLocks noGrp="1"/>
          </p:cNvSpPr>
          <p:nvPr>
            <p:ph type="sldNum" sz="quarter" idx="5"/>
          </p:nvPr>
        </p:nvSpPr>
        <p:spPr/>
        <p:txBody>
          <a:bodyPr/>
          <a:lstStyle/>
          <a:p>
            <a:fld id="{A423D23B-4C80-4E3C-A7A0-481D37E73F16}" type="slidenum">
              <a:rPr lang="zh-CN" altLang="en-US" smtClean="0"/>
              <a:t>19</a:t>
            </a:fld>
            <a:endParaRPr lang="zh-CN" altLang="en-US"/>
          </a:p>
        </p:txBody>
      </p:sp>
    </p:spTree>
    <p:extLst>
      <p:ext uri="{BB962C8B-B14F-4D97-AF65-F5344CB8AC3E}">
        <p14:creationId xmlns:p14="http://schemas.microsoft.com/office/powerpoint/2010/main" val="2988428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无图使用）">
    <p:spTree>
      <p:nvGrpSpPr>
        <p:cNvPr id="1" name=""/>
        <p:cNvGrpSpPr/>
        <p:nvPr/>
      </p:nvGrpSpPr>
      <p:grpSpPr>
        <a:xfrm>
          <a:off x="0" y="0"/>
          <a:ext cx="0" cy="0"/>
          <a:chOff x="0" y="0"/>
          <a:chExt cx="0" cy="0"/>
        </a:xfrm>
      </p:grpSpPr>
      <p:pic>
        <p:nvPicPr>
          <p:cNvPr id="3" name="图片 2"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10" name="标题 1"/>
          <p:cNvSpPr>
            <a:spLocks noGrp="1"/>
          </p:cNvSpPr>
          <p:nvPr>
            <p:ph type="ctrTitle" hasCustomPrompt="1"/>
          </p:nvPr>
        </p:nvSpPr>
        <p:spPr>
          <a:xfrm>
            <a:off x="531273" y="1514898"/>
            <a:ext cx="7224995" cy="712054"/>
          </a:xfrm>
        </p:spPr>
        <p:txBody>
          <a:bodyPr anchor="b">
            <a:noAutofit/>
          </a:bodyPr>
          <a:lstStyle>
            <a:lvl1pPr algn="l">
              <a:defRPr sz="4600" b="1">
                <a:solidFill>
                  <a:srgbClr val="005744"/>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11"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12"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4" name="图片 3" descr="未标题-4-13"/>
          <p:cNvPicPr>
            <a:picLocks noChangeAspect="1"/>
          </p:cNvPicPr>
          <p:nvPr userDrawn="1"/>
        </p:nvPicPr>
        <p:blipFill>
          <a:blip r:embed="rId3"/>
          <a:stretch>
            <a:fillRect/>
          </a:stretch>
        </p:blipFill>
        <p:spPr>
          <a:xfrm>
            <a:off x="656590" y="2212340"/>
            <a:ext cx="6365240" cy="882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首页（有图使用）">
    <p:spTree>
      <p:nvGrpSpPr>
        <p:cNvPr id="1" name=""/>
        <p:cNvGrpSpPr/>
        <p:nvPr/>
      </p:nvGrpSpPr>
      <p:grpSpPr>
        <a:xfrm>
          <a:off x="0" y="0"/>
          <a:ext cx="0" cy="0"/>
          <a:chOff x="0" y="0"/>
          <a:chExt cx="0" cy="0"/>
        </a:xfrm>
      </p:grpSpPr>
      <p:pic>
        <p:nvPicPr>
          <p:cNvPr id="2" name="图片 1" descr="未标题-4-14"/>
          <p:cNvPicPr>
            <a:picLocks noChangeAspect="1"/>
          </p:cNvPicPr>
          <p:nvPr userDrawn="1"/>
        </p:nvPicPr>
        <p:blipFill>
          <a:blip r:embed="rId2"/>
          <a:stretch>
            <a:fillRect/>
          </a:stretch>
        </p:blipFill>
        <p:spPr>
          <a:xfrm>
            <a:off x="-98425" y="-52070"/>
            <a:ext cx="12389485" cy="6962140"/>
          </a:xfrm>
          <a:prstGeom prst="rect">
            <a:avLst/>
          </a:prstGeom>
        </p:spPr>
      </p:pic>
      <p:sp>
        <p:nvSpPr>
          <p:cNvPr id="6"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7" name="标题 1"/>
          <p:cNvSpPr>
            <a:spLocks noGrp="1"/>
          </p:cNvSpPr>
          <p:nvPr>
            <p:ph type="ctrTitle" hasCustomPrompt="1"/>
          </p:nvPr>
        </p:nvSpPr>
        <p:spPr>
          <a:xfrm>
            <a:off x="531273" y="1514898"/>
            <a:ext cx="7224995" cy="712054"/>
          </a:xfrm>
        </p:spPr>
        <p:txBody>
          <a:bodyPr anchor="b">
            <a:noAutofit/>
          </a:bodyPr>
          <a:lstStyle>
            <a:lvl1pPr algn="l">
              <a:defRPr sz="4600" b="1">
                <a:solidFill>
                  <a:schemeClr val="bg1"/>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8"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1" name="图片 20" descr="未标题-4-15"/>
          <p:cNvPicPr>
            <a:picLocks noChangeAspect="1"/>
          </p:cNvPicPr>
          <p:nvPr userDrawn="1"/>
        </p:nvPicPr>
        <p:blipFill>
          <a:blip r:embed="rId2"/>
          <a:stretch>
            <a:fillRect/>
          </a:stretch>
        </p:blipFill>
        <p:spPr>
          <a:xfrm>
            <a:off x="0" y="7620"/>
            <a:ext cx="12192000" cy="6850380"/>
          </a:xfrm>
          <a:prstGeom prst="rect">
            <a:avLst/>
          </a:prstGeom>
        </p:spPr>
      </p:pic>
      <p:sp>
        <p:nvSpPr>
          <p:cNvPr id="4" name="文本占位符 14"/>
          <p:cNvSpPr>
            <a:spLocks noGrp="1"/>
          </p:cNvSpPr>
          <p:nvPr>
            <p:ph type="body" sz="quarter" idx="11" hasCustomPrompt="1"/>
          </p:nvPr>
        </p:nvSpPr>
        <p:spPr>
          <a:xfrm>
            <a:off x="5392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01</a:t>
            </a:r>
            <a:endParaRPr lang="zh-CN" altLang="en-US" dirty="0"/>
          </a:p>
        </p:txBody>
      </p:sp>
      <p:sp>
        <p:nvSpPr>
          <p:cNvPr id="5" name="文本占位符 16"/>
          <p:cNvSpPr>
            <a:spLocks noGrp="1"/>
          </p:cNvSpPr>
          <p:nvPr>
            <p:ph type="body" sz="quarter" idx="12" hasCustomPrompt="1"/>
          </p:nvPr>
        </p:nvSpPr>
        <p:spPr>
          <a:xfrm>
            <a:off x="5392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6" name="文本占位符 18"/>
          <p:cNvSpPr>
            <a:spLocks noGrp="1"/>
          </p:cNvSpPr>
          <p:nvPr>
            <p:ph type="body" sz="quarter" idx="13" hasCustomPrompt="1"/>
          </p:nvPr>
        </p:nvSpPr>
        <p:spPr>
          <a:xfrm>
            <a:off x="5392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1-01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1-02</a:t>
            </a:r>
            <a:endParaRPr lang="zh-CN" altLang="en-US" dirty="0"/>
          </a:p>
          <a:p>
            <a:pPr lvl="0"/>
            <a:endParaRPr lang="zh-CN" altLang="en-US" dirty="0"/>
          </a:p>
        </p:txBody>
      </p:sp>
      <p:sp>
        <p:nvSpPr>
          <p:cNvPr id="12" name="文本占位符 14"/>
          <p:cNvSpPr>
            <a:spLocks noGrp="1"/>
          </p:cNvSpPr>
          <p:nvPr>
            <p:ph type="body" sz="quarter" idx="14" hasCustomPrompt="1"/>
          </p:nvPr>
        </p:nvSpPr>
        <p:spPr>
          <a:xfrm>
            <a:off x="34920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02</a:t>
            </a:r>
            <a:endParaRPr lang="zh-CN" altLang="en-US" dirty="0"/>
          </a:p>
        </p:txBody>
      </p:sp>
      <p:sp>
        <p:nvSpPr>
          <p:cNvPr id="13" name="文本占位符 16"/>
          <p:cNvSpPr>
            <a:spLocks noGrp="1"/>
          </p:cNvSpPr>
          <p:nvPr>
            <p:ph type="body" sz="quarter" idx="15" hasCustomPrompt="1"/>
          </p:nvPr>
        </p:nvSpPr>
        <p:spPr>
          <a:xfrm>
            <a:off x="34920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4" name="文本占位符 18"/>
          <p:cNvSpPr>
            <a:spLocks noGrp="1"/>
          </p:cNvSpPr>
          <p:nvPr>
            <p:ph type="body" sz="quarter" idx="16" hasCustomPrompt="1"/>
          </p:nvPr>
        </p:nvSpPr>
        <p:spPr>
          <a:xfrm>
            <a:off x="34920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2-01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2-02</a:t>
            </a:r>
            <a:endParaRPr lang="zh-CN" altLang="en-US" dirty="0"/>
          </a:p>
          <a:p>
            <a:pPr lvl="0"/>
            <a:endParaRPr lang="zh-CN" altLang="en-US" dirty="0"/>
          </a:p>
        </p:txBody>
      </p:sp>
      <p:sp>
        <p:nvSpPr>
          <p:cNvPr id="15" name="文本占位符 14"/>
          <p:cNvSpPr>
            <a:spLocks noGrp="1"/>
          </p:cNvSpPr>
          <p:nvPr>
            <p:ph type="body" sz="quarter" idx="17" hasCustomPrompt="1"/>
          </p:nvPr>
        </p:nvSpPr>
        <p:spPr>
          <a:xfrm>
            <a:off x="64447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03</a:t>
            </a:r>
            <a:endParaRPr lang="zh-CN" altLang="en-US" dirty="0"/>
          </a:p>
        </p:txBody>
      </p:sp>
      <p:sp>
        <p:nvSpPr>
          <p:cNvPr id="16" name="文本占位符 16"/>
          <p:cNvSpPr>
            <a:spLocks noGrp="1"/>
          </p:cNvSpPr>
          <p:nvPr>
            <p:ph type="body" sz="quarter" idx="18" hasCustomPrompt="1"/>
          </p:nvPr>
        </p:nvSpPr>
        <p:spPr>
          <a:xfrm>
            <a:off x="64447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7" name="文本占位符 18"/>
          <p:cNvSpPr>
            <a:spLocks noGrp="1"/>
          </p:cNvSpPr>
          <p:nvPr>
            <p:ph type="body" sz="quarter" idx="19" hasCustomPrompt="1"/>
          </p:nvPr>
        </p:nvSpPr>
        <p:spPr>
          <a:xfrm>
            <a:off x="64447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3-01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3-02</a:t>
            </a:r>
            <a:endParaRPr lang="zh-CN" altLang="en-US" dirty="0"/>
          </a:p>
          <a:p>
            <a:pPr lvl="0"/>
            <a:endParaRPr lang="zh-CN" altLang="en-US" dirty="0"/>
          </a:p>
        </p:txBody>
      </p:sp>
      <p:sp>
        <p:nvSpPr>
          <p:cNvPr id="18" name="文本占位符 14"/>
          <p:cNvSpPr>
            <a:spLocks noGrp="1"/>
          </p:cNvSpPr>
          <p:nvPr>
            <p:ph type="body" sz="quarter" idx="20" hasCustomPrompt="1"/>
          </p:nvPr>
        </p:nvSpPr>
        <p:spPr>
          <a:xfrm>
            <a:off x="93975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04</a:t>
            </a:r>
            <a:endParaRPr lang="zh-CN" altLang="en-US" dirty="0"/>
          </a:p>
        </p:txBody>
      </p:sp>
      <p:sp>
        <p:nvSpPr>
          <p:cNvPr id="19" name="文本占位符 16"/>
          <p:cNvSpPr>
            <a:spLocks noGrp="1"/>
          </p:cNvSpPr>
          <p:nvPr>
            <p:ph type="body" sz="quarter" idx="21" hasCustomPrompt="1"/>
          </p:nvPr>
        </p:nvSpPr>
        <p:spPr>
          <a:xfrm>
            <a:off x="93975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20" name="文本占位符 18"/>
          <p:cNvSpPr>
            <a:spLocks noGrp="1"/>
          </p:cNvSpPr>
          <p:nvPr>
            <p:ph type="body" sz="quarter" idx="22" hasCustomPrompt="1"/>
          </p:nvPr>
        </p:nvSpPr>
        <p:spPr>
          <a:xfrm>
            <a:off x="93975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4-01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4-02</a:t>
            </a:r>
            <a:endParaRPr lang="zh-CN" altLang="en-US" dirty="0"/>
          </a:p>
          <a:p>
            <a:pPr lvl="0"/>
            <a:endParaRPr lang="zh-CN" altLang="en-US" dirty="0"/>
          </a:p>
        </p:txBody>
      </p:sp>
      <p:pic>
        <p:nvPicPr>
          <p:cNvPr id="24" name="图片 23" descr="未标题-4-13"/>
          <p:cNvPicPr>
            <a:picLocks noChangeAspect="1"/>
          </p:cNvPicPr>
          <p:nvPr userDrawn="1"/>
        </p:nvPicPr>
        <p:blipFill>
          <a:blip r:embed="rId3"/>
          <a:stretch>
            <a:fillRect/>
          </a:stretch>
        </p:blipFill>
        <p:spPr>
          <a:xfrm flipV="1">
            <a:off x="636270" y="3477895"/>
            <a:ext cx="2253615" cy="76200"/>
          </a:xfrm>
          <a:prstGeom prst="rect">
            <a:avLst/>
          </a:prstGeom>
        </p:spPr>
      </p:pic>
      <p:pic>
        <p:nvPicPr>
          <p:cNvPr id="25" name="图片 24" descr="未标题-4-13"/>
          <p:cNvPicPr>
            <a:picLocks noChangeAspect="1"/>
          </p:cNvPicPr>
          <p:nvPr userDrawn="1"/>
        </p:nvPicPr>
        <p:blipFill>
          <a:blip r:embed="rId3"/>
          <a:stretch>
            <a:fillRect/>
          </a:stretch>
        </p:blipFill>
        <p:spPr>
          <a:xfrm flipV="1">
            <a:off x="3575685" y="3449320"/>
            <a:ext cx="2253615" cy="76200"/>
          </a:xfrm>
          <a:prstGeom prst="rect">
            <a:avLst/>
          </a:prstGeom>
        </p:spPr>
      </p:pic>
      <p:pic>
        <p:nvPicPr>
          <p:cNvPr id="26" name="图片 25" descr="未标题-4-13"/>
          <p:cNvPicPr>
            <a:picLocks noChangeAspect="1"/>
          </p:cNvPicPr>
          <p:nvPr userDrawn="1"/>
        </p:nvPicPr>
        <p:blipFill>
          <a:blip r:embed="rId3"/>
          <a:stretch>
            <a:fillRect/>
          </a:stretch>
        </p:blipFill>
        <p:spPr>
          <a:xfrm flipV="1">
            <a:off x="6527800" y="3429000"/>
            <a:ext cx="2253615" cy="76200"/>
          </a:xfrm>
          <a:prstGeom prst="rect">
            <a:avLst/>
          </a:prstGeom>
        </p:spPr>
      </p:pic>
      <p:pic>
        <p:nvPicPr>
          <p:cNvPr id="27" name="图片 26" descr="未标题-4-13"/>
          <p:cNvPicPr>
            <a:picLocks noChangeAspect="1"/>
          </p:cNvPicPr>
          <p:nvPr userDrawn="1"/>
        </p:nvPicPr>
        <p:blipFill>
          <a:blip r:embed="rId3"/>
          <a:stretch>
            <a:fillRect/>
          </a:stretch>
        </p:blipFill>
        <p:spPr>
          <a:xfrm flipV="1">
            <a:off x="9479915" y="3429000"/>
            <a:ext cx="2253615" cy="76200"/>
          </a:xfrm>
          <a:prstGeom prst="rect">
            <a:avLst/>
          </a:prstGeom>
        </p:spPr>
      </p:pic>
      <p:sp>
        <p:nvSpPr>
          <p:cNvPr id="28" name="文本占位符 10"/>
          <p:cNvSpPr>
            <a:spLocks noGrp="1"/>
          </p:cNvSpPr>
          <p:nvPr>
            <p:ph type="body" sz="quarter" idx="10" hasCustomPrompt="1"/>
          </p:nvPr>
        </p:nvSpPr>
        <p:spPr>
          <a:xfrm>
            <a:off x="539115" y="360680"/>
            <a:ext cx="4130675" cy="1268095"/>
          </a:xfrm>
        </p:spPr>
        <p:txBody>
          <a:bodyPr>
            <a:normAutofit/>
          </a:bodyPr>
          <a:lstStyle>
            <a:lvl1pPr marL="0" indent="0">
              <a:buNone/>
              <a:defRPr sz="3800" b="1">
                <a:solidFill>
                  <a:srgbClr val="005744"/>
                </a:solidFill>
                <a:latin typeface="微软雅黑" panose="020B0503020204020204" pitchFamily="34" charset="-122"/>
                <a:ea typeface="微软雅黑" panose="020B0503020204020204" pitchFamily="34" charset="-122"/>
              </a:defRPr>
            </a:lvl1pPr>
          </a:lstStyle>
          <a:p>
            <a:pPr lvl="0"/>
            <a:r>
              <a:rPr lang="zh-CN" altLang="en-US" dirty="0"/>
              <a:t>目录</a:t>
            </a:r>
          </a:p>
          <a:p>
            <a:pPr lvl="0"/>
            <a:r>
              <a:rPr lang="en-US" altLang="zh-CN" dirty="0"/>
              <a:t>CONTENTS</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 name="标题 1"/>
          <p:cNvSpPr>
            <a:spLocks noGrp="1"/>
          </p:cNvSpPr>
          <p:nvPr>
            <p:ph type="ctrTitle" hasCustomPrompt="1"/>
          </p:nvPr>
        </p:nvSpPr>
        <p:spPr>
          <a:xfrm>
            <a:off x="522911" y="3148369"/>
            <a:ext cx="4555274" cy="712054"/>
          </a:xfrm>
        </p:spPr>
        <p:txBody>
          <a:bodyPr anchor="b">
            <a:noAutofit/>
          </a:bodyPr>
          <a:lstStyle>
            <a:lvl1pPr algn="l">
              <a:defRPr sz="3800" b="1">
                <a:solidFill>
                  <a:srgbClr val="005744"/>
                </a:solidFill>
                <a:latin typeface="微软雅黑" panose="020B0503020204020204" pitchFamily="34" charset="-122"/>
                <a:ea typeface="微软雅黑" panose="020B0503020204020204" pitchFamily="34" charset="-122"/>
              </a:defRPr>
            </a:lvl1pPr>
          </a:lstStyle>
          <a:p>
            <a:r>
              <a:rPr lang="zh-CN" altLang="en-US" dirty="0"/>
              <a:t>大标题编辑区域位置</a:t>
            </a:r>
          </a:p>
        </p:txBody>
      </p:sp>
      <p:sp>
        <p:nvSpPr>
          <p:cNvPr id="7" name="副标题 2"/>
          <p:cNvSpPr>
            <a:spLocks noGrp="1"/>
          </p:cNvSpPr>
          <p:nvPr>
            <p:ph type="subTitle" idx="1" hasCustomPrompt="1"/>
          </p:nvPr>
        </p:nvSpPr>
        <p:spPr>
          <a:xfrm>
            <a:off x="522911" y="3877375"/>
            <a:ext cx="4049089" cy="664469"/>
          </a:xfrm>
        </p:spPr>
        <p:txBody>
          <a:bodyPr>
            <a:normAutofit/>
          </a:bodyPr>
          <a:lstStyle>
            <a:lvl1pPr marL="0" indent="0" algn="l">
              <a:buNone/>
              <a:defRPr sz="27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9" name="文本占位符 10"/>
          <p:cNvSpPr>
            <a:spLocks noGrp="1"/>
          </p:cNvSpPr>
          <p:nvPr>
            <p:ph type="body" sz="quarter" idx="10" hasCustomPrompt="1"/>
          </p:nvPr>
        </p:nvSpPr>
        <p:spPr>
          <a:xfrm>
            <a:off x="522911" y="2190683"/>
            <a:ext cx="3314247" cy="699474"/>
          </a:xfrm>
        </p:spPr>
        <p:txBody>
          <a:bodyPr>
            <a:noAutofit/>
          </a:bodyPr>
          <a:lstStyle>
            <a:lvl1pPr marL="0" indent="0">
              <a:buNone/>
              <a:defRPr sz="48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PART 01</a:t>
            </a:r>
            <a:endParaRPr lang="zh-CN" altLang="en-US" dirty="0"/>
          </a:p>
        </p:txBody>
      </p:sp>
      <p:pic>
        <p:nvPicPr>
          <p:cNvPr id="4" name="图片 3" descr="未标题-4-13"/>
          <p:cNvPicPr>
            <a:picLocks noChangeAspect="1"/>
          </p:cNvPicPr>
          <p:nvPr userDrawn="1"/>
        </p:nvPicPr>
        <p:blipFill>
          <a:blip r:embed="rId2"/>
          <a:stretch>
            <a:fillRect/>
          </a:stretch>
        </p:blipFill>
        <p:spPr>
          <a:xfrm>
            <a:off x="656590" y="2964180"/>
            <a:ext cx="4262120" cy="88265"/>
          </a:xfrm>
          <a:prstGeom prst="rect">
            <a:avLst/>
          </a:prstGeom>
        </p:spPr>
      </p:pic>
      <p:pic>
        <p:nvPicPr>
          <p:cNvPr id="3" name="图片 2" descr="插画_画板 1"/>
          <p:cNvPicPr>
            <a:picLocks noChangeAspect="1"/>
          </p:cNvPicPr>
          <p:nvPr userDrawn="1"/>
        </p:nvPicPr>
        <p:blipFill>
          <a:blip r:embed="rId3">
            <a:alphaModFix amt="50000"/>
          </a:blip>
          <a:stretch>
            <a:fillRect/>
          </a:stretch>
        </p:blipFill>
        <p:spPr>
          <a:xfrm>
            <a:off x="0" y="5725160"/>
            <a:ext cx="12192000" cy="117729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单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17" name="图片占位符 16"/>
          <p:cNvSpPr>
            <a:spLocks noGrp="1"/>
          </p:cNvSpPr>
          <p:nvPr>
            <p:ph type="pic" sz="quarter" idx="10"/>
          </p:nvPr>
        </p:nvSpPr>
        <p:spPr>
          <a:xfrm>
            <a:off x="0" y="0"/>
            <a:ext cx="12192000" cy="3976007"/>
          </a:xfrm>
        </p:spPr>
        <p:txBody>
          <a:bodyPr/>
          <a:lstStyle/>
          <a:p>
            <a:endParaRPr lang="zh-CN" altLang="en-US"/>
          </a:p>
        </p:txBody>
      </p:sp>
      <p:sp>
        <p:nvSpPr>
          <p:cNvPr id="18" name="文本占位符 13"/>
          <p:cNvSpPr>
            <a:spLocks noGrp="1"/>
          </p:cNvSpPr>
          <p:nvPr>
            <p:ph type="body" sz="quarter" idx="11" hasCustomPrompt="1"/>
          </p:nvPr>
        </p:nvSpPr>
        <p:spPr>
          <a:xfrm>
            <a:off x="278355" y="4401606"/>
            <a:ext cx="2632236" cy="835414"/>
          </a:xfrm>
        </p:spPr>
        <p:txBody>
          <a:bodyPr/>
          <a:lstStyle>
            <a:lvl1pPr marL="0" indent="0">
              <a:lnSpc>
                <a:spcPts val="2500"/>
              </a:lnSpc>
              <a:buNone/>
              <a:defRPr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大标题编辑</a:t>
            </a:r>
            <a:endParaRPr lang="en-US" altLang="zh-CN" dirty="0"/>
          </a:p>
          <a:p>
            <a:pPr lvl="0"/>
            <a:r>
              <a:rPr lang="zh-CN" altLang="en-US" dirty="0"/>
              <a:t>区域位置</a:t>
            </a:r>
          </a:p>
        </p:txBody>
      </p:sp>
      <p:sp>
        <p:nvSpPr>
          <p:cNvPr id="19" name="文本占位符 15"/>
          <p:cNvSpPr>
            <a:spLocks noGrp="1"/>
          </p:cNvSpPr>
          <p:nvPr>
            <p:ph type="body" sz="quarter" idx="12" hasCustomPrompt="1"/>
          </p:nvPr>
        </p:nvSpPr>
        <p:spPr>
          <a:xfrm>
            <a:off x="278355" y="5277290"/>
            <a:ext cx="2881224" cy="361008"/>
          </a:xfrm>
        </p:spPr>
        <p:txBody>
          <a:bodyPr>
            <a:normAutofit/>
          </a:bodyPr>
          <a:lstStyle>
            <a:lvl1pPr marL="0" indent="0">
              <a:buNone/>
              <a:defRPr sz="1900">
                <a:solidFill>
                  <a:srgbClr val="3D3D3D"/>
                </a:solidFill>
                <a:latin typeface="微软雅黑" panose="020B0503020204020204" pitchFamily="34" charset="-122"/>
                <a:ea typeface="微软雅黑" panose="020B0503020204020204" pitchFamily="34" charset="-122"/>
              </a:defRPr>
            </a:lvl1pPr>
          </a:lstStyle>
          <a:p>
            <a:pPr lvl="0"/>
            <a:r>
              <a:rPr lang="zh-CN" altLang="en-US" dirty="0"/>
              <a:t>正文副标题标题文字区域</a:t>
            </a:r>
          </a:p>
        </p:txBody>
      </p:sp>
      <p:sp>
        <p:nvSpPr>
          <p:cNvPr id="20" name="文本占位符 17"/>
          <p:cNvSpPr>
            <a:spLocks noGrp="1"/>
          </p:cNvSpPr>
          <p:nvPr>
            <p:ph type="body" sz="quarter" idx="13" hasCustomPrompt="1"/>
          </p:nvPr>
        </p:nvSpPr>
        <p:spPr>
          <a:xfrm>
            <a:off x="3714155" y="4352287"/>
            <a:ext cx="3659233"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1" name="文本占位符 17"/>
          <p:cNvSpPr>
            <a:spLocks noGrp="1"/>
          </p:cNvSpPr>
          <p:nvPr>
            <p:ph type="body" sz="quarter" idx="14" hasCustomPrompt="1"/>
          </p:nvPr>
        </p:nvSpPr>
        <p:spPr>
          <a:xfrm>
            <a:off x="7770444" y="4352287"/>
            <a:ext cx="3617992"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23"/>
          <p:cNvSpPr>
            <a:spLocks noGrp="1"/>
          </p:cNvSpPr>
          <p:nvPr>
            <p:ph type="body" sz="quarter" idx="15"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3" name="图片 2"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多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图片占位符 3"/>
          <p:cNvSpPr>
            <a:spLocks noGrp="1"/>
          </p:cNvSpPr>
          <p:nvPr>
            <p:ph type="pic" sz="quarter" idx="10"/>
          </p:nvPr>
        </p:nvSpPr>
        <p:spPr>
          <a:xfrm>
            <a:off x="359683" y="1828799"/>
            <a:ext cx="3600450" cy="2212975"/>
          </a:xfrm>
        </p:spPr>
        <p:txBody>
          <a:bodyPr/>
          <a:lstStyle/>
          <a:p>
            <a:endParaRPr lang="zh-CN" altLang="en-US" dirty="0"/>
          </a:p>
        </p:txBody>
      </p:sp>
      <p:sp>
        <p:nvSpPr>
          <p:cNvPr id="5" name="图片占位符 7"/>
          <p:cNvSpPr>
            <a:spLocks noGrp="1"/>
          </p:cNvSpPr>
          <p:nvPr>
            <p:ph type="pic" sz="quarter" idx="11"/>
          </p:nvPr>
        </p:nvSpPr>
        <p:spPr>
          <a:xfrm>
            <a:off x="4250985" y="1828798"/>
            <a:ext cx="3600450" cy="2212975"/>
          </a:xfrm>
        </p:spPr>
        <p:txBody>
          <a:bodyPr/>
          <a:lstStyle/>
          <a:p>
            <a:endParaRPr lang="zh-CN" altLang="en-US" dirty="0"/>
          </a:p>
        </p:txBody>
      </p:sp>
      <p:sp>
        <p:nvSpPr>
          <p:cNvPr id="6" name="图片占位符 7"/>
          <p:cNvSpPr>
            <a:spLocks noGrp="1"/>
          </p:cNvSpPr>
          <p:nvPr>
            <p:ph type="pic" sz="quarter" idx="12"/>
          </p:nvPr>
        </p:nvSpPr>
        <p:spPr>
          <a:xfrm>
            <a:off x="8142287" y="1828797"/>
            <a:ext cx="3600450" cy="2212975"/>
          </a:xfrm>
        </p:spPr>
        <p:txBody>
          <a:bodyPr/>
          <a:lstStyle/>
          <a:p>
            <a:endParaRPr lang="zh-CN" altLang="en-US" dirty="0"/>
          </a:p>
        </p:txBody>
      </p:sp>
      <p:sp>
        <p:nvSpPr>
          <p:cNvPr id="7"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13"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14" name="文本占位符 13"/>
          <p:cNvSpPr>
            <a:spLocks noGrp="1"/>
          </p:cNvSpPr>
          <p:nvPr>
            <p:ph type="body" sz="quarter" idx="13" hasCustomPrompt="1"/>
          </p:nvPr>
        </p:nvSpPr>
        <p:spPr>
          <a:xfrm>
            <a:off x="359683" y="434408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5" name="文本占位符 17"/>
          <p:cNvSpPr>
            <a:spLocks noGrp="1"/>
          </p:cNvSpPr>
          <p:nvPr>
            <p:ph type="body" sz="quarter" idx="14" hasCustomPrompt="1"/>
          </p:nvPr>
        </p:nvSpPr>
        <p:spPr>
          <a:xfrm>
            <a:off x="359683" y="4752296"/>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5" hasCustomPrompt="1"/>
          </p:nvPr>
        </p:nvSpPr>
        <p:spPr>
          <a:xfrm>
            <a:off x="4250985"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16" hasCustomPrompt="1"/>
          </p:nvPr>
        </p:nvSpPr>
        <p:spPr>
          <a:xfrm>
            <a:off x="4250985"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6" name="文本占位符 15"/>
          <p:cNvSpPr>
            <a:spLocks noGrp="1"/>
          </p:cNvSpPr>
          <p:nvPr>
            <p:ph type="body" sz="quarter" idx="17" hasCustomPrompt="1"/>
          </p:nvPr>
        </p:nvSpPr>
        <p:spPr>
          <a:xfrm>
            <a:off x="8142287"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7" name="文本占位符 17"/>
          <p:cNvSpPr>
            <a:spLocks noGrp="1"/>
          </p:cNvSpPr>
          <p:nvPr>
            <p:ph type="body" sz="quarter" idx="18" hasCustomPrompt="1"/>
          </p:nvPr>
        </p:nvSpPr>
        <p:spPr>
          <a:xfrm>
            <a:off x="8142287"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图表）">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4"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5" name="文本占位符 15"/>
          <p:cNvSpPr>
            <a:spLocks noGrp="1"/>
          </p:cNvSpPr>
          <p:nvPr>
            <p:ph type="body" sz="quarter" idx="13" hasCustomPrompt="1"/>
          </p:nvPr>
        </p:nvSpPr>
        <p:spPr>
          <a:xfrm>
            <a:off x="5837918" y="2402550"/>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6" name="文本占位符 17"/>
          <p:cNvSpPr>
            <a:spLocks noGrp="1"/>
          </p:cNvSpPr>
          <p:nvPr>
            <p:ph type="body" sz="quarter" idx="14" hasCustomPrompt="1"/>
          </p:nvPr>
        </p:nvSpPr>
        <p:spPr>
          <a:xfrm>
            <a:off x="5837918" y="2821102"/>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3" name="文本占位符 15"/>
          <p:cNvSpPr>
            <a:spLocks noGrp="1"/>
          </p:cNvSpPr>
          <p:nvPr>
            <p:ph type="body" sz="quarter" idx="15" hasCustomPrompt="1"/>
          </p:nvPr>
        </p:nvSpPr>
        <p:spPr>
          <a:xfrm>
            <a:off x="5837918" y="4214417"/>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7" name="文本占位符 17"/>
          <p:cNvSpPr>
            <a:spLocks noGrp="1"/>
          </p:cNvSpPr>
          <p:nvPr>
            <p:ph type="body" sz="quarter" idx="16" hasCustomPrompt="1"/>
          </p:nvPr>
        </p:nvSpPr>
        <p:spPr>
          <a:xfrm>
            <a:off x="5837918" y="4632969"/>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8" name="图表占位符 17"/>
          <p:cNvSpPr>
            <a:spLocks noGrp="1"/>
          </p:cNvSpPr>
          <p:nvPr>
            <p:ph type="chart" sz="quarter" idx="17"/>
          </p:nvPr>
        </p:nvSpPr>
        <p:spPr>
          <a:xfrm>
            <a:off x="359683" y="1938338"/>
            <a:ext cx="5033055" cy="3894099"/>
          </a:xfrm>
        </p:spPr>
        <p:txBody>
          <a:bodyPr/>
          <a:lstStyle/>
          <a:p>
            <a:endParaRPr lang="zh-CN" altLang="en-US"/>
          </a:p>
        </p:txBody>
      </p:sp>
      <p:sp>
        <p:nvSpPr>
          <p:cNvPr id="19"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无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21"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5"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6" name="文本占位符 15"/>
          <p:cNvSpPr>
            <a:spLocks noGrp="1"/>
          </p:cNvSpPr>
          <p:nvPr>
            <p:ph type="body" sz="quarter" idx="13" hasCustomPrompt="1"/>
          </p:nvPr>
        </p:nvSpPr>
        <p:spPr>
          <a:xfrm>
            <a:off x="359683"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9" name="文本占位符 17"/>
          <p:cNvSpPr>
            <a:spLocks noGrp="1"/>
          </p:cNvSpPr>
          <p:nvPr>
            <p:ph type="body" sz="quarter" idx="14" hasCustomPrompt="1"/>
          </p:nvPr>
        </p:nvSpPr>
        <p:spPr>
          <a:xfrm>
            <a:off x="359683"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0" name="文本占位符 15"/>
          <p:cNvSpPr>
            <a:spLocks noGrp="1"/>
          </p:cNvSpPr>
          <p:nvPr>
            <p:ph type="body" sz="quarter" idx="15" hasCustomPrompt="1"/>
          </p:nvPr>
        </p:nvSpPr>
        <p:spPr>
          <a:xfrm>
            <a:off x="6275841"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1" name="文本占位符 17"/>
          <p:cNvSpPr>
            <a:spLocks noGrp="1"/>
          </p:cNvSpPr>
          <p:nvPr>
            <p:ph type="body" sz="quarter" idx="16" hasCustomPrompt="1"/>
          </p:nvPr>
        </p:nvSpPr>
        <p:spPr>
          <a:xfrm>
            <a:off x="6275841"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15"/>
          <p:cNvSpPr>
            <a:spLocks noGrp="1"/>
          </p:cNvSpPr>
          <p:nvPr>
            <p:ph type="body" sz="quarter" idx="17" hasCustomPrompt="1"/>
          </p:nvPr>
        </p:nvSpPr>
        <p:spPr>
          <a:xfrm>
            <a:off x="359683" y="4443216"/>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3" name="文本占位符 17"/>
          <p:cNvSpPr>
            <a:spLocks noGrp="1"/>
          </p:cNvSpPr>
          <p:nvPr>
            <p:ph type="body" sz="quarter" idx="18" hasCustomPrompt="1"/>
          </p:nvPr>
        </p:nvSpPr>
        <p:spPr>
          <a:xfrm>
            <a:off x="359683" y="4861768"/>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9" hasCustomPrompt="1"/>
          </p:nvPr>
        </p:nvSpPr>
        <p:spPr>
          <a:xfrm>
            <a:off x="6275841" y="442141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20" hasCustomPrompt="1"/>
          </p:nvPr>
        </p:nvSpPr>
        <p:spPr>
          <a:xfrm>
            <a:off x="6275841" y="4839964"/>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图片 3"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12"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5" name="图片 4" descr="未标题-4-13"/>
          <p:cNvPicPr>
            <a:picLocks noChangeAspect="1"/>
          </p:cNvPicPr>
          <p:nvPr userDrawn="1"/>
        </p:nvPicPr>
        <p:blipFill>
          <a:blip r:embed="rId3"/>
          <a:stretch>
            <a:fillRect/>
          </a:stretch>
        </p:blipFill>
        <p:spPr>
          <a:xfrm>
            <a:off x="656590" y="3160395"/>
            <a:ext cx="4088130" cy="8826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结束页">
    <p:spTree>
      <p:nvGrpSpPr>
        <p:cNvPr id="1" name=""/>
        <p:cNvGrpSpPr/>
        <p:nvPr/>
      </p:nvGrpSpPr>
      <p:grpSpPr>
        <a:xfrm>
          <a:off x="0" y="0"/>
          <a:ext cx="0" cy="0"/>
          <a:chOff x="0" y="0"/>
          <a:chExt cx="0" cy="0"/>
        </a:xfrm>
      </p:grpSpPr>
      <p:pic>
        <p:nvPicPr>
          <p:cNvPr id="8" name="图片 7" descr="未标题-4-14"/>
          <p:cNvPicPr>
            <a:picLocks noChangeAspect="1"/>
          </p:cNvPicPr>
          <p:nvPr userDrawn="1"/>
        </p:nvPicPr>
        <p:blipFill>
          <a:blip r:embed="rId2"/>
          <a:stretch>
            <a:fillRect/>
          </a:stretch>
        </p:blipFill>
        <p:spPr>
          <a:xfrm>
            <a:off x="-99060" y="-52070"/>
            <a:ext cx="12389485" cy="696214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6"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BCC935-6F5E-4028-9633-399AFADFAEE4}" type="datetimeFigureOut">
              <a:rPr lang="zh-CN" altLang="en-US" smtClean="0"/>
              <a:t>2026/7/3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219E26F-9C0F-4D6E-84B1-C9DCC899A0B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CF135-FC0C-49BA-A035-6C77D031818C}" type="datetimeFigureOut">
              <a:rPr lang="zh-CN" altLang="en-US" smtClean="0"/>
              <a:t>2026/7/3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8F6CF6-FCBD-49FC-96E5-C6C77BCF249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8.xml"/><Relationship Id="rId7" Type="http://schemas.openxmlformats.org/officeDocument/2006/relationships/image" Target="../media/image27.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6.png"/><Relationship Id="rId5" Type="http://schemas.openxmlformats.org/officeDocument/2006/relationships/image" Target="../media/image1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8.xml"/><Relationship Id="rId7" Type="http://schemas.openxmlformats.org/officeDocument/2006/relationships/image" Target="../media/image1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8.png"/><Relationship Id="rId4" Type="http://schemas.openxmlformats.org/officeDocument/2006/relationships/notesSlide" Target="../notesSlides/notesSlide5.xm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8.png"/><Relationship Id="rId5" Type="http://schemas.openxmlformats.org/officeDocument/2006/relationships/image" Target="../media/image2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8.png"/><Relationship Id="rId5" Type="http://schemas.openxmlformats.org/officeDocument/2006/relationships/image" Target="../media/image2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8.xml"/><Relationship Id="rId7" Type="http://schemas.openxmlformats.org/officeDocument/2006/relationships/image" Target="../media/image22.png"/><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8.png"/><Relationship Id="rId5" Type="http://schemas.openxmlformats.org/officeDocument/2006/relationships/image" Target="../media/image3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3CAD795-D6B1-BB31-CBCE-4C6DB6216C7F}"/>
              </a:ext>
            </a:extLst>
          </p:cNvPr>
          <p:cNvSpPr/>
          <p:nvPr/>
        </p:nvSpPr>
        <p:spPr>
          <a:xfrm>
            <a:off x="0" y="0"/>
            <a:ext cx="12192000" cy="1745111"/>
          </a:xfrm>
          <a:prstGeom prst="rect">
            <a:avLst/>
          </a:prstGeom>
          <a:solidFill>
            <a:srgbClr val="065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标题 1"/>
          <p:cNvSpPr>
            <a:spLocks noGrp="1"/>
          </p:cNvSpPr>
          <p:nvPr>
            <p:ph type="ctrTitle"/>
          </p:nvPr>
        </p:nvSpPr>
        <p:spPr>
          <a:xfrm>
            <a:off x="1582138" y="48067"/>
            <a:ext cx="10609862" cy="1508194"/>
          </a:xfrm>
          <a:noFill/>
        </p:spPr>
        <p:txBody>
          <a:bodyPr/>
          <a:lstStyle/>
          <a:p>
            <a:r>
              <a:rPr lang="en-US" altLang="zh-CN" sz="3600" dirty="0">
                <a:solidFill>
                  <a:schemeClr val="bg1"/>
                </a:solidFill>
              </a:rPr>
              <a:t>One Size Does Fit All: Exploring Model Fusion for Software Engineering Tasks</a:t>
            </a:r>
            <a:endParaRPr lang="zh-CN" altLang="en-US" sz="3600" dirty="0">
              <a:solidFill>
                <a:schemeClr val="bg1"/>
              </a:solidFill>
            </a:endParaRPr>
          </a:p>
        </p:txBody>
      </p:sp>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201964"/>
            <a:ext cx="1699260" cy="1354297"/>
          </a:xfrm>
          <a:prstGeom prst="rect">
            <a:avLst/>
          </a:prstGeom>
        </p:spPr>
      </p:pic>
      <p:sp>
        <p:nvSpPr>
          <p:cNvPr id="4" name="文本框 3">
            <a:extLst>
              <a:ext uri="{FF2B5EF4-FFF2-40B4-BE49-F238E27FC236}">
                <a16:creationId xmlns:a16="http://schemas.microsoft.com/office/drawing/2014/main" id="{17BF7CA4-D62C-D004-88F3-82D41A15F243}"/>
              </a:ext>
            </a:extLst>
          </p:cNvPr>
          <p:cNvSpPr txBox="1"/>
          <p:nvPr/>
        </p:nvSpPr>
        <p:spPr>
          <a:xfrm>
            <a:off x="1458542" y="2458424"/>
            <a:ext cx="948690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Y</a:t>
            </a:r>
            <a:r>
              <a:rPr lang="en-US" altLang="zh-CN" sz="2400" dirty="0" err="1">
                <a:latin typeface="微软雅黑" panose="020B0503020204020204" pitchFamily="34" charset="-122"/>
                <a:ea typeface="微软雅黑" panose="020B0503020204020204" pitchFamily="34" charset="-122"/>
                <a:sym typeface="+mn-ea"/>
              </a:rPr>
              <a:t>inggang</a:t>
            </a:r>
            <a:r>
              <a:rPr lang="en-US" altLang="zh-CN" sz="2400" dirty="0">
                <a:latin typeface="微软雅黑" panose="020B0503020204020204" pitchFamily="34" charset="-122"/>
                <a:ea typeface="微软雅黑" panose="020B0503020204020204" pitchFamily="34" charset="-122"/>
                <a:sym typeface="+mn-ea"/>
              </a:rPr>
              <a:t> Qiu</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Yihao </a:t>
            </a:r>
            <a:r>
              <a:rPr lang="en-US" altLang="zh-CN" sz="2400" dirty="0">
                <a:latin typeface="微软雅黑" panose="020B0503020204020204" pitchFamily="34" charset="-122"/>
                <a:ea typeface="微软雅黑" panose="020B0503020204020204" pitchFamily="34" charset="-122"/>
                <a:sym typeface="+mn-ea"/>
              </a:rPr>
              <a:t>Qin, </a:t>
            </a:r>
            <a:r>
              <a:rPr lang="en-US" altLang="zh-CN" sz="2400" dirty="0" err="1">
                <a:latin typeface="微软雅黑" panose="020B0503020204020204" pitchFamily="34" charset="-122"/>
                <a:ea typeface="微软雅黑" panose="020B0503020204020204" pitchFamily="34" charset="-122"/>
                <a:sym typeface="+mn-ea"/>
              </a:rPr>
              <a:t>Mingyang</a:t>
            </a:r>
            <a:r>
              <a:rPr lang="en-US" altLang="zh-CN" sz="2400" dirty="0">
                <a:latin typeface="微软雅黑" panose="020B0503020204020204" pitchFamily="34" charset="-122"/>
                <a:ea typeface="微软雅黑" panose="020B0503020204020204" pitchFamily="34" charset="-122"/>
                <a:sym typeface="+mn-ea"/>
              </a:rPr>
              <a:t> Geng, </a:t>
            </a:r>
          </a:p>
          <a:p>
            <a:pPr lvl="0" algn="ctr">
              <a:defRPr/>
            </a:pPr>
            <a:r>
              <a:rPr kumimoji="0" lang="en-US" altLang="zh-CN" sz="2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cs"/>
                <a:sym typeface="+mn-ea"/>
              </a:rPr>
              <a:t>Shangwen</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Wang</a:t>
            </a:r>
            <a:r>
              <a:rPr kumimoji="0" lang="en-US" altLang="zh-CN" sz="2400" i="0" u="none" strike="noStrike" kern="1200" cap="none" spc="0" normalizeH="0" baseline="3000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en-US" altLang="zh-CN" sz="2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cs"/>
                <a:sym typeface="+mn-ea"/>
              </a:rPr>
              <a:t>Dezun</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Dong</a:t>
            </a:r>
            <a:r>
              <a:rPr lang="en-US" altLang="zh-CN" sz="2400" baseline="30000" dirty="0">
                <a:latin typeface="微软雅黑" panose="020B0503020204020204" pitchFamily="34" charset="-122"/>
                <a:ea typeface="微软雅黑" panose="020B0503020204020204" pitchFamily="34" charset="-122"/>
                <a:sym typeface="Wingdings" panose="05000000000000000000" pitchFamily="2" charset="2"/>
              </a:rPr>
              <a:t></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6" name="文本框 5">
            <a:extLst>
              <a:ext uri="{FF2B5EF4-FFF2-40B4-BE49-F238E27FC236}">
                <a16:creationId xmlns:a16="http://schemas.microsoft.com/office/drawing/2014/main" id="{421AEE08-C3EB-4F7D-5858-54BB8F018620}"/>
              </a:ext>
            </a:extLst>
          </p:cNvPr>
          <p:cNvSpPr txBox="1"/>
          <p:nvPr/>
        </p:nvSpPr>
        <p:spPr>
          <a:xfrm>
            <a:off x="2567222" y="3294848"/>
            <a:ext cx="7057555" cy="707886"/>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tabLst/>
              <a:defRPr kumimoji="0" sz="2400" b="0" i="0" u="none" strike="noStrike" cap="none" spc="0" normalizeH="0" baseline="0">
                <a:ln>
                  <a:noFill/>
                </a:ln>
                <a:effectLst/>
                <a:uLnTx/>
                <a:uFillTx/>
                <a:latin typeface="微软雅黑" panose="020B0503020204020204" pitchFamily="34" charset="-122"/>
                <a:ea typeface="微软雅黑" panose="020B0503020204020204" pitchFamily="34" charset="-122"/>
              </a:defRPr>
            </a:lvl1pPr>
          </a:lstStyle>
          <a:p>
            <a:r>
              <a:rPr lang="en-US" altLang="zh-CN" sz="2000" dirty="0">
                <a:latin typeface="Times New Roman" panose="02020603050405020304" pitchFamily="18" charset="0"/>
                <a:cs typeface="Times New Roman" panose="02020603050405020304" pitchFamily="18" charset="0"/>
              </a:rPr>
              <a:t>College of Computer Science and Technology</a:t>
            </a:r>
          </a:p>
          <a:p>
            <a:r>
              <a:rPr lang="en-US" altLang="zh-CN" sz="2000" dirty="0">
                <a:latin typeface="Times New Roman" panose="02020603050405020304" pitchFamily="18" charset="0"/>
                <a:cs typeface="Times New Roman" panose="02020603050405020304" pitchFamily="18" charset="0"/>
              </a:rPr>
              <a:t>National University of Defense Technology, China</a:t>
            </a:r>
            <a:endParaRPr lang="zh-CN" altLang="en-US" sz="20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4B2F4437-E7B2-731B-F38B-2821493882B0}"/>
              </a:ext>
            </a:extLst>
          </p:cNvPr>
          <p:cNvSpPr txBox="1"/>
          <p:nvPr/>
        </p:nvSpPr>
        <p:spPr>
          <a:xfrm>
            <a:off x="3368936" y="4063694"/>
            <a:ext cx="5454126" cy="369332"/>
          </a:xfrm>
          <a:prstGeom prst="rect">
            <a:avLst/>
          </a:prstGeom>
          <a:noFill/>
        </p:spPr>
        <p:txBody>
          <a:bodyPr wrap="square" rtlCol="0">
            <a:spAutoFit/>
          </a:bodyPr>
          <a:lstStyle/>
          <a:p>
            <a:pPr algn="ctr"/>
            <a:r>
              <a:rPr lang="en-US" altLang="zh-CN" b="1" dirty="0">
                <a:solidFill>
                  <a:srgbClr val="C00000"/>
                </a:solidFill>
                <a:latin typeface="Adobe Devanagari" panose="02040503050201020203" pitchFamily="18" charset="0"/>
                <a:cs typeface="Adobe Devanagari" panose="02040503050201020203" pitchFamily="18" charset="0"/>
              </a:rPr>
              <a:t>2026-7-8, Wednesday, @FSE 2026</a:t>
            </a:r>
          </a:p>
        </p:txBody>
      </p:sp>
      <p:pic>
        <p:nvPicPr>
          <p:cNvPr id="26" name="音频 25">
            <a:hlinkClick r:id="" action="ppaction://media"/>
            <a:extLst>
              <a:ext uri="{FF2B5EF4-FFF2-40B4-BE49-F238E27FC236}">
                <a16:creationId xmlns:a16="http://schemas.microsoft.com/office/drawing/2014/main" id="{3D9D20BF-0EC0-15E8-82C0-BCE998BFCF6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13786"/>
    </mc:Choice>
    <mc:Fallback>
      <p:transition spd="slow" advTm="137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extLst>
    <p:ext uri="{3A86A75C-4F4B-4683-9AE1-C65F6400EC91}">
      <p14:laserTraceLst xmlns:p14="http://schemas.microsoft.com/office/powerpoint/2010/main">
        <p14:tracePtLst>
          <p14:tracePt t="2154" x="3341688" y="1362075"/>
          <p14:tracePt t="2156" x="3278188" y="1393825"/>
          <p14:tracePt t="2164" x="2897188" y="1536700"/>
          <p14:tracePt t="2172" x="1979613" y="1947863"/>
          <p14:tracePt t="2181" x="1250950" y="2281238"/>
          <p14:tracePt t="2708" x="2817813" y="617538"/>
          <p14:tracePt t="2715" x="3419475" y="1266825"/>
          <p14:tracePt t="2722" x="3578225" y="1536700"/>
          <p14:tracePt t="2730" x="3800475" y="2074863"/>
          <p14:tracePt t="2739" x="3848100" y="2660650"/>
          <p14:tracePt t="2747" x="3641725" y="3309938"/>
          <p14:tracePt t="2755" x="2976563" y="4465638"/>
          <p14:tracePt t="2764" x="2660650" y="4894263"/>
          <p14:tracePt t="2772" x="2200275" y="5559425"/>
          <p14:tracePt t="2917" x="2122488" y="5607050"/>
          <p14:tracePt t="2923" x="2106613" y="5607050"/>
          <p14:tracePt t="2924" x="2074863" y="5591175"/>
          <p14:tracePt t="2930" x="2058988" y="5527675"/>
          <p14:tracePt t="2938" x="2027238" y="5400675"/>
          <p14:tracePt t="2947" x="1995488" y="5289550"/>
          <p14:tracePt t="2955" x="1947863" y="5178425"/>
          <p14:tracePt t="2964" x="1931988" y="5132388"/>
          <p14:tracePt t="2972" x="1916113" y="5100638"/>
          <p14:tracePt t="2980" x="1916113" y="5084763"/>
          <p14:tracePt t="2989" x="1916113" y="5053013"/>
          <p14:tracePt t="2997" x="1931988" y="4989513"/>
          <p14:tracePt t="3005" x="2043113" y="4910138"/>
          <p14:tracePt t="3014" x="2090738" y="4878388"/>
          <p14:tracePt t="3022" x="2216150" y="4751388"/>
          <p14:tracePt t="3030" x="2374900" y="4560888"/>
          <p14:tracePt t="3038" x="2438400" y="4451350"/>
          <p14:tracePt t="3047" x="2501900" y="4324350"/>
          <p14:tracePt t="3055" x="2565400" y="4213225"/>
          <p14:tracePt t="3063" x="2597150" y="4102100"/>
          <p14:tracePt t="3072" x="2613025" y="3975100"/>
          <p14:tracePt t="3080" x="2628900" y="3832225"/>
          <p14:tracePt t="3088" x="2628900" y="3690938"/>
          <p14:tracePt t="3097" x="2628900" y="3516313"/>
          <p14:tracePt t="3105" x="2628900" y="3405188"/>
          <p14:tracePt t="3113" x="2628900" y="3294063"/>
          <p14:tracePt t="3122" x="2628900" y="3262313"/>
          <p14:tracePt t="3130" x="2628900" y="3198813"/>
          <p14:tracePt t="3138" x="2628900" y="3182938"/>
          <p14:tracePt t="3197" x="2628900" y="3167063"/>
          <p14:tracePt t="3209" x="2628900" y="3151188"/>
          <p14:tracePt t="3212" x="2613025" y="3103563"/>
          <p14:tracePt t="3217" x="2613025" y="3073400"/>
          <p14:tracePt t="3222" x="2613025" y="3041650"/>
          <p14:tracePt t="3222" x="2597150" y="2994025"/>
          <p14:tracePt t="3234" x="2581275" y="2962275"/>
          <p14:tracePt t="3238" x="2581275" y="2946400"/>
          <p14:tracePt t="3246" x="2581275" y="2867025"/>
          <p14:tracePt t="3255" x="2581275" y="2803525"/>
          <p14:tracePt t="3263" x="2581275" y="2708275"/>
          <p14:tracePt t="3272" x="2581275" y="2660650"/>
          <p14:tracePt t="3280" x="2581275" y="2613025"/>
          <p14:tracePt t="3288" x="2565400" y="2533650"/>
          <p14:tracePt t="3297" x="2549525" y="2422525"/>
          <p14:tracePt t="3305" x="2517775" y="2249488"/>
          <p14:tracePt t="3314" x="2501900" y="2185988"/>
          <p14:tracePt t="3315" x="2470150" y="2074863"/>
          <p14:tracePt t="3322" x="2454275" y="2043113"/>
          <p14:tracePt t="3330" x="2406650" y="1947863"/>
          <p14:tracePt t="3338" x="2374900" y="1868488"/>
          <p14:tracePt t="3346" x="2343150" y="1773238"/>
          <p14:tracePt t="3355" x="2327275" y="1679575"/>
          <p14:tracePt t="3363" x="2295525" y="1584325"/>
          <p14:tracePt t="3371" x="2263775" y="1504950"/>
          <p14:tracePt t="3380" x="2232025" y="1409700"/>
          <p14:tracePt t="3388" x="2200275" y="1362075"/>
          <p14:tracePt t="3396" x="2168525" y="1282700"/>
          <p14:tracePt t="3405" x="2152650" y="1266825"/>
          <p14:tracePt t="3413" x="2136775" y="1250950"/>
          <p14:tracePt t="3422" x="2136775" y="1235075"/>
          <p14:tracePt t="3474" x="2152650" y="1219200"/>
          <p14:tracePt t="3475" x="2168525" y="1219200"/>
          <p14:tracePt t="3488" x="2216150" y="1219200"/>
          <p14:tracePt t="3496" x="2216150" y="1282700"/>
          <p14:tracePt t="3505" x="2216150" y="1425575"/>
          <p14:tracePt t="3513" x="2216150" y="1536700"/>
          <p14:tracePt t="3522" x="2168525" y="1852613"/>
          <p14:tracePt t="3530" x="2043113" y="2217738"/>
          <p14:tracePt t="3929" x="2043113" y="2185988"/>
          <p14:tracePt t="3932" x="2043113" y="2170113"/>
          <p14:tracePt t="3937" x="2043113" y="2122488"/>
          <p14:tracePt t="3946" x="2090738" y="1979613"/>
          <p14:tracePt t="3954" x="2106613" y="1804988"/>
          <p14:tracePt t="3963" x="2136775" y="1663700"/>
          <p14:tracePt t="3971" x="2136775" y="1584325"/>
          <p14:tracePt t="4094" x="2136775" y="1568450"/>
          <p14:tracePt t="4095" x="2168525" y="1568450"/>
          <p14:tracePt t="4102" x="2184400" y="1552575"/>
          <p14:tracePt t="4104" x="2184400" y="1536700"/>
          <p14:tracePt t="4112" x="2232025" y="1520825"/>
          <p14:tracePt t="4121" x="2232025" y="1504950"/>
          <p14:tracePt t="4129" x="2247900" y="1489075"/>
          <p14:tracePt t="4569" x="2247900" y="1473200"/>
          <p14:tracePt t="4574" x="2247900" y="1457325"/>
          <p14:tracePt t="4579" x="2247900" y="1441450"/>
          <p14:tracePt t="4587" x="2247900" y="1409700"/>
          <p14:tracePt t="4595" x="2247900" y="1377950"/>
          <p14:tracePt t="4604" x="2247900" y="1362075"/>
          <p14:tracePt t="4612" x="2247900" y="1330325"/>
          <p14:tracePt t="4620" x="2247900" y="1314450"/>
          <p14:tracePt t="4629" x="2247900" y="1298575"/>
          <p14:tracePt t="6437" x="2247900" y="1282700"/>
          <p14:tracePt t="6842" x="2232025" y="1282700"/>
          <p14:tracePt t="6922" x="2216150" y="1282700"/>
          <p14:tracePt t="6929" x="2216150" y="1266825"/>
          <p14:tracePt t="6952" x="2200275" y="1266825"/>
          <p14:tracePt t="6972" x="2200275" y="1250950"/>
          <p14:tracePt t="7063" x="2184400" y="1250950"/>
          <p14:tracePt t="7072" x="2168525" y="1250950"/>
          <p14:tracePt t="7077" x="2168525" y="1235075"/>
          <p14:tracePt t="7092" x="2168525" y="1219200"/>
          <p14:tracePt t="7102" x="2152650" y="1219200"/>
          <p14:tracePt t="7109" x="2152650" y="1203325"/>
          <p14:tracePt t="7117" x="2136775" y="1203325"/>
          <p14:tracePt t="7172" x="2122488" y="1203325"/>
          <p14:tracePt t="7182" x="2122488" y="1187450"/>
          <p14:tracePt t="7204" x="2122488" y="1171575"/>
          <p14:tracePt t="7212" x="2106613" y="1171575"/>
          <p14:tracePt t="7352" x="2122488" y="1155700"/>
          <p14:tracePt t="7357" x="2136775" y="1155700"/>
          <p14:tracePt t="7362" x="2152650" y="1139825"/>
          <p14:tracePt t="7368" x="2152650" y="1123950"/>
          <p14:tracePt t="7376" x="2184400" y="1123950"/>
          <p14:tracePt t="7384" x="2216150" y="1123950"/>
          <p14:tracePt t="7392" x="2247900" y="1092200"/>
          <p14:tracePt t="7401" x="2263775" y="1092200"/>
          <p14:tracePt t="7409" x="2295525" y="1092200"/>
          <p14:tracePt t="7418" x="2327275" y="1060450"/>
          <p14:tracePt t="7426" x="2359025" y="1044575"/>
          <p14:tracePt t="7434" x="2374900" y="1044575"/>
          <p14:tracePt t="7443" x="2390775" y="1028700"/>
          <p14:tracePt t="7451" x="2406650" y="1028700"/>
          <p14:tracePt t="7459" x="2422525" y="1028700"/>
          <p14:tracePt t="7467" x="2438400" y="1028700"/>
          <p14:tracePt t="7476" x="2454275" y="1014413"/>
          <p14:tracePt t="7489" x="2454275" y="998538"/>
          <p14:tracePt t="7497" x="2470150" y="998538"/>
          <p14:tracePt t="7503" x="2486025" y="998538"/>
          <p14:tracePt t="7517" x="2501900" y="998538"/>
          <p14:tracePt t="7542" x="2517775" y="998538"/>
          <p14:tracePt t="7543" x="2533650" y="998538"/>
          <p14:tracePt t="7551" x="2533650" y="982663"/>
          <p14:tracePt t="7559" x="2549525" y="982663"/>
          <p14:tracePt t="7567" x="2565400" y="966788"/>
          <p14:tracePt t="7576" x="2597150" y="966788"/>
          <p14:tracePt t="7584" x="2628900" y="966788"/>
          <p14:tracePt t="7592" x="2644775" y="966788"/>
          <p14:tracePt t="7601" x="2660650" y="950913"/>
          <p14:tracePt t="7609" x="2676525" y="950913"/>
          <p14:tracePt t="7617" x="2692400" y="950913"/>
          <p14:tracePt t="7628" x="2708275" y="935038"/>
          <p14:tracePt t="7636" x="2724150" y="935038"/>
          <p14:tracePt t="7642" x="2740025" y="935038"/>
          <p14:tracePt t="7652" x="2754313" y="935038"/>
          <p14:tracePt t="7659" x="2770188" y="935038"/>
          <p14:tracePt t="7667" x="2786063" y="919163"/>
          <p14:tracePt t="7676" x="2817813" y="919163"/>
          <p14:tracePt t="7684" x="2849563" y="919163"/>
          <p14:tracePt t="7692" x="2881313" y="919163"/>
          <p14:tracePt t="7701" x="2897188" y="919163"/>
          <p14:tracePt t="7709" x="2913063" y="919163"/>
          <p14:tracePt t="7717" x="2944813" y="919163"/>
          <p14:tracePt t="7726" x="2976563" y="919163"/>
          <p14:tracePt t="7734" x="3008313" y="919163"/>
          <p14:tracePt t="7742" x="3040063" y="919163"/>
          <p14:tracePt t="7751" x="3071813" y="919163"/>
          <p14:tracePt t="7759" x="3119438" y="919163"/>
          <p14:tracePt t="7767" x="3167063" y="919163"/>
          <p14:tracePt t="7775" x="3198813" y="935038"/>
          <p14:tracePt t="7784" x="3246438" y="935038"/>
          <p14:tracePt t="7792" x="3262313" y="935038"/>
          <p14:tracePt t="7800" x="3278188" y="935038"/>
          <p14:tracePt t="7809" x="3294063" y="935038"/>
          <p14:tracePt t="7817" x="3309938" y="935038"/>
          <p14:tracePt t="7825" x="3341688" y="935038"/>
          <p14:tracePt t="7843" x="3355975" y="935038"/>
          <p14:tracePt t="7849" x="3371850" y="935038"/>
          <p14:tracePt t="7857" x="3387725" y="935038"/>
          <p14:tracePt t="7869" x="3403600" y="935038"/>
          <p14:tracePt t="7872" x="3435350" y="935038"/>
          <p14:tracePt t="7884" x="3467100" y="935038"/>
          <p14:tracePt t="7892" x="3482975" y="935038"/>
          <p14:tracePt t="7897" x="3498850" y="935038"/>
          <p14:tracePt t="7901" x="3514725" y="935038"/>
          <p14:tracePt t="7909" x="3530600" y="935038"/>
          <p14:tracePt t="7917" x="3562350" y="935038"/>
          <p14:tracePt t="7925" x="3594100" y="935038"/>
          <p14:tracePt t="7934" x="3641725" y="935038"/>
          <p14:tracePt t="7942" x="3657600" y="935038"/>
          <p14:tracePt t="7950" x="3689350" y="935038"/>
          <p14:tracePt t="7959" x="3721100" y="919163"/>
          <p14:tracePt t="7967" x="3752850" y="919163"/>
          <p14:tracePt t="7975" x="3768725" y="919163"/>
          <p14:tracePt t="7984" x="3800475" y="919163"/>
          <p14:tracePt t="7992" x="3832225" y="887413"/>
          <p14:tracePt t="8000" x="3848100" y="887413"/>
          <p14:tracePt t="8009" x="3895725" y="887413"/>
          <p14:tracePt t="8017" x="3911600" y="887413"/>
          <p14:tracePt t="8025" x="3973513" y="871538"/>
          <p14:tracePt t="8034" x="4005263" y="871538"/>
          <p14:tracePt t="8042" x="4021138" y="871538"/>
          <p14:tracePt t="8050" x="4068763" y="871538"/>
          <p14:tracePt t="8059" x="4100513" y="871538"/>
          <p14:tracePt t="8067" x="4148138" y="871538"/>
          <p14:tracePt t="8075" x="4227513" y="871538"/>
          <p14:tracePt t="8084" x="4275138" y="871538"/>
          <p14:tracePt t="8092" x="4322763" y="887413"/>
          <p14:tracePt t="8100" x="4386263" y="887413"/>
          <p14:tracePt t="8109" x="4449763" y="903288"/>
          <p14:tracePt t="8117" x="4497388" y="903288"/>
          <p14:tracePt t="8125" x="4560888" y="903288"/>
          <p14:tracePt t="8134" x="4575175" y="903288"/>
          <p14:tracePt t="8142" x="4591050" y="903288"/>
          <p14:tracePt t="8150" x="4622800" y="903288"/>
          <p14:tracePt t="8158" x="4638675" y="903288"/>
          <p14:tracePt t="8167" x="4654550" y="903288"/>
          <p14:tracePt t="8175" x="4670425" y="903288"/>
          <p14:tracePt t="8183" x="4718050" y="903288"/>
          <p14:tracePt t="8192" x="4733925" y="903288"/>
          <p14:tracePt t="8200" x="4781550" y="903288"/>
          <p14:tracePt t="8209" x="4829175" y="903288"/>
          <p14:tracePt t="8217" x="4876800" y="919163"/>
          <p14:tracePt t="8225" x="4956175" y="919163"/>
          <p14:tracePt t="8233" x="5003800" y="919163"/>
          <p14:tracePt t="8242" x="5035550" y="919163"/>
          <p14:tracePt t="8250" x="5099050" y="919163"/>
          <p14:tracePt t="8258" x="5114925" y="919163"/>
          <p14:tracePt t="8267" x="5146675" y="919163"/>
          <p14:tracePt t="8275" x="5178425" y="919163"/>
          <p14:tracePt t="8283" x="5192713" y="919163"/>
          <p14:tracePt t="8292" x="5208588" y="919163"/>
          <p14:tracePt t="8302" x="5224463" y="919163"/>
          <p14:tracePt t="8309" x="5240338" y="919163"/>
          <p14:tracePt t="8317" x="5256213" y="919163"/>
          <p14:tracePt t="8325" x="5272088" y="919163"/>
          <p14:tracePt t="8333" x="5287963" y="919163"/>
          <p14:tracePt t="8342" x="5303838" y="919163"/>
          <p14:tracePt t="8350" x="5335588" y="919163"/>
          <p14:tracePt t="8358" x="5383213" y="919163"/>
          <p14:tracePt t="8367" x="5414963" y="935038"/>
          <p14:tracePt t="8375" x="5462588" y="935038"/>
          <p14:tracePt t="8383" x="5510213" y="950913"/>
          <p14:tracePt t="8392" x="5526088" y="950913"/>
          <p14:tracePt t="8400" x="5541963" y="950913"/>
          <p14:tracePt t="8409" x="5557838" y="950913"/>
          <p14:tracePt t="8417" x="5573713" y="950913"/>
          <p14:tracePt t="8429" x="5589588" y="950913"/>
          <p14:tracePt t="8437" x="5605463" y="950913"/>
          <p14:tracePt t="8449" x="5621338" y="950913"/>
          <p14:tracePt t="8451" x="5637213" y="950913"/>
          <p14:tracePt t="8458" x="5653088" y="950913"/>
          <p14:tracePt t="8467" x="5668963" y="950913"/>
          <p14:tracePt t="8475" x="5684838" y="950913"/>
          <p14:tracePt t="8483" x="5732463" y="950913"/>
          <p14:tracePt t="8492" x="5748338" y="950913"/>
          <p14:tracePt t="8500" x="5764213" y="950913"/>
          <p14:tracePt t="8508" x="5764213" y="966788"/>
          <p14:tracePt t="8516" x="5780088" y="966788"/>
          <p14:tracePt t="8525" x="5794375" y="966788"/>
          <p14:tracePt t="8692" x="5810250" y="966788"/>
          <p14:tracePt t="8702" x="5826125" y="966788"/>
          <p14:tracePt t="8703" x="5842000" y="966788"/>
          <p14:tracePt t="8712" x="5857875" y="966788"/>
          <p14:tracePt t="8717" x="5873750" y="966788"/>
          <p14:tracePt t="8725" x="5905500" y="966788"/>
          <p14:tracePt t="8733" x="5937250" y="982663"/>
          <p14:tracePt t="8742" x="5953125" y="982663"/>
          <p14:tracePt t="8750" x="6016625" y="982663"/>
          <p14:tracePt t="8758" x="6032500" y="982663"/>
          <p14:tracePt t="8766" x="6064250" y="982663"/>
          <p14:tracePt t="8775" x="6080125" y="982663"/>
          <p14:tracePt t="8783" x="6096000" y="982663"/>
          <p14:tracePt t="8792" x="6143625" y="982663"/>
          <p14:tracePt t="8799" x="6159500" y="998538"/>
          <p14:tracePt t="8808" x="6191250" y="998538"/>
          <p14:tracePt t="8817" x="6207125" y="998538"/>
          <p14:tracePt t="8825" x="6238875" y="998538"/>
          <p14:tracePt t="8833" x="6270625" y="998538"/>
          <p14:tracePt t="8841" x="6286500" y="998538"/>
          <p14:tracePt t="8850" x="6334125" y="998538"/>
          <p14:tracePt t="8858" x="6365875" y="998538"/>
          <p14:tracePt t="8866" x="6411913" y="998538"/>
          <p14:tracePt t="8874" x="6443663" y="998538"/>
          <p14:tracePt t="8883" x="6475413" y="998538"/>
          <p14:tracePt t="8891" x="6507163" y="998538"/>
          <p14:tracePt t="8902" x="6523038" y="998538"/>
          <p14:tracePt t="8977" x="6538913" y="998538"/>
          <p14:tracePt t="8982" x="6554788" y="998538"/>
          <p14:tracePt t="8983" x="6554788" y="982663"/>
          <p14:tracePt t="8991" x="6570663" y="982663"/>
          <p14:tracePt t="8999" x="6586538" y="982663"/>
          <p14:tracePt t="9008" x="6602413" y="966788"/>
          <p14:tracePt t="9024" x="6618288" y="966788"/>
          <p14:tracePt t="9189" x="6634163" y="966788"/>
          <p14:tracePt t="9191" x="6650038" y="966788"/>
          <p14:tracePt t="9197" x="6665913" y="950913"/>
          <p14:tracePt t="9209" x="6681788" y="950913"/>
          <p14:tracePt t="9217" x="6697663" y="950913"/>
          <p14:tracePt t="9269" x="6713538" y="950913"/>
          <p14:tracePt t="9302" x="6729413" y="950913"/>
          <p14:tracePt t="9303" x="6745288" y="950913"/>
          <p14:tracePt t="9312" x="6761163" y="950913"/>
          <p14:tracePt t="9317" x="6777038" y="950913"/>
          <p14:tracePt t="9332" x="6840538" y="950913"/>
          <p14:tracePt t="9341" x="6856413" y="950913"/>
          <p14:tracePt t="9349" x="6935788" y="966788"/>
          <p14:tracePt t="9358" x="6967538" y="966788"/>
          <p14:tracePt t="9366" x="6999288" y="966788"/>
          <p14:tracePt t="9374" x="7029450" y="982663"/>
          <p14:tracePt t="9382" x="7077075" y="982663"/>
          <p14:tracePt t="9391" x="7108825" y="982663"/>
          <p14:tracePt t="9399" x="7124700" y="982663"/>
          <p14:tracePt t="9407" x="7156450" y="982663"/>
          <p14:tracePt t="9416" x="7172325" y="982663"/>
          <p14:tracePt t="9424" x="7188200" y="982663"/>
          <p14:tracePt t="9477" x="7204075" y="982663"/>
          <p14:tracePt t="9491" x="7219950" y="982663"/>
          <p14:tracePt t="9501" x="7235825" y="982663"/>
          <p14:tracePt t="9512" x="7251700" y="982663"/>
          <p14:tracePt t="9516" x="7267575" y="982663"/>
          <p14:tracePt t="9522" x="7283450" y="982663"/>
          <p14:tracePt t="9524" x="7299325" y="982663"/>
          <p14:tracePt t="9532" x="7315200" y="982663"/>
          <p14:tracePt t="9540" x="7331075" y="982663"/>
          <p14:tracePt t="9549" x="7362825" y="982663"/>
          <p14:tracePt t="9557" x="7410450" y="982663"/>
          <p14:tracePt t="9566" x="7442200" y="982663"/>
          <p14:tracePt t="9574" x="7458075" y="982663"/>
          <p14:tracePt t="9590" x="7505700" y="982663"/>
          <p14:tracePt t="9599" x="7537450" y="982663"/>
          <p14:tracePt t="9607" x="7569200" y="982663"/>
          <p14:tracePt t="9615" x="7600950" y="966788"/>
          <p14:tracePt t="9624" x="7662863" y="966788"/>
          <p14:tracePt t="9632" x="7694613" y="966788"/>
          <p14:tracePt t="9640" x="7710488" y="966788"/>
          <p14:tracePt t="9649" x="7742238" y="966788"/>
          <p14:tracePt t="9657" x="7789863" y="966788"/>
          <p14:tracePt t="9665" x="7821613" y="966788"/>
          <p14:tracePt t="9674" x="7853363" y="950913"/>
          <p14:tracePt t="9682" x="7885113" y="950913"/>
          <p14:tracePt t="9690" x="7900988" y="950913"/>
          <p14:tracePt t="9698" x="7948613" y="950913"/>
          <p14:tracePt t="9707" x="7980363" y="950913"/>
          <p14:tracePt t="9715" x="8027988" y="950913"/>
          <p14:tracePt t="9724" x="8139113" y="950913"/>
          <p14:tracePt t="9732" x="8186738" y="950913"/>
          <p14:tracePt t="9740" x="8248650" y="950913"/>
          <p14:tracePt t="9749" x="8312150" y="950913"/>
          <p14:tracePt t="9757" x="8359775" y="950913"/>
          <p14:tracePt t="9765" x="8455025" y="935038"/>
          <p14:tracePt t="9774" x="8534400" y="935038"/>
          <p14:tracePt t="9782" x="8550275" y="935038"/>
          <p14:tracePt t="9790" x="8645525" y="935038"/>
          <p14:tracePt t="9799" x="8709025" y="935038"/>
          <p14:tracePt t="9807" x="8788400" y="935038"/>
          <p14:tracePt t="9815" x="8850313" y="935038"/>
          <p14:tracePt t="9824" x="8945563" y="935038"/>
          <p14:tracePt t="9832" x="8961438" y="935038"/>
          <p14:tracePt t="9840" x="9009063" y="935038"/>
          <p14:tracePt t="9849" x="9072563" y="935038"/>
          <p14:tracePt t="9857" x="9120188" y="935038"/>
          <p14:tracePt t="9865" x="9215438" y="935038"/>
          <p14:tracePt t="9874" x="9231313" y="935038"/>
          <p14:tracePt t="9882" x="9326563" y="919163"/>
          <p14:tracePt t="9890" x="9374188" y="919163"/>
          <p14:tracePt t="9898" x="9437688" y="919163"/>
          <p14:tracePt t="9907" x="9499600" y="919163"/>
          <p14:tracePt t="9915" x="9531350" y="919163"/>
          <p14:tracePt t="9924" x="9610725" y="919163"/>
          <p14:tracePt t="9932" x="9626600" y="919163"/>
          <p14:tracePt t="9940" x="9642475" y="919163"/>
          <p14:tracePt t="9948" x="9658350" y="919163"/>
          <p14:tracePt t="9957" x="9690100" y="919163"/>
          <p14:tracePt t="9965" x="9705975" y="919163"/>
          <p14:tracePt t="9973" x="9721850" y="919163"/>
          <p14:tracePt t="9982" x="9737725" y="919163"/>
          <p14:tracePt t="9990" x="9753600" y="919163"/>
          <p14:tracePt t="9998" x="9769475" y="919163"/>
          <p14:tracePt t="10007" x="9785350" y="919163"/>
          <p14:tracePt t="10017" x="9801225" y="919163"/>
          <p14:tracePt t="10024" x="9817100" y="919163"/>
          <p14:tracePt t="10032" x="9832975" y="919163"/>
          <p14:tracePt t="10040" x="9864725" y="919163"/>
          <p14:tracePt t="10049" x="9928225" y="919163"/>
          <p14:tracePt t="10057" x="9991725" y="919163"/>
          <p14:tracePt t="10065" x="10085388" y="919163"/>
          <p14:tracePt t="10074" x="10117138" y="919163"/>
          <p14:tracePt t="10074" x="10180638" y="919163"/>
          <p14:tracePt t="10083" x="10228263" y="919163"/>
          <p14:tracePt t="10090" x="10244138" y="919163"/>
          <p14:tracePt t="10098" x="10275888" y="919163"/>
          <p14:tracePt t="10184" x="10244138" y="919163"/>
          <p14:tracePt t="10189" x="10196513" y="919163"/>
          <p14:tracePt t="10191" x="10164763" y="919163"/>
          <p14:tracePt t="10198" x="10133013" y="935038"/>
          <p14:tracePt t="10207" x="9959975" y="998538"/>
          <p14:tracePt t="10215" x="9721850" y="1044575"/>
          <p14:tracePt t="10223" x="9263063" y="1123950"/>
          <p14:tracePt t="10231" x="9072563" y="1155700"/>
          <p14:tracePt t="10240" x="8709025" y="1187450"/>
          <p14:tracePt t="10248" x="8280400" y="1235075"/>
          <p14:tracePt t="10257" x="7837488" y="1250950"/>
          <p14:tracePt t="10265" x="7124700" y="1282700"/>
          <p14:tracePt t="10273" x="6697663" y="1282700"/>
          <p14:tracePt t="10282" x="6491288" y="1282700"/>
          <p14:tracePt t="10290" x="5969000" y="1282700"/>
          <p14:tracePt t="10298" x="5653088" y="1282700"/>
          <p14:tracePt t="10307" x="5335588" y="1282700"/>
          <p14:tracePt t="10315" x="5003800" y="1298575"/>
          <p14:tracePt t="10323" x="4686300" y="1314450"/>
          <p14:tracePt t="10332" x="4386263" y="1330325"/>
          <p14:tracePt t="10340" x="4068763" y="1377950"/>
          <p14:tracePt t="10348" x="3800475" y="1393825"/>
          <p14:tracePt t="10356" x="3419475" y="1457325"/>
          <p14:tracePt t="10365" x="3198813" y="1473200"/>
          <p14:tracePt t="10373" x="3119438" y="1473200"/>
          <p14:tracePt t="10382" x="2944813" y="1489075"/>
          <p14:tracePt t="10390" x="2770188" y="1489075"/>
          <p14:tracePt t="10398" x="2692400" y="1504950"/>
          <p14:tracePt t="10406" x="2628900" y="1504950"/>
          <p14:tracePt t="10415" x="2565400" y="1504950"/>
          <p14:tracePt t="10423" x="2422525" y="1520825"/>
          <p14:tracePt t="10431" x="2359025" y="1520825"/>
          <p14:tracePt t="10440" x="2216150" y="1520825"/>
          <p14:tracePt t="10448" x="2074863" y="1536700"/>
          <p14:tracePt t="10457" x="1931988" y="1536700"/>
          <p14:tracePt t="10457" x="1868488" y="1552575"/>
          <p14:tracePt t="10465" x="1757363" y="1552575"/>
          <p14:tracePt t="10473" x="1646238" y="1568450"/>
          <p14:tracePt t="10481" x="1614488" y="1568450"/>
          <p14:tracePt t="10490" x="1535113" y="1568450"/>
          <p14:tracePt t="10498" x="1520825" y="1568450"/>
          <p14:tracePt t="10506" x="1489075" y="1568450"/>
          <p14:tracePt t="10514" x="1473200" y="1584325"/>
          <p14:tracePt t="10529" x="1457325" y="1584325"/>
          <p14:tracePt t="10624" x="1473200" y="1584325"/>
          <p14:tracePt t="10629" x="1489075" y="1584325"/>
          <p14:tracePt t="10632" x="1504950" y="1584325"/>
          <p14:tracePt t="10639" x="1550988" y="1584325"/>
          <p14:tracePt t="10648" x="1630363" y="1584325"/>
          <p14:tracePt t="10656" x="1789113" y="1584325"/>
          <p14:tracePt t="10665" x="1979613" y="1584325"/>
          <p14:tracePt t="10673" x="2232025" y="1584325"/>
          <p14:tracePt t="10681" x="2406650" y="1584325"/>
          <p14:tracePt t="10689" x="2928938" y="1584325"/>
          <p14:tracePt t="10698" x="3294063" y="1584325"/>
          <p14:tracePt t="10706" x="3609975" y="1584325"/>
          <p14:tracePt t="10714" x="3879850" y="1584325"/>
          <p14:tracePt t="10723" x="4116388" y="1584325"/>
          <p14:tracePt t="10731" x="4227513" y="1584325"/>
          <p14:tracePt t="10739" x="4275138" y="1584325"/>
          <p14:tracePt t="10864" x="4243388" y="1584325"/>
          <p14:tracePt t="10872" x="4195763" y="1584325"/>
          <p14:tracePt t="10874" x="4179888" y="1584325"/>
          <p14:tracePt t="10881" x="4148138" y="1584325"/>
          <p14:tracePt t="10889" x="4037013" y="1631950"/>
          <p14:tracePt t="10897" x="3911600" y="1647825"/>
          <p14:tracePt t="10906" x="3816350" y="1663700"/>
          <p14:tracePt t="10914" x="3705225" y="1663700"/>
          <p14:tracePt t="10923" x="3609975" y="1679575"/>
          <p14:tracePt t="10931" x="3530600" y="1679575"/>
          <p14:tracePt t="10939" x="3451225" y="1679575"/>
          <p14:tracePt t="10948" x="3403600" y="1679575"/>
          <p14:tracePt t="10956" x="3387725" y="1679575"/>
          <p14:tracePt t="10964" x="3371850" y="1695450"/>
          <p14:tracePt t="11089" x="3403600" y="1695450"/>
          <p14:tracePt t="11092" x="3435350" y="1679575"/>
          <p14:tracePt t="11097" x="3451225" y="1663700"/>
          <p14:tracePt t="11106" x="3546475" y="1631950"/>
          <p14:tracePt t="11114" x="3609975" y="1631950"/>
          <p14:tracePt t="11123" x="3736975" y="1600200"/>
          <p14:tracePt t="11131" x="3927475" y="1600200"/>
          <p14:tracePt t="11139" x="4148138" y="1584325"/>
          <p14:tracePt t="11147" x="4418013" y="1584325"/>
          <p14:tracePt t="11156" x="4702175" y="1584325"/>
          <p14:tracePt t="11164" x="5146675" y="1584325"/>
          <p14:tracePt t="11172" x="5399088" y="1584325"/>
          <p14:tracePt t="11181" x="5494338" y="1584325"/>
          <p14:tracePt t="11189" x="5700713" y="1584325"/>
          <p14:tracePt t="11197" x="5842000" y="1600200"/>
          <p14:tracePt t="11206" x="5873750" y="1600200"/>
          <p14:tracePt t="11214" x="5889625" y="1600200"/>
          <p14:tracePt t="11352" x="5889625" y="1616075"/>
          <p14:tracePt t="11357" x="5873750" y="1616075"/>
          <p14:tracePt t="11362" x="5842000" y="1631950"/>
          <p14:tracePt t="11364" x="5810250" y="1631950"/>
          <p14:tracePt t="11372" x="5732463" y="1663700"/>
          <p14:tracePt t="11381" x="5700713" y="1663700"/>
          <p14:tracePt t="11389" x="5621338" y="1679575"/>
          <p14:tracePt t="11397" x="5414963" y="1695450"/>
          <p14:tracePt t="11405" x="5256213" y="1695450"/>
          <p14:tracePt t="11414" x="5035550" y="1695450"/>
          <p14:tracePt t="11422" x="4829175" y="1695450"/>
          <p14:tracePt t="11431" x="4606925" y="1695450"/>
          <p14:tracePt t="11439" x="4386263" y="1695450"/>
          <p14:tracePt t="11447" x="4259263" y="1695450"/>
          <p14:tracePt t="11455" x="4148138" y="1695450"/>
          <p14:tracePt t="11464" x="4116388" y="1695450"/>
          <p14:tracePt t="11569" x="4116388" y="1679575"/>
          <p14:tracePt t="11572" x="4132263" y="1679575"/>
          <p14:tracePt t="11577" x="4148138" y="1663700"/>
          <p14:tracePt t="11581" x="4179888" y="1663700"/>
          <p14:tracePt t="11589" x="4211638" y="1647825"/>
          <p14:tracePt t="11597" x="4291013" y="1647825"/>
          <p14:tracePt t="11605" x="4386263" y="1616075"/>
          <p14:tracePt t="11614" x="4481513" y="1600200"/>
          <p14:tracePt t="11622" x="4529138" y="1584325"/>
          <p14:tracePt t="11630" x="4781550" y="1568450"/>
          <p14:tracePt t="11639" x="5003800" y="1568450"/>
          <p14:tracePt t="11647" x="5162550" y="1568450"/>
          <p14:tracePt t="11655" x="5351463" y="1568450"/>
          <p14:tracePt t="11663" x="5510213" y="1568450"/>
          <p14:tracePt t="11672" x="5653088" y="1568450"/>
          <p14:tracePt t="11680" x="5780088" y="1568450"/>
          <p14:tracePt t="11688" x="5857875" y="1568450"/>
          <p14:tracePt t="11697" x="5905500" y="1568450"/>
          <p14:tracePt t="11705" x="5969000" y="1568450"/>
          <p14:tracePt t="11713" x="6000750" y="1568450"/>
          <p14:tracePt t="11723" x="6032500" y="1568450"/>
          <p14:tracePt t="11732" x="6048375" y="1568450"/>
          <p14:tracePt t="11738" x="6064250" y="1568450"/>
          <p14:tracePt t="11747" x="6080125" y="1568450"/>
          <p14:tracePt t="11877" x="6096000" y="1568450"/>
          <p14:tracePt t="11884" x="6111875" y="1568450"/>
          <p14:tracePt t="11889" x="6127750" y="1568450"/>
          <p14:tracePt t="11892" x="6143625" y="1568450"/>
          <p14:tracePt t="11897" x="6159500" y="1568450"/>
          <p14:tracePt t="11905" x="6207125" y="1568450"/>
          <p14:tracePt t="11913" x="6238875" y="1568450"/>
          <p14:tracePt t="11922" x="6254750" y="1568450"/>
          <p14:tracePt t="11930" x="6318250" y="1568450"/>
          <p14:tracePt t="11938" x="6365875" y="1568450"/>
          <p14:tracePt t="11947" x="6397625" y="1568450"/>
          <p14:tracePt t="11955" x="6427788" y="1568450"/>
          <p14:tracePt t="11963" x="6459538" y="1568450"/>
          <p14:tracePt t="11972" x="6475413" y="1568450"/>
          <p14:tracePt t="11980" x="6491288" y="1568450"/>
          <p14:tracePt t="11988" x="6507163" y="1568450"/>
          <p14:tracePt t="11997" x="6538913" y="1568450"/>
          <p14:tracePt t="12005" x="6586538" y="1568450"/>
          <p14:tracePt t="12013" x="6602413" y="1568450"/>
          <p14:tracePt t="12022" x="6618288" y="1568450"/>
          <p14:tracePt t="12030" x="6665913" y="1568450"/>
          <p14:tracePt t="12038" x="6697663" y="1568450"/>
          <p14:tracePt t="12046" x="6729413" y="1568450"/>
          <p14:tracePt t="12055" x="6777038" y="1568450"/>
          <p14:tracePt t="12063" x="6840538" y="1568450"/>
          <p14:tracePt t="12072" x="6856413" y="1568450"/>
          <p14:tracePt t="12080" x="6888163" y="1568450"/>
          <p14:tracePt t="12088" x="6904038" y="1568450"/>
          <p14:tracePt t="12096" x="6919913" y="1568450"/>
          <p14:tracePt t="12097" x="6935788" y="1568450"/>
          <p14:tracePt t="12142" x="6951663" y="1568450"/>
          <p14:tracePt t="12149" x="6967538" y="1568450"/>
          <p14:tracePt t="12157" x="6999288" y="1568450"/>
          <p14:tracePt t="12164" x="7029450" y="1568450"/>
          <p14:tracePt t="12169" x="7045325" y="1568450"/>
          <p14:tracePt t="12172" x="7077075" y="1584325"/>
          <p14:tracePt t="12180" x="7108825" y="1584325"/>
          <p14:tracePt t="12188" x="7172325" y="1584325"/>
          <p14:tracePt t="12197" x="7251700" y="1584325"/>
          <p14:tracePt t="12197" x="7299325" y="1584325"/>
          <p14:tracePt t="12205" x="7362825" y="1600200"/>
          <p14:tracePt t="12213" x="7394575" y="1600200"/>
          <p14:tracePt t="12221" x="7458075" y="1600200"/>
          <p14:tracePt t="12230" x="7553325" y="1616075"/>
          <p14:tracePt t="12238" x="7616825" y="1616075"/>
          <p14:tracePt t="12246" x="7678738" y="1616075"/>
          <p14:tracePt t="12255" x="7710488" y="1616075"/>
          <p14:tracePt t="12263" x="7742238" y="1616075"/>
          <p14:tracePt t="12271" x="7789863" y="1616075"/>
          <p14:tracePt t="12280" x="7821613" y="1616075"/>
          <p14:tracePt t="12288" x="7885113" y="1616075"/>
          <p14:tracePt t="12296" x="7932738" y="1616075"/>
          <p14:tracePt t="12304" x="7996238" y="1616075"/>
          <p14:tracePt t="12313" x="8059738" y="1616075"/>
          <p14:tracePt t="12321" x="8075613" y="1616075"/>
          <p14:tracePt t="12330" x="8154988" y="1616075"/>
          <p14:tracePt t="12338" x="8202613" y="1616075"/>
          <p14:tracePt t="12346" x="8248650" y="1616075"/>
          <p14:tracePt t="12354" x="8328025" y="1616075"/>
          <p14:tracePt t="12363" x="8375650" y="1616075"/>
          <p14:tracePt t="12371" x="8455025" y="1616075"/>
          <p14:tracePt t="12379" x="8550275" y="1631950"/>
          <p14:tracePt t="12388" x="8629650" y="1631950"/>
          <p14:tracePt t="12396" x="8693150" y="1631950"/>
          <p14:tracePt t="12404" x="8820150" y="1631950"/>
          <p14:tracePt t="12413" x="8929688" y="1631950"/>
          <p14:tracePt t="12421" x="8961438" y="1631950"/>
          <p14:tracePt t="12429" x="9056688" y="1631950"/>
          <p14:tracePt t="12438" x="9104313" y="1631950"/>
          <p14:tracePt t="12446" x="9151938" y="1631950"/>
          <p14:tracePt t="12454" x="9199563" y="1631950"/>
          <p14:tracePt t="12463" x="9247188" y="1631950"/>
          <p14:tracePt t="12471" x="9294813" y="1631950"/>
          <p14:tracePt t="12479" x="9358313" y="1631950"/>
          <p14:tracePt t="12488" x="9421813" y="1647825"/>
          <p14:tracePt t="12496" x="9467850" y="1647825"/>
          <p14:tracePt t="12504" x="9563100" y="1647825"/>
          <p14:tracePt t="12513" x="9626600" y="1647825"/>
          <p14:tracePt t="12521" x="9658350" y="1647825"/>
          <p14:tracePt t="12529" x="9737725" y="1647825"/>
          <p14:tracePt t="12538" x="9817100" y="1647825"/>
          <p14:tracePt t="12546" x="9848850" y="1647825"/>
          <p14:tracePt t="12554" x="9896475" y="1647825"/>
          <p14:tracePt t="12563" x="9928225" y="1647825"/>
          <p14:tracePt t="12571" x="9959975" y="1647825"/>
          <p14:tracePt t="12580" x="9975850" y="1647825"/>
          <p14:tracePt t="12588" x="9991725" y="1647825"/>
          <p14:tracePt t="12596" x="10023475" y="1647825"/>
          <p14:tracePt t="12604" x="10055225" y="1647825"/>
          <p14:tracePt t="12613" x="10085388" y="1647825"/>
          <p14:tracePt t="12621" x="10101263" y="1647825"/>
          <p14:tracePt t="12629" x="10164763" y="1647825"/>
          <p14:tracePt t="12638" x="10196513" y="1647825"/>
          <p14:tracePt t="12646" x="10212388" y="1647825"/>
          <p14:tracePt t="12654" x="10228263" y="1647825"/>
          <p14:tracePt t="12684" x="10244138" y="1647825"/>
          <p14:tracePt t="12717" x="10260013" y="1647825"/>
          <p14:tracePt t="12722" x="10275888" y="1647825"/>
          <p14:tracePt t="12723" x="10291763" y="1647825"/>
          <p14:tracePt t="12752" x="10307638" y="1647825"/>
          <p14:tracePt t="12984" x="10307638" y="1663700"/>
        </p14:tracePtLst>
      </p14:laserTrace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A278-7D01-F268-A414-B1A02DC62011}"/>
            </a:ext>
          </a:extLst>
        </p:cNvPr>
        <p:cNvGrpSpPr/>
        <p:nvPr/>
      </p:nvGrpSpPr>
      <p:grpSpPr>
        <a:xfrm>
          <a:off x="0" y="0"/>
          <a:ext cx="0" cy="0"/>
          <a:chOff x="0" y="0"/>
          <a:chExt cx="0" cy="0"/>
        </a:xfrm>
      </p:grpSpPr>
      <p:pic>
        <p:nvPicPr>
          <p:cNvPr id="41" name="图片 40" descr="图示&#10;&#10;AI 生成的内容可能不正确。">
            <a:extLst>
              <a:ext uri="{FF2B5EF4-FFF2-40B4-BE49-F238E27FC236}">
                <a16:creationId xmlns:a16="http://schemas.microsoft.com/office/drawing/2014/main" id="{02C141B0-4F70-3BEE-34A6-9694A69083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64396" y="561022"/>
            <a:ext cx="4143898" cy="5577587"/>
          </a:xfrm>
          <a:prstGeom prst="rect">
            <a:avLst/>
          </a:prstGeom>
        </p:spPr>
      </p:pic>
      <p:sp>
        <p:nvSpPr>
          <p:cNvPr id="16" name="矩形: 圆角 15">
            <a:extLst>
              <a:ext uri="{FF2B5EF4-FFF2-40B4-BE49-F238E27FC236}">
                <a16:creationId xmlns:a16="http://schemas.microsoft.com/office/drawing/2014/main" id="{42618593-CCE6-813C-81F9-25482A3D4E10}"/>
              </a:ext>
            </a:extLst>
          </p:cNvPr>
          <p:cNvSpPr/>
          <p:nvPr/>
        </p:nvSpPr>
        <p:spPr>
          <a:xfrm>
            <a:off x="7908294" y="1962392"/>
            <a:ext cx="4136827" cy="924561"/>
          </a:xfrm>
          <a:prstGeom prst="roundRect">
            <a:avLst>
              <a:gd name="adj" fmla="val 7949"/>
            </a:avLst>
          </a:prstGeom>
          <a:solidFill>
            <a:srgbClr val="FFF2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Ø"/>
            </a:pPr>
            <a:endParaRPr lang="zh-CN" altLang="en-US" dirty="0"/>
          </a:p>
        </p:txBody>
      </p:sp>
      <p:grpSp>
        <p:nvGrpSpPr>
          <p:cNvPr id="19" name="组合 18">
            <a:extLst>
              <a:ext uri="{FF2B5EF4-FFF2-40B4-BE49-F238E27FC236}">
                <a16:creationId xmlns:a16="http://schemas.microsoft.com/office/drawing/2014/main" id="{ECAC00ED-D11E-3CA2-9573-5F15D82DC3C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5097280-8DD6-0700-C4D1-4E70F783555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771BBE66-F98B-D453-8B25-A35F9CFA482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CD8BE74E-34EF-F054-55D4-BF440FA0E698}"/>
              </a:ext>
            </a:extLst>
          </p:cNvPr>
          <p:cNvSpPr txBox="1"/>
          <p:nvPr/>
        </p:nvSpPr>
        <p:spPr>
          <a:xfrm>
            <a:off x="1176654" y="295910"/>
            <a:ext cx="3057545"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1. Background</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90" name="文本框 89">
            <a:extLst>
              <a:ext uri="{FF2B5EF4-FFF2-40B4-BE49-F238E27FC236}">
                <a16:creationId xmlns:a16="http://schemas.microsoft.com/office/drawing/2014/main" id="{BCD3AACD-3A07-6FFE-0DE3-1AA3EC983E42}"/>
              </a:ext>
            </a:extLst>
          </p:cNvPr>
          <p:cNvSpPr txBox="1"/>
          <p:nvPr/>
        </p:nvSpPr>
        <p:spPr>
          <a:xfrm>
            <a:off x="348771" y="818748"/>
            <a:ext cx="423348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Fine-tuning Paradigm</a:t>
            </a:r>
          </a:p>
        </p:txBody>
      </p:sp>
      <p:sp>
        <p:nvSpPr>
          <p:cNvPr id="22" name="任意多边形: 形状 21">
            <a:extLst>
              <a:ext uri="{FF2B5EF4-FFF2-40B4-BE49-F238E27FC236}">
                <a16:creationId xmlns:a16="http://schemas.microsoft.com/office/drawing/2014/main" id="{2CBC3640-370A-3C01-09D6-EAE9897452E6}"/>
              </a:ext>
            </a:extLst>
          </p:cNvPr>
          <p:cNvSpPr/>
          <p:nvPr/>
        </p:nvSpPr>
        <p:spPr>
          <a:xfrm>
            <a:off x="7732698" y="2386483"/>
            <a:ext cx="596019" cy="373019"/>
          </a:xfrm>
          <a:custGeom>
            <a:avLst/>
            <a:gdLst>
              <a:gd name="connsiteX0" fmla="*/ 0 w 406400"/>
              <a:gd name="connsiteY0" fmla="*/ 274320 h 274320"/>
              <a:gd name="connsiteX1" fmla="*/ 396240 w 406400"/>
              <a:gd name="connsiteY1" fmla="*/ 0 h 274320"/>
              <a:gd name="connsiteX2" fmla="*/ 406400 w 406400"/>
              <a:gd name="connsiteY2" fmla="*/ 254000 h 274320"/>
              <a:gd name="connsiteX3" fmla="*/ 0 w 406400"/>
              <a:gd name="connsiteY3" fmla="*/ 274320 h 274320"/>
            </a:gdLst>
            <a:ahLst/>
            <a:cxnLst>
              <a:cxn ang="0">
                <a:pos x="connsiteX0" y="connsiteY0"/>
              </a:cxn>
              <a:cxn ang="0">
                <a:pos x="connsiteX1" y="connsiteY1"/>
              </a:cxn>
              <a:cxn ang="0">
                <a:pos x="connsiteX2" y="connsiteY2"/>
              </a:cxn>
              <a:cxn ang="0">
                <a:pos x="connsiteX3" y="connsiteY3"/>
              </a:cxn>
            </a:cxnLst>
            <a:rect l="l" t="t" r="r" b="b"/>
            <a:pathLst>
              <a:path w="406400" h="274320">
                <a:moveTo>
                  <a:pt x="0" y="274320"/>
                </a:moveTo>
                <a:lnTo>
                  <a:pt x="396240" y="0"/>
                </a:lnTo>
                <a:lnTo>
                  <a:pt x="406400" y="254000"/>
                </a:lnTo>
                <a:lnTo>
                  <a:pt x="0" y="274320"/>
                </a:lnTo>
                <a:close/>
              </a:path>
            </a:pathLst>
          </a:custGeom>
          <a:solidFill>
            <a:srgbClr val="FFF2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DEAAF12F-1B92-8A53-C2E9-7DD4B237CEAA}"/>
              </a:ext>
            </a:extLst>
          </p:cNvPr>
          <p:cNvSpPr/>
          <p:nvPr/>
        </p:nvSpPr>
        <p:spPr>
          <a:xfrm>
            <a:off x="142286" y="4576072"/>
            <a:ext cx="4233489" cy="1524103"/>
          </a:xfrm>
          <a:prstGeom prst="roundRect">
            <a:avLst>
              <a:gd name="adj" fmla="val 7949"/>
            </a:avLst>
          </a:prstGeom>
          <a:solidFill>
            <a:srgbClr val="FFF2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Ø"/>
            </a:pPr>
            <a:endParaRPr lang="zh-CN" altLang="en-US" dirty="0"/>
          </a:p>
        </p:txBody>
      </p:sp>
      <p:sp>
        <p:nvSpPr>
          <p:cNvPr id="26" name="任意多边形: 形状 25">
            <a:extLst>
              <a:ext uri="{FF2B5EF4-FFF2-40B4-BE49-F238E27FC236}">
                <a16:creationId xmlns:a16="http://schemas.microsoft.com/office/drawing/2014/main" id="{72DFAF87-112C-B079-C688-BD28ED0E0DB8}"/>
              </a:ext>
            </a:extLst>
          </p:cNvPr>
          <p:cNvSpPr/>
          <p:nvPr/>
        </p:nvSpPr>
        <p:spPr>
          <a:xfrm flipH="1" flipV="1">
            <a:off x="4016230" y="4948198"/>
            <a:ext cx="530734" cy="353126"/>
          </a:xfrm>
          <a:custGeom>
            <a:avLst/>
            <a:gdLst>
              <a:gd name="connsiteX0" fmla="*/ 0 w 406400"/>
              <a:gd name="connsiteY0" fmla="*/ 274320 h 274320"/>
              <a:gd name="connsiteX1" fmla="*/ 396240 w 406400"/>
              <a:gd name="connsiteY1" fmla="*/ 0 h 274320"/>
              <a:gd name="connsiteX2" fmla="*/ 406400 w 406400"/>
              <a:gd name="connsiteY2" fmla="*/ 254000 h 274320"/>
              <a:gd name="connsiteX3" fmla="*/ 0 w 406400"/>
              <a:gd name="connsiteY3" fmla="*/ 274320 h 274320"/>
            </a:gdLst>
            <a:ahLst/>
            <a:cxnLst>
              <a:cxn ang="0">
                <a:pos x="connsiteX0" y="connsiteY0"/>
              </a:cxn>
              <a:cxn ang="0">
                <a:pos x="connsiteX1" y="connsiteY1"/>
              </a:cxn>
              <a:cxn ang="0">
                <a:pos x="connsiteX2" y="connsiteY2"/>
              </a:cxn>
              <a:cxn ang="0">
                <a:pos x="connsiteX3" y="connsiteY3"/>
              </a:cxn>
            </a:cxnLst>
            <a:rect l="l" t="t" r="r" b="b"/>
            <a:pathLst>
              <a:path w="406400" h="274320">
                <a:moveTo>
                  <a:pt x="0" y="274320"/>
                </a:moveTo>
                <a:lnTo>
                  <a:pt x="396240" y="0"/>
                </a:lnTo>
                <a:lnTo>
                  <a:pt x="406400" y="254000"/>
                </a:lnTo>
                <a:lnTo>
                  <a:pt x="0" y="274320"/>
                </a:lnTo>
                <a:close/>
              </a:path>
            </a:pathLst>
          </a:custGeom>
          <a:solidFill>
            <a:srgbClr val="FFF2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EE13E76-9020-A3E9-F9AE-2C1DE4D07DCE}"/>
              </a:ext>
            </a:extLst>
          </p:cNvPr>
          <p:cNvSpPr txBox="1"/>
          <p:nvPr/>
        </p:nvSpPr>
        <p:spPr>
          <a:xfrm>
            <a:off x="97529" y="4745420"/>
            <a:ext cx="4349211" cy="1015663"/>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Difficulties in checkpoint management</a:t>
            </a:r>
          </a:p>
          <a:p>
            <a:pPr marL="342900" indent="-342900">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High deployment complexity</a:t>
            </a:r>
          </a:p>
        </p:txBody>
      </p:sp>
      <p:sp>
        <p:nvSpPr>
          <p:cNvPr id="9" name="文本框 8">
            <a:extLst>
              <a:ext uri="{FF2B5EF4-FFF2-40B4-BE49-F238E27FC236}">
                <a16:creationId xmlns:a16="http://schemas.microsoft.com/office/drawing/2014/main" id="{B96D10EB-149E-4939-3635-BE53B7F62052}"/>
              </a:ext>
            </a:extLst>
          </p:cNvPr>
          <p:cNvSpPr txBox="1"/>
          <p:nvPr/>
        </p:nvSpPr>
        <p:spPr>
          <a:xfrm>
            <a:off x="7926088" y="2050240"/>
            <a:ext cx="4136827" cy="707886"/>
          </a:xfrm>
          <a:prstGeom prst="rect">
            <a:avLst/>
          </a:prstGeom>
          <a:noFill/>
        </p:spPr>
        <p:txBody>
          <a:bodyPr wrap="square" rtlCol="0">
            <a:spAutoFit/>
          </a:bodyPr>
          <a:lstStyle>
            <a:defPPr>
              <a:defRPr lang="zh-CN"/>
            </a:defPPr>
            <a:lvl1pPr marL="342900" indent="-342900">
              <a:buFont typeface="Wingdings" panose="05000000000000000000" pitchFamily="2" charset="2"/>
              <a:buChar char="Ø"/>
              <a:defRPr sz="2000">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One checkpoint is fine-tuned for each SE task and PL.</a:t>
            </a:r>
          </a:p>
        </p:txBody>
      </p:sp>
      <p:pic>
        <p:nvPicPr>
          <p:cNvPr id="31" name="音频 30">
            <a:hlinkClick r:id="" action="ppaction://media"/>
            <a:extLst>
              <a:ext uri="{FF2B5EF4-FFF2-40B4-BE49-F238E27FC236}">
                <a16:creationId xmlns:a16="http://schemas.microsoft.com/office/drawing/2014/main" id="{EBDEBCC7-5416-1989-8851-021FDDBA349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37438440"/>
      </p:ext>
    </p:extLst>
  </p:cSld>
  <p:clrMapOvr>
    <a:masterClrMapping/>
  </p:clrMapOvr>
  <mc:AlternateContent xmlns:mc="http://schemas.openxmlformats.org/markup-compatibility/2006">
    <mc:Choice xmlns:p14="http://schemas.microsoft.com/office/powerpoint/2010/main" Requires="p14">
      <p:transition spd="slow" p14:dur="2000" advTm="42189"/>
    </mc:Choice>
    <mc:Fallback>
      <p:transition spd="slow" advTm="421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extLst>
    <p:ext uri="{3A86A75C-4F4B-4683-9AE1-C65F6400EC91}">
      <p14:laserTraceLst xmlns:p14="http://schemas.microsoft.com/office/powerpoint/2010/main">
        <p14:tracePtLst>
          <p14:tracePt t="1874" x="10291763" y="1663700"/>
          <p14:tracePt t="1879" x="10275888" y="1663700"/>
          <p14:tracePt t="1880" x="10260013" y="1663700"/>
          <p14:tracePt t="1889" x="10244138" y="1679575"/>
          <p14:tracePt t="1897" x="10164763" y="1695450"/>
          <p14:tracePt t="1905" x="10085388" y="1725613"/>
          <p14:tracePt t="1914" x="10023475" y="1725613"/>
          <p14:tracePt t="1922" x="9848850" y="1757363"/>
          <p14:tracePt t="1930" x="9690100" y="1757363"/>
          <p14:tracePt t="1938" x="9610725" y="1757363"/>
          <p14:tracePt t="1946" x="9437688" y="1757363"/>
          <p14:tracePt t="1955" x="9326563" y="1773238"/>
          <p14:tracePt t="1963" x="9247188" y="1773238"/>
          <p14:tracePt t="1971" x="9183688" y="1773238"/>
          <p14:tracePt t="1980" x="9120188" y="1773238"/>
          <p14:tracePt t="1988" x="9088438" y="1773238"/>
          <p14:tracePt t="1996" x="9056688" y="1773238"/>
          <p14:tracePt t="2005" x="9009063" y="1773238"/>
          <p14:tracePt t="2013" x="8977313" y="1789113"/>
          <p14:tracePt t="2022" x="8945563" y="1789113"/>
          <p14:tracePt t="2030" x="8929688" y="1804988"/>
          <p14:tracePt t="2049" x="8897938" y="1804988"/>
          <p14:tracePt t="2054" x="8882063" y="1804988"/>
          <p14:tracePt t="2060" x="8850313" y="1804988"/>
          <p14:tracePt t="2065" x="8836025" y="1804988"/>
          <p14:tracePt t="2073" x="8820150" y="1804988"/>
          <p14:tracePt t="2080" x="8804275" y="1804988"/>
          <p14:tracePt t="2088" x="8788400" y="1804988"/>
          <p14:tracePt t="2105" x="8772525" y="1804988"/>
          <p14:tracePt t="2129" x="8756650" y="1804988"/>
          <p14:tracePt t="2139" x="8740775" y="1804988"/>
          <p14:tracePt t="2146" x="8724900" y="1804988"/>
          <p14:tracePt t="2346" x="8709025" y="1804988"/>
          <p14:tracePt t="2348" x="8693150" y="1804988"/>
          <p14:tracePt t="2355" x="8661400" y="1804988"/>
          <p14:tracePt t="2363" x="8582025" y="1804988"/>
          <p14:tracePt t="2371" x="8518525" y="1804988"/>
          <p14:tracePt t="2380" x="8439150" y="1789113"/>
          <p14:tracePt t="2388" x="8312150" y="1773238"/>
          <p14:tracePt t="2396" x="8139113" y="1741488"/>
          <p14:tracePt t="2404" x="7980363" y="1711325"/>
          <p14:tracePt t="2413" x="7758113" y="1695450"/>
          <p14:tracePt t="2421" x="7378700" y="1647825"/>
          <p14:tracePt t="2429" x="7077075" y="1616075"/>
          <p14:tracePt t="2438" x="6919913" y="1600200"/>
          <p14:tracePt t="2446" x="6507163" y="1536700"/>
          <p14:tracePt t="2455" x="6318250" y="1504950"/>
          <p14:tracePt t="2463" x="6143625" y="1473200"/>
          <p14:tracePt t="2471" x="6016625" y="1441450"/>
          <p14:tracePt t="2480" x="5921375" y="1425575"/>
          <p14:tracePt t="2488" x="5826125" y="1409700"/>
          <p14:tracePt t="2496" x="5780088" y="1393825"/>
          <p14:tracePt t="2504" x="5732463" y="1393825"/>
          <p14:tracePt t="2513" x="5637213" y="1362075"/>
          <p14:tracePt t="2521" x="5526088" y="1330325"/>
          <p14:tracePt t="2529" x="5462588" y="1298575"/>
          <p14:tracePt t="2538" x="5414963" y="1282700"/>
          <p14:tracePt t="2546" x="5319713" y="1266825"/>
          <p14:tracePt t="2554" x="5224463" y="1250950"/>
          <p14:tracePt t="2563" x="5146675" y="1219200"/>
          <p14:tracePt t="2571" x="5067300" y="1203325"/>
          <p14:tracePt t="2580" x="4940300" y="1171575"/>
          <p14:tracePt t="2580" x="4876800" y="1155700"/>
          <p14:tracePt t="2588" x="4813300" y="1139825"/>
          <p14:tracePt t="2596" x="4733925" y="1123950"/>
          <p14:tracePt t="2604" x="4622800" y="1108075"/>
          <p14:tracePt t="2613" x="4545013" y="1092200"/>
          <p14:tracePt t="2621" x="4449763" y="1076325"/>
          <p14:tracePt t="2629" x="4418013" y="1076325"/>
          <p14:tracePt t="2638" x="4402138" y="1076325"/>
          <p14:tracePt t="2646" x="4386263" y="1076325"/>
          <p14:tracePt t="2654" x="4370388" y="1060450"/>
          <p14:tracePt t="2663" x="4338638" y="1044575"/>
          <p14:tracePt t="2671" x="4275138" y="1028700"/>
          <p14:tracePt t="2679" x="4227513" y="1028700"/>
          <p14:tracePt t="2687" x="4164013" y="1014413"/>
          <p14:tracePt t="2696" x="4052888" y="998538"/>
          <p14:tracePt t="2704" x="3943350" y="982663"/>
          <p14:tracePt t="2712" x="3768725" y="935038"/>
          <p14:tracePt t="2721" x="3562350" y="919163"/>
          <p14:tracePt t="2729" x="3451225" y="887413"/>
          <p14:tracePt t="2737" x="3419475" y="871538"/>
          <p14:tracePt t="2746" x="3325813" y="855663"/>
          <p14:tracePt t="2754" x="3246438" y="823913"/>
          <p14:tracePt t="2762" x="3198813" y="823913"/>
          <p14:tracePt t="2771" x="3167063" y="808038"/>
          <p14:tracePt t="2779" x="3103563" y="776288"/>
          <p14:tracePt t="2787" x="3071813" y="760413"/>
          <p14:tracePt t="2796" x="3024188" y="760413"/>
          <p14:tracePt t="2804" x="2976563" y="760413"/>
          <p14:tracePt t="2812" x="2928938" y="760413"/>
          <p14:tracePt t="2821" x="2865438" y="744538"/>
          <p14:tracePt t="2829" x="2801938" y="728663"/>
          <p14:tracePt t="2837" x="2786063" y="728663"/>
          <p14:tracePt t="2846" x="2724150" y="712788"/>
          <p14:tracePt t="2854" x="2644775" y="696913"/>
          <p14:tracePt t="2862" x="2597150" y="696913"/>
          <p14:tracePt t="2871" x="2549525" y="681038"/>
          <p14:tracePt t="2879" x="2517775" y="681038"/>
          <p14:tracePt t="2887" x="2454275" y="681038"/>
          <p14:tracePt t="2896" x="2406650" y="681038"/>
          <p14:tracePt t="2904" x="2327275" y="665163"/>
          <p14:tracePt t="2912" x="2263775" y="665163"/>
          <p14:tracePt t="2921" x="2168525" y="665163"/>
          <p14:tracePt t="2929" x="2136775" y="665163"/>
          <p14:tracePt t="3109" x="2122488" y="665163"/>
          <p14:tracePt t="3114" x="2106613" y="665163"/>
          <p14:tracePt t="3129" x="2090738" y="665163"/>
          <p14:tracePt t="3138" x="2090738" y="681038"/>
          <p14:tracePt t="3148" x="2074863" y="681038"/>
          <p14:tracePt t="3161" x="2058988" y="681038"/>
          <p14:tracePt t="3169" x="2058988" y="696913"/>
          <p14:tracePt t="3173" x="2043113" y="696913"/>
          <p14:tracePt t="3180" x="2027238" y="696913"/>
          <p14:tracePt t="3187" x="2011363" y="696913"/>
          <p14:tracePt t="3195" x="1995488" y="712788"/>
          <p14:tracePt t="3204" x="1979613" y="728663"/>
          <p14:tracePt t="3213" x="1963738" y="728663"/>
          <p14:tracePt t="3220" x="1947863" y="744538"/>
          <p14:tracePt t="3234" x="1931988" y="744538"/>
          <p14:tracePt t="3319" x="1931988" y="760413"/>
          <p14:tracePt t="3359" x="1947863" y="760413"/>
          <p14:tracePt t="3360" x="1963738" y="760413"/>
          <p14:tracePt t="3369" x="1979613" y="760413"/>
          <p14:tracePt t="3374" x="2011363" y="760413"/>
          <p14:tracePt t="3379" x="2027238" y="760413"/>
          <p14:tracePt t="3387" x="2106613" y="760413"/>
          <p14:tracePt t="3395" x="2184400" y="776288"/>
          <p14:tracePt t="3403" x="2232025" y="776288"/>
          <p14:tracePt t="3412" x="2327275" y="776288"/>
          <p14:tracePt t="3420" x="2501900" y="792163"/>
          <p14:tracePt t="3428" x="2565400" y="792163"/>
          <p14:tracePt t="3437" x="2676525" y="808038"/>
          <p14:tracePt t="3445" x="2801938" y="823913"/>
          <p14:tracePt t="3454" x="2913063" y="823913"/>
          <p14:tracePt t="3462" x="3024188" y="839788"/>
          <p14:tracePt t="3470" x="3071813" y="855663"/>
          <p14:tracePt t="3479" x="3087688" y="855663"/>
          <p14:tracePt t="3488" x="3103563" y="855663"/>
          <p14:tracePt t="3619" x="3103563" y="871538"/>
          <p14:tracePt t="3620" x="3119438" y="871538"/>
          <p14:tracePt t="3629" x="3135313" y="871538"/>
          <p14:tracePt t="3629" x="3151188" y="871538"/>
          <p14:tracePt t="3636" x="3167063" y="871538"/>
          <p14:tracePt t="3645" x="3198813" y="871538"/>
          <p14:tracePt t="3654" x="3214688" y="871538"/>
          <p14:tracePt t="3662" x="3262313" y="871538"/>
          <p14:tracePt t="3670" x="3294063" y="871538"/>
          <p14:tracePt t="3679" x="3309938" y="871538"/>
          <p14:tracePt t="3687" x="3325813" y="871538"/>
          <p14:tracePt t="3718" x="3341688" y="871538"/>
          <p14:tracePt t="3720" x="3355975" y="871538"/>
          <p14:tracePt t="3741" x="3371850" y="871538"/>
          <p14:tracePt t="3746" x="3387725" y="871538"/>
          <p14:tracePt t="4339" x="3403600" y="871538"/>
          <p14:tracePt t="4399" x="3419475" y="871538"/>
          <p14:tracePt t="4401" x="3435350" y="887413"/>
          <p14:tracePt t="4411" x="3498850" y="903288"/>
          <p14:tracePt t="4420" x="3562350" y="935038"/>
          <p14:tracePt t="4428" x="3657600" y="982663"/>
          <p14:tracePt t="4436" x="3721100" y="998538"/>
          <p14:tracePt t="4444" x="3832225" y="1028700"/>
          <p14:tracePt t="4453" x="3973513" y="1060450"/>
          <p14:tracePt t="4461" x="4211638" y="1108075"/>
          <p14:tracePt t="4469" x="4386263" y="1155700"/>
          <p14:tracePt t="4478" x="4465638" y="1171575"/>
          <p14:tracePt t="4486" x="4654550" y="1250950"/>
          <p14:tracePt t="4494" x="4940300" y="1314450"/>
          <p14:tracePt t="4502" x="5114925" y="1377950"/>
          <p14:tracePt t="4511" x="5256213" y="1425575"/>
          <p14:tracePt t="4519" x="5367338" y="1457325"/>
          <p14:tracePt t="4527" x="5399088" y="1473200"/>
          <p14:tracePt t="4536" x="5414963" y="1473200"/>
          <p14:tracePt t="4544" x="5414963" y="1489075"/>
          <p14:tracePt t="4579" x="5414963" y="1504950"/>
          <p14:tracePt t="4626" x="5414963" y="1520825"/>
          <p14:tracePt t="4634" x="5414963" y="1536700"/>
          <p14:tracePt t="4640" x="5399088" y="1536700"/>
          <p14:tracePt t="4645" x="5399088" y="1552575"/>
          <p14:tracePt t="4652" x="5383213" y="1552575"/>
          <p14:tracePt t="4661" x="5367338" y="1568450"/>
          <p14:tracePt t="4669" x="5351463" y="1584325"/>
          <p14:tracePt t="4678" x="5335588" y="1584325"/>
          <p14:tracePt t="4693" x="5335588" y="1600200"/>
          <p14:tracePt t="4701" x="5319713" y="1616075"/>
          <p14:tracePt t="4709" x="5303838" y="1616075"/>
          <p14:tracePt t="4713" x="5287963" y="1631950"/>
          <p14:tracePt t="4720" x="5287963" y="1647825"/>
          <p14:tracePt t="4727" x="5272088" y="1663700"/>
          <p14:tracePt t="4735" x="5240338" y="1663700"/>
          <p14:tracePt t="4744" x="5208588" y="1695450"/>
          <p14:tracePt t="4752" x="5192713" y="1711325"/>
          <p14:tracePt t="4761" x="5146675" y="1757363"/>
          <p14:tracePt t="4769" x="5146675" y="1773238"/>
          <p14:tracePt t="4777" x="5114925" y="1804988"/>
          <p14:tracePt t="4786" x="5099050" y="1836738"/>
          <p14:tracePt t="4794" x="5083175" y="1884363"/>
          <p14:tracePt t="4802" x="5067300" y="1916113"/>
          <p14:tracePt t="4810" x="5067300" y="1947863"/>
          <p14:tracePt t="4819" x="5051425" y="1979613"/>
          <p14:tracePt t="4827" x="5035550" y="1995488"/>
          <p14:tracePt t="4835" x="5019675" y="2027238"/>
          <p14:tracePt t="4844" x="5019675" y="2043113"/>
          <p14:tracePt t="4852" x="5003800" y="2074863"/>
          <p14:tracePt t="4860" x="4972050" y="2122488"/>
          <p14:tracePt t="4869" x="4972050" y="2138363"/>
          <p14:tracePt t="4877" x="4972050" y="2154238"/>
          <p14:tracePt t="4886" x="4972050" y="2201863"/>
          <p14:tracePt t="4894" x="4972050" y="2233613"/>
          <p14:tracePt t="4902" x="4972050" y="2249488"/>
          <p14:tracePt t="4910" x="4972050" y="2281238"/>
          <p14:tracePt t="4919" x="4972050" y="2328863"/>
          <p14:tracePt t="4928" x="4972050" y="2360613"/>
          <p14:tracePt t="4935" x="4972050" y="2376488"/>
          <p14:tracePt t="4944" x="4972050" y="2438400"/>
          <p14:tracePt t="4952" x="4972050" y="2486025"/>
          <p14:tracePt t="4960" x="4972050" y="2549525"/>
          <p14:tracePt t="4969" x="4972050" y="2565400"/>
          <p14:tracePt t="4977" x="4972050" y="2581275"/>
          <p14:tracePt t="4985" x="4972050" y="2597150"/>
          <p14:tracePt t="4994" x="4972050" y="2628900"/>
          <p14:tracePt t="5018" x="4956175" y="2628900"/>
          <p14:tracePt t="5028" x="4940300" y="2644775"/>
          <p14:tracePt t="5040" x="4924425" y="2660650"/>
          <p14:tracePt t="5045" x="4908550" y="2660650"/>
          <p14:tracePt t="5048" x="4892675" y="2660650"/>
          <p14:tracePt t="5053" x="4892675" y="2676525"/>
          <p14:tracePt t="5060" x="4860925" y="2692400"/>
          <p14:tracePt t="5069" x="4845050" y="2708275"/>
          <p14:tracePt t="5078" x="4829175" y="2708275"/>
          <p14:tracePt t="5086" x="4813300" y="2724150"/>
          <p14:tracePt t="5094" x="4813300" y="2740025"/>
          <p14:tracePt t="5102" x="4797425" y="2740025"/>
          <p14:tracePt t="5110" x="4781550" y="2755900"/>
          <p14:tracePt t="5119" x="4765675" y="2755900"/>
          <p14:tracePt t="5127" x="4733925" y="2787650"/>
          <p14:tracePt t="5135" x="4702175" y="2787650"/>
          <p14:tracePt t="5144" x="4686300" y="2819400"/>
          <p14:tracePt t="5152" x="4654550" y="2835275"/>
          <p14:tracePt t="5160" x="4622800" y="2851150"/>
          <p14:tracePt t="5168" x="4606925" y="2867025"/>
          <p14:tracePt t="5178" x="4591050" y="2882900"/>
          <p14:tracePt t="5185" x="4575175" y="2882900"/>
          <p14:tracePt t="5193" x="4560888" y="2898775"/>
          <p14:tracePt t="5202" x="4560888" y="2914650"/>
          <p14:tracePt t="5214" x="4545013" y="2914650"/>
          <p14:tracePt t="5514" x="4545013" y="2930525"/>
          <p14:tracePt t="5519" x="4545013" y="2946400"/>
          <p14:tracePt t="5526" x="4560888" y="2962275"/>
          <p14:tracePt t="5529" x="4591050" y="2978150"/>
          <p14:tracePt t="5535" x="4591050" y="2994025"/>
          <p14:tracePt t="5543" x="4638675" y="2994025"/>
          <p14:tracePt t="5551" x="4670425" y="3025775"/>
          <p14:tracePt t="5560" x="4718050" y="3041650"/>
          <p14:tracePt t="5568" x="4733925" y="3041650"/>
          <p14:tracePt t="5576" x="4733925" y="3057525"/>
          <p14:tracePt t="5584" x="4749800" y="3057525"/>
          <p14:tracePt t="5593" x="4765675" y="3073400"/>
          <p14:tracePt t="6121" x="4781550" y="3073400"/>
          <p14:tracePt t="6328" x="4781550" y="3057525"/>
          <p14:tracePt t="6334" x="4781550" y="3041650"/>
          <p14:tracePt t="6338" x="4781550" y="3009900"/>
          <p14:tracePt t="6342" x="4781550" y="2978150"/>
          <p14:tracePt t="6351" x="4781550" y="2882900"/>
          <p14:tracePt t="6359" x="4781550" y="2803525"/>
          <p14:tracePt t="6367" x="4781550" y="2755900"/>
          <p14:tracePt t="6376" x="4781550" y="2660650"/>
          <p14:tracePt t="6384" x="4797425" y="2581275"/>
          <p14:tracePt t="6392" x="4829175" y="2501900"/>
          <p14:tracePt t="6401" x="4876800" y="2392363"/>
          <p14:tracePt t="6409" x="4924425" y="2344738"/>
          <p14:tracePt t="6417" x="4956175" y="2312988"/>
          <p14:tracePt t="6426" x="5019675" y="2233613"/>
          <p14:tracePt t="6434" x="5019675" y="2201863"/>
          <p14:tracePt t="6466" x="5019675" y="2185988"/>
          <p14:tracePt t="6574" x="5035550" y="2185988"/>
          <p14:tracePt t="6579" x="5051425" y="2185988"/>
          <p14:tracePt t="6584" x="5067300" y="2185988"/>
          <p14:tracePt t="6592" x="5146675" y="2138363"/>
          <p14:tracePt t="6601" x="5240338" y="2058988"/>
          <p14:tracePt t="6609" x="5272088" y="2027238"/>
          <p14:tracePt t="6617" x="5351463" y="1963738"/>
          <p14:tracePt t="6625" x="5383213" y="1931988"/>
          <p14:tracePt t="6634" x="5414963" y="1916113"/>
          <p14:tracePt t="6642" x="5414963" y="1900238"/>
          <p14:tracePt t="6653" x="5414963" y="1884363"/>
          <p14:tracePt t="6659" x="5430838" y="1884363"/>
          <p14:tracePt t="6720" x="5446713" y="1884363"/>
          <p14:tracePt t="6729" x="5462588" y="1884363"/>
          <p14:tracePt t="6734" x="5494338" y="1868488"/>
          <p14:tracePt t="6742" x="5541963" y="1852613"/>
          <p14:tracePt t="6750" x="5605463" y="1820863"/>
          <p14:tracePt t="6759" x="5653088" y="1804988"/>
          <p14:tracePt t="6767" x="5748338" y="1789113"/>
          <p14:tracePt t="6775" x="5794375" y="1773238"/>
          <p14:tracePt t="6784" x="5826125" y="1757363"/>
          <p14:tracePt t="6941" x="5842000" y="1757363"/>
          <p14:tracePt t="6943" x="5857875" y="1757363"/>
          <p14:tracePt t="6950" x="5889625" y="1773238"/>
          <p14:tracePt t="6960" x="5953125" y="1789113"/>
          <p14:tracePt t="6967" x="5969000" y="1804988"/>
          <p14:tracePt t="6975" x="6000750" y="1820863"/>
          <p14:tracePt t="6983" x="6032500" y="1820863"/>
          <p14:tracePt t="6992" x="6048375" y="1820863"/>
          <p14:tracePt t="7000" x="6080125" y="1836738"/>
          <p14:tracePt t="7008" x="6080125" y="1852613"/>
          <p14:tracePt t="7021" x="6096000" y="1852613"/>
          <p14:tracePt t="7034" x="6111875" y="1852613"/>
          <p14:tracePt t="7039" x="6127750" y="1852613"/>
          <p14:tracePt t="7042" x="6127750" y="1868488"/>
          <p14:tracePt t="7050" x="6143625" y="1868488"/>
          <p14:tracePt t="7059" x="6159500" y="1868488"/>
          <p14:tracePt t="7067" x="6191250" y="1868488"/>
          <p14:tracePt t="7075" x="6207125" y="1868488"/>
          <p14:tracePt t="7083" x="6223000" y="1868488"/>
          <p14:tracePt t="7092" x="6238875" y="1868488"/>
          <p14:tracePt t="7154" x="6254750" y="1868488"/>
          <p14:tracePt t="7158" x="6286500" y="1868488"/>
          <p14:tracePt t="7167" x="6302375" y="1868488"/>
          <p14:tracePt t="7175" x="6318250" y="1884363"/>
          <p14:tracePt t="7183" x="6334125" y="1884363"/>
          <p14:tracePt t="7201" x="6350000" y="1884363"/>
          <p14:tracePt t="7209" x="6365875" y="1884363"/>
          <p14:tracePt t="7221" x="6397625" y="1884363"/>
          <p14:tracePt t="7228" x="6427788" y="1884363"/>
          <p14:tracePt t="7234" x="6443663" y="1884363"/>
          <p14:tracePt t="7239" x="6459538" y="1884363"/>
          <p14:tracePt t="7242" x="6475413" y="1884363"/>
          <p14:tracePt t="7250" x="6507163" y="1900238"/>
          <p14:tracePt t="7258" x="6523038" y="1900238"/>
          <p14:tracePt t="7266" x="6618288" y="1900238"/>
          <p14:tracePt t="7275" x="6697663" y="1916113"/>
          <p14:tracePt t="7283" x="6792913" y="1931988"/>
          <p14:tracePt t="7291" x="6856413" y="1931988"/>
          <p14:tracePt t="7300" x="6872288" y="1931988"/>
          <p14:tracePt t="7308" x="6888163" y="1931988"/>
          <p14:tracePt t="14569" x="6872288" y="1931988"/>
          <p14:tracePt t="14574" x="6856413" y="1931988"/>
          <p14:tracePt t="14578" x="6840538" y="1931988"/>
          <p14:tracePt t="14584" x="6824663" y="1931988"/>
          <p14:tracePt t="14593" x="6808788" y="1931988"/>
          <p14:tracePt t="14619" x="6792913" y="1931988"/>
          <p14:tracePt t="14640" x="6777038" y="1931988"/>
          <p14:tracePt t="14969" x="6761163" y="1931988"/>
          <p14:tracePt t="14986" x="6745288" y="1931988"/>
          <p14:tracePt t="14988" x="6713538" y="1931988"/>
          <p14:tracePt t="14999" x="6697663" y="1931988"/>
          <p14:tracePt t="15001" x="6681788" y="1931988"/>
          <p14:tracePt t="15009" x="6634163" y="1931988"/>
          <p14:tracePt t="15017" x="6618288" y="1931988"/>
          <p14:tracePt t="15026" x="6538913" y="1931988"/>
          <p14:tracePt t="15034" x="6459538" y="1931988"/>
          <p14:tracePt t="15042" x="6381750" y="1931988"/>
          <p14:tracePt t="15051" x="6350000" y="1931988"/>
          <p14:tracePt t="15059" x="6318250" y="1931988"/>
          <p14:tracePt t="15067" x="6270625" y="1931988"/>
          <p14:tracePt t="15076" x="6223000" y="1931988"/>
          <p14:tracePt t="15084" x="6159500" y="1931988"/>
          <p14:tracePt t="15092" x="6096000" y="1931988"/>
          <p14:tracePt t="15101" x="6000750" y="1947863"/>
          <p14:tracePt t="15109" x="5937250" y="1963738"/>
          <p14:tracePt t="15117" x="5921375" y="1963738"/>
          <p14:tracePt t="15126" x="5857875" y="1979613"/>
          <p14:tracePt t="15134" x="5826125" y="1979613"/>
          <p14:tracePt t="15142" x="5794375" y="1995488"/>
          <p14:tracePt t="15151" x="5780088" y="1995488"/>
          <p14:tracePt t="15219" x="5764213" y="1995488"/>
          <p14:tracePt t="15274" x="5748338" y="1995488"/>
          <p14:tracePt t="15278" x="5732463" y="1995488"/>
          <p14:tracePt t="15285" x="5716588" y="1995488"/>
          <p14:tracePt t="15292" x="5684838" y="1995488"/>
          <p14:tracePt t="15301" x="5653088" y="1995488"/>
          <p14:tracePt t="15309" x="5621338" y="1995488"/>
          <p14:tracePt t="15326" x="5526088" y="2011363"/>
          <p14:tracePt t="15334" x="5510213" y="2011363"/>
          <p14:tracePt t="15342" x="5462588" y="2027238"/>
          <p14:tracePt t="15350" x="5446713" y="2027238"/>
          <p14:tracePt t="15359" x="5430838" y="2027238"/>
          <p14:tracePt t="15367" x="5414963" y="2027238"/>
          <p14:tracePt t="15376" x="5399088" y="2027238"/>
          <p14:tracePt t="15384" x="5383213" y="2043113"/>
          <p14:tracePt t="15526" x="5367338" y="2043113"/>
          <p14:tracePt t="17974" x="5351463" y="2043113"/>
          <p14:tracePt t="18293" x="5335588" y="2043113"/>
          <p14:tracePt t="18299" x="5319713" y="2043113"/>
          <p14:tracePt t="18306" x="5303838" y="2043113"/>
          <p14:tracePt t="18308" x="5287963" y="2027238"/>
          <p14:tracePt t="18321" x="5272088" y="2027238"/>
          <p14:tracePt t="18325" x="5256213" y="2027238"/>
          <p14:tracePt t="18331" x="5256213" y="2011363"/>
          <p14:tracePt t="18339" x="5240338" y="2011363"/>
          <p14:tracePt t="18348" x="5224463" y="2011363"/>
          <p14:tracePt t="18356" x="5208588" y="2011363"/>
          <p14:tracePt t="18369" x="5192713" y="2011363"/>
          <p14:tracePt t="18401" x="5178425" y="2011363"/>
          <p14:tracePt t="18421" x="5162550" y="2011363"/>
          <p14:tracePt t="18426" x="5146675" y="2011363"/>
          <p14:tracePt t="18433" x="5130800" y="2011363"/>
          <p14:tracePt t="18440" x="5114925" y="2011363"/>
          <p14:tracePt t="18447" x="5099050" y="2011363"/>
          <p14:tracePt t="18456" x="5083175" y="2011363"/>
          <p14:tracePt t="18464" x="5067300" y="2011363"/>
          <p14:tracePt t="18478" x="5051425" y="2011363"/>
          <p14:tracePt t="18486" x="5035550" y="2011363"/>
          <p14:tracePt t="18489" x="5035550" y="1995488"/>
          <p14:tracePt t="18498" x="5019675" y="1995488"/>
          <p14:tracePt t="18509" x="5003800" y="1995488"/>
          <p14:tracePt t="18514" x="4987925" y="1995488"/>
          <p14:tracePt t="18525" x="4972050" y="1995488"/>
          <p14:tracePt t="18531" x="4956175" y="1995488"/>
          <p14:tracePt t="18539" x="4940300" y="1995488"/>
          <p14:tracePt t="18547" x="4908550" y="1995488"/>
          <p14:tracePt t="18556" x="4892675" y="1995488"/>
          <p14:tracePt t="18564" x="4876800" y="1995488"/>
          <p14:tracePt t="18572" x="4860925" y="1995488"/>
          <p14:tracePt t="18581" x="4845050" y="1995488"/>
          <p14:tracePt t="18589" x="4829175" y="1995488"/>
          <p14:tracePt t="18598" x="4813300" y="1995488"/>
          <p14:tracePt t="18606" x="4797425" y="1995488"/>
          <p14:tracePt t="18614" x="4781550" y="1995488"/>
          <p14:tracePt t="18622" x="4765675" y="1995488"/>
          <p14:tracePt t="18631" x="4733925" y="1979613"/>
          <p14:tracePt t="18639" x="4686300" y="1979613"/>
          <p14:tracePt t="18647" x="4622800" y="1979613"/>
          <p14:tracePt t="18656" x="4575175" y="1979613"/>
          <p14:tracePt t="18664" x="4529138" y="1979613"/>
          <p14:tracePt t="18672" x="4513263" y="1979613"/>
          <p14:tracePt t="18681" x="4465638" y="1979613"/>
          <p14:tracePt t="18694" x="4449763" y="1979613"/>
          <p14:tracePt t="18698" x="4433888" y="1979613"/>
          <p14:tracePt t="18708" x="4418013" y="1979613"/>
          <p14:tracePt t="18714" x="4402138" y="1979613"/>
          <p14:tracePt t="18722" x="4386263" y="1979613"/>
          <p14:tracePt t="18731" x="4354513" y="1979613"/>
          <p14:tracePt t="18739" x="4338638" y="1979613"/>
          <p14:tracePt t="18747" x="4291013" y="1979613"/>
          <p14:tracePt t="18755" x="4259263" y="1979613"/>
          <p14:tracePt t="18764" x="4211638" y="1979613"/>
          <p14:tracePt t="18772" x="4195763" y="1979613"/>
          <p14:tracePt t="18780" x="4164013" y="1979613"/>
          <p14:tracePt t="18789" x="4132263" y="1979613"/>
          <p14:tracePt t="18800" x="4116388" y="1979613"/>
          <p14:tracePt t="18814" x="4100513" y="1979613"/>
          <p14:tracePt t="18825" x="4084638" y="1979613"/>
          <p14:tracePt t="18833" x="4068763" y="1979613"/>
          <p14:tracePt t="18839" x="4052888" y="1995488"/>
          <p14:tracePt t="18854" x="4037013" y="1995488"/>
          <p14:tracePt t="18859" x="4021138" y="1995488"/>
          <p14:tracePt t="18879" x="4005263" y="1995488"/>
          <p14:tracePt t="18889" x="3989388" y="1995488"/>
          <p14:tracePt t="18898" x="3989388" y="2011363"/>
          <p14:tracePt t="18961" x="3973513" y="2027238"/>
          <p14:tracePt t="18974" x="3973513" y="2043113"/>
          <p14:tracePt t="18979" x="3959225" y="2043113"/>
          <p14:tracePt t="18989" x="3943350" y="2043113"/>
          <p14:tracePt t="18998" x="3943350" y="2058988"/>
          <p14:tracePt t="19000" x="3927475" y="2058988"/>
          <p14:tracePt t="19006" x="3927475" y="2074863"/>
          <p14:tracePt t="19014" x="3911600" y="2074863"/>
          <p14:tracePt t="19022" x="3879850" y="2106613"/>
          <p14:tracePt t="19031" x="3863975" y="2122488"/>
          <p14:tracePt t="19039" x="3863975" y="2154238"/>
          <p14:tracePt t="19047" x="3816350" y="2185988"/>
          <p14:tracePt t="19055" x="3800475" y="2217738"/>
          <p14:tracePt t="19064" x="3768725" y="2233613"/>
          <p14:tracePt t="19072" x="3768725" y="2249488"/>
          <p14:tracePt t="19080" x="3736975" y="2281238"/>
          <p14:tracePt t="19089" x="3721100" y="2281238"/>
          <p14:tracePt t="19097" x="3721100" y="2297113"/>
          <p14:tracePt t="19105" x="3721100" y="2328863"/>
          <p14:tracePt t="19106" x="3705225" y="2328863"/>
          <p14:tracePt t="19114" x="3689350" y="2328863"/>
          <p14:tracePt t="19122" x="3673475" y="2376488"/>
          <p14:tracePt t="19130" x="3657600" y="2376488"/>
          <p14:tracePt t="19138" x="3657600" y="2392363"/>
          <p14:tracePt t="19147" x="3641725" y="2406650"/>
          <p14:tracePt t="19155" x="3641725" y="2422525"/>
          <p14:tracePt t="19163" x="3625850" y="2438400"/>
          <p14:tracePt t="19172" x="3625850" y="2454275"/>
          <p14:tracePt t="19180" x="3609975" y="2470150"/>
          <p14:tracePt t="19189" x="3609975" y="2486025"/>
          <p14:tracePt t="19197" x="3609975" y="2517775"/>
          <p14:tracePt t="19205" x="3594100" y="2533650"/>
          <p14:tracePt t="19213" x="3578225" y="2597150"/>
          <p14:tracePt t="19222" x="3562350" y="2644775"/>
          <p14:tracePt t="19230" x="3562350" y="2660650"/>
          <p14:tracePt t="19238" x="3562350" y="2692400"/>
          <p14:tracePt t="19247" x="3562350" y="2740025"/>
          <p14:tracePt t="19255" x="3562350" y="2755900"/>
          <p14:tracePt t="19263" x="3562350" y="2771775"/>
          <p14:tracePt t="19272" x="3562350" y="2787650"/>
          <p14:tracePt t="19280" x="3562350" y="2819400"/>
          <p14:tracePt t="19288" x="3562350" y="2835275"/>
          <p14:tracePt t="19297" x="3562350" y="2851150"/>
          <p14:tracePt t="19305" x="3562350" y="2898775"/>
          <p14:tracePt t="19313" x="3562350" y="2930525"/>
          <p14:tracePt t="19322" x="3562350" y="2994025"/>
          <p14:tracePt t="19330" x="3562350" y="3041650"/>
          <p14:tracePt t="19338" x="3562350" y="3073400"/>
          <p14:tracePt t="19347" x="3562350" y="3151188"/>
          <p14:tracePt t="19355" x="3594100" y="3182938"/>
          <p14:tracePt t="19363" x="3609975" y="3230563"/>
          <p14:tracePt t="19372" x="3625850" y="3278188"/>
          <p14:tracePt t="19380" x="3625850" y="3341688"/>
          <p14:tracePt t="19388" x="3641725" y="3373438"/>
          <p14:tracePt t="19397" x="3657600" y="3405188"/>
          <p14:tracePt t="19405" x="3673475" y="3452813"/>
          <p14:tracePt t="19413" x="3673475" y="3484563"/>
          <p14:tracePt t="19422" x="3689350" y="3516313"/>
          <p14:tracePt t="19430" x="3705225" y="3532188"/>
          <p14:tracePt t="19438" x="3721100" y="3532188"/>
          <p14:tracePt t="19447" x="3721100" y="3579813"/>
          <p14:tracePt t="19455" x="3752850" y="3579813"/>
          <p14:tracePt t="19463" x="3752850" y="3611563"/>
          <p14:tracePt t="19471" x="3768725" y="3627438"/>
          <p14:tracePt t="19480" x="3816350" y="3643313"/>
          <p14:tracePt t="19488" x="3832225" y="3643313"/>
          <p14:tracePt t="19497" x="3863975" y="3675063"/>
          <p14:tracePt t="19505" x="3895725" y="3675063"/>
          <p14:tracePt t="19514" x="3927475" y="3690938"/>
          <p14:tracePt t="19521" x="3989388" y="3706813"/>
          <p14:tracePt t="19530" x="4037013" y="3722688"/>
          <p14:tracePt t="19538" x="4068763" y="3722688"/>
          <p14:tracePt t="19546" x="4116388" y="3738563"/>
          <p14:tracePt t="19555" x="4179888" y="3738563"/>
          <p14:tracePt t="19563" x="4227513" y="3738563"/>
          <p14:tracePt t="19572" x="4275138" y="3738563"/>
          <p14:tracePt t="19580" x="4306888" y="3738563"/>
          <p14:tracePt t="19588" x="4354513" y="3738563"/>
          <p14:tracePt t="19598" x="4370388" y="3738563"/>
          <p14:tracePt t="19605" x="4386263" y="3738563"/>
          <p14:tracePt t="19613" x="4402138" y="3738563"/>
          <p14:tracePt t="19621" x="4433888" y="3738563"/>
          <p14:tracePt t="19630" x="4465638" y="3738563"/>
          <p14:tracePt t="19638" x="4481513" y="3738563"/>
          <p14:tracePt t="19646" x="4529138" y="3738563"/>
          <p14:tracePt t="19655" x="4560888" y="3738563"/>
          <p14:tracePt t="19663" x="4575175" y="3738563"/>
          <p14:tracePt t="19671" x="4606925" y="3738563"/>
          <p14:tracePt t="19680" x="4638675" y="3738563"/>
          <p14:tracePt t="19689" x="4654550" y="3738563"/>
          <p14:tracePt t="19689" x="4686300" y="3738563"/>
          <p14:tracePt t="19696" x="4702175" y="3738563"/>
          <p14:tracePt t="19705" x="4749800" y="3738563"/>
          <p14:tracePt t="19713" x="4797425" y="3738563"/>
          <p14:tracePt t="19721" x="4860925" y="3738563"/>
          <p14:tracePt t="19730" x="4908550" y="3738563"/>
          <p14:tracePt t="19738" x="4924425" y="3738563"/>
          <p14:tracePt t="19746" x="4972050" y="3738563"/>
          <p14:tracePt t="19755" x="5003800" y="3738563"/>
          <p14:tracePt t="19763" x="5019675" y="3738563"/>
          <p14:tracePt t="19771" x="5035550" y="3738563"/>
          <p14:tracePt t="19780" x="5051425" y="3738563"/>
          <p14:tracePt t="19801" x="5067300" y="3738563"/>
          <p14:tracePt t="19809" x="5083175" y="3738563"/>
          <p14:tracePt t="19813" x="5099050" y="3722688"/>
          <p14:tracePt t="19819" x="5114925" y="3722688"/>
          <p14:tracePt t="19826" x="5130800" y="3722688"/>
          <p14:tracePt t="19834" x="5146675" y="3722688"/>
          <p14:tracePt t="19839" x="5162550" y="3706813"/>
          <p14:tracePt t="19846" x="5178425" y="3690938"/>
          <p14:tracePt t="19854" x="5208588" y="3690938"/>
          <p14:tracePt t="19863" x="5224463" y="3675063"/>
          <p14:tracePt t="19871" x="5240338" y="3675063"/>
          <p14:tracePt t="19880" x="5240338" y="3659188"/>
          <p14:tracePt t="19888" x="5256213" y="3659188"/>
          <p14:tracePt t="19896" x="5272088" y="3659188"/>
          <p14:tracePt t="19904" x="5287963" y="3643313"/>
          <p14:tracePt t="19913" x="5319713" y="3643313"/>
          <p14:tracePt t="19921" x="5367338" y="3595688"/>
          <p14:tracePt t="19929" x="5383213" y="3579813"/>
          <p14:tracePt t="19938" x="5399088" y="3563938"/>
          <p14:tracePt t="19946" x="5414963" y="3532188"/>
          <p14:tracePt t="19954" x="5430838" y="3516313"/>
          <p14:tracePt t="19963" x="5446713" y="3516313"/>
          <p14:tracePt t="19971" x="5446713" y="3500438"/>
          <p14:tracePt t="19980" x="5446713" y="3484563"/>
          <p14:tracePt t="19988" x="5446713" y="3468688"/>
          <p14:tracePt t="19996" x="5478463" y="3452813"/>
          <p14:tracePt t="20004" x="5478463" y="3436938"/>
          <p14:tracePt t="20013" x="5494338" y="3405188"/>
          <p14:tracePt t="20021" x="5494338" y="3357563"/>
          <p14:tracePt t="20029" x="5510213" y="3294063"/>
          <p14:tracePt t="20038" x="5510213" y="3262313"/>
          <p14:tracePt t="20046" x="5510213" y="3135313"/>
          <p14:tracePt t="20054" x="5510213" y="3087688"/>
          <p14:tracePt t="20063" x="5510213" y="3009900"/>
          <p14:tracePt t="20071" x="5510213" y="2882900"/>
          <p14:tracePt t="20079" x="5526088" y="2787650"/>
          <p14:tracePt t="20088" x="5541963" y="2676525"/>
          <p14:tracePt t="20096" x="5557838" y="2581275"/>
          <p14:tracePt t="20104" x="5573713" y="2486025"/>
          <p14:tracePt t="20113" x="5573713" y="2406650"/>
          <p14:tracePt t="20121" x="5573713" y="2328863"/>
          <p14:tracePt t="20129" x="5573713" y="2281238"/>
          <p14:tracePt t="20138" x="5573713" y="2249488"/>
          <p14:tracePt t="20146" x="5557838" y="2201863"/>
          <p14:tracePt t="20154" x="5557838" y="2138363"/>
          <p14:tracePt t="20162" x="5557838" y="2106613"/>
          <p14:tracePt t="20171" x="5557838" y="2058988"/>
          <p14:tracePt t="20179" x="5557838" y="1995488"/>
          <p14:tracePt t="20180" x="5557838" y="1947863"/>
          <p14:tracePt t="20187" x="5557838" y="1916113"/>
          <p14:tracePt t="20196" x="5557838" y="1868488"/>
          <p14:tracePt t="20204" x="5541963" y="1820863"/>
          <p14:tracePt t="20212" x="5541963" y="1741488"/>
          <p14:tracePt t="20221" x="5494338" y="1695450"/>
          <p14:tracePt t="20229" x="5494338" y="1647825"/>
          <p14:tracePt t="20237" x="5478463" y="1647825"/>
          <p14:tracePt t="20246" x="5462588" y="1631950"/>
          <p14:tracePt t="20254" x="5446713" y="1600200"/>
          <p14:tracePt t="20262" x="5430838" y="1600200"/>
          <p14:tracePt t="20271" x="5414963" y="1584325"/>
          <p14:tracePt t="20279" x="5399088" y="1584325"/>
          <p14:tracePt t="20287" x="5383213" y="1568450"/>
          <p14:tracePt t="20296" x="5335588" y="1552575"/>
          <p14:tracePt t="20304" x="5303838" y="1536700"/>
          <p14:tracePt t="20312" x="5272088" y="1536700"/>
          <p14:tracePt t="20321" x="5192713" y="1520825"/>
          <p14:tracePt t="20329" x="5130800" y="1504950"/>
          <p14:tracePt t="20337" x="5083175" y="1504950"/>
          <p14:tracePt t="20346" x="5019675" y="1489075"/>
          <p14:tracePt t="20354" x="4892675" y="1489075"/>
          <p14:tracePt t="20362" x="4797425" y="1489075"/>
          <p14:tracePt t="20371" x="4733925" y="1489075"/>
          <p14:tracePt t="20379" x="4686300" y="1489075"/>
          <p14:tracePt t="20387" x="4654550" y="1489075"/>
          <p14:tracePt t="20396" x="4622800" y="1489075"/>
          <p14:tracePt t="20404" x="4591050" y="1489075"/>
          <p14:tracePt t="20412" x="4560888" y="1489075"/>
          <p14:tracePt t="20421" x="4513263" y="1489075"/>
          <p14:tracePt t="20429" x="4481513" y="1489075"/>
          <p14:tracePt t="20437" x="4465638" y="1489075"/>
          <p14:tracePt t="20446" x="4418013" y="1489075"/>
          <p14:tracePt t="20454" x="4370388" y="1489075"/>
          <p14:tracePt t="20462" x="4354513" y="1489075"/>
          <p14:tracePt t="20471" x="4322763" y="1489075"/>
          <p14:tracePt t="20479" x="4291013" y="1489075"/>
          <p14:tracePt t="20488" x="4275138" y="1489075"/>
          <p14:tracePt t="20498" x="4259263" y="1489075"/>
          <p14:tracePt t="20513" x="4259263" y="1504950"/>
          <p14:tracePt t="20521" x="4243388" y="1504950"/>
          <p14:tracePt t="20569" x="4227513" y="1504950"/>
          <p14:tracePt t="20574" x="4211638" y="1520825"/>
          <p14:tracePt t="20586" x="4195763" y="1520825"/>
          <p14:tracePt t="20589" x="4179888" y="1520825"/>
          <p14:tracePt t="20598" x="4164013" y="1520825"/>
          <p14:tracePt t="20605" x="4148138" y="1536700"/>
          <p14:tracePt t="20613" x="4132263" y="1536700"/>
          <p14:tracePt t="20639" x="4132263" y="1552575"/>
          <p14:tracePt t="20648" x="4116388" y="1552575"/>
          <p14:tracePt t="24589" x="4148138" y="1552575"/>
          <p14:tracePt t="24594" x="4195763" y="1552575"/>
          <p14:tracePt t="24599" x="4211638" y="1552575"/>
          <p14:tracePt t="24600" x="4259263" y="1552575"/>
          <p14:tracePt t="24608" x="4306888" y="1568450"/>
          <p14:tracePt t="24617" x="4402138" y="1600200"/>
          <p14:tracePt t="24625" x="4481513" y="1616075"/>
          <p14:tracePt t="24634" x="4481513" y="1631950"/>
          <p14:tracePt t="24654" x="4481513" y="1647825"/>
          <p14:tracePt t="24659" x="4481513" y="1679575"/>
          <p14:tracePt t="24666" x="4497388" y="1695450"/>
          <p14:tracePt t="24668" x="4513263" y="1711325"/>
          <p14:tracePt t="24675" x="4513263" y="1757363"/>
          <p14:tracePt t="24683" x="4513263" y="1804988"/>
          <p14:tracePt t="24692" x="4513263" y="1852613"/>
          <p14:tracePt t="24700" x="4513263" y="1995488"/>
          <p14:tracePt t="24709" x="4513263" y="2058988"/>
          <p14:tracePt t="24716" x="4513263" y="2185988"/>
          <p14:tracePt t="24725" x="4513263" y="2297113"/>
          <p14:tracePt t="24733" x="4513263" y="2438400"/>
          <p14:tracePt t="24742" x="4513263" y="2676525"/>
          <p14:tracePt t="24750" x="4513263" y="2851150"/>
          <p14:tracePt t="24758" x="4513263" y="2930525"/>
          <p14:tracePt t="24766" x="4513263" y="3151188"/>
          <p14:tracePt t="24775" x="4497388" y="3262313"/>
          <p14:tracePt t="24783" x="4465638" y="3373438"/>
          <p14:tracePt t="24791" x="4433888" y="3468688"/>
          <p14:tracePt t="24800" x="4402138" y="3548063"/>
          <p14:tracePt t="24808" x="4386263" y="3643313"/>
          <p14:tracePt t="24817" x="4370388" y="3722688"/>
          <p14:tracePt t="24825" x="4354513" y="3816350"/>
          <p14:tracePt t="24833" x="4322763" y="3943350"/>
          <p14:tracePt t="24841" x="4306888" y="4165600"/>
          <p14:tracePt t="24850" x="4306888" y="4308475"/>
          <p14:tracePt t="24858" x="4306888" y="4387850"/>
          <p14:tracePt t="24866" x="4306888" y="4640263"/>
          <p14:tracePt t="24875" x="4322763" y="4783138"/>
          <p14:tracePt t="24883" x="4354513" y="4910138"/>
          <p14:tracePt t="24891" x="4386263" y="5005388"/>
          <p14:tracePt t="24900" x="4402138" y="5100638"/>
          <p14:tracePt t="24908" x="4433888" y="5194300"/>
          <p14:tracePt t="24916" x="4465638" y="5289550"/>
          <p14:tracePt t="24925" x="4497388" y="5368925"/>
          <p14:tracePt t="24933" x="4529138" y="5480050"/>
          <p14:tracePt t="24941" x="4606925" y="5654675"/>
          <p14:tracePt t="24950" x="4654550" y="5749925"/>
          <p14:tracePt t="24958" x="4654550" y="5797550"/>
          <p14:tracePt t="24966" x="4702175" y="5891213"/>
          <p14:tracePt t="24975" x="4718050" y="5922963"/>
          <p14:tracePt t="24983" x="4718050" y="5970588"/>
          <p14:tracePt t="24991" x="4733925" y="6002338"/>
          <p14:tracePt t="25000" x="4749800" y="6018213"/>
          <p14:tracePt t="25008" x="4765675" y="6065838"/>
          <p14:tracePt t="25016" x="4781550" y="6097588"/>
          <p14:tracePt t="25025" x="4797425" y="6113463"/>
          <p14:tracePt t="25033" x="4813300" y="6145213"/>
          <p14:tracePt t="25041" x="4813300" y="6161088"/>
          <p14:tracePt t="25054" x="4829175" y="6161088"/>
          <p14:tracePt t="25099" x="4845050" y="6176963"/>
          <p14:tracePt t="25107" x="4860925" y="6192838"/>
          <p14:tracePt t="25108" x="4876800" y="6192838"/>
          <p14:tracePt t="25116" x="4908550" y="6192838"/>
          <p14:tracePt t="25125" x="4924425" y="6208713"/>
          <p14:tracePt t="25133" x="4940300" y="6208713"/>
          <p14:tracePt t="25153" x="4956175" y="6208713"/>
          <p14:tracePt t="25158" x="4972050" y="6208713"/>
          <p14:tracePt t="25168" x="4987925" y="6208713"/>
          <p14:tracePt t="25181" x="5003800" y="6192838"/>
          <p14:tracePt t="25189" x="5003800" y="6176963"/>
          <p14:tracePt t="25193" x="5019675" y="6176963"/>
          <p14:tracePt t="25201" x="5019675" y="6161088"/>
          <p14:tracePt t="25214" x="5035550" y="6161088"/>
          <p14:tracePt t="25218" x="5035550" y="6145213"/>
          <p14:tracePt t="25219" x="5051425" y="6145213"/>
          <p14:tracePt t="25225" x="5051425" y="6129338"/>
          <p14:tracePt t="25248" x="5051425" y="6113463"/>
          <p14:tracePt t="25254" x="5067300" y="6113463"/>
          <p14:tracePt t="25259" x="5067300" y="6097588"/>
          <p14:tracePt t="25266" x="5083175" y="6081713"/>
          <p14:tracePt t="25274" x="5083175" y="6065838"/>
          <p14:tracePt t="25283" x="5099050" y="6049963"/>
          <p14:tracePt t="25291" x="5099050" y="6034088"/>
          <p14:tracePt t="25299" x="5099050" y="6018213"/>
          <p14:tracePt t="25308" x="5099050" y="6002338"/>
          <p14:tracePt t="25316" x="5114925" y="5986463"/>
          <p14:tracePt t="25324" x="5114925" y="5970588"/>
          <p14:tracePt t="25333" x="5114925" y="5954713"/>
          <p14:tracePt t="25341" x="5114925" y="5938838"/>
          <p14:tracePt t="25354" x="5114925" y="5922963"/>
          <p14:tracePt t="25366" x="5114925" y="5907088"/>
          <p14:tracePt t="25381" x="5114925" y="5891213"/>
          <p14:tracePt t="25447" x="5114925" y="5875338"/>
          <p14:tracePt t="25460" x="5114925" y="5859463"/>
          <p14:tracePt t="25479" x="5114925" y="5843588"/>
          <p14:tracePt t="25494" x="5114925" y="5829300"/>
          <p14:tracePt t="25507" x="5114925" y="5813425"/>
          <p14:tracePt t="25528" x="5114925" y="5797550"/>
          <p14:tracePt t="25541" x="5114925" y="5781675"/>
          <p14:tracePt t="25629" x="5114925" y="5765800"/>
          <p14:tracePt t="25633" x="5130800" y="5749925"/>
          <p14:tracePt t="25639" x="5130800" y="5734050"/>
          <p14:tracePt t="25646" x="5130800" y="5718175"/>
          <p14:tracePt t="25649" x="5130800" y="5702300"/>
          <p14:tracePt t="25659" x="5130800" y="5686425"/>
          <p14:tracePt t="25666" x="5130800" y="5670550"/>
          <p14:tracePt t="25674" x="5130800" y="5654675"/>
          <p14:tracePt t="25682" x="5130800" y="5638800"/>
          <p14:tracePt t="25691" x="5130800" y="5622925"/>
          <p14:tracePt t="25707" x="5130800" y="5607050"/>
          <p14:tracePt t="25713" x="5130800" y="5591175"/>
          <p14:tracePt t="25729" x="5130800" y="5575300"/>
          <p14:tracePt t="25745" x="5130800" y="5559425"/>
          <p14:tracePt t="25749" x="5130800" y="5543550"/>
          <p14:tracePt t="25759" x="5130800" y="5527675"/>
          <p14:tracePt t="25766" x="5130800" y="5511800"/>
          <p14:tracePt t="25781" x="5130800" y="5495925"/>
          <p14:tracePt t="25847" x="5130800" y="5480050"/>
          <p14:tracePt t="26140" x="5146675" y="5480050"/>
          <p14:tracePt t="26146" x="5162550" y="5480050"/>
          <p14:tracePt t="26149" x="5178425" y="5480050"/>
          <p14:tracePt t="26158" x="5208588" y="5495925"/>
          <p14:tracePt t="26165" x="5224463" y="5495925"/>
          <p14:tracePt t="26174" x="5256213" y="5495925"/>
          <p14:tracePt t="26182" x="5287963" y="5495925"/>
          <p14:tracePt t="26190" x="5303838" y="5511800"/>
          <p14:tracePt t="26198" x="5319713" y="5511800"/>
          <p14:tracePt t="26207" x="5335588" y="5511800"/>
          <p14:tracePt t="26225" x="5351463" y="5511800"/>
          <p14:tracePt t="26239" x="5351463" y="5527675"/>
          <p14:tracePt t="26249" x="5367338" y="5527675"/>
          <p14:tracePt t="26258" x="5383213" y="5527675"/>
          <p14:tracePt t="26268" x="5399088" y="5527675"/>
          <p14:tracePt t="26274" x="5414963" y="5527675"/>
          <p14:tracePt t="26280" x="5430838" y="5527675"/>
          <p14:tracePt t="26289" x="5446713" y="5527675"/>
          <p14:tracePt t="26293" x="5462588" y="5527675"/>
          <p14:tracePt t="26354" x="5478463" y="5527675"/>
          <p14:tracePt t="26361" x="5494338" y="5527675"/>
          <p14:tracePt t="26366" x="5494338" y="5543550"/>
          <p14:tracePt t="26368" x="5510213" y="5543550"/>
          <p14:tracePt t="26386" x="5526088" y="5543550"/>
          <p14:tracePt t="26393" x="5541963" y="5543550"/>
          <p14:tracePt t="26407" x="5541963" y="5559425"/>
          <p14:tracePt t="26414" x="5557838" y="5559425"/>
          <p14:tracePt t="26421" x="5573713" y="5559425"/>
          <p14:tracePt t="26429" x="5589588" y="5559425"/>
          <p14:tracePt t="26441" x="5605463" y="5559425"/>
          <p14:tracePt t="26449" x="5621338" y="5559425"/>
          <p14:tracePt t="26469" x="5637213" y="5559425"/>
          <p14:tracePt t="26479" x="5653088" y="5559425"/>
          <p14:tracePt t="26493" x="5668963" y="5559425"/>
          <p14:tracePt t="26500" x="5684838" y="5559425"/>
          <p14:tracePt t="26508" x="5700713" y="5559425"/>
          <p14:tracePt t="26593" x="5716588" y="5559425"/>
          <p14:tracePt t="26599" x="5732463" y="5559425"/>
          <p14:tracePt t="26607" x="5748338" y="5575300"/>
          <p14:tracePt t="26613" x="5764213" y="5575300"/>
          <p14:tracePt t="26619" x="5780088" y="5575300"/>
          <p14:tracePt t="26629" x="5794375" y="5575300"/>
          <p14:tracePt t="26639" x="5810250" y="5575300"/>
          <p14:tracePt t="26646" x="5826125" y="5575300"/>
          <p14:tracePt t="28760" x="5826125" y="5559425"/>
          <p14:tracePt t="28765" x="5810250" y="5559425"/>
          <p14:tracePt t="28769" x="5794375" y="5543550"/>
          <p14:tracePt t="28773" x="5794375" y="5527675"/>
          <p14:tracePt t="28780" x="5780088" y="5511800"/>
          <p14:tracePt t="28788" x="5748338" y="5480050"/>
          <p14:tracePt t="28796" x="5732463" y="5448300"/>
          <p14:tracePt t="28804" x="5700713" y="5432425"/>
          <p14:tracePt t="28813" x="5684838" y="5416550"/>
          <p14:tracePt t="28821" x="5653088" y="5384800"/>
          <p14:tracePt t="28829" x="5637213" y="5368925"/>
          <p14:tracePt t="28838" x="5621338" y="5368925"/>
          <p14:tracePt t="28846" x="5589588" y="5353050"/>
          <p14:tracePt t="28858" x="5573713" y="5337175"/>
          <p14:tracePt t="28886" x="5557838" y="5337175"/>
          <p14:tracePt t="28906" x="5541963" y="5337175"/>
          <p14:tracePt t="28908" x="5526088" y="5321300"/>
          <p14:tracePt t="28913" x="5510213" y="5305425"/>
          <p14:tracePt t="28921" x="5478463" y="5305425"/>
          <p14:tracePt t="28929" x="5446713" y="5289550"/>
          <p14:tracePt t="28937" x="5430838" y="5273675"/>
          <p14:tracePt t="28946" x="5383213" y="5257800"/>
          <p14:tracePt t="28954" x="5351463" y="5257800"/>
          <p14:tracePt t="28963" x="5319713" y="5241925"/>
          <p14:tracePt t="28971" x="5287963" y="5226050"/>
          <p14:tracePt t="28979" x="5287963" y="5210175"/>
          <p14:tracePt t="28987" x="5272088" y="5210175"/>
          <p14:tracePt t="29021" x="5256213" y="5210175"/>
          <p14:tracePt t="29033" x="5240338" y="5210175"/>
          <p14:tracePt t="29040" x="5240338" y="5194300"/>
          <p14:tracePt t="29046" x="5240338" y="5178425"/>
          <p14:tracePt t="29048" x="5224463" y="5178425"/>
          <p14:tracePt t="29054" x="5208588" y="5178425"/>
          <p14:tracePt t="29062" x="5178425" y="5146675"/>
          <p14:tracePt t="29071" x="5162550" y="5132388"/>
          <p14:tracePt t="29079" x="5130800" y="5100638"/>
          <p14:tracePt t="29087" x="5114925" y="5084763"/>
          <p14:tracePt t="29096" x="5083175" y="5068888"/>
          <p14:tracePt t="29104" x="5083175" y="5053013"/>
          <p14:tracePt t="29112" x="5067300" y="5053013"/>
          <p14:tracePt t="29121" x="5051425" y="5053013"/>
          <p14:tracePt t="29138" x="5051425" y="5037138"/>
          <p14:tracePt t="29148" x="5035550" y="5037138"/>
          <p14:tracePt t="29154" x="5035550" y="5021263"/>
          <p14:tracePt t="29158" x="5019675" y="5021263"/>
          <p14:tracePt t="29165" x="5003800" y="5021263"/>
          <p14:tracePt t="29173" x="5003800" y="5005388"/>
          <p14:tracePt t="29180" x="5003800" y="4989513"/>
          <p14:tracePt t="29188" x="5003800" y="4973638"/>
          <p14:tracePt t="29195" x="4987925" y="4973638"/>
          <p14:tracePt t="29208" x="4987925" y="4957763"/>
          <p14:tracePt t="29213" x="4972050" y="4957763"/>
          <p14:tracePt t="29221" x="4972050" y="4941888"/>
          <p14:tracePt t="29265" x="4972050" y="4926013"/>
          <p14:tracePt t="29268" x="4956175" y="4926013"/>
          <p14:tracePt t="29285" x="4956175" y="4910138"/>
          <p14:tracePt t="29296" x="4940300" y="4894263"/>
          <p14:tracePt t="29308" x="4924425" y="4894263"/>
          <p14:tracePt t="29313" x="4924425" y="4878388"/>
          <p14:tracePt t="29319" x="4924425" y="4862513"/>
          <p14:tracePt t="29329" x="4908550" y="4862513"/>
          <p14:tracePt t="29340" x="4892675" y="4846638"/>
          <p14:tracePt t="29368" x="4892675" y="4830763"/>
          <p14:tracePt t="29454" x="4892675" y="4814888"/>
          <p14:tracePt t="29458" x="4876800" y="4814888"/>
          <p14:tracePt t="29486" x="4876800" y="4799013"/>
          <p14:tracePt t="29493" x="4876800" y="4783138"/>
          <p14:tracePt t="29508" x="4876800" y="4767263"/>
          <p14:tracePt t="29513" x="4876800" y="4751388"/>
          <p14:tracePt t="29518" x="4876800" y="4735513"/>
          <p14:tracePt t="29529" x="4876800" y="4719638"/>
          <p14:tracePt t="29533" x="4876800" y="4703763"/>
          <p14:tracePt t="29540" x="4860925" y="4703763"/>
          <p14:tracePt t="29548" x="4860925" y="4687888"/>
          <p14:tracePt t="29558" x="4860925" y="4672013"/>
          <p14:tracePt t="29569" x="4860925" y="4656138"/>
          <p14:tracePt t="29573" x="4845050" y="4656138"/>
          <p14:tracePt t="29594" x="4845050" y="4640263"/>
          <p14:tracePt t="29602" x="4845050" y="4624388"/>
          <p14:tracePt t="29618" x="4845050" y="4608513"/>
          <p14:tracePt t="29626" x="4845050" y="4592638"/>
          <p14:tracePt t="29633" x="4845050" y="4576763"/>
          <p14:tracePt t="29653" x="4845050" y="4560888"/>
          <p14:tracePt t="29659" x="4845050" y="4545013"/>
          <p14:tracePt t="29678" x="4845050" y="4529138"/>
          <p14:tracePt t="29686" x="4860925" y="4513263"/>
          <p14:tracePt t="29702" x="4860925" y="4497388"/>
          <p14:tracePt t="29713" x="4860925" y="4481513"/>
          <p14:tracePt t="29721" x="4860925" y="4465638"/>
          <p14:tracePt t="29729" x="4876800" y="4465638"/>
          <p14:tracePt t="29745" x="4876800" y="4451350"/>
          <p14:tracePt t="29765" x="4876800" y="4435475"/>
          <p14:tracePt t="29818" x="4876800" y="4419600"/>
          <p14:tracePt t="29829" x="4876800" y="4403725"/>
          <p14:tracePt t="29838" x="4876800" y="4387850"/>
          <p14:tracePt t="29854" x="4876800" y="4371975"/>
          <p14:tracePt t="29860" x="4876800" y="4356100"/>
          <p14:tracePt t="30167" x="4860925" y="4356100"/>
          <p14:tracePt t="30179" x="4845050" y="4356100"/>
          <p14:tracePt t="30193" x="4829175" y="4356100"/>
          <p14:tracePt t="30201" x="4813300" y="4371975"/>
          <p14:tracePt t="30216" x="4797425" y="4387850"/>
          <p14:tracePt t="30221" x="4781550" y="4387850"/>
          <p14:tracePt t="30229" x="4765675" y="4403725"/>
          <p14:tracePt t="30233" x="4765675" y="4419600"/>
          <p14:tracePt t="30238" x="4749800" y="4419600"/>
          <p14:tracePt t="30246" x="4733925" y="4419600"/>
          <p14:tracePt t="30254" x="4733925" y="4435475"/>
          <p14:tracePt t="30261" x="4718050" y="4451350"/>
          <p14:tracePt t="30270" x="4702175" y="4451350"/>
          <p14:tracePt t="30278" x="4686300" y="4465638"/>
          <p14:tracePt t="30286" x="4686300" y="4497388"/>
          <p14:tracePt t="30295" x="4670425" y="4497388"/>
          <p14:tracePt t="30303" x="4654550" y="4529138"/>
          <p14:tracePt t="30311" x="4638675" y="4545013"/>
          <p14:tracePt t="30320" x="4622800" y="4576763"/>
          <p14:tracePt t="30328" x="4606925" y="4592638"/>
          <p14:tracePt t="30336" x="4591050" y="4624388"/>
          <p14:tracePt t="30344" x="4575175" y="4656138"/>
          <p14:tracePt t="30353" x="4560888" y="4687888"/>
          <p14:tracePt t="30361" x="4545013" y="4719638"/>
          <p14:tracePt t="30369" x="4545013" y="4751388"/>
          <p14:tracePt t="30378" x="4545013" y="4767263"/>
          <p14:tracePt t="30386" x="4545013" y="4799013"/>
          <p14:tracePt t="30401" x="4545013" y="4814888"/>
          <p14:tracePt t="30406" x="4529138" y="4814888"/>
          <p14:tracePt t="30411" x="4529138" y="4830763"/>
          <p14:tracePt t="30425" x="4529138" y="4846638"/>
          <p14:tracePt t="30433" x="4529138" y="4862513"/>
          <p14:tracePt t="30448" x="4529138" y="4878388"/>
          <p14:tracePt t="30464" x="4529138" y="4894263"/>
          <p14:tracePt t="30473" x="4529138" y="4910138"/>
          <p14:tracePt t="30493" x="4545013" y="4926013"/>
          <p14:tracePt t="30501" x="4545013" y="4941888"/>
          <p14:tracePt t="30513" x="4545013" y="4957763"/>
          <p14:tracePt t="30520" x="4545013" y="4973638"/>
          <p14:tracePt t="30529" x="4545013" y="4989513"/>
          <p14:tracePt t="30545" x="4560888" y="4989513"/>
          <p14:tracePt t="30554" x="4560888" y="5005388"/>
          <p14:tracePt t="30565" x="4560888" y="5021263"/>
          <p14:tracePt t="30586" x="4575175" y="5037138"/>
          <p14:tracePt t="30593" x="4575175" y="5053013"/>
          <p14:tracePt t="30601" x="4575175" y="5068888"/>
          <p14:tracePt t="30608" x="4591050" y="5068888"/>
          <p14:tracePt t="30613" x="4591050" y="5084763"/>
          <p14:tracePt t="30619" x="4591050" y="5100638"/>
          <p14:tracePt t="30629" x="4591050" y="5116513"/>
          <p14:tracePt t="30638" x="4591050" y="5132388"/>
          <p14:tracePt t="30644" x="4606925" y="5146675"/>
          <p14:tracePt t="30653" x="4622800" y="5146675"/>
          <p14:tracePt t="30661" x="4622800" y="5162550"/>
          <p14:tracePt t="30673" x="4622800" y="5178425"/>
          <p14:tracePt t="30686" x="4638675" y="5194300"/>
          <p14:tracePt t="30693" x="4638675" y="5210175"/>
          <p14:tracePt t="30699" x="4654550" y="5226050"/>
          <p14:tracePt t="30709" x="4670425" y="5241925"/>
          <p14:tracePt t="30717" x="4670425" y="5257800"/>
          <p14:tracePt t="30728" x="4670425" y="5273675"/>
          <p14:tracePt t="30829" x="4686300" y="5289550"/>
          <p14:tracePt t="30833" x="4702175" y="5305425"/>
          <p14:tracePt t="30838" x="4718050" y="5305425"/>
          <p14:tracePt t="30844" x="4749800" y="5321300"/>
          <p14:tracePt t="30852" x="4781550" y="5353050"/>
          <p14:tracePt t="30861" x="4860925" y="5353050"/>
          <p14:tracePt t="30869" x="4892675" y="5368925"/>
          <p14:tracePt t="30877" x="4908550" y="5368925"/>
          <p14:tracePt t="30886" x="4924425" y="5368925"/>
          <p14:tracePt t="30894" x="4940300" y="5368925"/>
          <p14:tracePt t="30966" x="4956175" y="5368925"/>
          <p14:tracePt t="30986" x="4972050" y="5368925"/>
          <p14:tracePt t="30998" x="4987925" y="5368925"/>
          <p14:tracePt t="31006" x="5003800" y="5368925"/>
          <p14:tracePt t="31008" x="5019675" y="5368925"/>
          <p14:tracePt t="31013" x="5035550" y="5368925"/>
          <p14:tracePt t="31019" x="5051425" y="5368925"/>
          <p14:tracePt t="31028" x="5067300" y="5368925"/>
          <p14:tracePt t="31036" x="5083175" y="5368925"/>
          <p14:tracePt t="31044" x="5099050" y="5368925"/>
          <p14:tracePt t="31055" x="5114925" y="5368925"/>
          <p14:tracePt t="31089" x="5130800" y="5368925"/>
          <p14:tracePt t="31208" x="5146675" y="5368925"/>
          <p14:tracePt t="31273" x="5162550" y="5368925"/>
          <p14:tracePt t="31278" x="5178425" y="5368925"/>
          <p14:tracePt t="31285" x="5178425" y="5353050"/>
          <p14:tracePt t="31294" x="5192713" y="5337175"/>
          <p14:tracePt t="31302" x="5256213" y="5321300"/>
          <p14:tracePt t="31310" x="5287963" y="5305425"/>
          <p14:tracePt t="31319" x="5319713" y="5289550"/>
          <p14:tracePt t="31327" x="5351463" y="5289550"/>
          <p14:tracePt t="31335" x="5367338" y="5273675"/>
          <p14:tracePt t="31344" x="5383213" y="5273675"/>
          <p14:tracePt t="31352" x="5414963" y="5257800"/>
          <p14:tracePt t="31360" x="5430838" y="5241925"/>
          <p14:tracePt t="31369" x="5446713" y="5241925"/>
          <p14:tracePt t="31394" x="5462588" y="5241925"/>
          <p14:tracePt t="31421" x="5478463" y="5241925"/>
          <p14:tracePt t="31428" x="5494338" y="5226050"/>
          <p14:tracePt t="31449" x="5510213" y="5210175"/>
          <p14:tracePt t="31453" x="5526088" y="5210175"/>
          <p14:tracePt t="31459" x="5541963" y="5210175"/>
          <p14:tracePt t="31466" x="5557838" y="5210175"/>
          <p14:tracePt t="31469" x="5573713" y="5210175"/>
          <p14:tracePt t="31477" x="5589588" y="5210175"/>
          <p14:tracePt t="31485" x="5621338" y="5194300"/>
          <p14:tracePt t="31494" x="5637213" y="5194300"/>
          <p14:tracePt t="31502" x="5668963" y="5178425"/>
          <p14:tracePt t="31510" x="5700713" y="5162550"/>
          <p14:tracePt t="31521" x="5716588" y="5162550"/>
          <p14:tracePt t="31573" x="5732463" y="5162550"/>
          <p14:tracePt t="31727" x="5748338" y="5162550"/>
          <p14:tracePt t="31734" x="5748338" y="5146675"/>
          <p14:tracePt t="31738" x="5764213" y="5146675"/>
          <p14:tracePt t="31743" x="5780088" y="5146675"/>
          <p14:tracePt t="31752" x="5780088" y="5132388"/>
          <p14:tracePt t="31767" x="5794375" y="5132388"/>
          <p14:tracePt t="31774" x="5810250" y="5116513"/>
          <p14:tracePt t="31782" x="5826125" y="5116513"/>
          <p14:tracePt t="31794" x="5842000" y="5116513"/>
          <p14:tracePt t="31799" x="5857875" y="5116513"/>
          <p14:tracePt t="31801" x="5857875" y="5100638"/>
          <p14:tracePt t="31810" x="5873750" y="5084763"/>
          <p14:tracePt t="31819" x="5889625" y="5084763"/>
          <p14:tracePt t="31819" x="5905500" y="5084763"/>
          <p14:tracePt t="31827" x="5905500" y="5068888"/>
          <p14:tracePt t="31835" x="5937250" y="5053013"/>
          <p14:tracePt t="31846" x="5953125" y="5053013"/>
          <p14:tracePt t="31853" x="5969000" y="5053013"/>
          <p14:tracePt t="31860" x="5969000" y="5037138"/>
          <p14:tracePt t="31869" x="5984875" y="5037138"/>
          <p14:tracePt t="31877" x="6016625" y="5021263"/>
          <p14:tracePt t="31886" x="6016625" y="5005388"/>
          <p14:tracePt t="31894" x="6032500" y="5005388"/>
          <p14:tracePt t="31902" x="6048375" y="5005388"/>
          <p14:tracePt t="31910" x="6064250" y="4989513"/>
          <p14:tracePt t="31918" x="6096000" y="4989513"/>
          <p14:tracePt t="31926" x="6111875" y="4973638"/>
          <p14:tracePt t="31935" x="6143625" y="4957763"/>
          <p14:tracePt t="31943" x="6159500" y="4941888"/>
          <p14:tracePt t="31951" x="6175375" y="4926013"/>
          <p14:tracePt t="31960" x="6191250" y="4926013"/>
          <p14:tracePt t="31968" x="6207125" y="4926013"/>
          <p14:tracePt t="31976" x="6223000" y="4926013"/>
          <p14:tracePt t="31985" x="6223000" y="4910138"/>
          <p14:tracePt t="32006" x="6223000" y="4894263"/>
          <p14:tracePt t="32008" x="6238875" y="4894263"/>
          <p14:tracePt t="32016" x="6254750" y="4894263"/>
          <p14:tracePt t="32028" x="6254750" y="4878388"/>
          <p14:tracePt t="32034" x="6270625" y="4878388"/>
          <p14:tracePt t="32038" x="6286500" y="4862513"/>
          <p14:tracePt t="32043" x="6286500" y="4846638"/>
          <p14:tracePt t="32051" x="6302375" y="4846638"/>
          <p14:tracePt t="32060" x="6318250" y="4814888"/>
          <p14:tracePt t="32068" x="6334125" y="4799013"/>
          <p14:tracePt t="32076" x="6350000" y="4767263"/>
          <p14:tracePt t="32085" x="6365875" y="4767263"/>
          <p14:tracePt t="32093" x="6381750" y="4751388"/>
          <p14:tracePt t="32101" x="6411913" y="4735513"/>
          <p14:tracePt t="32109" x="6443663" y="4719638"/>
          <p14:tracePt t="32118" x="6459538" y="4703763"/>
          <p14:tracePt t="32126" x="6491288" y="4687888"/>
          <p14:tracePt t="32135" x="6538913" y="4672013"/>
          <p14:tracePt t="32143" x="6554788" y="4656138"/>
          <p14:tracePt t="32151" x="6586538" y="4640263"/>
          <p14:tracePt t="32159" x="6602413" y="4624388"/>
          <p14:tracePt t="32168" x="6618288" y="4608513"/>
          <p14:tracePt t="32176" x="6634163" y="4608513"/>
          <p14:tracePt t="32184" x="6650038" y="4608513"/>
          <p14:tracePt t="32193" x="6650038" y="4592638"/>
          <p14:tracePt t="32201" x="6665913" y="4592638"/>
          <p14:tracePt t="32202" x="6681788" y="4576763"/>
          <p14:tracePt t="32210" x="6697663" y="4576763"/>
          <p14:tracePt t="32218" x="6713538" y="4560888"/>
          <p14:tracePt t="32226" x="6729413" y="4560888"/>
          <p14:tracePt t="32234" x="6745288" y="4545013"/>
          <p14:tracePt t="32243" x="6777038" y="4529138"/>
          <p14:tracePt t="32251" x="6792913" y="4529138"/>
          <p14:tracePt t="32259" x="6808788" y="4513263"/>
          <p14:tracePt t="32268" x="6840538" y="4497388"/>
          <p14:tracePt t="32276" x="6856413" y="4497388"/>
          <p14:tracePt t="32284" x="6872288" y="4497388"/>
          <p14:tracePt t="32293" x="6888163" y="4497388"/>
          <p14:tracePt t="32301" x="6888163" y="4481513"/>
          <p14:tracePt t="32309" x="6919913" y="4465638"/>
          <p14:tracePt t="32318" x="6935788" y="4465638"/>
          <p14:tracePt t="32326" x="6935788" y="4451350"/>
          <p14:tracePt t="32334" x="6951663" y="4451350"/>
          <p14:tracePt t="32343" x="6967538" y="4451350"/>
          <p14:tracePt t="32351" x="6983413" y="4435475"/>
          <p14:tracePt t="32359" x="7013575" y="4419600"/>
          <p14:tracePt t="32378" x="7029450" y="4419600"/>
          <p14:tracePt t="32388" x="7045325" y="4403725"/>
          <p14:tracePt t="32408" x="7061200" y="4387850"/>
          <p14:tracePt t="32438" x="7061200" y="4371975"/>
          <p14:tracePt t="32440" x="7077075" y="4371975"/>
          <p14:tracePt t="32459" x="7092950" y="4371975"/>
          <p14:tracePt t="32473" x="7108825" y="4371975"/>
          <p14:tracePt t="32478" x="7108825" y="4356100"/>
          <p14:tracePt t="32479" x="7124700" y="4356100"/>
          <p14:tracePt t="32486" x="7124700" y="4340225"/>
          <p14:tracePt t="32497" x="7140575" y="4340225"/>
          <p14:tracePt t="32507" x="7156450" y="4324350"/>
          <p14:tracePt t="32517" x="7172325" y="4308475"/>
          <p14:tracePt t="32526" x="7188200" y="4308475"/>
          <p14:tracePt t="32534" x="7204075" y="4308475"/>
          <p14:tracePt t="32541" x="7204075" y="4292600"/>
          <p14:tracePt t="32556" x="7219950" y="4292600"/>
          <p14:tracePt t="32568" x="7219950" y="4276725"/>
          <p14:tracePt t="32622" x="7235825" y="4276725"/>
          <p14:tracePt t="32642" x="7235825" y="4260850"/>
          <p14:tracePt t="32901" x="7235825" y="4276725"/>
          <p14:tracePt t="32909" x="7219950" y="4276725"/>
          <p14:tracePt t="32913" x="7219950" y="4292600"/>
          <p14:tracePt t="32918" x="7204075" y="4292600"/>
          <p14:tracePt t="32925" x="7188200" y="4292600"/>
          <p14:tracePt t="32934" x="7172325" y="4308475"/>
          <p14:tracePt t="32942" x="7140575" y="4324350"/>
          <p14:tracePt t="32950" x="7140575" y="4340225"/>
          <p14:tracePt t="32959" x="7108825" y="4371975"/>
          <p14:tracePt t="32967" x="7077075" y="4435475"/>
          <p14:tracePt t="32975" x="7013575" y="4497388"/>
          <p14:tracePt t="32984" x="6951663" y="4592638"/>
          <p14:tracePt t="32992" x="6904038" y="4672013"/>
          <p14:tracePt t="33000" x="6840538" y="4783138"/>
          <p14:tracePt t="33009" x="6808788" y="4846638"/>
          <p14:tracePt t="33017" x="6745288" y="4957763"/>
          <p14:tracePt t="33025" x="6681788" y="5037138"/>
          <p14:tracePt t="33034" x="6618288" y="5146675"/>
          <p14:tracePt t="33042" x="6554788" y="5273675"/>
          <p14:tracePt t="33050" x="6507163" y="5337175"/>
          <p14:tracePt t="33059" x="6491288" y="5384800"/>
          <p14:tracePt t="33067" x="6443663" y="5464175"/>
          <p14:tracePt t="33075" x="6427788" y="5480050"/>
          <p14:tracePt t="33084" x="6381750" y="5527675"/>
          <p14:tracePt t="33092" x="6381750" y="5543550"/>
          <p14:tracePt t="33100" x="6334125" y="5575300"/>
          <p14:tracePt t="33109" x="6318250" y="5591175"/>
          <p14:tracePt t="33117" x="6302375" y="5591175"/>
          <p14:tracePt t="33125" x="6286500" y="5607050"/>
          <p14:tracePt t="33134" x="6270625" y="5622925"/>
          <p14:tracePt t="33142" x="6254750" y="5638800"/>
          <p14:tracePt t="33150" x="6238875" y="5670550"/>
          <p14:tracePt t="33158" x="6223000" y="5670550"/>
          <p14:tracePt t="33167" x="6207125" y="5686425"/>
          <p14:tracePt t="33175" x="6175375" y="5702300"/>
          <p14:tracePt t="33183" x="6127750" y="5718175"/>
          <p14:tracePt t="33192" x="6111875" y="5734050"/>
          <p14:tracePt t="33200" x="6064250" y="5749925"/>
          <p14:tracePt t="33208" x="6032500" y="5765800"/>
          <p14:tracePt t="33217" x="6016625" y="5781675"/>
          <p14:tracePt t="33225" x="5984875" y="5797550"/>
          <p14:tracePt t="33234" x="5937250" y="5797550"/>
          <p14:tracePt t="33242" x="5889625" y="5813425"/>
          <p14:tracePt t="33250" x="5857875" y="5829300"/>
          <p14:tracePt t="33261" x="5826125" y="5843588"/>
          <p14:tracePt t="33267" x="5810250" y="5843588"/>
          <p14:tracePt t="33275" x="5764213" y="5859463"/>
          <p14:tracePt t="33283" x="5748338" y="5859463"/>
          <p14:tracePt t="33292" x="5716588" y="5859463"/>
          <p14:tracePt t="33300" x="5684838" y="5859463"/>
          <p14:tracePt t="33309" x="5668963" y="5859463"/>
          <p14:tracePt t="33328" x="5653088" y="5859463"/>
          <p14:tracePt t="33336" x="5653088" y="5875338"/>
          <p14:tracePt t="33353" x="5637213" y="5875338"/>
          <p14:tracePt t="33368" x="5621338" y="5891213"/>
          <p14:tracePt t="33381" x="5605463" y="5891213"/>
          <p14:tracePt t="33506" x="5621338" y="5891213"/>
          <p14:tracePt t="33514" x="5637213" y="5891213"/>
          <p14:tracePt t="33519" x="5653088" y="5891213"/>
          <p14:tracePt t="33525" x="5653088" y="5875338"/>
          <p14:tracePt t="33534" x="5716588" y="5875338"/>
          <p14:tracePt t="33541" x="5780088" y="5859463"/>
          <p14:tracePt t="33550" x="5873750" y="5859463"/>
          <p14:tracePt t="33559" x="5889625" y="5859463"/>
          <p14:tracePt t="33559" x="5969000" y="5859463"/>
          <p14:tracePt t="33567" x="6000750" y="5859463"/>
          <p14:tracePt t="33575" x="6111875" y="5859463"/>
          <p14:tracePt t="33583" x="6223000" y="5843588"/>
          <p14:tracePt t="33591" x="6334125" y="5843588"/>
          <p14:tracePt t="33600" x="6459538" y="5843588"/>
          <p14:tracePt t="33611" x="6475413" y="5843588"/>
          <p14:tracePt t="33616" x="6491288" y="5843588"/>
          <p14:tracePt t="36413" x="6475413" y="5843588"/>
          <p14:tracePt t="36418" x="6459538" y="5843588"/>
          <p14:tracePt t="36422" x="6411913" y="5829300"/>
          <p14:tracePt t="36431" x="6350000" y="5829300"/>
          <p14:tracePt t="36439" x="6318250" y="5829300"/>
          <p14:tracePt t="36447" x="6223000" y="5813425"/>
          <p14:tracePt t="36455" x="6175375" y="5797550"/>
          <p14:tracePt t="36464" x="6111875" y="5797550"/>
          <p14:tracePt t="36472" x="6032500" y="5765800"/>
          <p14:tracePt t="36480" x="5937250" y="5749925"/>
          <p14:tracePt t="36489" x="5873750" y="5734050"/>
          <p14:tracePt t="36497" x="5780088" y="5702300"/>
          <p14:tracePt t="36505" x="5668963" y="5686425"/>
          <p14:tracePt t="36514" x="5526088" y="5670550"/>
          <p14:tracePt t="36522" x="5462588" y="5670550"/>
          <p14:tracePt t="36530" x="5414963" y="5670550"/>
          <p14:tracePt t="36539" x="5367338" y="5654675"/>
          <p14:tracePt t="36547" x="5272088" y="5638800"/>
          <p14:tracePt t="36555" x="5208588" y="5638800"/>
          <p14:tracePt t="36563" x="5162550" y="5638800"/>
          <p14:tracePt t="36572" x="5146675" y="5622925"/>
          <p14:tracePt t="36580" x="5114925" y="5622925"/>
          <p14:tracePt t="36854" x="5114925" y="5607050"/>
          <p14:tracePt t="36866" x="5130800" y="5607050"/>
          <p14:tracePt t="36873" x="5146675" y="5607050"/>
          <p14:tracePt t="36879" x="5146675" y="5591175"/>
          <p14:tracePt t="36880" x="5162550" y="5591175"/>
          <p14:tracePt t="36888" x="5178425" y="5591175"/>
          <p14:tracePt t="36896" x="5178425" y="5575300"/>
          <p14:tracePt t="36905" x="5208588" y="5575300"/>
          <p14:tracePt t="36913" x="5224463" y="5575300"/>
          <p14:tracePt t="36914" x="5224463" y="5559425"/>
          <p14:tracePt t="36922" x="5240338" y="5559425"/>
          <p14:tracePt t="36933" x="5256213" y="5543550"/>
          <p14:tracePt t="36953" x="5256213" y="5527675"/>
          <p14:tracePt t="36958" x="5272088" y="5527675"/>
          <p14:tracePt t="36963" x="5287963" y="5527675"/>
          <p14:tracePt t="36972" x="5303838" y="5527675"/>
          <p14:tracePt t="36980" x="5303838" y="5511800"/>
          <p14:tracePt t="36988" x="5335588" y="5495925"/>
          <p14:tracePt t="37013" x="5351463" y="5495925"/>
          <p14:tracePt t="37018" x="5367338" y="5495925"/>
          <p14:tracePt t="37026" x="5383213" y="5480050"/>
          <p14:tracePt t="37041" x="5383213" y="5464175"/>
          <p14:tracePt t="37047" x="5399088" y="5464175"/>
          <p14:tracePt t="37048" x="5414963" y="5464175"/>
          <p14:tracePt t="37061" x="5414963" y="5448300"/>
          <p14:tracePt t="37088" x="5430838" y="5448300"/>
          <p14:tracePt t="37106" x="5446713" y="5448300"/>
          <p14:tracePt t="37187" x="5462588" y="5432425"/>
          <p14:tracePt t="37926" x="5462588" y="5416550"/>
          <p14:tracePt t="37939" x="5446713" y="5416550"/>
          <p14:tracePt t="37947" x="5430838" y="5416550"/>
          <p14:tracePt t="37954" x="5414963" y="5416550"/>
          <p14:tracePt t="37958" x="5399088" y="5400675"/>
          <p14:tracePt t="37968" x="5383213" y="5400675"/>
          <p14:tracePt t="37973" x="5367338" y="5400675"/>
          <p14:tracePt t="37979" x="5351463" y="5384800"/>
          <p14:tracePt t="37987" x="5335588" y="5384800"/>
          <p14:tracePt t="37996" x="5319713" y="5384800"/>
          <p14:tracePt t="38006" x="5303838" y="5384800"/>
          <p14:tracePt t="38014" x="5287963" y="5384800"/>
          <p14:tracePt t="38021" x="5272088" y="5368925"/>
          <p14:tracePt t="38038" x="5256213" y="5368925"/>
          <p14:tracePt t="38047" x="5240338" y="5368925"/>
          <p14:tracePt t="38048" x="5240338" y="5353050"/>
          <p14:tracePt t="38086" x="5224463" y="5353050"/>
          <p14:tracePt t="38106" x="5224463" y="5337175"/>
          <p14:tracePt t="38507" x="5208588" y="5337175"/>
          <p14:tracePt t="38646" x="5192713" y="5337175"/>
          <p14:tracePt t="38656" x="5162550" y="5337175"/>
          <p14:tracePt t="38666" x="5130800" y="5337175"/>
          <p14:tracePt t="38668" x="5114925" y="5337175"/>
          <p14:tracePt t="38673" x="5099050" y="5337175"/>
          <p14:tracePt t="38679" x="5067300" y="5337175"/>
          <p14:tracePt t="38687" x="5035550" y="5337175"/>
          <p14:tracePt t="38695" x="4940300" y="5337175"/>
          <p14:tracePt t="38703" x="4860925" y="5337175"/>
          <p14:tracePt t="38712" x="4749800" y="5337175"/>
          <p14:tracePt t="38720" x="4575175" y="5337175"/>
          <p14:tracePt t="38729" x="4513263" y="5337175"/>
          <p14:tracePt t="38736" x="4386263" y="5337175"/>
          <p14:tracePt t="38745" x="4291013" y="5337175"/>
          <p14:tracePt t="38753" x="4227513" y="5337175"/>
          <p14:tracePt t="38761" x="4211638" y="5337175"/>
          <p14:tracePt t="38776" x="4195763" y="5337175"/>
          <p14:tracePt t="38813" x="4179888" y="5337175"/>
          <p14:tracePt t="38818" x="4164013" y="5337175"/>
          <p14:tracePt t="38826" x="4132263" y="5337175"/>
          <p14:tracePt t="38828" x="4116388" y="5337175"/>
          <p14:tracePt t="38838" x="4100513" y="5337175"/>
          <p14:tracePt t="38845" x="4084638" y="5353050"/>
          <p14:tracePt t="38853" x="4052888" y="5353050"/>
          <p14:tracePt t="38861" x="4037013" y="5353050"/>
          <p14:tracePt t="38870" x="4005263" y="5353050"/>
          <p14:tracePt t="38878" x="3989388" y="5353050"/>
          <p14:tracePt t="38886" x="3973513" y="5353050"/>
          <p14:tracePt t="38895" x="3927475" y="5368925"/>
          <p14:tracePt t="38903" x="3879850" y="5368925"/>
          <p14:tracePt t="38911" x="3832225" y="5368925"/>
          <p14:tracePt t="38920" x="3768725" y="5368925"/>
          <p14:tracePt t="38928" x="3657600" y="5368925"/>
          <p14:tracePt t="38936" x="3641725" y="5368925"/>
          <p14:tracePt t="38945" x="3609975" y="5368925"/>
          <p14:tracePt t="38953" x="3546475" y="5368925"/>
          <p14:tracePt t="38961" x="3498850" y="5368925"/>
          <p14:tracePt t="38970" x="3435350" y="5368925"/>
          <p14:tracePt t="38978" x="3403600" y="5368925"/>
          <p14:tracePt t="38986" x="3371850" y="5368925"/>
          <p14:tracePt t="38995" x="3278188" y="5368925"/>
          <p14:tracePt t="39003" x="3230563" y="5384800"/>
          <p14:tracePt t="39011" x="3167063" y="5400675"/>
          <p14:tracePt t="39019" x="3103563" y="5400675"/>
          <p14:tracePt t="39028" x="3024188" y="5432425"/>
          <p14:tracePt t="39036" x="3008313" y="5432425"/>
          <p14:tracePt t="39045" x="2928938" y="5448300"/>
          <p14:tracePt t="39053" x="2881313" y="5448300"/>
          <p14:tracePt t="39061" x="2786063" y="5464175"/>
          <p14:tracePt t="39070" x="2740025" y="5464175"/>
          <p14:tracePt t="39078" x="2724150" y="5464175"/>
          <p14:tracePt t="39086" x="2660650" y="5464175"/>
          <p14:tracePt t="39095" x="2613025" y="5464175"/>
          <p14:tracePt t="39103" x="2549525" y="5480050"/>
          <p14:tracePt t="39111" x="2501900" y="5495925"/>
          <p14:tracePt t="39120" x="2470150" y="5495925"/>
          <p14:tracePt t="39128" x="2438400" y="5511800"/>
          <p14:tracePt t="39137" x="2422525" y="5511800"/>
          <p14:tracePt t="39144" x="2406650" y="5511800"/>
          <p14:tracePt t="39153" x="2390775" y="5511800"/>
          <p14:tracePt t="39161" x="2359025" y="5511800"/>
          <p14:tracePt t="39169" x="2327275" y="5527675"/>
          <p14:tracePt t="39178" x="2311400" y="5527675"/>
          <p14:tracePt t="39186" x="2279650" y="5527675"/>
          <p14:tracePt t="39194" x="2263775" y="5527675"/>
          <p14:tracePt t="39203" x="2247900" y="5527675"/>
          <p14:tracePt t="39211" x="2232025" y="5527675"/>
          <p14:tracePt t="39267" x="2216150" y="5527675"/>
          <p14:tracePt t="39273" x="2200275" y="5527675"/>
          <p14:tracePt t="39287" x="2184400" y="5527675"/>
          <p14:tracePt t="39293" x="2168525" y="5527675"/>
          <p14:tracePt t="39299" x="2152650" y="5543550"/>
          <p14:tracePt t="39348" x="2136775" y="5543550"/>
          <p14:tracePt t="39361" x="2122488" y="5543550"/>
          <p14:tracePt t="39373" x="2106613" y="5543550"/>
          <p14:tracePt t="39379" x="2090738" y="5543550"/>
          <p14:tracePt t="39380" x="2074863" y="5543550"/>
          <p14:tracePt t="39387" x="2058988" y="5543550"/>
          <p14:tracePt t="39395" x="2027238" y="5543550"/>
          <p14:tracePt t="39403" x="1979613" y="5543550"/>
          <p14:tracePt t="39411" x="1947863" y="5543550"/>
          <p14:tracePt t="39419" x="1931988" y="5543550"/>
          <p14:tracePt t="39428" x="1916113" y="5543550"/>
          <p14:tracePt t="39436" x="1900238" y="5543550"/>
          <p14:tracePt t="39456" x="1884363" y="5543550"/>
          <p14:tracePt t="39461" x="1868488" y="5543550"/>
          <p14:tracePt t="39468" x="1852613" y="5543550"/>
          <p14:tracePt t="39478" x="1836738" y="5543550"/>
          <p14:tracePt t="39479" x="1804988" y="5543550"/>
          <p14:tracePt t="39487" x="1773238" y="5543550"/>
          <p14:tracePt t="39494" x="1757363" y="5543550"/>
          <p14:tracePt t="39502" x="1725613" y="5543550"/>
          <p14:tracePt t="39511" x="1693863" y="5543550"/>
          <p14:tracePt t="39519" x="1662113" y="5543550"/>
          <p14:tracePt t="39528" x="1630363" y="5527675"/>
          <p14:tracePt t="39536" x="1614488" y="5527675"/>
          <p14:tracePt t="39544" x="1582738" y="5527675"/>
          <p14:tracePt t="39552" x="1535113" y="5511800"/>
          <p14:tracePt t="39561" x="1504950" y="5511800"/>
          <p14:tracePt t="39569" x="1457325" y="5495925"/>
          <p14:tracePt t="39577" x="1425575" y="5495925"/>
          <p14:tracePt t="39586" x="1393825" y="5495925"/>
          <p14:tracePt t="39594" x="1330325" y="5495925"/>
          <p14:tracePt t="39603" x="1282700" y="5495925"/>
          <p14:tracePt t="39611" x="1250950" y="5495925"/>
          <p14:tracePt t="39619" x="1235075" y="5495925"/>
          <p14:tracePt t="39636" x="1219200" y="5495925"/>
          <p14:tracePt t="39656" x="1203325" y="5495925"/>
          <p14:tracePt t="39668" x="1187450" y="5495925"/>
          <p14:tracePt t="39673" x="1171575" y="5495925"/>
          <p14:tracePt t="39678" x="1155700" y="5495925"/>
          <p14:tracePt t="39686" x="1139825" y="5495925"/>
          <p14:tracePt t="39694" x="1076325" y="5480050"/>
          <p14:tracePt t="39702" x="1044575" y="5480050"/>
          <p14:tracePt t="39711" x="1012825" y="5480050"/>
          <p14:tracePt t="39719" x="996950" y="5480050"/>
          <p14:tracePt t="39727" x="981075" y="5480050"/>
          <p14:tracePt t="39736" x="965200" y="5480050"/>
          <p14:tracePt t="39756" x="949325" y="5480050"/>
          <p14:tracePt t="39766" x="933450" y="5480050"/>
          <p14:tracePt t="39779" x="917575" y="5480050"/>
          <p14:tracePt t="39780" x="903288" y="5480050"/>
          <p14:tracePt t="39786" x="887413" y="5480050"/>
          <p14:tracePt t="39794" x="855663" y="5480050"/>
          <p14:tracePt t="39802" x="823913" y="5480050"/>
          <p14:tracePt t="39811" x="808038" y="5480050"/>
          <p14:tracePt t="39819" x="776288" y="5480050"/>
          <p14:tracePt t="39827" x="760413" y="5480050"/>
          <p14:tracePt t="39835" x="728663" y="5480050"/>
          <p14:tracePt t="39844" x="712788" y="5480050"/>
          <p14:tracePt t="39852" x="681038" y="5480050"/>
          <p14:tracePt t="39861" x="665163" y="5480050"/>
          <p14:tracePt t="39869" x="633413" y="5480050"/>
          <p14:tracePt t="39877" x="617538" y="5480050"/>
          <p14:tracePt t="39885" x="585788" y="5480050"/>
          <p14:tracePt t="39894" x="538163" y="5480050"/>
          <p14:tracePt t="39902" x="490538" y="5480050"/>
          <p14:tracePt t="39911" x="458788" y="5480050"/>
          <p14:tracePt t="39919" x="427038" y="5480050"/>
          <p14:tracePt t="39927" x="411163" y="5480050"/>
          <p14:tracePt t="39935" x="395288" y="5480050"/>
          <p14:tracePt t="40167" x="411163" y="5480050"/>
          <p14:tracePt t="40168" x="442913" y="5480050"/>
          <p14:tracePt t="40177" x="458788" y="5480050"/>
          <p14:tracePt t="40185" x="522288" y="5495925"/>
          <p14:tracePt t="40194" x="569913" y="5495925"/>
          <p14:tracePt t="40202" x="665163" y="5543550"/>
          <p14:tracePt t="40210" x="744538" y="5575300"/>
          <p14:tracePt t="40219" x="792163" y="5607050"/>
          <p14:tracePt t="40227" x="903288" y="5638800"/>
          <p14:tracePt t="40235" x="1012825" y="5654675"/>
          <p14:tracePt t="40244" x="1139825" y="5686425"/>
          <p14:tracePt t="40252" x="1219200" y="5718175"/>
          <p14:tracePt t="40260" x="1314450" y="5765800"/>
          <p14:tracePt t="40269" x="1346200" y="5765800"/>
          <p14:tracePt t="40277" x="1346200" y="5781675"/>
          <p14:tracePt t="40285" x="1362075" y="5797550"/>
          <p14:tracePt t="40293" x="1362075" y="5813425"/>
          <p14:tracePt t="40302" x="1377950" y="5813425"/>
          <p14:tracePt t="40310" x="1377950" y="5829300"/>
          <p14:tracePt t="40326" x="1377950" y="5843588"/>
          <p14:tracePt t="40373" x="1377950" y="5859463"/>
          <p14:tracePt t="40381" x="1377950" y="5875338"/>
          <p14:tracePt t="40388" x="1377950" y="5891213"/>
          <p14:tracePt t="40398" x="1377950" y="5907088"/>
          <p14:tracePt t="40399" x="1377950" y="5922963"/>
          <p14:tracePt t="40408" x="1377950" y="5938838"/>
          <p14:tracePt t="40413" x="1377950" y="5954713"/>
          <p14:tracePt t="40418" x="1393825" y="5954713"/>
          <p14:tracePt t="40427" x="1393825" y="5970588"/>
          <p14:tracePt t="40441" x="1393825" y="5986463"/>
          <p14:tracePt t="40456" x="1409700" y="5986463"/>
          <p14:tracePt t="40461" x="1409700" y="6002338"/>
          <p14:tracePt t="40466" x="1425575" y="6002338"/>
          <p14:tracePt t="40473" x="1457325" y="6018213"/>
          <p14:tracePt t="40478" x="1489075" y="6018213"/>
          <p14:tracePt t="40485" x="1504950" y="6018213"/>
          <p14:tracePt t="40494" x="1598613" y="6034088"/>
          <p14:tracePt t="40502" x="1725613" y="6049963"/>
          <p14:tracePt t="40510" x="1804988" y="6049963"/>
          <p14:tracePt t="40518" x="1852613" y="6049963"/>
          <p14:tracePt t="40527" x="1884363" y="6049963"/>
          <p14:tracePt t="40535" x="1931988" y="6049963"/>
          <p14:tracePt t="40543" x="1947863" y="6049963"/>
          <p14:tracePt t="40618" x="1963738" y="6049963"/>
          <p14:tracePt t="40627" x="1979613" y="6049963"/>
          <p14:tracePt t="40633" x="1995488" y="6049963"/>
          <p14:tracePt t="40641" x="2011363" y="6049963"/>
          <p14:tracePt t="40647" x="2027238" y="6034088"/>
          <p14:tracePt t="40653" x="2043113" y="6034088"/>
          <p14:tracePt t="40660" x="2043113" y="6018213"/>
          <p14:tracePt t="40668" x="2058988" y="6018213"/>
          <p14:tracePt t="40878" x="2058988" y="6002338"/>
          <p14:tracePt t="40896" x="2043113" y="5986463"/>
          <p14:tracePt t="40906" x="2027238" y="5986463"/>
          <p14:tracePt t="40908" x="2011363" y="5986463"/>
          <p14:tracePt t="40913" x="1995488" y="5986463"/>
          <p14:tracePt t="40927" x="1979613" y="5986463"/>
          <p14:tracePt t="40928" x="1963738" y="5986463"/>
          <p14:tracePt t="40941" x="1947863" y="5986463"/>
          <p14:tracePt t="40946" x="1931988" y="5986463"/>
          <p14:tracePt t="40951" x="1916113" y="5970588"/>
          <p14:tracePt t="40961" x="1900238" y="5970588"/>
          <p14:tracePt t="40968" x="1884363" y="5970588"/>
          <p14:tracePt t="40976" x="1868488" y="5970588"/>
          <p14:tracePt t="40984" x="1820863" y="5954713"/>
          <p14:tracePt t="40993" x="1773238" y="5954713"/>
          <p14:tracePt t="41001" x="1677988" y="5938838"/>
          <p14:tracePt t="41009" x="1646238" y="5938838"/>
          <p14:tracePt t="41018" x="1614488" y="5938838"/>
          <p14:tracePt t="41026" x="1598613" y="5938838"/>
          <p14:tracePt t="41034" x="1550988" y="5938838"/>
          <p14:tracePt t="41043" x="1520825" y="5922963"/>
          <p14:tracePt t="41051" x="1504950" y="5922963"/>
          <p14:tracePt t="41059" x="1473200" y="5922963"/>
          <p14:tracePt t="41068" x="1441450" y="5922963"/>
          <p14:tracePt t="41076" x="1425575" y="5922963"/>
          <p14:tracePt t="41086" x="1409700" y="5922963"/>
          <p14:tracePt t="41158" x="1409700" y="5907088"/>
          <p14:tracePt t="41160" x="1441450" y="5907088"/>
          <p14:tracePt t="41168" x="1473200" y="5891213"/>
          <p14:tracePt t="41176" x="1504950" y="5875338"/>
          <p14:tracePt t="41184" x="1566863" y="5875338"/>
          <p14:tracePt t="41193" x="1646238" y="5875338"/>
          <p14:tracePt t="41201" x="1900238" y="5875338"/>
          <p14:tracePt t="41209" x="2136775" y="5875338"/>
          <p14:tracePt t="41218" x="2247900" y="5875338"/>
          <p14:tracePt t="41226" x="2454275" y="5875338"/>
          <p14:tracePt t="41234" x="2676525" y="5875338"/>
          <p14:tracePt t="41243" x="2740025" y="5875338"/>
          <p14:tracePt t="41251" x="2754313" y="5875338"/>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09C4-0622-9CB7-007C-F427388200B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6F1F1C05-754F-3CF4-26A4-A43CEEE7EE8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14410C1-86B6-8C5A-E545-DADD4E403F4E}"/>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8AB490F-B56C-1531-57F8-E5039237953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24AA0DAD-23AE-F57D-A837-DB42576BE8E0}"/>
              </a:ext>
            </a:extLst>
          </p:cNvPr>
          <p:cNvSpPr txBox="1"/>
          <p:nvPr/>
        </p:nvSpPr>
        <p:spPr>
          <a:xfrm>
            <a:off x="1176654" y="295910"/>
            <a:ext cx="3358023"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1. Background</a:t>
            </a:r>
          </a:p>
        </p:txBody>
      </p:sp>
      <p:grpSp>
        <p:nvGrpSpPr>
          <p:cNvPr id="42" name="组合 41">
            <a:extLst>
              <a:ext uri="{FF2B5EF4-FFF2-40B4-BE49-F238E27FC236}">
                <a16:creationId xmlns:a16="http://schemas.microsoft.com/office/drawing/2014/main" id="{4AF04AC7-14B9-3BDA-24E2-64F72093D73C}"/>
              </a:ext>
            </a:extLst>
          </p:cNvPr>
          <p:cNvGrpSpPr/>
          <p:nvPr/>
        </p:nvGrpSpPr>
        <p:grpSpPr>
          <a:xfrm>
            <a:off x="4382060" y="2108563"/>
            <a:ext cx="7456246" cy="4074081"/>
            <a:chOff x="4402961" y="2108562"/>
            <a:chExt cx="7456246" cy="4074081"/>
          </a:xfrm>
        </p:grpSpPr>
        <p:sp>
          <p:nvSpPr>
            <p:cNvPr id="189" name="AutoShape 6">
              <a:extLst>
                <a:ext uri="{FF2B5EF4-FFF2-40B4-BE49-F238E27FC236}">
                  <a16:creationId xmlns:a16="http://schemas.microsoft.com/office/drawing/2014/main" id="{A594B977-677E-F419-EF54-E47032BA8EF0}"/>
                </a:ext>
              </a:extLst>
            </p:cNvPr>
            <p:cNvSpPr/>
            <p:nvPr/>
          </p:nvSpPr>
          <p:spPr>
            <a:xfrm>
              <a:off x="4402961" y="2108562"/>
              <a:ext cx="7336497" cy="81481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CN" sz="2000" b="1" dirty="0">
                  <a:latin typeface="微软雅黑" panose="020B0503020204020204" pitchFamily="34" charset="-122"/>
                  <a:ea typeface="微软雅黑" panose="020B0503020204020204" pitchFamily="34" charset="-122"/>
                </a:rPr>
                <a:t>1. Pre-trained Model</a:t>
              </a:r>
            </a:p>
            <a:p>
              <a:pPr marL="342900" indent="-342900">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Use </a:t>
              </a:r>
              <a:r>
                <a:rPr lang="en-US" altLang="zh-CN" sz="2000" b="1" dirty="0">
                  <a:solidFill>
                    <a:srgbClr val="FF0000"/>
                  </a:solidFill>
                  <a:latin typeface="微软雅黑" panose="020B0503020204020204" pitchFamily="34" charset="-122"/>
                  <a:ea typeface="微软雅黑" panose="020B0503020204020204" pitchFamily="34" charset="-122"/>
                </a:rPr>
                <a:t>CodeLlama-7B</a:t>
              </a:r>
              <a:r>
                <a:rPr lang="en-US" altLang="zh-CN" sz="2000" dirty="0">
                  <a:latin typeface="微软雅黑" panose="020B0503020204020204" pitchFamily="34" charset="-122"/>
                  <a:ea typeface="微软雅黑" panose="020B0503020204020204" pitchFamily="34" charset="-122"/>
                </a:rPr>
                <a:t> as the base model for fine-tuning across all tasks.</a:t>
              </a:r>
            </a:p>
          </p:txBody>
        </p:sp>
        <p:sp>
          <p:nvSpPr>
            <p:cNvPr id="191" name="AutoShape 8">
              <a:extLst>
                <a:ext uri="{FF2B5EF4-FFF2-40B4-BE49-F238E27FC236}">
                  <a16:creationId xmlns:a16="http://schemas.microsoft.com/office/drawing/2014/main" id="{50DB75F4-788A-1345-6C3B-3210D934BF90}"/>
                </a:ext>
              </a:extLst>
            </p:cNvPr>
            <p:cNvSpPr/>
            <p:nvPr/>
          </p:nvSpPr>
          <p:spPr>
            <a:xfrm>
              <a:off x="4409186" y="3194984"/>
              <a:ext cx="7450021" cy="81481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altLang="zh-CN" sz="2000" b="1" dirty="0">
                  <a:latin typeface="微软雅黑" panose="020B0503020204020204" pitchFamily="34" charset="-122"/>
                  <a:ea typeface="微软雅黑" panose="020B0503020204020204" pitchFamily="34" charset="-122"/>
                </a:rPr>
                <a:t>2. Fine-tuning</a:t>
              </a:r>
            </a:p>
            <a:p>
              <a:pPr marL="342900" indent="-342900">
                <a:buFont typeface="Arial" panose="020B0604020202020204" pitchFamily="34" charset="0"/>
                <a:buChar char="•"/>
                <a:defRPr/>
              </a:pPr>
              <a:r>
                <a:rPr lang="en-US" altLang="zh-CN" sz="2000" dirty="0">
                  <a:latin typeface="微软雅黑" panose="020B0503020204020204" pitchFamily="34" charset="-122"/>
                  <a:ea typeface="微软雅黑" panose="020B0503020204020204" pitchFamily="34" charset="-122"/>
                </a:rPr>
                <a:t>For each tasks, train a separate </a:t>
              </a:r>
              <a:r>
                <a:rPr lang="en-US" altLang="zh-CN" sz="2000" b="1" dirty="0">
                  <a:solidFill>
                    <a:srgbClr val="FF0000"/>
                  </a:solidFill>
                  <a:latin typeface="微软雅黑" panose="020B0503020204020204" pitchFamily="34" charset="-122"/>
                  <a:ea typeface="微软雅黑" panose="020B0503020204020204" pitchFamily="34" charset="-122"/>
                </a:rPr>
                <a:t>low-rank adapters (</a:t>
              </a:r>
              <a:r>
                <a:rPr lang="en-US" altLang="zh-CN" sz="2000" b="1" dirty="0" err="1">
                  <a:solidFill>
                    <a:srgbClr val="FF0000"/>
                  </a:solidFill>
                  <a:latin typeface="微软雅黑" panose="020B0503020204020204" pitchFamily="34" charset="-122"/>
                  <a:ea typeface="微软雅黑" panose="020B0503020204020204" pitchFamily="34" charset="-122"/>
                </a:rPr>
                <a:t>LoRA</a:t>
              </a:r>
              <a:r>
                <a:rPr lang="en-US" altLang="zh-CN" sz="2000" b="1" dirty="0">
                  <a:solidFill>
                    <a:srgbClr val="FF0000"/>
                  </a:solidFill>
                  <a:latin typeface="微软雅黑" panose="020B0503020204020204" pitchFamily="34" charset="-122"/>
                  <a:ea typeface="微软雅黑" panose="020B0503020204020204" pitchFamily="34" charset="-122"/>
                </a:rPr>
                <a:t> ) </a:t>
              </a:r>
              <a:r>
                <a:rPr lang="en-US" altLang="zh-CN" sz="2000" dirty="0">
                  <a:solidFill>
                    <a:schemeClr val="tx1"/>
                  </a:solidFill>
                  <a:latin typeface="微软雅黑" panose="020B0503020204020204" pitchFamily="34" charset="-122"/>
                  <a:ea typeface="微软雅黑" panose="020B0503020204020204" pitchFamily="34" charset="-122"/>
                </a:rPr>
                <a:t>checkpoint.</a:t>
              </a:r>
              <a:endPar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endParaRPr>
            </a:p>
          </p:txBody>
        </p:sp>
        <p:sp>
          <p:nvSpPr>
            <p:cNvPr id="193" name="AutoShape 10">
              <a:extLst>
                <a:ext uri="{FF2B5EF4-FFF2-40B4-BE49-F238E27FC236}">
                  <a16:creationId xmlns:a16="http://schemas.microsoft.com/office/drawing/2014/main" id="{7F1350EC-7F0F-2855-FA9D-0E6DBE99D0D1}"/>
                </a:ext>
              </a:extLst>
            </p:cNvPr>
            <p:cNvSpPr/>
            <p:nvPr/>
          </p:nvSpPr>
          <p:spPr>
            <a:xfrm>
              <a:off x="4402962" y="4281406"/>
              <a:ext cx="7342723" cy="81481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defRPr/>
              </a:pPr>
              <a:r>
                <a:rPr lang="en-US" sz="2000" b="1"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3. Model Fusion</a:t>
              </a:r>
            </a:p>
            <a:p>
              <a:pPr marL="342900" indent="-342900">
                <a:buFont typeface="Arial" panose="020B0604020202020204" pitchFamily="34" charset="0"/>
                <a:buChar char="•"/>
                <a:defRPr/>
              </a:pPr>
              <a:r>
                <a:rPr lang="en-US" sz="2000" dirty="0">
                  <a:solidFill>
                    <a:schemeClr val="tx1"/>
                  </a:solidFill>
                  <a:latin typeface="微软雅黑" panose="020B0503020204020204" pitchFamily="34" charset="-122"/>
                  <a:ea typeface="微软雅黑" panose="020B0503020204020204" pitchFamily="34" charset="-122"/>
                  <a:cs typeface="Noto Sans SC"/>
                  <a:sym typeface="Noto Sans SC"/>
                </a:rPr>
                <a:t>M</a:t>
              </a:r>
              <a:r>
                <a:rPr lang="en-US" sz="20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erge multiple </a:t>
              </a:r>
              <a:r>
                <a:rPr lang="en-US" altLang="zh-CN" sz="2000" dirty="0" err="1">
                  <a:solidFill>
                    <a:schemeClr val="tx1"/>
                  </a:solidFill>
                  <a:latin typeface="微软雅黑" panose="020B0503020204020204" pitchFamily="34" charset="-122"/>
                  <a:ea typeface="微软雅黑" panose="020B0503020204020204" pitchFamily="34" charset="-122"/>
                  <a:cs typeface="Noto Sans SC"/>
                  <a:sym typeface="Noto Sans SC"/>
                </a:rPr>
                <a:t>LoRA</a:t>
              </a:r>
              <a:r>
                <a:rPr lang="en-US" altLang="zh-CN" sz="2000" dirty="0">
                  <a:solidFill>
                    <a:schemeClr val="tx1"/>
                  </a:solidFill>
                  <a:latin typeface="微软雅黑" panose="020B0503020204020204" pitchFamily="34" charset="-122"/>
                  <a:ea typeface="微软雅黑" panose="020B0503020204020204" pitchFamily="34" charset="-122"/>
                  <a:cs typeface="Noto Sans SC"/>
                  <a:sym typeface="Noto Sans SC"/>
                </a:rPr>
                <a:t> </a:t>
              </a:r>
              <a:r>
                <a:rPr lang="en-US" altLang="zh-CN" sz="2000" dirty="0">
                  <a:solidFill>
                    <a:schemeClr val="tx1"/>
                  </a:solidFill>
                  <a:latin typeface="微软雅黑" panose="020B0503020204020204" pitchFamily="34" charset="-122"/>
                  <a:ea typeface="微软雅黑" panose="020B0503020204020204" pitchFamily="34" charset="-122"/>
                </a:rPr>
                <a:t>checkpoint</a:t>
              </a:r>
              <a:r>
                <a:rPr lang="en-US" sz="20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 into </a:t>
              </a:r>
              <a:r>
                <a:rPr lang="en-US" sz="2000" b="1" i="0" u="none" strike="noStrike" dirty="0">
                  <a:solidFill>
                    <a:srgbClr val="FF0000"/>
                  </a:solidFill>
                  <a:latin typeface="微软雅黑" panose="020B0503020204020204" pitchFamily="34" charset="-122"/>
                  <a:ea typeface="微软雅黑" panose="020B0503020204020204" pitchFamily="34" charset="-122"/>
                  <a:cs typeface="Noto Sans SC"/>
                  <a:sym typeface="Noto Sans SC"/>
                </a:rPr>
                <a:t>a single fused parameter set</a:t>
              </a:r>
              <a:r>
                <a:rPr lang="en-US" sz="2000" b="1"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 </a:t>
              </a:r>
              <a:r>
                <a:rPr lang="en-US" sz="20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using a model fusion algorithm.</a:t>
              </a:r>
              <a:endPar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endParaRPr>
            </a:p>
          </p:txBody>
        </p:sp>
        <p:sp>
          <p:nvSpPr>
            <p:cNvPr id="195" name="AutoShape 12">
              <a:extLst>
                <a:ext uri="{FF2B5EF4-FFF2-40B4-BE49-F238E27FC236}">
                  <a16:creationId xmlns:a16="http://schemas.microsoft.com/office/drawing/2014/main" id="{90BF7C56-0EB2-14B3-7ED2-26D464C83D72}"/>
                </a:ext>
              </a:extLst>
            </p:cNvPr>
            <p:cNvSpPr/>
            <p:nvPr/>
          </p:nvSpPr>
          <p:spPr>
            <a:xfrm>
              <a:off x="4402961" y="5367827"/>
              <a:ext cx="7336497" cy="81481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defRPr/>
              </a:pPr>
              <a:r>
                <a:rPr lang="en-US" sz="2000" b="1"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4. Inference</a:t>
              </a:r>
            </a:p>
            <a:p>
              <a:pPr marL="342900" indent="-342900" algn="l">
                <a:lnSpc>
                  <a:spcPct val="100000"/>
                </a:lnSpc>
                <a:buFont typeface="Arial" panose="020B0604020202020204" pitchFamily="34" charset="0"/>
                <a:buChar char="•"/>
                <a:defRPr/>
              </a:pPr>
              <a:r>
                <a:rPr lang="en-US" sz="20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Load the fused parameters back into the base model and evaluate the fusion performance.</a:t>
              </a:r>
              <a:endPar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endParaRPr>
            </a:p>
          </p:txBody>
        </p:sp>
      </p:grpSp>
      <p:pic>
        <p:nvPicPr>
          <p:cNvPr id="23" name="图片 22" descr="图示&#10;&#10;AI 生成的内容可能不正确。">
            <a:extLst>
              <a:ext uri="{FF2B5EF4-FFF2-40B4-BE49-F238E27FC236}">
                <a16:creationId xmlns:a16="http://schemas.microsoft.com/office/drawing/2014/main" id="{AF3750BD-5F9B-A2FE-E352-70E43BACDB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76655" y="1729117"/>
            <a:ext cx="2905164" cy="4832973"/>
          </a:xfrm>
          <a:prstGeom prst="rect">
            <a:avLst/>
          </a:prstGeom>
        </p:spPr>
      </p:pic>
      <p:pic>
        <p:nvPicPr>
          <p:cNvPr id="39" name="图片 38">
            <a:extLst>
              <a:ext uri="{FF2B5EF4-FFF2-40B4-BE49-F238E27FC236}">
                <a16:creationId xmlns:a16="http://schemas.microsoft.com/office/drawing/2014/main" id="{E587DABF-6310-D65F-2BFA-EC0DBC57EC7E}"/>
              </a:ext>
            </a:extLst>
          </p:cNvPr>
          <p:cNvPicPr>
            <a:picLocks noChangeAspect="1"/>
          </p:cNvPicPr>
          <p:nvPr/>
        </p:nvPicPr>
        <p:blipFill>
          <a:blip r:embed="rId6"/>
          <a:stretch>
            <a:fillRect/>
          </a:stretch>
        </p:blipFill>
        <p:spPr>
          <a:xfrm>
            <a:off x="446314" y="825041"/>
            <a:ext cx="11299371" cy="878286"/>
          </a:xfrm>
          <a:prstGeom prst="rect">
            <a:avLst/>
          </a:prstGeom>
        </p:spPr>
      </p:pic>
      <p:pic>
        <p:nvPicPr>
          <p:cNvPr id="6" name="音频 5">
            <a:hlinkClick r:id="" action="ppaction://media"/>
            <a:extLst>
              <a:ext uri="{FF2B5EF4-FFF2-40B4-BE49-F238E27FC236}">
                <a16:creationId xmlns:a16="http://schemas.microsoft.com/office/drawing/2014/main" id="{8C2F1488-B0E4-64EA-ACF5-DC9A51608FD6}"/>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42400246"/>
      </p:ext>
    </p:extLst>
  </p:cSld>
  <p:clrMapOvr>
    <a:masterClrMapping/>
  </p:clrMapOvr>
  <mc:AlternateContent xmlns:mc="http://schemas.openxmlformats.org/markup-compatibility/2006">
    <mc:Choice xmlns:p14="http://schemas.microsoft.com/office/powerpoint/2010/main" Requires="p14">
      <p:transition spd="slow" p14:dur="2000" advTm="85689"/>
    </mc:Choice>
    <mc:Fallback>
      <p:transition spd="slow" advTm="856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extLst>
    <p:ext uri="{3A86A75C-4F4B-4683-9AE1-C65F6400EC91}">
      <p14:laserTraceLst xmlns:p14="http://schemas.microsoft.com/office/powerpoint/2010/main">
        <p14:tracePtLst>
          <p14:tracePt t="2290" x="2770188" y="5859463"/>
          <p14:tracePt t="2292" x="2770188" y="5843588"/>
          <p14:tracePt t="2299" x="2786063" y="5813425"/>
          <p14:tracePt t="2308" x="2817813" y="5702300"/>
          <p14:tracePt t="2316" x="2833688" y="5591175"/>
          <p14:tracePt t="2324" x="2833688" y="5480050"/>
          <p14:tracePt t="2341" x="2833688" y="5226050"/>
          <p14:tracePt t="2349" x="2833688" y="5116513"/>
          <p14:tracePt t="2358" x="2833688" y="5084763"/>
          <p14:tracePt t="2366" x="2817813" y="5084763"/>
          <p14:tracePt t="2374" x="2786063" y="5084763"/>
          <p14:tracePt t="2383" x="2754313" y="5132388"/>
          <p14:tracePt t="2391" x="2692400" y="5162550"/>
          <p14:tracePt t="2399" x="2644775" y="5257800"/>
          <p14:tracePt t="2785" x="2644775" y="5241925"/>
          <p14:tracePt t="2791" x="2644775" y="5226050"/>
          <p14:tracePt t="2798" x="2644775" y="5210175"/>
          <p14:tracePt t="2800" x="2644775" y="5194300"/>
          <p14:tracePt t="2807" x="2644775" y="5162550"/>
          <p14:tracePt t="2816" x="2644775" y="5116513"/>
          <p14:tracePt t="2824" x="2660650" y="5068888"/>
          <p14:tracePt t="2832" x="2676525" y="5005388"/>
          <p14:tracePt t="2841" x="2676525" y="4941888"/>
          <p14:tracePt t="2849" x="2676525" y="4926013"/>
          <p14:tracePt t="2857" x="2676525" y="4894263"/>
          <p14:tracePt t="2870" x="2676525" y="4878388"/>
          <p14:tracePt t="2874" x="2676525" y="4862513"/>
          <p14:tracePt t="2882" x="2644775" y="4862513"/>
          <p14:tracePt t="2890" x="2628900" y="4846638"/>
          <p14:tracePt t="2899" x="2613025" y="4846638"/>
          <p14:tracePt t="2908" x="2613025" y="4830763"/>
          <p14:tracePt t="2938" x="2597150" y="4814888"/>
          <p14:tracePt t="2939" x="2597150" y="4799013"/>
          <p14:tracePt t="2950" x="2581275" y="4783138"/>
          <p14:tracePt t="2958" x="2549525" y="4767263"/>
          <p14:tracePt t="2965" x="2549525" y="4751388"/>
          <p14:tracePt t="2974" x="2501900" y="4719638"/>
          <p14:tracePt t="2982" x="2470150" y="4703763"/>
          <p14:tracePt t="2990" x="2438400" y="4672013"/>
          <p14:tracePt t="2999" x="2406650" y="4656138"/>
          <p14:tracePt t="3007" x="2359025" y="4640263"/>
          <p14:tracePt t="3015" x="2343150" y="4624388"/>
          <p14:tracePt t="3024" x="2311400" y="4608513"/>
          <p14:tracePt t="3032" x="2263775" y="4592638"/>
          <p14:tracePt t="3040" x="2200275" y="4576763"/>
          <p14:tracePt t="3049" x="2168525" y="4560888"/>
          <p14:tracePt t="3057" x="2152650" y="4545013"/>
          <p14:tracePt t="3065" x="2122488" y="4545013"/>
          <p14:tracePt t="3074" x="2058988" y="4497388"/>
          <p14:tracePt t="3833" x="2058988" y="4481513"/>
          <p14:tracePt t="3840" x="2058988" y="4465638"/>
          <p14:tracePt t="3853" x="2058988" y="4451350"/>
          <p14:tracePt t="3858" x="2058988" y="4435475"/>
          <p14:tracePt t="3859" x="2058988" y="4419600"/>
          <p14:tracePt t="3870" x="2043113" y="4403725"/>
          <p14:tracePt t="3873" x="2027238" y="4387850"/>
          <p14:tracePt t="3881" x="2027238" y="4356100"/>
          <p14:tracePt t="3890" x="2011363" y="4340225"/>
          <p14:tracePt t="3898" x="2011363" y="4276725"/>
          <p14:tracePt t="3906" x="2011363" y="4197350"/>
          <p14:tracePt t="3914" x="2011363" y="4117975"/>
          <p14:tracePt t="3923" x="2043113" y="4038600"/>
          <p14:tracePt t="3931" x="2058988" y="3943350"/>
          <p14:tracePt t="3939" x="2058988" y="3879850"/>
          <p14:tracePt t="3948" x="2058988" y="3784600"/>
          <p14:tracePt t="3956" x="2058988" y="3738563"/>
          <p14:tracePt t="3964" x="2058988" y="3690938"/>
          <p14:tracePt t="3973" x="2058988" y="3659188"/>
          <p14:tracePt t="3981" x="2058988" y="3627438"/>
          <p14:tracePt t="3993" x="2058988" y="3611563"/>
          <p14:tracePt t="4000" x="2058988" y="3595688"/>
          <p14:tracePt t="4013" x="2058988" y="3579813"/>
          <p14:tracePt t="4018" x="2058988" y="3563938"/>
          <p14:tracePt t="4025" x="2058988" y="3548063"/>
          <p14:tracePt t="4032" x="2058988" y="3532188"/>
          <p14:tracePt t="4039" x="2058988" y="3516313"/>
          <p14:tracePt t="4048" x="2043113" y="3500438"/>
          <p14:tracePt t="4056" x="2027238" y="3468688"/>
          <p14:tracePt t="4064" x="2027238" y="3452813"/>
          <p14:tracePt t="4073" x="2027238" y="3436938"/>
          <p14:tracePt t="4081" x="2011363" y="3421063"/>
          <p14:tracePt t="4089" x="1995488" y="3405188"/>
          <p14:tracePt t="4098" x="1979613" y="3405188"/>
          <p14:tracePt t="4106" x="1979613" y="3389313"/>
          <p14:tracePt t="4114" x="1979613" y="3357563"/>
          <p14:tracePt t="4122" x="1963738" y="3357563"/>
          <p14:tracePt t="4131" x="1947863" y="3357563"/>
          <p14:tracePt t="4139" x="1947863" y="3325813"/>
          <p14:tracePt t="4147" x="1931988" y="3325813"/>
          <p14:tracePt t="4156" x="1916113" y="3309938"/>
          <p14:tracePt t="4164" x="1900238" y="3278188"/>
          <p14:tracePt t="4172" x="1884363" y="3278188"/>
          <p14:tracePt t="4181" x="1884363" y="3262313"/>
          <p14:tracePt t="4189" x="1868488" y="3246438"/>
          <p14:tracePt t="4208" x="1868488" y="3230563"/>
          <p14:tracePt t="4213" x="1868488" y="3214688"/>
          <p14:tracePt t="4218" x="1852613" y="3214688"/>
          <p14:tracePt t="4223" x="1852613" y="3198813"/>
          <p14:tracePt t="4231" x="1836738" y="3182938"/>
          <p14:tracePt t="4239" x="1836738" y="3167063"/>
          <p14:tracePt t="4247" x="1820863" y="3151188"/>
          <p14:tracePt t="4260" x="1804988" y="3151188"/>
          <p14:tracePt t="4265" x="1804988" y="3135313"/>
          <p14:tracePt t="4405" x="1804988" y="3119438"/>
          <p14:tracePt t="4940" x="1789113" y="3119438"/>
          <p14:tracePt t="4953" x="1789113" y="3103563"/>
          <p14:tracePt t="4958" x="1773238" y="3103563"/>
          <p14:tracePt t="4959" x="1773238" y="3087688"/>
          <p14:tracePt t="4965" x="1757363" y="3087688"/>
          <p14:tracePt t="4973" x="1757363" y="3073400"/>
          <p14:tracePt t="4980" x="1741488" y="3041650"/>
          <p14:tracePt t="4988" x="1725613" y="3041650"/>
          <p14:tracePt t="4997" x="1709738" y="3009900"/>
          <p14:tracePt t="5005" x="1693863" y="2994025"/>
          <p14:tracePt t="5013" x="1677988" y="2962275"/>
          <p14:tracePt t="5022" x="1662113" y="2962275"/>
          <p14:tracePt t="5030" x="1662113" y="2946400"/>
          <p14:tracePt t="5053" x="1662113" y="2930525"/>
          <p14:tracePt t="7580" x="1646238" y="2930525"/>
          <p14:tracePt t="7585" x="1630363" y="2914650"/>
          <p14:tracePt t="7588" x="1614488" y="2914650"/>
          <p14:tracePt t="7594" x="1582738" y="2898775"/>
          <p14:tracePt t="7603" x="1535113" y="2882900"/>
          <p14:tracePt t="7611" x="1504950" y="2867025"/>
          <p14:tracePt t="7619" x="1504950" y="2851150"/>
          <p14:tracePt t="7628" x="1489075" y="2851150"/>
          <p14:tracePt t="7638" x="1473200" y="2851150"/>
          <p14:tracePt t="7644" x="1457325" y="2851150"/>
          <p14:tracePt t="7652" x="1441450" y="2851150"/>
          <p14:tracePt t="7661" x="1393825" y="2835275"/>
          <p14:tracePt t="7669" x="1377950" y="2835275"/>
          <p14:tracePt t="7738" x="1362075" y="2835275"/>
          <p14:tracePt t="7739" x="1346200" y="2835275"/>
          <p14:tracePt t="7750" x="1330325" y="2835275"/>
          <p14:tracePt t="7752" x="1314450" y="2835275"/>
          <p14:tracePt t="7761" x="1298575" y="2835275"/>
          <p14:tracePt t="7769" x="1266825" y="2851150"/>
          <p14:tracePt t="7778" x="1250950" y="2867025"/>
          <p14:tracePt t="7786" x="1219200" y="2867025"/>
          <p14:tracePt t="7813" x="1203325" y="2882900"/>
          <p14:tracePt t="7818" x="1187450" y="2882900"/>
          <p14:tracePt t="7828" x="1171575" y="2898775"/>
          <p14:tracePt t="7833" x="1155700" y="2914650"/>
          <p14:tracePt t="7838" x="1139825" y="2914650"/>
          <p14:tracePt t="7844" x="1139825" y="2930525"/>
          <p14:tracePt t="7852" x="1108075" y="2962275"/>
          <p14:tracePt t="7861" x="1060450" y="3009900"/>
          <p14:tracePt t="7869" x="1044575" y="3057525"/>
          <p14:tracePt t="7878" x="1028700" y="3073400"/>
          <p14:tracePt t="7885" x="1012825" y="3073400"/>
          <p14:tracePt t="7894" x="1012825" y="3087688"/>
          <p14:tracePt t="7913" x="996950" y="3087688"/>
          <p14:tracePt t="7920" x="996950" y="3103563"/>
          <p14:tracePt t="7933" x="996950" y="3119438"/>
          <p14:tracePt t="7938" x="996950" y="3135313"/>
          <p14:tracePt t="7945" x="996950" y="3167063"/>
          <p14:tracePt t="7948" x="996950" y="3182938"/>
          <p14:tracePt t="7958" x="996950" y="3198813"/>
          <p14:tracePt t="7961" x="996950" y="3214688"/>
          <p14:tracePt t="7969" x="996950" y="3230563"/>
          <p14:tracePt t="7977" x="996950" y="3246438"/>
          <p14:tracePt t="7986" x="996950" y="3278188"/>
          <p14:tracePt t="7994" x="996950" y="3294063"/>
          <p14:tracePt t="8002" x="996950" y="3309938"/>
          <p14:tracePt t="8010" x="996950" y="3325813"/>
          <p14:tracePt t="8019" x="996950" y="3341688"/>
          <p14:tracePt t="8027" x="996950" y="3357563"/>
          <p14:tracePt t="8036" x="996950" y="3389313"/>
          <p14:tracePt t="8045" x="996950" y="3405188"/>
          <p14:tracePt t="8053" x="996950" y="3421063"/>
          <p14:tracePt t="8073" x="996950" y="3436938"/>
          <p14:tracePt t="8078" x="1012825" y="3436938"/>
          <p14:tracePt t="8088" x="1012825" y="3452813"/>
          <p14:tracePt t="8105" x="1028700" y="3484563"/>
          <p14:tracePt t="8108" x="1028700" y="3500438"/>
          <p14:tracePt t="8113" x="1028700" y="3516313"/>
          <p14:tracePt t="8119" x="1028700" y="3548063"/>
          <p14:tracePt t="8127" x="1076325" y="3579813"/>
          <p14:tracePt t="8135" x="1123950" y="3643313"/>
          <p14:tracePt t="8144" x="1155700" y="3690938"/>
          <p14:tracePt t="8152" x="1219200" y="3770313"/>
          <p14:tracePt t="8160" x="1266825" y="3784600"/>
          <p14:tracePt t="8169" x="1282700" y="3800475"/>
          <p14:tracePt t="8177" x="1298575" y="3800475"/>
          <p14:tracePt t="8185" x="1314450" y="3832225"/>
          <p14:tracePt t="8194" x="1346200" y="3848100"/>
          <p14:tracePt t="8202" x="1362075" y="3863975"/>
          <p14:tracePt t="8210" x="1393825" y="3895725"/>
          <p14:tracePt t="8219" x="1441450" y="3895725"/>
          <p14:tracePt t="8227" x="1457325" y="3911600"/>
          <p14:tracePt t="8235" x="1489075" y="3943350"/>
          <p14:tracePt t="8244" x="1535113" y="3943350"/>
          <p14:tracePt t="8252" x="1582738" y="3975100"/>
          <p14:tracePt t="8260" x="1646238" y="3990975"/>
          <p14:tracePt t="8269" x="1677988" y="4006850"/>
          <p14:tracePt t="8277" x="1773238" y="4038600"/>
          <p14:tracePt t="8285" x="1868488" y="4070350"/>
          <p14:tracePt t="8294" x="1931988" y="4102100"/>
          <p14:tracePt t="8302" x="2027238" y="4117975"/>
          <p14:tracePt t="8310" x="2043113" y="4117975"/>
          <p14:tracePt t="8319" x="2168525" y="4117975"/>
          <p14:tracePt t="8327" x="2247900" y="4133850"/>
          <p14:tracePt t="8335" x="2295525" y="4133850"/>
          <p14:tracePt t="8344" x="2359025" y="4149725"/>
          <p14:tracePt t="8352" x="2470150" y="4165600"/>
          <p14:tracePt t="8360" x="2565400" y="4181475"/>
          <p14:tracePt t="8369" x="2597150" y="4181475"/>
          <p14:tracePt t="8377" x="2692400" y="4197350"/>
          <p14:tracePt t="8385" x="2801938" y="4213225"/>
          <p14:tracePt t="8393" x="2960688" y="4213225"/>
          <p14:tracePt t="8402" x="3071813" y="4229100"/>
          <p14:tracePt t="8410" x="3182938" y="4229100"/>
          <p14:tracePt t="8418" x="3294063" y="4229100"/>
          <p14:tracePt t="8427" x="3371850" y="4229100"/>
          <p14:tracePt t="8435" x="3482975" y="4229100"/>
          <p14:tracePt t="8444" x="3546475" y="4229100"/>
          <p14:tracePt t="8452" x="3625850" y="4229100"/>
          <p14:tracePt t="8460" x="3641725" y="4229100"/>
          <p14:tracePt t="8468" x="3673475" y="4213225"/>
          <p14:tracePt t="8477" x="3689350" y="4213225"/>
          <p14:tracePt t="8485" x="3705225" y="4197350"/>
          <p14:tracePt t="8493" x="3752850" y="4181475"/>
          <p14:tracePt t="8502" x="3816350" y="4149725"/>
          <p14:tracePt t="8510" x="3832225" y="4133850"/>
          <p14:tracePt t="8518" x="3911600" y="4102100"/>
          <p14:tracePt t="8527" x="3943350" y="4070350"/>
          <p14:tracePt t="8535" x="3973513" y="4054475"/>
          <p14:tracePt t="8543" x="4005263" y="4022725"/>
          <p14:tracePt t="8552" x="4021138" y="4022725"/>
          <p14:tracePt t="8560" x="4037013" y="4006850"/>
          <p14:tracePt t="8568" x="4037013" y="3990975"/>
          <p14:tracePt t="8578" x="4052888" y="3990975"/>
          <p14:tracePt t="8585" x="4052888" y="3975100"/>
          <p14:tracePt t="8593" x="4084638" y="3943350"/>
          <p14:tracePt t="8602" x="4100513" y="3927475"/>
          <p14:tracePt t="8610" x="4132263" y="3879850"/>
          <p14:tracePt t="8618" x="4164013" y="3848100"/>
          <p14:tracePt t="8627" x="4179888" y="3816350"/>
          <p14:tracePt t="8635" x="4211638" y="3770313"/>
          <p14:tracePt t="8643" x="4243388" y="3722688"/>
          <p14:tracePt t="8652" x="4275138" y="3659188"/>
          <p14:tracePt t="8660" x="4291013" y="3627438"/>
          <p14:tracePt t="8668" x="4291013" y="3595688"/>
          <p14:tracePt t="8677" x="4291013" y="3579813"/>
          <p14:tracePt t="8685" x="4291013" y="3563938"/>
          <p14:tracePt t="8694" x="4291013" y="3548063"/>
          <p14:tracePt t="8702" x="4291013" y="3532188"/>
          <p14:tracePt t="8710" x="4306888" y="3532188"/>
          <p14:tracePt t="8718" x="4306888" y="3516313"/>
          <p14:tracePt t="8726" x="4322763" y="3500438"/>
          <p14:tracePt t="8735" x="4338638" y="3484563"/>
          <p14:tracePt t="8743" x="4338638" y="3468688"/>
          <p14:tracePt t="8751" x="4338638" y="3436938"/>
          <p14:tracePt t="8765" x="4338638" y="3421063"/>
          <p14:tracePt t="8769" x="4338638" y="3405188"/>
          <p14:tracePt t="8778" x="4338638" y="3389313"/>
          <p14:tracePt t="8785" x="4338638" y="3373438"/>
          <p14:tracePt t="8793" x="4338638" y="3357563"/>
          <p14:tracePt t="8801" x="4338638" y="3325813"/>
          <p14:tracePt t="8810" x="4338638" y="3309938"/>
          <p14:tracePt t="8818" x="4338638" y="3294063"/>
          <p14:tracePt t="8826" x="4322763" y="3230563"/>
          <p14:tracePt t="8835" x="4306888" y="3214688"/>
          <p14:tracePt t="8843" x="4306888" y="3182938"/>
          <p14:tracePt t="8851" x="4291013" y="3135313"/>
          <p14:tracePt t="8860" x="4275138" y="3087688"/>
          <p14:tracePt t="8868" x="4259263" y="3087688"/>
          <p14:tracePt t="8876" x="4243388" y="3057525"/>
          <p14:tracePt t="8885" x="4211638" y="3041650"/>
          <p14:tracePt t="8885" x="4211638" y="3025775"/>
          <p14:tracePt t="8893" x="4211638" y="3009900"/>
          <p14:tracePt t="8901" x="4179888" y="2994025"/>
          <p14:tracePt t="8910" x="4179888" y="2978150"/>
          <p14:tracePt t="8919" x="4179888" y="2962275"/>
          <p14:tracePt t="8919" x="4179888" y="2946400"/>
          <p14:tracePt t="8928" x="4164013" y="2930525"/>
          <p14:tracePt t="8938" x="4164013" y="2914650"/>
          <p14:tracePt t="8943" x="4148138" y="2914650"/>
          <p14:tracePt t="8951" x="4132263" y="2898775"/>
          <p14:tracePt t="8960" x="4116388" y="2867025"/>
          <p14:tracePt t="8968" x="4100513" y="2851150"/>
          <p14:tracePt t="8978" x="4084638" y="2835275"/>
          <p14:tracePt t="8985" x="4068763" y="2835275"/>
          <p14:tracePt t="8993" x="4068763" y="2819400"/>
          <p14:tracePt t="9001" x="4037013" y="2803525"/>
          <p14:tracePt t="9010" x="4021138" y="2787650"/>
          <p14:tracePt t="9018" x="4005263" y="2771775"/>
          <p14:tracePt t="9026" x="3989388" y="2771775"/>
          <p14:tracePt t="9035" x="3973513" y="2771775"/>
          <p14:tracePt t="9043" x="3943350" y="2740025"/>
          <p14:tracePt t="9051" x="3911600" y="2740025"/>
          <p14:tracePt t="9059" x="3848100" y="2724150"/>
          <p14:tracePt t="9068" x="3832225" y="2724150"/>
          <p14:tracePt t="9076" x="3768725" y="2708275"/>
          <p14:tracePt t="9085" x="3721100" y="2692400"/>
          <p14:tracePt t="9093" x="3625850" y="2676525"/>
          <p14:tracePt t="9101" x="3562350" y="2676525"/>
          <p14:tracePt t="9109" x="3530600" y="2660650"/>
          <p14:tracePt t="9118" x="3451225" y="2660650"/>
          <p14:tracePt t="9126" x="3355975" y="2644775"/>
          <p14:tracePt t="9134" x="3278188" y="2628900"/>
          <p14:tracePt t="9143" x="3214688" y="2613025"/>
          <p14:tracePt t="9151" x="3167063" y="2597150"/>
          <p14:tracePt t="9159" x="3087688" y="2581275"/>
          <p14:tracePt t="9168" x="3071813" y="2581275"/>
          <p14:tracePt t="9176" x="3040063" y="2565400"/>
          <p14:tracePt t="9184" x="3008313" y="2565400"/>
          <p14:tracePt t="9193" x="2976563" y="2565400"/>
          <p14:tracePt t="9201" x="2960688" y="2565400"/>
          <p14:tracePt t="9209" x="2913063" y="2549525"/>
          <p14:tracePt t="9219" x="2881313" y="2549525"/>
          <p14:tracePt t="9226" x="2865438" y="2549525"/>
          <p14:tracePt t="9234" x="2833688" y="2549525"/>
          <p14:tracePt t="9243" x="2817813" y="2549525"/>
          <p14:tracePt t="9251" x="2786063" y="2549525"/>
          <p14:tracePt t="9259" x="2740025" y="2549525"/>
          <p14:tracePt t="9268" x="2724150" y="2549525"/>
          <p14:tracePt t="9276" x="2676525" y="2549525"/>
          <p14:tracePt t="9284" x="2628900" y="2549525"/>
          <p14:tracePt t="9293" x="2549525" y="2549525"/>
          <p14:tracePt t="9301" x="2486025" y="2549525"/>
          <p14:tracePt t="9309" x="2422525" y="2549525"/>
          <p14:tracePt t="9318" x="2390775" y="2549525"/>
          <p14:tracePt t="9326" x="2374900" y="2549525"/>
          <p14:tracePt t="9345" x="2359025" y="2549525"/>
          <p14:tracePt t="9358" x="2343150" y="2549525"/>
          <p14:tracePt t="9373" x="2327275" y="2549525"/>
          <p14:tracePt t="9380" x="2311400" y="2549525"/>
          <p14:tracePt t="9388" x="2295525" y="2549525"/>
          <p14:tracePt t="9393" x="2279650" y="2549525"/>
          <p14:tracePt t="9400" x="2263775" y="2549525"/>
          <p14:tracePt t="9413" x="2247900" y="2549525"/>
          <p14:tracePt t="9418" x="2232025" y="2549525"/>
          <p14:tracePt t="9419" x="2216150" y="2549525"/>
          <p14:tracePt t="9426" x="2200275" y="2549525"/>
          <p14:tracePt t="9434" x="2168525" y="2549525"/>
          <p14:tracePt t="9443" x="2136775" y="2549525"/>
          <p14:tracePt t="9451" x="2122488" y="2549525"/>
          <p14:tracePt t="9459" x="2106613" y="2549525"/>
          <p14:tracePt t="9467" x="2058988" y="2549525"/>
          <p14:tracePt t="9476" x="2043113" y="2549525"/>
          <p14:tracePt t="9484" x="1995488" y="2565400"/>
          <p14:tracePt t="9492" x="1931988" y="2581275"/>
          <p14:tracePt t="9501" x="1884363" y="2581275"/>
          <p14:tracePt t="9509" x="1836738" y="2581275"/>
          <p14:tracePt t="9518" x="1820863" y="2597150"/>
          <p14:tracePt t="9519" x="1804988" y="2597150"/>
          <p14:tracePt t="9528" x="1789113" y="2597150"/>
          <p14:tracePt t="9534" x="1773238" y="2597150"/>
          <p14:tracePt t="9545" x="1757363" y="2597150"/>
          <p14:tracePt t="9568" x="1741488" y="2597150"/>
          <p14:tracePt t="9578" x="1725613" y="2597150"/>
          <p14:tracePt t="9579" x="1725613" y="2613025"/>
          <p14:tracePt t="9593" x="1709738" y="2613025"/>
          <p14:tracePt t="9598" x="1693863" y="2613025"/>
          <p14:tracePt t="9601" x="1677988" y="2628900"/>
          <p14:tracePt t="9609" x="1662113" y="2628900"/>
          <p14:tracePt t="9617" x="1646238" y="2628900"/>
          <p14:tracePt t="9626" x="1598613" y="2644775"/>
          <p14:tracePt t="9634" x="1582738" y="2660650"/>
          <p14:tracePt t="9642" x="1566863" y="2660650"/>
          <p14:tracePt t="9651" x="1550988" y="2676525"/>
          <p14:tracePt t="9659" x="1520825" y="2676525"/>
          <p14:tracePt t="9667" x="1504950" y="2692400"/>
          <p14:tracePt t="9676" x="1489075" y="2708275"/>
          <p14:tracePt t="9685" x="1473200" y="2724150"/>
          <p14:tracePt t="9692" x="1473200" y="2740025"/>
          <p14:tracePt t="9701" x="1441450" y="2787650"/>
          <p14:tracePt t="9709" x="1425575" y="2819400"/>
          <p14:tracePt t="9717" x="1409700" y="2851150"/>
          <p14:tracePt t="9726" x="1377950" y="2914650"/>
          <p14:tracePt t="9734" x="1330325" y="2962275"/>
          <p14:tracePt t="9742" x="1282700" y="3041650"/>
          <p14:tracePt t="9751" x="1266825" y="3103563"/>
          <p14:tracePt t="9759" x="1235075" y="3151188"/>
          <p14:tracePt t="9767" x="1219200" y="3230563"/>
          <p14:tracePt t="9776" x="1203325" y="3294063"/>
          <p14:tracePt t="9784" x="1187450" y="3341688"/>
          <p14:tracePt t="9792" x="1187450" y="3405188"/>
          <p14:tracePt t="9800" x="1187450" y="3452813"/>
          <p14:tracePt t="9810" x="1187450" y="3484563"/>
          <p14:tracePt t="9818" x="1171575" y="3500438"/>
          <p14:tracePt t="9826" x="1171575" y="3516313"/>
          <p14:tracePt t="9834" x="1155700" y="3548063"/>
          <p14:tracePt t="9842" x="1139825" y="3579813"/>
          <p14:tracePt t="9850" x="1139825" y="3595688"/>
          <p14:tracePt t="9859" x="1139825" y="3611563"/>
          <p14:tracePt t="9868" x="1139825" y="3627438"/>
          <p14:tracePt t="9885" x="1123950" y="3627438"/>
          <p14:tracePt t="9888" x="1123950" y="3643313"/>
          <p14:tracePt t="9918" x="1123950" y="3659188"/>
          <p14:tracePt t="9968" x="1123950" y="3675063"/>
          <p14:tracePt t="9978" x="1123950" y="3706813"/>
          <p14:tracePt t="9979" x="1123950" y="3722688"/>
          <p14:tracePt t="9988" x="1139825" y="3754438"/>
          <p14:tracePt t="9998" x="1155700" y="3784600"/>
          <p14:tracePt t="10000" x="1171575" y="3784600"/>
          <p14:tracePt t="10008" x="1187450" y="3816350"/>
          <p14:tracePt t="10017" x="1203325" y="3816350"/>
          <p14:tracePt t="10025" x="1235075" y="3879850"/>
          <p14:tracePt t="10034" x="1377950" y="3959225"/>
          <p14:tracePt t="10042" x="1457325" y="4038600"/>
          <p14:tracePt t="10050" x="1520825" y="4086225"/>
          <p14:tracePt t="10059" x="1614488" y="4149725"/>
          <p14:tracePt t="10067" x="1693863" y="4213225"/>
          <p14:tracePt t="10075" x="1773238" y="4276725"/>
          <p14:tracePt t="10084" x="1820863" y="4324350"/>
          <p14:tracePt t="10092" x="1916113" y="4387850"/>
          <p14:tracePt t="10100" x="1947863" y="4403725"/>
          <p14:tracePt t="10109" x="1947863" y="4435475"/>
          <p14:tracePt t="10117" x="1979613" y="4451350"/>
          <p14:tracePt t="10126" x="1995488" y="4451350"/>
          <p14:tracePt t="10268" x="1995488" y="4465638"/>
          <p14:tracePt t="10273" x="2011363" y="4481513"/>
          <p14:tracePt t="10278" x="2043113" y="4481513"/>
          <p14:tracePt t="10283" x="2043113" y="4497388"/>
          <p14:tracePt t="10292" x="2090738" y="4529138"/>
          <p14:tracePt t="10300" x="2136775" y="4560888"/>
          <p14:tracePt t="10308" x="2152650" y="4576763"/>
          <p14:tracePt t="10317" x="2200275" y="4608513"/>
          <p14:tracePt t="10325" x="2232025" y="4624388"/>
          <p14:tracePt t="10333" x="2263775" y="4640263"/>
          <p14:tracePt t="10342" x="2279650" y="4656138"/>
          <p14:tracePt t="10350" x="2295525" y="4672013"/>
          <p14:tracePt t="10359" x="2311400" y="4672013"/>
          <p14:tracePt t="10367" x="2343150" y="4687888"/>
          <p14:tracePt t="10375" x="2359025" y="4703763"/>
          <p14:tracePt t="10383" x="2390775" y="4719638"/>
          <p14:tracePt t="10392" x="2438400" y="4719638"/>
          <p14:tracePt t="10400" x="2470150" y="4735513"/>
          <p14:tracePt t="10408" x="2470150" y="4751388"/>
          <p14:tracePt t="10417" x="2486025" y="4751388"/>
          <p14:tracePt t="10425" x="2501900" y="4751388"/>
          <p14:tracePt t="10518" x="2501900" y="4767263"/>
          <p14:tracePt t="10519" x="2486025" y="4767263"/>
          <p14:tracePt t="10534" x="2470150" y="4767263"/>
          <p14:tracePt t="10538" x="2454275" y="4783138"/>
          <p14:tracePt t="10541" x="2454275" y="4799013"/>
          <p14:tracePt t="10550" x="2406650" y="4799013"/>
          <p14:tracePt t="10559" x="2374900" y="4814888"/>
          <p14:tracePt t="10566" x="2374900" y="4830763"/>
          <p14:tracePt t="10578" x="2359025" y="4846638"/>
          <p14:tracePt t="10593" x="2343150" y="4846638"/>
          <p14:tracePt t="10605" x="2327275" y="4846638"/>
          <p14:tracePt t="10609" x="2327275" y="4862513"/>
          <p14:tracePt t="10618" x="2311400" y="4878388"/>
          <p14:tracePt t="10619" x="2295525" y="4878388"/>
          <p14:tracePt t="10631" x="2279650" y="4894263"/>
          <p14:tracePt t="10638" x="2279650" y="4910138"/>
          <p14:tracePt t="10641" x="2263775" y="4926013"/>
          <p14:tracePt t="10650" x="2247900" y="4926013"/>
          <p14:tracePt t="10658" x="2232025" y="4973638"/>
          <p14:tracePt t="10666" x="2200275" y="5021263"/>
          <p14:tracePt t="10675" x="2184400" y="5037138"/>
          <p14:tracePt t="10683" x="2184400" y="5068888"/>
          <p14:tracePt t="10691" x="2184400" y="5100638"/>
          <p14:tracePt t="10699" x="2184400" y="5146675"/>
          <p14:tracePt t="10708" x="2184400" y="5162550"/>
          <p14:tracePt t="10716" x="2184400" y="5178425"/>
          <p14:tracePt t="10725" x="2184400" y="5226050"/>
          <p14:tracePt t="10733" x="2184400" y="5289550"/>
          <p14:tracePt t="10741" x="2216150" y="5337175"/>
          <p14:tracePt t="10750" x="2247900" y="5400675"/>
          <p14:tracePt t="10758" x="2263775" y="5416550"/>
          <p14:tracePt t="10766" x="2359025" y="5527675"/>
          <p14:tracePt t="10775" x="2406650" y="5575300"/>
          <p14:tracePt t="10783" x="2470150" y="5638800"/>
          <p14:tracePt t="10791" x="2517775" y="5670550"/>
          <p14:tracePt t="10799" x="2581275" y="5718175"/>
          <p14:tracePt t="10808" x="2581275" y="5734050"/>
          <p14:tracePt t="10816" x="2613025" y="5749925"/>
          <p14:tracePt t="10825" x="2628900" y="5765800"/>
          <p14:tracePt t="10825" x="2644775" y="5765800"/>
          <p14:tracePt t="10833" x="2660650" y="5781675"/>
          <p14:tracePt t="10841" x="2708275" y="5813425"/>
          <p14:tracePt t="10849" x="2754313" y="5829300"/>
          <p14:tracePt t="10858" x="2786063" y="5829300"/>
          <p14:tracePt t="10866" x="2817813" y="5829300"/>
          <p14:tracePt t="10875" x="2865438" y="5829300"/>
          <p14:tracePt t="10883" x="2944813" y="5829300"/>
          <p14:tracePt t="10891" x="3008313" y="5829300"/>
          <p14:tracePt t="10899" x="3135313" y="5829300"/>
          <p14:tracePt t="10908" x="3182938" y="5829300"/>
          <p14:tracePt t="10916" x="3246438" y="5829300"/>
          <p14:tracePt t="10924" x="3278188" y="5829300"/>
          <p14:tracePt t="10933" x="3341688" y="5813425"/>
          <p14:tracePt t="10941" x="3371850" y="5813425"/>
          <p14:tracePt t="10949" x="3419475" y="5797550"/>
          <p14:tracePt t="10958" x="3435350" y="5797550"/>
          <p14:tracePt t="10966" x="3467100" y="5781675"/>
          <p14:tracePt t="10974" x="3498850" y="5781675"/>
          <p14:tracePt t="10983" x="3530600" y="5765800"/>
          <p14:tracePt t="10991" x="3562350" y="5749925"/>
          <p14:tracePt t="10999" x="3641725" y="5734050"/>
          <p14:tracePt t="11008" x="3657600" y="5734050"/>
          <p14:tracePt t="11016" x="3705225" y="5718175"/>
          <p14:tracePt t="11024" x="3752850" y="5718175"/>
          <p14:tracePt t="11033" x="3816350" y="5686425"/>
          <p14:tracePt t="11041" x="3863975" y="5654675"/>
          <p14:tracePt t="11049" x="3879850" y="5638800"/>
          <p14:tracePt t="11058" x="3895725" y="5622925"/>
          <p14:tracePt t="11066" x="3911600" y="5591175"/>
          <p14:tracePt t="11074" x="3911600" y="5575300"/>
          <p14:tracePt t="11083" x="3911600" y="5543550"/>
          <p14:tracePt t="11091" x="3911600" y="5511800"/>
          <p14:tracePt t="11099" x="3911600" y="5464175"/>
          <p14:tracePt t="11108" x="3911600" y="5416550"/>
          <p14:tracePt t="11116" x="3911600" y="5368925"/>
          <p14:tracePt t="11124" x="3911600" y="5305425"/>
          <p14:tracePt t="11133" x="3911600" y="5257800"/>
          <p14:tracePt t="11141" x="3895725" y="5178425"/>
          <p14:tracePt t="11149" x="3879850" y="5116513"/>
          <p14:tracePt t="11158" x="3879850" y="5100638"/>
          <p14:tracePt t="11166" x="3848100" y="5037138"/>
          <p14:tracePt t="11174" x="3848100" y="5005388"/>
          <p14:tracePt t="11182" x="3816350" y="4973638"/>
          <p14:tracePt t="11191" x="3800475" y="4926013"/>
          <p14:tracePt t="11199" x="3800475" y="4894263"/>
          <p14:tracePt t="11207" x="3784600" y="4878388"/>
          <p14:tracePt t="11216" x="3752850" y="4846638"/>
          <p14:tracePt t="11224" x="3752850" y="4814888"/>
          <p14:tracePt t="11232" x="3721100" y="4783138"/>
          <p14:tracePt t="11241" x="3673475" y="4751388"/>
          <p14:tracePt t="11249" x="3657600" y="4735513"/>
          <p14:tracePt t="11258" x="3625850" y="4719638"/>
          <p14:tracePt t="11266" x="3562350" y="4672013"/>
          <p14:tracePt t="11274" x="3530600" y="4640263"/>
          <p14:tracePt t="11282" x="3498850" y="4624388"/>
          <p14:tracePt t="11291" x="3467100" y="4592638"/>
          <p14:tracePt t="11299" x="3435350" y="4576763"/>
          <p14:tracePt t="11307" x="3387725" y="4545013"/>
          <p14:tracePt t="11316" x="3355975" y="4513263"/>
          <p14:tracePt t="11324" x="3294063" y="4481513"/>
          <p14:tracePt t="11332" x="3230563" y="4451350"/>
          <p14:tracePt t="11341" x="3151188" y="4419600"/>
          <p14:tracePt t="11349" x="3103563" y="4387850"/>
          <p14:tracePt t="11357" x="3087688" y="4387850"/>
          <p14:tracePt t="11366" x="3008313" y="4356100"/>
          <p14:tracePt t="11374" x="2976563" y="4340225"/>
          <p14:tracePt t="11382" x="2928938" y="4308475"/>
          <p14:tracePt t="11390" x="2865438" y="4292600"/>
          <p14:tracePt t="11399" x="2817813" y="4276725"/>
          <p14:tracePt t="11407" x="2770188" y="4260850"/>
          <p14:tracePt t="11416" x="2708275" y="4244975"/>
          <p14:tracePt t="11424" x="2676525" y="4229100"/>
          <p14:tracePt t="11432" x="2628900" y="4229100"/>
          <p14:tracePt t="11441" x="2549525" y="4213225"/>
          <p14:tracePt t="11449" x="2517775" y="4213225"/>
          <p14:tracePt t="11457" x="2470150" y="4213225"/>
          <p14:tracePt t="11466" x="2390775" y="4213225"/>
          <p14:tracePt t="11474" x="2359025" y="4213225"/>
          <p14:tracePt t="11482" x="2327275" y="4213225"/>
          <p14:tracePt t="11491" x="2279650" y="4213225"/>
          <p14:tracePt t="11499" x="2216150" y="4229100"/>
          <p14:tracePt t="11507" x="2184400" y="4229100"/>
          <p14:tracePt t="11516" x="2168525" y="4229100"/>
          <p14:tracePt t="11524" x="2152650" y="4244975"/>
          <p14:tracePt t="11532" x="2136775" y="4244975"/>
          <p14:tracePt t="11720" x="2122488" y="4244975"/>
          <p14:tracePt t="11728" x="2106613" y="4244975"/>
          <p14:tracePt t="11738" x="2090738" y="4244975"/>
          <p14:tracePt t="11739" x="2074863" y="4244975"/>
          <p14:tracePt t="11745" x="2058988" y="4244975"/>
          <p14:tracePt t="13213" x="2043113" y="4260850"/>
          <p14:tracePt t="13218" x="2027238" y="4260850"/>
          <p14:tracePt t="13222" x="2011363" y="4292600"/>
          <p14:tracePt t="13231" x="1995488" y="4324350"/>
          <p14:tracePt t="13239" x="1979613" y="4356100"/>
          <p14:tracePt t="13247" x="1947863" y="4403725"/>
          <p14:tracePt t="13256" x="1931988" y="4435475"/>
          <p14:tracePt t="13264" x="1916113" y="4465638"/>
          <p14:tracePt t="13272" x="1884363" y="4529138"/>
          <p14:tracePt t="13280" x="1852613" y="4560888"/>
          <p14:tracePt t="13289" x="1836738" y="4592638"/>
          <p14:tracePt t="13297" x="1804988" y="4656138"/>
          <p14:tracePt t="13305" x="1773238" y="4719638"/>
          <p14:tracePt t="13314" x="1757363" y="4751388"/>
          <p14:tracePt t="13322" x="1741488" y="4767263"/>
          <p14:tracePt t="13331" x="1741488" y="4799013"/>
          <p14:tracePt t="13339" x="1725613" y="4799013"/>
          <p14:tracePt t="13347" x="1725613" y="4814888"/>
          <p14:tracePt t="13355" x="1725613" y="4830763"/>
          <p14:tracePt t="13364" x="1725613" y="4846638"/>
          <p14:tracePt t="13373" x="1709738" y="4846638"/>
          <p14:tracePt t="13380" x="1709738" y="4878388"/>
          <p14:tracePt t="13389" x="1693863" y="4878388"/>
          <p14:tracePt t="13397" x="1693863" y="4894263"/>
          <p14:tracePt t="13405" x="1693863" y="4926013"/>
          <p14:tracePt t="13414" x="1693863" y="4941888"/>
          <p14:tracePt t="13422" x="1693863" y="4957763"/>
          <p14:tracePt t="13430" x="1693863" y="4973638"/>
          <p14:tracePt t="13439" x="1693863" y="5005388"/>
          <p14:tracePt t="13447" x="1693863" y="5037138"/>
          <p14:tracePt t="13455" x="1693863" y="5068888"/>
          <p14:tracePt t="13464" x="1693863" y="5116513"/>
          <p14:tracePt t="13472" x="1709738" y="5178425"/>
          <p14:tracePt t="13480" x="1725613" y="5210175"/>
          <p14:tracePt t="13489" x="1741488" y="5273675"/>
          <p14:tracePt t="13498" x="1741488" y="5305425"/>
          <p14:tracePt t="13505" x="1757363" y="5337175"/>
          <p14:tracePt t="13513" x="1773238" y="5368925"/>
          <p14:tracePt t="13522" x="1789113" y="5432425"/>
          <p14:tracePt t="13530" x="1804988" y="5464175"/>
          <p14:tracePt t="13539" x="1836738" y="5495925"/>
          <p14:tracePt t="13547" x="1852613" y="5543550"/>
          <p14:tracePt t="13555" x="1900238" y="5591175"/>
          <p14:tracePt t="13564" x="1916113" y="5607050"/>
          <p14:tracePt t="13572" x="1931988" y="5638800"/>
          <p14:tracePt t="13580" x="1947863" y="5654675"/>
          <p14:tracePt t="13589" x="1963738" y="5670550"/>
          <p14:tracePt t="13598" x="1979613" y="5686425"/>
          <p14:tracePt t="13618" x="1979613" y="5702300"/>
          <p14:tracePt t="13619" x="1995488" y="5702300"/>
          <p14:tracePt t="13625" x="1995488" y="5718175"/>
          <p14:tracePt t="13631" x="2011363" y="5718175"/>
          <p14:tracePt t="13638" x="2027238" y="5718175"/>
          <p14:tracePt t="13647" x="2027238" y="5734050"/>
          <p14:tracePt t="13655" x="2043113" y="5749925"/>
          <p14:tracePt t="13663" x="2058988" y="5765800"/>
          <p14:tracePt t="13673" x="2074863" y="5765800"/>
          <p14:tracePt t="13680" x="2074863" y="5781675"/>
          <p14:tracePt t="13688" x="2090738" y="5781675"/>
          <p14:tracePt t="13708" x="2090738" y="5797550"/>
          <p14:tracePt t="13898" x="2106613" y="5797550"/>
          <p14:tracePt t="13906" x="2136775" y="5797550"/>
          <p14:tracePt t="13914" x="2152650" y="5797550"/>
          <p14:tracePt t="13918" x="2168525" y="5797550"/>
          <p14:tracePt t="13922" x="2184400" y="5797550"/>
          <p14:tracePt t="13930" x="2200275" y="5813425"/>
          <p14:tracePt t="13939" x="2216150" y="5813425"/>
          <p14:tracePt t="13947" x="2295525" y="5829300"/>
          <p14:tracePt t="13955" x="2374900" y="5829300"/>
          <p14:tracePt t="13963" x="2438400" y="5843588"/>
          <p14:tracePt t="13972" x="2533650" y="5843588"/>
          <p14:tracePt t="13980" x="2628900" y="5843588"/>
          <p14:tracePt t="13988" x="2692400" y="5843588"/>
          <p14:tracePt t="13997" x="2817813" y="5843588"/>
          <p14:tracePt t="14005" x="2928938" y="5829300"/>
          <p14:tracePt t="14013" x="3071813" y="5797550"/>
          <p14:tracePt t="14021" x="3135313" y="5781675"/>
          <p14:tracePt t="14030" x="3167063" y="5765800"/>
          <p14:tracePt t="14039" x="3182938" y="5765800"/>
          <p14:tracePt t="14046" x="3198813" y="5765800"/>
          <p14:tracePt t="14058" x="3198813" y="5749925"/>
          <p14:tracePt t="14063" x="3214688" y="5749925"/>
          <p14:tracePt t="14071" x="3230563" y="5734050"/>
          <p14:tracePt t="14080" x="3278188" y="5718175"/>
          <p14:tracePt t="14088" x="3278188" y="5702300"/>
          <p14:tracePt t="14096" x="3325813" y="5686425"/>
          <p14:tracePt t="14105" x="3341688" y="5654675"/>
          <p14:tracePt t="14113" x="3371850" y="5622925"/>
          <p14:tracePt t="14121" x="3403600" y="5575300"/>
          <p14:tracePt t="14130" x="3403600" y="5559425"/>
          <p14:tracePt t="14138" x="3419475" y="5527675"/>
          <p14:tracePt t="14146" x="3435350" y="5495925"/>
          <p14:tracePt t="14155" x="3451225" y="5464175"/>
          <p14:tracePt t="14163" x="3451225" y="5432425"/>
          <p14:tracePt t="14171" x="3467100" y="5384800"/>
          <p14:tracePt t="14180" x="3482975" y="5305425"/>
          <p14:tracePt t="14188" x="3482975" y="5273675"/>
          <p14:tracePt t="14196" x="3498850" y="5210175"/>
          <p14:tracePt t="14205" x="3498850" y="5162550"/>
          <p14:tracePt t="14213" x="3498850" y="5084763"/>
          <p14:tracePt t="14221" x="3514725" y="4989513"/>
          <p14:tracePt t="14230" x="3514725" y="4957763"/>
          <p14:tracePt t="14238" x="3514725" y="4941888"/>
          <p14:tracePt t="14246" x="3514725" y="4894263"/>
          <p14:tracePt t="14255" x="3514725" y="4878388"/>
          <p14:tracePt t="14263" x="3514725" y="4862513"/>
          <p14:tracePt t="14271" x="3514725" y="4846638"/>
          <p14:tracePt t="14280" x="3514725" y="4830763"/>
          <p14:tracePt t="14300" x="3514725" y="4814888"/>
          <p14:tracePt t="14468" x="3514725" y="4830763"/>
          <p14:tracePt t="14473" x="3514725" y="4846638"/>
          <p14:tracePt t="14479" x="3514725" y="4894263"/>
          <p14:tracePt t="14485" x="3514725" y="4910138"/>
          <p14:tracePt t="14490" x="3514725" y="4926013"/>
          <p14:tracePt t="14496" x="3498850" y="4957763"/>
          <p14:tracePt t="14504" x="3498850" y="5005388"/>
          <p14:tracePt t="14513" x="3498850" y="5037138"/>
          <p14:tracePt t="14521" x="3498850" y="5084763"/>
          <p14:tracePt t="14529" x="3482975" y="5116513"/>
          <p14:tracePt t="14538" x="3482975" y="5146675"/>
          <p14:tracePt t="14546" x="3467100" y="5178425"/>
          <p14:tracePt t="14554" x="3451225" y="5210175"/>
          <p14:tracePt t="14563" x="3451225" y="5241925"/>
          <p14:tracePt t="14571" x="3451225" y="5257800"/>
          <p14:tracePt t="14579" x="3435350" y="5273675"/>
          <p14:tracePt t="14588" x="3435350" y="5289550"/>
          <p14:tracePt t="14598" x="3419475" y="5305425"/>
          <p14:tracePt t="14608" x="3419475" y="5321300"/>
          <p14:tracePt t="14618" x="3403600" y="5321300"/>
          <p14:tracePt t="14633" x="3403600" y="5337175"/>
          <p14:tracePt t="14639" x="3403600" y="5353050"/>
          <p14:tracePt t="14645" x="3387725" y="5353050"/>
          <p14:tracePt t="14658" x="3371850" y="5368925"/>
          <p14:tracePt t="14659" x="3371850" y="5384800"/>
          <p14:tracePt t="14668" x="3371850" y="5400675"/>
          <p14:tracePt t="14680" x="3355975" y="5400675"/>
          <p14:tracePt t="14685" x="3355975" y="5416550"/>
          <p14:tracePt t="14693" x="3341688" y="5432425"/>
          <p14:tracePt t="14705" x="3325813" y="5448300"/>
          <p14:tracePt t="14708" x="3325813" y="5464175"/>
          <p14:tracePt t="14713" x="3325813" y="5480050"/>
          <p14:tracePt t="14721" x="3294063" y="5511800"/>
          <p14:tracePt t="14729" x="3278188" y="5543550"/>
          <p14:tracePt t="14738" x="3262313" y="5559425"/>
          <p14:tracePt t="14746" x="3230563" y="5638800"/>
          <p14:tracePt t="14754" x="3214688" y="5686425"/>
          <p14:tracePt t="14763" x="3214688" y="5718175"/>
          <p14:tracePt t="14771" x="3198813" y="5765800"/>
          <p14:tracePt t="14779" x="3182938" y="5797550"/>
          <p14:tracePt t="14787" x="3182938" y="5813425"/>
          <p14:tracePt t="14796" x="3167063" y="5829300"/>
          <p14:tracePt t="14804" x="3167063" y="5843588"/>
          <p14:tracePt t="14812" x="3167063" y="5859463"/>
          <p14:tracePt t="14828" x="3151188" y="5859463"/>
          <p14:tracePt t="14848" x="3151188" y="5875338"/>
          <p14:tracePt t="14853" x="3135313" y="5875338"/>
          <p14:tracePt t="14878" x="3119438" y="5875338"/>
          <p14:tracePt t="14908" x="3103563" y="5875338"/>
          <p14:tracePt t="14998" x="3087688" y="5875338"/>
          <p14:tracePt t="15025" x="3071813" y="5875338"/>
          <p14:tracePt t="15033" x="3055938" y="5875338"/>
          <p14:tracePt t="15048" x="3040063" y="5875338"/>
          <p14:tracePt t="15108" x="3024188" y="5875338"/>
          <p14:tracePt t="15118" x="3008313" y="5875338"/>
          <p14:tracePt t="15130" x="2992438" y="5875338"/>
          <p14:tracePt t="15131" x="2976563" y="5875338"/>
          <p14:tracePt t="15145" x="2960688" y="5875338"/>
          <p14:tracePt t="15148" x="2944813" y="5875338"/>
          <p14:tracePt t="15154" x="2928938" y="5875338"/>
          <p14:tracePt t="15165" x="2913063" y="5875338"/>
          <p14:tracePt t="15173" x="2897188" y="5875338"/>
          <p14:tracePt t="15180" x="2881313" y="5875338"/>
          <p14:tracePt t="15188" x="2865438" y="5875338"/>
          <p14:tracePt t="15198" x="2849563" y="5875338"/>
          <p14:tracePt t="15205" x="2833688" y="5875338"/>
          <p14:tracePt t="15212" x="2817813" y="5875338"/>
          <p14:tracePt t="15220" x="2770188" y="5875338"/>
          <p14:tracePt t="15229" x="2754313" y="5875338"/>
          <p14:tracePt t="15238" x="2740025" y="5875338"/>
          <p14:tracePt t="15253" x="2724150" y="5875338"/>
          <p14:tracePt t="15260" x="2708275" y="5875338"/>
          <p14:tracePt t="15268" x="2692400" y="5875338"/>
          <p14:tracePt t="15280" x="2676525" y="5875338"/>
          <p14:tracePt t="15288" x="2660650" y="5875338"/>
          <p14:tracePt t="15299" x="2644775" y="5875338"/>
          <p14:tracePt t="15308" x="2628900" y="5875338"/>
          <p14:tracePt t="15318" x="2613025" y="5875338"/>
          <p14:tracePt t="15333" x="2597150" y="5875338"/>
          <p14:tracePt t="15340" x="2581275" y="5875338"/>
          <p14:tracePt t="15353" x="2565400" y="5875338"/>
          <p14:tracePt t="15368" x="2549525" y="5875338"/>
          <p14:tracePt t="15380" x="2533650" y="5875338"/>
          <p14:tracePt t="15400" x="2533650" y="5859463"/>
          <p14:tracePt t="15408" x="2517775" y="5859463"/>
          <p14:tracePt t="15445" x="2501900" y="5859463"/>
          <p14:tracePt t="15450" x="2501900" y="5843588"/>
          <p14:tracePt t="15458" x="2486025" y="5843588"/>
          <p14:tracePt t="15462" x="2486025" y="5829300"/>
          <p14:tracePt t="15470" x="2470150" y="5829300"/>
          <p14:tracePt t="15478" x="2454275" y="5829300"/>
          <p14:tracePt t="15487" x="2422525" y="5829300"/>
          <p14:tracePt t="15495" x="2406650" y="5829300"/>
          <p14:tracePt t="15503" x="2390775" y="5813425"/>
          <p14:tracePt t="15512" x="2343150" y="5797550"/>
          <p14:tracePt t="15520" x="2279650" y="5781675"/>
          <p14:tracePt t="15528" x="2247900" y="5781675"/>
          <p14:tracePt t="15537" x="2232025" y="5781675"/>
          <p14:tracePt t="15545" x="2184400" y="5765800"/>
          <p14:tracePt t="15553" x="2152650" y="5749925"/>
          <p14:tracePt t="15562" x="2136775" y="5749925"/>
          <p14:tracePt t="15570" x="2122488" y="5749925"/>
          <p14:tracePt t="15578" x="2106613" y="5734050"/>
          <p14:tracePt t="15587" x="2090738" y="5734050"/>
          <p14:tracePt t="15595" x="2058988" y="5734050"/>
          <p14:tracePt t="15603" x="2043113" y="5718175"/>
          <p14:tracePt t="15612" x="2011363" y="5718175"/>
          <p14:tracePt t="15620" x="1979613" y="5718175"/>
          <p14:tracePt t="15628" x="1947863" y="5718175"/>
          <p14:tracePt t="15638" x="1931988" y="5718175"/>
          <p14:tracePt t="15645" x="1916113" y="5718175"/>
          <p14:tracePt t="15653" x="1884363" y="5718175"/>
          <p14:tracePt t="15662" x="1852613" y="5718175"/>
          <p14:tracePt t="15670" x="1820863" y="5718175"/>
          <p14:tracePt t="15678" x="1804988" y="5718175"/>
          <p14:tracePt t="15687" x="1757363" y="5718175"/>
          <p14:tracePt t="15695" x="1725613" y="5718175"/>
          <p14:tracePt t="15703" x="1693863" y="5718175"/>
          <p14:tracePt t="15712" x="1662113" y="5718175"/>
          <p14:tracePt t="15720" x="1614488" y="5718175"/>
          <p14:tracePt t="15728" x="1598613" y="5718175"/>
          <p14:tracePt t="15737" x="1582738" y="5718175"/>
          <p14:tracePt t="15745" x="1550988" y="5718175"/>
          <p14:tracePt t="15753" x="1535113" y="5718175"/>
          <p14:tracePt t="15761" x="1520825" y="5718175"/>
          <p14:tracePt t="15770" x="1504950" y="5718175"/>
          <p14:tracePt t="15779" x="1489075" y="5718175"/>
          <p14:tracePt t="15788" x="1473200" y="5718175"/>
          <p14:tracePt t="15795" x="1457325" y="5718175"/>
          <p14:tracePt t="15803" x="1441450" y="5718175"/>
          <p14:tracePt t="15818" x="1425575" y="5718175"/>
          <p14:tracePt t="15819" x="1425575" y="5734050"/>
          <p14:tracePt t="15828" x="1409700" y="5734050"/>
          <p14:tracePt t="15880" x="1393825" y="5734050"/>
          <p14:tracePt t="15885" x="1377950" y="5734050"/>
          <p14:tracePt t="15895" x="1362075" y="5734050"/>
          <p14:tracePt t="15903" x="1330325" y="5734050"/>
          <p14:tracePt t="15911" x="1314450" y="5734050"/>
          <p14:tracePt t="15920" x="1282700" y="5734050"/>
          <p14:tracePt t="15928" x="1266825" y="5749925"/>
          <p14:tracePt t="15936" x="1250950" y="5749925"/>
          <p14:tracePt t="15988" x="1235075" y="5765800"/>
          <p14:tracePt t="16005" x="1219200" y="5765800"/>
          <p14:tracePt t="16013" x="1203325" y="5781675"/>
          <p14:tracePt t="16025" x="1203325" y="5797550"/>
          <p14:tracePt t="16029" x="1187450" y="5797550"/>
          <p14:tracePt t="16033" x="1171575" y="5813425"/>
          <p14:tracePt t="16048" x="1171575" y="5829300"/>
          <p14:tracePt t="16054" x="1155700" y="5829300"/>
          <p14:tracePt t="16060" x="1155700" y="5843588"/>
          <p14:tracePt t="16073" x="1139825" y="5843588"/>
          <p14:tracePt t="16079" x="1139825" y="5859463"/>
          <p14:tracePt t="16080" x="1123950" y="5875338"/>
          <p14:tracePt t="16086" x="1123950" y="5891213"/>
          <p14:tracePt t="16095" x="1108075" y="5891213"/>
          <p14:tracePt t="16103" x="1092200" y="5922963"/>
          <p14:tracePt t="16111" x="1076325" y="5954713"/>
          <p14:tracePt t="16119" x="1076325" y="5986463"/>
          <p14:tracePt t="16128" x="1076325" y="6018213"/>
          <p14:tracePt t="16136" x="1060450" y="6034088"/>
          <p14:tracePt t="16144" x="1060450" y="6065838"/>
          <p14:tracePt t="16153" x="1060450" y="6097588"/>
          <p14:tracePt t="16161" x="1060450" y="6145213"/>
          <p14:tracePt t="16169" x="1060450" y="6192838"/>
          <p14:tracePt t="16178" x="1060450" y="6224588"/>
          <p14:tracePt t="16186" x="1060450" y="6272213"/>
          <p14:tracePt t="16194" x="1076325" y="6319838"/>
          <p14:tracePt t="16203" x="1092200" y="6367463"/>
          <p14:tracePt t="16211" x="1123950" y="6415088"/>
          <p14:tracePt t="16219" x="1203325" y="6494463"/>
          <p14:tracePt t="16228" x="1235075" y="6510338"/>
          <p14:tracePt t="16236" x="1282700" y="6556375"/>
          <p14:tracePt t="16244" x="1346200" y="6572250"/>
          <p14:tracePt t="16253" x="1393825" y="6604000"/>
          <p14:tracePt t="16261" x="1457325" y="6604000"/>
          <p14:tracePt t="16269" x="1473200" y="6619875"/>
          <p14:tracePt t="16278" x="1489075" y="6619875"/>
          <p14:tracePt t="16278" x="1489075" y="6635750"/>
          <p14:tracePt t="16279" x="1504950" y="6635750"/>
          <p14:tracePt t="16286" x="1535113" y="6635750"/>
          <p14:tracePt t="16294" x="1582738" y="6651625"/>
          <p14:tracePt t="16303" x="1630363" y="6667500"/>
          <p14:tracePt t="16311" x="1725613" y="6683375"/>
          <p14:tracePt t="16319" x="1836738" y="6683375"/>
          <p14:tracePt t="16327" x="1884363" y="6683375"/>
          <p14:tracePt t="16336" x="2074863" y="6683375"/>
          <p14:tracePt t="16344" x="2263775" y="6683375"/>
          <p14:tracePt t="16353" x="2613025" y="6651625"/>
          <p14:tracePt t="16361" x="2833688" y="6635750"/>
          <p14:tracePt t="16369" x="2928938" y="6619875"/>
          <p14:tracePt t="16378" x="3071813" y="6604000"/>
          <p14:tracePt t="16386" x="3214688" y="6572250"/>
          <p14:tracePt t="16394" x="3246438" y="6572250"/>
          <p14:tracePt t="16403" x="3294063" y="6572250"/>
          <p14:tracePt t="16418" x="3309938" y="6572250"/>
          <p14:tracePt t="16420" x="3325813" y="6572250"/>
          <p14:tracePt t="16428" x="3341688" y="6572250"/>
          <p14:tracePt t="16436" x="3355975" y="6556375"/>
          <p14:tracePt t="16444" x="3371850" y="6556375"/>
          <p14:tracePt t="16452" x="3419475" y="6556375"/>
          <p14:tracePt t="16461" x="3467100" y="6540500"/>
          <p14:tracePt t="16469" x="3562350" y="6524625"/>
          <p14:tracePt t="16478" x="3609975" y="6524625"/>
          <p14:tracePt t="16478" x="3641725" y="6524625"/>
          <p14:tracePt t="16479" x="3673475" y="6524625"/>
          <p14:tracePt t="16486" x="3705225" y="6524625"/>
          <p14:tracePt t="16494" x="3800475" y="6524625"/>
          <p14:tracePt t="16502" x="3895725" y="6524625"/>
          <p14:tracePt t="16511" x="4021138" y="6510338"/>
          <p14:tracePt t="16519" x="4100513" y="6494463"/>
          <p14:tracePt t="16527" x="4195763" y="6478588"/>
          <p14:tracePt t="16536" x="4259263" y="6478588"/>
          <p14:tracePt t="16544" x="4275138" y="6462713"/>
          <p14:tracePt t="16573" x="4291013" y="6446838"/>
          <p14:tracePt t="16593" x="4306888" y="6415088"/>
          <p14:tracePt t="16598" x="4322763" y="6383338"/>
          <p14:tracePt t="16602" x="4322763" y="6367463"/>
          <p14:tracePt t="16611" x="4354513" y="6288088"/>
          <p14:tracePt t="16619" x="4370388" y="6224588"/>
          <p14:tracePt t="16627" x="4402138" y="6145213"/>
          <p14:tracePt t="16636" x="4433888" y="6065838"/>
          <p14:tracePt t="16644" x="4449763" y="5986463"/>
          <p14:tracePt t="16652" x="4465638" y="5922963"/>
          <p14:tracePt t="16661" x="4481513" y="5859463"/>
          <p14:tracePt t="16669" x="4481513" y="5843588"/>
          <p14:tracePt t="16677" x="4481513" y="5829300"/>
          <p14:tracePt t="16686" x="4465638" y="5781675"/>
          <p14:tracePt t="16694" x="4449763" y="5749925"/>
          <p14:tracePt t="16702" x="4402138" y="5702300"/>
          <p14:tracePt t="16711" x="4354513" y="5670550"/>
          <p14:tracePt t="16719" x="4291013" y="5638800"/>
          <p14:tracePt t="16727" x="4211638" y="5607050"/>
          <p14:tracePt t="16735" x="4164013" y="5591175"/>
          <p14:tracePt t="16744" x="4052888" y="5575300"/>
          <p14:tracePt t="16752" x="3911600" y="5527675"/>
          <p14:tracePt t="16761" x="3705225" y="5527675"/>
          <p14:tracePt t="16769" x="3530600" y="5495925"/>
          <p14:tracePt t="16777" x="3451225" y="5495925"/>
          <p14:tracePt t="16786" x="3103563" y="5480050"/>
          <p14:tracePt t="16794" x="2817813" y="5480050"/>
          <p14:tracePt t="16802" x="2470150" y="5480050"/>
          <p14:tracePt t="16811" x="2106613" y="5480050"/>
          <p14:tracePt t="16819" x="1709738" y="5480050"/>
          <p14:tracePt t="16827" x="1330325" y="5480050"/>
          <p14:tracePt t="16835" x="965200" y="5480050"/>
          <p14:tracePt t="16844" x="649288" y="5480050"/>
          <p14:tracePt t="16852" x="269875" y="5480050"/>
          <p14:tracePt t="16861" x="127000" y="5480050"/>
          <p14:tracePt t="16869" x="47625" y="5480050"/>
          <p14:tracePt t="16877" x="31750" y="5480050"/>
          <p14:tracePt t="17098" x="31750" y="5495925"/>
          <p14:tracePt t="17105" x="47625" y="5495925"/>
          <p14:tracePt t="17113" x="79375" y="5511800"/>
          <p14:tracePt t="17118" x="95250" y="5511800"/>
          <p14:tracePt t="17125" x="111125" y="5511800"/>
          <p14:tracePt t="17133" x="127000" y="5511800"/>
          <p14:tracePt t="17138" x="142875" y="5511800"/>
          <p14:tracePt t="17158" x="142875" y="5527675"/>
          <p14:tracePt t="17165" x="158750" y="5527675"/>
          <p14:tracePt t="17173" x="174625" y="5527675"/>
          <p14:tracePt t="17185" x="206375" y="5543550"/>
          <p14:tracePt t="17188" x="222250" y="5543550"/>
          <p14:tracePt t="17198" x="254000" y="5559425"/>
          <p14:tracePt t="17202" x="269875" y="5559425"/>
          <p14:tracePt t="17210" x="301625" y="5559425"/>
          <p14:tracePt t="17218" x="315913" y="5559425"/>
          <p14:tracePt t="17227" x="347663" y="5575300"/>
          <p14:tracePt t="17260" x="347663" y="5591175"/>
          <p14:tracePt t="21440" x="379413" y="5591175"/>
          <p14:tracePt t="21445" x="458788" y="5591175"/>
          <p14:tracePt t="21448" x="617538" y="5591175"/>
          <p14:tracePt t="21456" x="808038" y="5591175"/>
          <p14:tracePt t="21464" x="1298575" y="5591175"/>
          <p14:tracePt t="21473" x="1900238" y="5591175"/>
          <p14:tracePt t="21481" x="3198813" y="5591175"/>
          <p14:tracePt t="21489" x="4037013" y="5622925"/>
          <p14:tracePt t="21498" x="4418013" y="5622925"/>
          <p14:tracePt t="21506" x="5319713" y="5622925"/>
          <p14:tracePt t="21514" x="5780088" y="5575300"/>
          <p14:tracePt t="21523" x="6159500" y="5464175"/>
          <p14:tracePt t="21531" x="6523038" y="5321300"/>
          <p14:tracePt t="21539" x="7124700" y="5037138"/>
          <p14:tracePt t="21548" x="7251700" y="4926013"/>
          <p14:tracePt t="21549" x="7315200" y="4830763"/>
          <p14:tracePt t="21556" x="7362825" y="4751388"/>
          <p14:tracePt t="21564" x="7378700" y="4608513"/>
          <p14:tracePt t="21573" x="7394575" y="4481513"/>
          <p14:tracePt t="21581" x="7410450" y="4260850"/>
          <p14:tracePt t="21589" x="7410450" y="4102100"/>
          <p14:tracePt t="21597" x="7410450" y="4038600"/>
          <p14:tracePt t="21606" x="7410450" y="3816350"/>
          <p14:tracePt t="21614" x="7394575" y="3675063"/>
          <p14:tracePt t="21623" x="7299325" y="3468688"/>
          <p14:tracePt t="21631" x="7172325" y="3230563"/>
          <p14:tracePt t="21639" x="7061200" y="2946400"/>
          <p14:tracePt t="21648" x="6983413" y="2724150"/>
          <p14:tracePt t="21656" x="6951663" y="2549525"/>
          <p14:tracePt t="21664" x="6951663" y="2454275"/>
          <p14:tracePt t="21673" x="6951663" y="2360613"/>
          <p14:tracePt t="21681" x="6951663" y="2265363"/>
          <p14:tracePt t="21689" x="6935788" y="2217738"/>
          <p14:tracePt t="21698" x="6935788" y="2170113"/>
          <p14:tracePt t="21706" x="6904038" y="2090738"/>
          <p14:tracePt t="21714" x="6872288" y="2043113"/>
          <p14:tracePt t="21722" x="6840538" y="1963738"/>
          <p14:tracePt t="21731" x="6777038" y="1884363"/>
          <p14:tracePt t="21739" x="6697663" y="1789113"/>
          <p14:tracePt t="21747" x="6554788" y="1663700"/>
          <p14:tracePt t="21756" x="6443663" y="1568450"/>
          <p14:tracePt t="21764" x="6334125" y="1473200"/>
          <p14:tracePt t="21772" x="6238875" y="1409700"/>
          <p14:tracePt t="21781" x="6048375" y="1298575"/>
          <p14:tracePt t="21789" x="5953125" y="1235075"/>
          <p14:tracePt t="21797" x="5921375" y="1203325"/>
          <p14:tracePt t="21806" x="5794375" y="1171575"/>
          <p14:tracePt t="21814" x="5748338" y="1139825"/>
          <p14:tracePt t="21822" x="5716588" y="1123950"/>
          <p14:tracePt t="21831" x="5700713" y="1123950"/>
          <p14:tracePt t="21839" x="5684838" y="1123950"/>
          <p14:tracePt t="21847" x="5637213" y="1123950"/>
          <p14:tracePt t="21856" x="5605463" y="1123950"/>
          <p14:tracePt t="21864" x="5557838" y="1123950"/>
          <p14:tracePt t="21872" x="5510213" y="1123950"/>
          <p14:tracePt t="21881" x="5462588" y="1155700"/>
          <p14:tracePt t="21980" x="5446713" y="1155700"/>
          <p14:tracePt t="21988" x="5446713" y="1171575"/>
          <p14:tracePt t="21993" x="5430838" y="1187450"/>
          <p14:tracePt t="22018" x="5414963" y="1203325"/>
          <p14:tracePt t="22025" x="5399088" y="1219200"/>
          <p14:tracePt t="22028" x="5383213" y="1219200"/>
          <p14:tracePt t="22033" x="5383213" y="1235075"/>
          <p14:tracePt t="22040" x="5367338" y="1235075"/>
          <p14:tracePt t="22053" x="5367338" y="1250950"/>
          <p14:tracePt t="22058" x="5351463" y="1250950"/>
          <p14:tracePt t="22064" x="5351463" y="1266825"/>
          <p14:tracePt t="22078" x="5351463" y="1282700"/>
          <p14:tracePt t="22080" x="5367338" y="1282700"/>
          <p14:tracePt t="22089" x="5367338" y="1298575"/>
          <p14:tracePt t="22097" x="5383213" y="1298575"/>
          <p14:tracePt t="22106" x="5399088" y="1298575"/>
          <p14:tracePt t="22188" x="5414963" y="1298575"/>
          <p14:tracePt t="22193" x="5414963" y="1314450"/>
          <p14:tracePt t="22205" x="5430838" y="1314450"/>
          <p14:tracePt t="22214" x="5446713" y="1314450"/>
          <p14:tracePt t="22228" x="5462588" y="1314450"/>
          <p14:tracePt t="22285" x="5478463" y="1314450"/>
          <p14:tracePt t="22299" x="5494338" y="1314450"/>
          <p14:tracePt t="22310" x="5510213" y="1314450"/>
          <p14:tracePt t="22320" x="5526088" y="1314450"/>
          <p14:tracePt t="22373" x="5541963" y="1314450"/>
          <p14:tracePt t="22378" x="5557838" y="1314450"/>
          <p14:tracePt t="22389" x="5605463" y="1314450"/>
          <p14:tracePt t="22398" x="5621338" y="1298575"/>
          <p14:tracePt t="22405" x="5653088" y="1282700"/>
          <p14:tracePt t="22418" x="5668963" y="1282700"/>
          <p14:tracePt t="22468" x="5684838" y="1282700"/>
          <p14:tracePt t="22478" x="5716588" y="1282700"/>
          <p14:tracePt t="22479" x="5748338" y="1282700"/>
          <p14:tracePt t="22488" x="5780088" y="1282700"/>
          <p14:tracePt t="22498" x="5794375" y="1282700"/>
          <p14:tracePt t="22505" x="5810250" y="1282700"/>
          <p14:tracePt t="22573" x="5826125" y="1282700"/>
          <p14:tracePt t="22585" x="5842000" y="1266825"/>
          <p14:tracePt t="22593" x="5857875" y="1266825"/>
          <p14:tracePt t="22599" x="5857875" y="1250950"/>
          <p14:tracePt t="22613" x="5873750" y="1250950"/>
          <p14:tracePt t="23580" x="5889625" y="1250950"/>
          <p14:tracePt t="23585" x="5905500" y="1235075"/>
          <p14:tracePt t="23593" x="5937250" y="1235075"/>
          <p14:tracePt t="23604" x="5969000" y="1235075"/>
          <p14:tracePt t="23612" x="6000750" y="1235075"/>
          <p14:tracePt t="23621" x="6080125" y="1235075"/>
          <p14:tracePt t="23629" x="6143625" y="1235075"/>
          <p14:tracePt t="23637" x="6175375" y="1235075"/>
          <p14:tracePt t="23646" x="6223000" y="1235075"/>
          <p14:tracePt t="23654" x="6254750" y="1235075"/>
          <p14:tracePt t="23662" x="6270625" y="1235075"/>
          <p14:tracePt t="23671" x="6286500" y="1235075"/>
          <p14:tracePt t="24020" x="6270625" y="1235075"/>
          <p14:tracePt t="24045" x="6254750" y="1235075"/>
          <p14:tracePt t="24048" x="6238875" y="1235075"/>
          <p14:tracePt t="24054" x="6238875" y="1250950"/>
          <p14:tracePt t="24062" x="6223000" y="1250950"/>
          <p14:tracePt t="25528" x="6238875" y="1250950"/>
          <p14:tracePt t="25533" x="6254750" y="1250950"/>
          <p14:tracePt t="25548" x="6270625" y="1250950"/>
          <p14:tracePt t="25553" x="6286500" y="1250950"/>
          <p14:tracePt t="25565" x="6302375" y="1250950"/>
          <p14:tracePt t="25568" x="6318250" y="1250950"/>
          <p14:tracePt t="25578" x="6334125" y="1250950"/>
          <p14:tracePt t="25645" x="6350000" y="1250950"/>
          <p14:tracePt t="25648" x="6365875" y="1235075"/>
          <p14:tracePt t="25658" x="6381750" y="1235075"/>
          <p14:tracePt t="25660" x="6397625" y="1235075"/>
          <p14:tracePt t="25669" x="6411913" y="1235075"/>
          <p14:tracePt t="25678" x="6427788" y="1235075"/>
          <p14:tracePt t="25685" x="6443663" y="1235075"/>
          <p14:tracePt t="25698" x="6459538" y="1235075"/>
          <p14:tracePt t="25702" x="6475413" y="1235075"/>
          <p14:tracePt t="25718" x="6491288" y="1235075"/>
          <p14:tracePt t="25725" x="6507163" y="1219200"/>
          <p14:tracePt t="25740" x="6523038" y="1219200"/>
          <p14:tracePt t="25758" x="6538913" y="1203325"/>
          <p14:tracePt t="25759" x="6554788" y="1203325"/>
          <p14:tracePt t="25848" x="6570663" y="1203325"/>
          <p14:tracePt t="25865" x="6586538" y="1203325"/>
          <p14:tracePt t="26193" x="6602413" y="1203325"/>
          <p14:tracePt t="26199" x="6602413" y="1219200"/>
          <p14:tracePt t="26205" x="6618288" y="1250950"/>
          <p14:tracePt t="26210" x="6634163" y="1250950"/>
          <p14:tracePt t="26218" x="6650038" y="1250950"/>
          <p14:tracePt t="26227" x="6650038" y="1282700"/>
          <p14:tracePt t="26235" x="6681788" y="1298575"/>
          <p14:tracePt t="26244" x="6697663" y="1314450"/>
          <p14:tracePt t="26252" x="6697663" y="1330325"/>
          <p14:tracePt t="26260" x="6713538" y="1330325"/>
          <p14:tracePt t="26298" x="6729413" y="1330325"/>
          <p14:tracePt t="26613" x="6697663" y="1330325"/>
          <p14:tracePt t="26619" x="6634163" y="1330325"/>
          <p14:tracePt t="26625" x="6586538" y="1330325"/>
          <p14:tracePt t="26628" x="6554788" y="1330325"/>
          <p14:tracePt t="26634" x="6523038" y="1330325"/>
          <p14:tracePt t="26643" x="6411913" y="1330325"/>
          <p14:tracePt t="26651" x="6238875" y="1298575"/>
          <p14:tracePt t="26659" x="5842000" y="1250950"/>
          <p14:tracePt t="26668" x="5716588" y="1235075"/>
          <p14:tracePt t="26676" x="5430838" y="1171575"/>
          <p14:tracePt t="26685" x="5003800" y="1044575"/>
          <p14:tracePt t="26693" x="4829175" y="1014413"/>
          <p14:tracePt t="26701" x="4386263" y="903288"/>
          <p14:tracePt t="26710" x="4164013" y="823913"/>
          <p14:tracePt t="26718" x="4084638" y="808038"/>
          <p14:tracePt t="26726" x="3863975" y="744538"/>
          <p14:tracePt t="26734" x="3800475" y="696913"/>
          <p14:tracePt t="26743" x="3752850" y="681038"/>
          <p14:tracePt t="26751" x="3736975" y="665163"/>
          <p14:tracePt t="26759" x="3721100" y="649288"/>
          <p14:tracePt t="26813" x="3705225" y="649288"/>
          <p14:tracePt t="26825" x="3689350" y="649288"/>
          <p14:tracePt t="26828" x="3673475" y="649288"/>
          <p14:tracePt t="26834" x="3673475" y="665163"/>
          <p14:tracePt t="26843" x="3625850" y="681038"/>
          <p14:tracePt t="26851" x="3578225" y="681038"/>
          <p14:tracePt t="26859" x="3482975" y="712788"/>
          <p14:tracePt t="26868" x="3451225" y="728663"/>
          <p14:tracePt t="26876" x="3387725" y="760413"/>
          <p14:tracePt t="26884" x="3341688" y="792163"/>
          <p14:tracePt t="26892" x="3246438" y="823913"/>
          <p14:tracePt t="26901" x="3151188" y="871538"/>
          <p14:tracePt t="26909" x="3071813" y="903288"/>
          <p14:tracePt t="26918" x="3040063" y="919163"/>
          <p14:tracePt t="26919" x="2944813" y="935038"/>
          <p14:tracePt t="26926" x="2897188" y="935038"/>
          <p14:tracePt t="26934" x="2833688" y="966788"/>
          <p14:tracePt t="26943" x="2770188" y="982663"/>
          <p14:tracePt t="26951" x="2692400" y="1014413"/>
          <p14:tracePt t="26959" x="2613025" y="1044575"/>
          <p14:tracePt t="26968" x="2549525" y="1076325"/>
          <p14:tracePt t="26976" x="2486025" y="1076325"/>
          <p14:tracePt t="26984" x="2454275" y="1092200"/>
          <p14:tracePt t="26992" x="2390775" y="1108075"/>
          <p14:tracePt t="27001" x="2343150" y="1139825"/>
          <p14:tracePt t="27009" x="2295525" y="1139825"/>
          <p14:tracePt t="27017" x="2279650" y="1155700"/>
          <p14:tracePt t="27026" x="2232025" y="1171575"/>
          <p14:tracePt t="27034" x="2200275" y="1171575"/>
          <p14:tracePt t="27042" x="2152650" y="1171575"/>
          <p14:tracePt t="27051" x="2152650" y="1187450"/>
          <p14:tracePt t="27059" x="2122488" y="1187450"/>
          <p14:tracePt t="27067" x="2122488" y="1203325"/>
          <p14:tracePt t="27085" x="2106613" y="1203325"/>
          <p14:tracePt t="27118" x="2106613" y="1219200"/>
          <p14:tracePt t="27128" x="2090738" y="1219200"/>
          <p14:tracePt t="27140" x="2074863" y="1235075"/>
          <p14:tracePt t="27145" x="2074863" y="1250950"/>
          <p14:tracePt t="27158" x="2074863" y="1266825"/>
          <p14:tracePt t="27159" x="2074863" y="1282700"/>
          <p14:tracePt t="27168" x="2074863" y="1298575"/>
          <p14:tracePt t="27176" x="2058988" y="1314450"/>
          <p14:tracePt t="27184" x="2058988" y="1346200"/>
          <p14:tracePt t="27192" x="2058988" y="1377950"/>
          <p14:tracePt t="27201" x="2058988" y="1425575"/>
          <p14:tracePt t="27209" x="2058988" y="1457325"/>
          <p14:tracePt t="27218" x="2058988" y="1473200"/>
          <p14:tracePt t="27226" x="2058988" y="1504950"/>
          <p14:tracePt t="27234" x="2058988" y="1520825"/>
          <p14:tracePt t="27242" x="2090738" y="1536700"/>
          <p14:tracePt t="27251" x="2106613" y="1568450"/>
          <p14:tracePt t="27259" x="2106613" y="1584325"/>
          <p14:tracePt t="27267" x="2122488" y="1600200"/>
          <p14:tracePt t="27276" x="2136775" y="1616075"/>
          <p14:tracePt t="27284" x="2136775" y="1631950"/>
          <p14:tracePt t="27292" x="2152650" y="1663700"/>
          <p14:tracePt t="27301" x="2168525" y="1679575"/>
          <p14:tracePt t="27309" x="2184400" y="1695450"/>
          <p14:tracePt t="27353" x="2184400" y="1711325"/>
          <p14:tracePt t="27918" x="2168525" y="1711325"/>
          <p14:tracePt t="27920" x="2136775" y="1711325"/>
          <p14:tracePt t="27926" x="2122488" y="1711325"/>
          <p14:tracePt t="27933" x="2043113" y="1725613"/>
          <p14:tracePt t="27942" x="1979613" y="1741488"/>
          <p14:tracePt t="27950" x="1931988" y="1741488"/>
          <p14:tracePt t="27958" x="1868488" y="1741488"/>
          <p14:tracePt t="27967" x="1773238" y="1741488"/>
          <p14:tracePt t="27975" x="1725613" y="1757363"/>
          <p14:tracePt t="27983" x="1709738" y="1757363"/>
          <p14:tracePt t="27992" x="1693863" y="1757363"/>
          <p14:tracePt t="35448" x="1677988" y="1757363"/>
          <p14:tracePt t="35453" x="1662113" y="1757363"/>
          <p14:tracePt t="35459" x="1646238" y="1757363"/>
          <p14:tracePt t="35465" x="1630363" y="1757363"/>
          <p14:tracePt t="35469" x="1614488" y="1757363"/>
          <p14:tracePt t="35476" x="1598613" y="1757363"/>
          <p14:tracePt t="35485" x="1582738" y="1757363"/>
          <p14:tracePt t="35493" x="1566863" y="1757363"/>
          <p14:tracePt t="35501" x="1535113" y="1757363"/>
          <p14:tracePt t="35509" x="1520825" y="1757363"/>
          <p14:tracePt t="35519" x="1504950" y="1757363"/>
          <p14:tracePt t="35526" x="1489075" y="1757363"/>
          <p14:tracePt t="35534" x="1473200" y="1757363"/>
          <p14:tracePt t="35833" x="1457325" y="1757363"/>
          <p14:tracePt t="35845" x="1441450" y="1757363"/>
          <p14:tracePt t="35878" x="1425575" y="1757363"/>
          <p14:tracePt t="35913" x="1409700" y="1757363"/>
          <p14:tracePt t="35925" x="1393825" y="1757363"/>
          <p14:tracePt t="36545" x="1393825" y="1741488"/>
          <p14:tracePt t="36568" x="1409700" y="1741488"/>
          <p14:tracePt t="36638" x="1425575" y="1741488"/>
          <p14:tracePt t="36653" x="1441450" y="1741488"/>
          <p14:tracePt t="36708" x="1457325" y="1741488"/>
          <p14:tracePt t="36713" x="1457325" y="1725613"/>
          <p14:tracePt t="36720" x="1489075" y="1725613"/>
          <p14:tracePt t="36728" x="1504950" y="1725613"/>
          <p14:tracePt t="36733" x="1520825" y="1711325"/>
          <p14:tracePt t="36742" x="1535113" y="1711325"/>
          <p14:tracePt t="36750" x="1550988" y="1695450"/>
          <p14:tracePt t="36758" x="1566863" y="1695450"/>
          <p14:tracePt t="36780" x="1582738" y="1695450"/>
          <p14:tracePt t="36798" x="1598613" y="1695450"/>
          <p14:tracePt t="36799" x="1614488" y="1695450"/>
          <p14:tracePt t="36809" x="1630363" y="1695450"/>
          <p14:tracePt t="36813" x="1646238" y="1695450"/>
          <p14:tracePt t="36819" x="1662113" y="1679575"/>
          <p14:tracePt t="36826" x="1693863" y="1679575"/>
          <p14:tracePt t="36834" x="1709738" y="1663700"/>
          <p14:tracePt t="36842" x="1741488" y="1663700"/>
          <p14:tracePt t="36850" x="1773238" y="1663700"/>
          <p14:tracePt t="36858" x="1789113" y="1663700"/>
          <p14:tracePt t="36867" x="1804988" y="1663700"/>
          <p14:tracePt t="36878" x="1820863" y="1663700"/>
          <p14:tracePt t="36898" x="1836738" y="1663700"/>
          <p14:tracePt t="36899" x="1852613" y="1663700"/>
          <p14:tracePt t="36909" x="1868488" y="1663700"/>
          <p14:tracePt t="36913" x="1884363" y="1663700"/>
          <p14:tracePt t="36918" x="1900238" y="1663700"/>
          <p14:tracePt t="36925" x="1931988" y="1663700"/>
          <p14:tracePt t="36933" x="1979613" y="1663700"/>
          <p14:tracePt t="36941" x="2058988" y="1679575"/>
          <p14:tracePt t="36950" x="2090738" y="1679575"/>
          <p14:tracePt t="36958" x="2122488" y="1695450"/>
          <p14:tracePt t="36966" x="2152650" y="1695450"/>
          <p14:tracePt t="37053" x="2168525" y="1695450"/>
          <p14:tracePt t="38178" x="2184400" y="1695450"/>
          <p14:tracePt t="38185" x="2216150" y="1695450"/>
          <p14:tracePt t="38193" x="2247900" y="1695450"/>
          <p14:tracePt t="38198" x="2263775" y="1695450"/>
          <p14:tracePt t="38220" x="2279650" y="1695450"/>
          <p14:tracePt t="38298" x="2295525" y="1695450"/>
          <p14:tracePt t="38305" x="2311400" y="1695450"/>
          <p14:tracePt t="38368" x="2327275" y="1695450"/>
          <p14:tracePt t="38380" x="2343150" y="1695450"/>
          <p14:tracePt t="38400" x="2359025" y="1695450"/>
          <p14:tracePt t="38408" x="2374900" y="1695450"/>
          <p14:tracePt t="38418" x="2390775" y="1695450"/>
          <p14:tracePt t="38419" x="2406650" y="1695450"/>
          <p14:tracePt t="38425" x="2422525" y="1695450"/>
          <p14:tracePt t="38438" x="2438400" y="1695450"/>
          <p14:tracePt t="38440" x="2454275" y="1695450"/>
          <p14:tracePt t="38448" x="2470150" y="1695450"/>
          <p14:tracePt t="38456" x="2501900" y="1695450"/>
          <p14:tracePt t="38465" x="2517775" y="1695450"/>
          <p14:tracePt t="38473" x="2549525" y="1695450"/>
          <p14:tracePt t="38482" x="2565400" y="1695450"/>
          <p14:tracePt t="38490" x="2581275" y="1695450"/>
          <p14:tracePt t="38508" x="2597150" y="1695450"/>
          <p14:tracePt t="38540" x="2613025" y="1695450"/>
          <p14:tracePt t="38558" x="2628900" y="1695450"/>
          <p14:tracePt t="38568" x="2644775" y="1695450"/>
          <p14:tracePt t="38578" x="2660650" y="1695450"/>
          <p14:tracePt t="38588" x="2676525" y="1695450"/>
          <p14:tracePt t="38593" x="2692400" y="1695450"/>
          <p14:tracePt t="38599" x="2708275" y="1695450"/>
          <p14:tracePt t="38608" x="2740025" y="1695450"/>
          <p14:tracePt t="38618" x="2754313" y="1695450"/>
          <p14:tracePt t="38619" x="2770188" y="1695450"/>
          <p14:tracePt t="38625" x="2786063" y="1695450"/>
          <p14:tracePt t="38633" x="2833688" y="1695450"/>
          <p14:tracePt t="38640" x="2881313" y="1695450"/>
          <p14:tracePt t="38648" x="2944813" y="1695450"/>
          <p14:tracePt t="38656" x="2976563" y="1695450"/>
          <p14:tracePt t="38665" x="3040063" y="1695450"/>
          <p14:tracePt t="38673" x="3119438" y="1695450"/>
          <p14:tracePt t="38681" x="3246438" y="1695450"/>
          <p14:tracePt t="38690" x="3294063" y="1711325"/>
          <p14:tracePt t="38699" x="3325813" y="1711325"/>
          <p14:tracePt t="38713" x="3341688" y="1711325"/>
          <p14:tracePt t="38725" x="3341688" y="1725613"/>
          <p14:tracePt t="38738" x="3355975" y="1725613"/>
          <p14:tracePt t="38739" x="3371850" y="1725613"/>
          <p14:tracePt t="38748" x="3387725" y="1725613"/>
          <p14:tracePt t="38753" x="3419475" y="1725613"/>
          <p14:tracePt t="38759" x="3451225" y="1725613"/>
          <p14:tracePt t="38765" x="3467100" y="1725613"/>
          <p14:tracePt t="38773" x="3482975" y="1725613"/>
          <p14:tracePt t="38781" x="3530600" y="1725613"/>
          <p14:tracePt t="38790" x="3546475" y="1725613"/>
          <p14:tracePt t="38848" x="3562350" y="1725613"/>
          <p14:tracePt t="38858" x="3578225" y="1725613"/>
          <p14:tracePt t="38865" x="3594100" y="1725613"/>
          <p14:tracePt t="38938" x="3609975" y="1725613"/>
          <p14:tracePt t="38939" x="3625850" y="1725613"/>
          <p14:tracePt t="38948" x="3641725" y="1725613"/>
          <p14:tracePt t="38956" x="3657600" y="1725613"/>
          <p14:tracePt t="38965" x="3673475" y="1725613"/>
          <p14:tracePt t="38973" x="3689350" y="1725613"/>
          <p14:tracePt t="38981" x="3705225" y="1725613"/>
          <p14:tracePt t="39048" x="3721100" y="1725613"/>
          <p14:tracePt t="39058" x="3736975" y="1725613"/>
          <p14:tracePt t="39065" x="3752850" y="1725613"/>
          <p14:tracePt t="39418" x="3768725" y="1725613"/>
          <p14:tracePt t="39420" x="3784600" y="1725613"/>
          <p14:tracePt t="39428" x="3800475" y="1725613"/>
          <p14:tracePt t="39433" x="3816350" y="1725613"/>
          <p14:tracePt t="39439" x="3832225" y="1725613"/>
          <p14:tracePt t="39447" x="3848100" y="1725613"/>
          <p14:tracePt t="39456" x="3879850" y="1725613"/>
          <p14:tracePt t="39465" x="3895725" y="1725613"/>
          <p14:tracePt t="39478" x="3911600" y="1725613"/>
          <p14:tracePt t="39525" x="3927475" y="1725613"/>
          <p14:tracePt t="39528" x="3943350" y="1725613"/>
          <p14:tracePt t="39539" x="3959225" y="1725613"/>
          <p14:tracePt t="39550" x="3973513" y="1725613"/>
          <p14:tracePt t="39558" x="3989388" y="1725613"/>
          <p14:tracePt t="39588" x="4005263" y="1725613"/>
          <p14:tracePt t="39593" x="4005263" y="1741488"/>
          <p14:tracePt t="39600" x="4021138" y="1741488"/>
          <p14:tracePt t="39608" x="4037013" y="1741488"/>
          <p14:tracePt t="39614" x="4052888" y="1741488"/>
          <p14:tracePt t="39622" x="4068763" y="1741488"/>
          <p14:tracePt t="39631" x="4132263" y="1741488"/>
          <p14:tracePt t="39639" x="4164013" y="1741488"/>
          <p14:tracePt t="39647" x="4211638" y="1741488"/>
          <p14:tracePt t="39655" x="4259263" y="1741488"/>
          <p14:tracePt t="39664" x="4291013" y="1741488"/>
          <p14:tracePt t="39672" x="4306888" y="1741488"/>
          <p14:tracePt t="39680" x="4338638" y="1741488"/>
          <p14:tracePt t="39689" x="4370388" y="1741488"/>
          <p14:tracePt t="39698" x="4386263" y="1741488"/>
          <p14:tracePt t="39705" x="4418013" y="1741488"/>
          <p14:tracePt t="39714" x="4465638" y="1741488"/>
          <p14:tracePt t="39722" x="4481513" y="1741488"/>
          <p14:tracePt t="39730" x="4497388" y="1741488"/>
          <p14:tracePt t="39739" x="4513263" y="1741488"/>
          <p14:tracePt t="39848" x="4529138" y="1741488"/>
          <p14:tracePt t="39853" x="4545013" y="1741488"/>
          <p14:tracePt t="39859" x="4560888" y="1741488"/>
          <p14:tracePt t="39865" x="4575175" y="1741488"/>
          <p14:tracePt t="39872" x="4591050" y="1741488"/>
          <p14:tracePt t="39880" x="4638675" y="1741488"/>
          <p14:tracePt t="39889" x="4686300" y="1741488"/>
          <p14:tracePt t="39897" x="4702175" y="1741488"/>
          <p14:tracePt t="39905" x="4797425" y="1741488"/>
          <p14:tracePt t="39914" x="4876800" y="1741488"/>
          <p14:tracePt t="39922" x="4956175" y="1741488"/>
          <p14:tracePt t="39930" x="5003800" y="1741488"/>
          <p14:tracePt t="39939" x="5099050" y="1741488"/>
          <p14:tracePt t="39947" x="5162550" y="1741488"/>
          <p14:tracePt t="39955" x="5178425" y="1741488"/>
          <p14:tracePt t="39978" x="5192713" y="1741488"/>
          <p14:tracePt t="40258" x="5224463" y="1741488"/>
          <p14:tracePt t="40265" x="5240338" y="1741488"/>
          <p14:tracePt t="40268" x="5272088" y="1741488"/>
          <p14:tracePt t="40273" x="5287963" y="1725613"/>
          <p14:tracePt t="40280" x="5351463" y="1725613"/>
          <p14:tracePt t="40288" x="5367338" y="1725613"/>
          <p14:tracePt t="40297" x="5430838" y="1725613"/>
          <p14:tracePt t="40305" x="5557838" y="1725613"/>
          <p14:tracePt t="40313" x="5668963" y="1725613"/>
          <p14:tracePt t="40322" x="5810250" y="1725613"/>
          <p14:tracePt t="40330" x="5905500" y="1725613"/>
          <p14:tracePt t="40338" x="5921375" y="1725613"/>
          <p14:tracePt t="40748" x="5921375" y="1741488"/>
          <p14:tracePt t="40758" x="5889625" y="1741488"/>
          <p14:tracePt t="40759" x="5873750" y="1757363"/>
          <p14:tracePt t="40765" x="5857875" y="1773238"/>
          <p14:tracePt t="40771" x="5842000" y="1789113"/>
          <p14:tracePt t="40779" x="5794375" y="1789113"/>
          <p14:tracePt t="40788" x="5794375" y="1804988"/>
          <p14:tracePt t="40798" x="5780088" y="1804988"/>
          <p14:tracePt t="40998" x="5794375" y="1804988"/>
          <p14:tracePt t="40999" x="5810250" y="1804988"/>
          <p14:tracePt t="41013" x="5826125" y="1804988"/>
          <p14:tracePt t="41019" x="5842000" y="1804988"/>
          <p14:tracePt t="41028" x="5857875" y="1804988"/>
          <p14:tracePt t="41038" x="5857875" y="1789113"/>
          <p14:tracePt t="41045" x="5873750" y="1789113"/>
          <p14:tracePt t="41048" x="5889625" y="1789113"/>
          <p14:tracePt t="41058" x="5905500" y="1773238"/>
          <p14:tracePt t="41065" x="5937250" y="1773238"/>
          <p14:tracePt t="41071" x="5937250" y="1757363"/>
          <p14:tracePt t="41079" x="5953125" y="1757363"/>
          <p14:tracePt t="41088" x="5969000" y="1757363"/>
          <p14:tracePt t="41100" x="5984875" y="1757363"/>
          <p14:tracePt t="41125" x="6000750" y="1741488"/>
          <p14:tracePt t="41138" x="6016625" y="1741488"/>
          <p14:tracePt t="41160" x="6032500" y="1741488"/>
          <p14:tracePt t="41388" x="6064250" y="1741488"/>
          <p14:tracePt t="41393" x="6064250" y="1725613"/>
          <p14:tracePt t="41398" x="6080125" y="1725613"/>
          <p14:tracePt t="41404" x="6096000" y="1725613"/>
          <p14:tracePt t="41412" x="6143625" y="1725613"/>
          <p14:tracePt t="41421" x="6207125" y="1711325"/>
          <p14:tracePt t="41429" x="6270625" y="1711325"/>
          <p14:tracePt t="41437" x="6302375" y="1711325"/>
          <p14:tracePt t="41446" x="6381750" y="1695450"/>
          <p14:tracePt t="41454" x="6443663" y="1695450"/>
          <p14:tracePt t="41462" x="6507163" y="1695450"/>
          <p14:tracePt t="41471" x="6523038" y="1679575"/>
          <p14:tracePt t="41479" x="6538913" y="1679575"/>
          <p14:tracePt t="41638" x="6523038" y="1679575"/>
          <p14:tracePt t="41640" x="6523038" y="1695450"/>
          <p14:tracePt t="41648" x="6507163" y="1695450"/>
          <p14:tracePt t="41653" x="6491288" y="1695450"/>
          <p14:tracePt t="41662" x="6491288" y="1711325"/>
          <p14:tracePt t="41670" x="6459538" y="1725613"/>
          <p14:tracePt t="41679" x="6427788" y="1741488"/>
          <p14:tracePt t="41680" x="6411913" y="1741488"/>
          <p14:tracePt t="41687" x="6397625" y="1741488"/>
          <p14:tracePt t="41700" x="6381750" y="1757363"/>
          <p14:tracePt t="41704" x="6365875" y="1773238"/>
          <p14:tracePt t="41712" x="6350000" y="1773238"/>
          <p14:tracePt t="41720" x="6318250" y="1773238"/>
          <p14:tracePt t="41729" x="6302375" y="1789113"/>
          <p14:tracePt t="41738" x="6286500" y="1789113"/>
          <p14:tracePt t="41745" x="6286500" y="1804988"/>
          <p14:tracePt t="41900" x="6302375" y="1804988"/>
          <p14:tracePt t="41925" x="6318250" y="1804988"/>
          <p14:tracePt t="41933" x="6334125" y="1789113"/>
          <p14:tracePt t="41938" x="6350000" y="1789113"/>
          <p14:tracePt t="41946" x="6365875" y="1789113"/>
          <p14:tracePt t="41948" x="6381750" y="1789113"/>
          <p14:tracePt t="41958" x="6397625" y="1773238"/>
          <p14:tracePt t="41962" x="6427788" y="1773238"/>
          <p14:tracePt t="41970" x="6443663" y="1757363"/>
          <p14:tracePt t="41980" x="6459538" y="1757363"/>
          <p14:tracePt t="42033" x="6475413" y="1757363"/>
          <p14:tracePt t="42046" x="6491288" y="1757363"/>
          <p14:tracePt t="42048" x="6507163" y="1757363"/>
          <p14:tracePt t="42059" x="6507163" y="1741488"/>
          <p14:tracePt t="42065" x="6523038" y="1741488"/>
          <p14:tracePt t="42070" x="6538913" y="1741488"/>
          <p14:tracePt t="42080" x="6554788" y="1741488"/>
          <p14:tracePt t="42088" x="6570663" y="1741488"/>
          <p14:tracePt t="42095" x="6570663" y="1725613"/>
          <p14:tracePt t="42140" x="6586538" y="1725613"/>
          <p14:tracePt t="42153" x="6602413" y="1725613"/>
          <p14:tracePt t="42158" x="6618288" y="1725613"/>
          <p14:tracePt t="42165" x="6634163" y="1725613"/>
          <p14:tracePt t="42173" x="6650038" y="1725613"/>
          <p14:tracePt t="42179" x="6665913" y="1725613"/>
          <p14:tracePt t="42248" x="6681788" y="1725613"/>
          <p14:tracePt t="42254" x="6697663" y="1725613"/>
          <p14:tracePt t="42259" x="6713538" y="1725613"/>
          <p14:tracePt t="42265" x="6729413" y="1725613"/>
          <p14:tracePt t="42270" x="6745288" y="1725613"/>
          <p14:tracePt t="42285" x="6761163" y="1741488"/>
          <p14:tracePt t="42288" x="6777038" y="1741488"/>
          <p14:tracePt t="42300" x="6792913" y="1741488"/>
          <p14:tracePt t="42360" x="6808788" y="1741488"/>
          <p14:tracePt t="42373" x="6824663" y="1741488"/>
          <p14:tracePt t="42379" x="6840538" y="1741488"/>
          <p14:tracePt t="42379" x="6856413" y="1741488"/>
          <p14:tracePt t="42388" x="6872288" y="1741488"/>
          <p14:tracePt t="42398" x="6888163" y="1741488"/>
          <p14:tracePt t="42405" x="6904038" y="1741488"/>
          <p14:tracePt t="42413" x="6919913" y="1757363"/>
          <p14:tracePt t="42468" x="6935788" y="1757363"/>
          <p14:tracePt t="42479" x="6967538" y="1757363"/>
          <p14:tracePt t="42488" x="6983413" y="1773238"/>
          <p14:tracePt t="42498" x="6999288" y="1773238"/>
          <p14:tracePt t="42505" x="7013575" y="1773238"/>
          <p14:tracePt t="42553" x="7029450" y="1773238"/>
          <p14:tracePt t="42558" x="7045325" y="1773238"/>
          <p14:tracePt t="42569" x="7077075" y="1773238"/>
          <p14:tracePt t="42578" x="7092950" y="1773238"/>
          <p14:tracePt t="42586" x="7140575" y="1773238"/>
          <p14:tracePt t="42594" x="7156450" y="1773238"/>
          <p14:tracePt t="42603" x="7188200" y="1773238"/>
          <p14:tracePt t="42645" x="7204075" y="1773238"/>
          <p14:tracePt t="42658" x="7219950" y="1773238"/>
          <p14:tracePt t="42665" x="7235825" y="1773238"/>
          <p14:tracePt t="42668" x="7251700" y="1773238"/>
          <p14:tracePt t="42678" x="7267575" y="1773238"/>
          <p14:tracePt t="42686" x="7299325" y="1773238"/>
          <p14:tracePt t="42698" x="7315200" y="1773238"/>
          <p14:tracePt t="42713" x="7331075" y="1773238"/>
          <p14:tracePt t="42888" x="7346950" y="1773238"/>
          <p14:tracePt t="42898" x="7362825" y="1773238"/>
          <p14:tracePt t="42899" x="7378700" y="1773238"/>
          <p14:tracePt t="42908" x="7394575" y="1773238"/>
          <p14:tracePt t="42913" x="7410450" y="1773238"/>
          <p14:tracePt t="42920" x="7426325" y="1773238"/>
          <p14:tracePt t="42948" x="7442200" y="1773238"/>
          <p14:tracePt t="42960" x="7458075" y="1773238"/>
          <p14:tracePt t="42973" x="7489825" y="1773238"/>
          <p14:tracePt t="42978" x="7505700" y="1773238"/>
          <p14:tracePt t="42985" x="7537450" y="1773238"/>
          <p14:tracePt t="42988" x="7569200" y="1789113"/>
          <p14:tracePt t="42994" x="7585075" y="1789113"/>
          <p14:tracePt t="43002" x="7616825" y="1789113"/>
          <p14:tracePt t="43011" x="7678738" y="1789113"/>
          <p14:tracePt t="43019" x="7726363" y="1789113"/>
          <p14:tracePt t="43027" x="7742238" y="1789113"/>
          <p14:tracePt t="43036" x="7758113" y="1789113"/>
          <p14:tracePt t="43044" x="7773988" y="1789113"/>
          <p14:tracePt t="43078" x="7789863" y="1789113"/>
          <p14:tracePt t="43085" x="7805738" y="1789113"/>
          <p14:tracePt t="43098" x="7821613" y="1789113"/>
          <p14:tracePt t="43099" x="7837488" y="1789113"/>
          <p14:tracePt t="43105" x="7853363" y="1789113"/>
          <p14:tracePt t="43238" x="7869238" y="1789113"/>
          <p14:tracePt t="43240" x="7885113" y="1789113"/>
          <p14:tracePt t="43248" x="7900988" y="1804988"/>
          <p14:tracePt t="43253" x="7932738" y="1804988"/>
          <p14:tracePt t="43260" x="7980363" y="1804988"/>
          <p14:tracePt t="43269" x="8012113" y="1820863"/>
          <p14:tracePt t="43277" x="8043863" y="1820863"/>
          <p14:tracePt t="43285" x="8091488" y="1820863"/>
          <p14:tracePt t="43298" x="8107363" y="1820863"/>
          <p14:tracePt t="43568" x="8123238" y="1820863"/>
          <p14:tracePt t="43578" x="8139113" y="1820863"/>
          <p14:tracePt t="43586" x="8154988" y="1820863"/>
          <p14:tracePt t="43588" x="8170863" y="1820863"/>
          <p14:tracePt t="43598" x="8186738" y="1820863"/>
          <p14:tracePt t="43602" x="8202613" y="1820863"/>
          <p14:tracePt t="43610" x="8232775" y="1820863"/>
          <p14:tracePt t="43618" x="8264525" y="1820863"/>
          <p14:tracePt t="43627" x="8296275" y="1820863"/>
          <p14:tracePt t="43635" x="8343900" y="1820863"/>
          <p14:tracePt t="43644" x="8359775" y="1820863"/>
          <p14:tracePt t="43652" x="8375650" y="1820863"/>
          <p14:tracePt t="43660" x="8407400" y="1820863"/>
          <p14:tracePt t="43668" x="8423275" y="1820863"/>
          <p14:tracePt t="43677" x="8439150" y="1820863"/>
          <p14:tracePt t="43685" x="8455025" y="1820863"/>
          <p14:tracePt t="43693" x="8502650" y="1820863"/>
          <p14:tracePt t="43702" x="8534400" y="1820863"/>
          <p14:tracePt t="43710" x="8550275" y="1820863"/>
          <p14:tracePt t="44060" x="8566150" y="1820863"/>
          <p14:tracePt t="44069" x="8582025" y="1820863"/>
          <p14:tracePt t="44085" x="8597900" y="1820863"/>
          <p14:tracePt t="44094" x="8613775" y="1820863"/>
          <p14:tracePt t="44098" x="8629650" y="1804988"/>
          <p14:tracePt t="44185" x="8645525" y="1804988"/>
          <p14:tracePt t="44193" x="8661400" y="1804988"/>
          <p14:tracePt t="44213" x="8677275" y="1804988"/>
          <p14:tracePt t="44218" x="8677275" y="1789113"/>
          <p14:tracePt t="45245" x="8693150" y="1789113"/>
          <p14:tracePt t="45248" x="8709025" y="1789113"/>
          <p14:tracePt t="45253" x="8740775" y="1789113"/>
          <p14:tracePt t="45259" x="8756650" y="1789113"/>
          <p14:tracePt t="45267" x="8820150" y="1789113"/>
          <p14:tracePt t="45275" x="8882063" y="1773238"/>
          <p14:tracePt t="45283" x="8945563" y="1773238"/>
          <p14:tracePt t="45292" x="9040813" y="1773238"/>
          <p14:tracePt t="45300" x="9136063" y="1773238"/>
          <p14:tracePt t="45308" x="9167813" y="1773238"/>
          <p14:tracePt t="45318" x="9183688" y="1773238"/>
          <p14:tracePt t="45738" x="9199563" y="1773238"/>
          <p14:tracePt t="45740" x="9215438" y="1773238"/>
          <p14:tracePt t="45745" x="9247188" y="1773238"/>
          <p14:tracePt t="45750" x="9278938" y="1789113"/>
          <p14:tracePt t="45758" x="9294813" y="1789113"/>
          <p14:tracePt t="45766" x="9374188" y="1789113"/>
          <p14:tracePt t="45775" x="9437688" y="1804988"/>
          <p14:tracePt t="45783" x="9451975" y="1804988"/>
          <p14:tracePt t="45791" x="9467850" y="1804988"/>
          <p14:tracePt t="46078" x="9483725" y="1804988"/>
          <p14:tracePt t="46080" x="9499600" y="1804988"/>
          <p14:tracePt t="46085" x="9515475" y="1804988"/>
          <p14:tracePt t="46093" x="9531350" y="1804988"/>
          <p14:tracePt t="46100" x="9563100" y="1804988"/>
          <p14:tracePt t="46108" x="9594850" y="1804988"/>
          <p14:tracePt t="46116" x="9642475" y="1804988"/>
          <p14:tracePt t="46125" x="9705975" y="1804988"/>
          <p14:tracePt t="46133" x="9769475" y="1804988"/>
          <p14:tracePt t="46141" x="9912350" y="1804988"/>
          <p14:tracePt t="46149" x="10023475" y="1804988"/>
          <p14:tracePt t="46158" x="10085388" y="1804988"/>
          <p14:tracePt t="46166" x="10228263" y="1804988"/>
          <p14:tracePt t="46174" x="10260013" y="1804988"/>
          <p14:tracePt t="46393" x="10260013" y="1820863"/>
          <p14:tracePt t="46398" x="10228263" y="1820863"/>
          <p14:tracePt t="46405" x="10212388" y="1836738"/>
          <p14:tracePt t="46408" x="10196513" y="1836738"/>
          <p14:tracePt t="46416" x="10180638" y="1836738"/>
          <p14:tracePt t="46428" x="10164763" y="1836738"/>
          <p14:tracePt t="46440" x="10148888" y="1836738"/>
          <p14:tracePt t="46628" x="10164763" y="1836738"/>
          <p14:tracePt t="46638" x="10180638" y="1836738"/>
          <p14:tracePt t="46639" x="10196513" y="1836738"/>
          <p14:tracePt t="46645" x="10212388" y="1836738"/>
          <p14:tracePt t="46649" x="10244138" y="1836738"/>
          <p14:tracePt t="46657" x="10260013" y="1836738"/>
          <p14:tracePt t="46665" x="10355263" y="1836738"/>
          <p14:tracePt t="46674" x="10434638" y="1836738"/>
          <p14:tracePt t="46682" x="10482263" y="1836738"/>
          <p14:tracePt t="46691" x="10545763" y="1836738"/>
          <p14:tracePt t="46699" x="10593388" y="1836738"/>
          <p14:tracePt t="46707" x="10641013" y="1836738"/>
          <p14:tracePt t="46715" x="10656888" y="1836738"/>
          <p14:tracePt t="46758" x="10671175" y="1836738"/>
          <p14:tracePt t="46778" x="10687050" y="1836738"/>
          <p14:tracePt t="46779" x="10702925" y="1836738"/>
          <p14:tracePt t="46785" x="10718800" y="1836738"/>
          <p14:tracePt t="46793" x="10750550" y="1836738"/>
          <p14:tracePt t="46800" x="10766425" y="1836738"/>
          <p14:tracePt t="46807" x="10798175" y="1836738"/>
          <p14:tracePt t="46815" x="10814050" y="1836738"/>
          <p14:tracePt t="46824" x="10829925" y="1836738"/>
          <p14:tracePt t="46832" x="10845800" y="1836738"/>
          <p14:tracePt t="46968" x="10861675" y="1836738"/>
          <p14:tracePt t="46980" x="10877550" y="1836738"/>
          <p14:tracePt t="46988" x="10893425" y="1836738"/>
          <p14:tracePt t="46998" x="10909300" y="1836738"/>
          <p14:tracePt t="47000" x="10925175" y="1836738"/>
          <p14:tracePt t="47007" x="10941050" y="1836738"/>
          <p14:tracePt t="47015" x="10956925" y="1836738"/>
          <p14:tracePt t="47024" x="10972800" y="1836738"/>
          <p14:tracePt t="47032" x="10988675" y="1836738"/>
          <p14:tracePt t="47040" x="11004550" y="1836738"/>
          <p14:tracePt t="47048" x="11020425" y="1836738"/>
          <p14:tracePt t="47205" x="11036300" y="1836738"/>
          <p14:tracePt t="47213" x="11052175" y="1836738"/>
          <p14:tracePt t="47228" x="11068050" y="1836738"/>
          <p14:tracePt t="47233" x="11083925" y="1836738"/>
          <p14:tracePt t="47241" x="11099800" y="1836738"/>
          <p14:tracePt t="47248" x="11115675" y="1836738"/>
          <p14:tracePt t="47253" x="11131550" y="1836738"/>
          <p14:tracePt t="47265" x="11147425" y="1836738"/>
          <p14:tracePt t="47268" x="11163300" y="1836738"/>
          <p14:tracePt t="47273" x="11179175" y="1836738"/>
          <p14:tracePt t="47285" x="11195050" y="1836738"/>
          <p14:tracePt t="47293" x="11210925" y="1836738"/>
          <p14:tracePt t="47299" x="11242675" y="1836738"/>
          <p14:tracePt t="47307" x="11258550" y="1836738"/>
          <p14:tracePt t="47315" x="11288713" y="1836738"/>
          <p14:tracePt t="47323" x="11336338" y="1836738"/>
          <p14:tracePt t="47332" x="11383963" y="1836738"/>
          <p14:tracePt t="47340" x="11463338" y="1836738"/>
          <p14:tracePt t="47348" x="11479213" y="1836738"/>
          <p14:tracePt t="47356" x="11495088" y="1836738"/>
          <p14:tracePt t="47365" x="11510963" y="1836738"/>
          <p14:tracePt t="48588" x="11495088" y="1836738"/>
          <p14:tracePt t="48593" x="11479213" y="1852613"/>
          <p14:tracePt t="48598" x="11463338" y="1852613"/>
          <p14:tracePt t="48599" x="11447463" y="1852613"/>
          <p14:tracePt t="48605" x="11431588" y="1868488"/>
          <p14:tracePt t="48614" x="11383963" y="1868488"/>
          <p14:tracePt t="48622" x="11288713" y="1900238"/>
          <p14:tracePt t="48630" x="11226800" y="1900238"/>
          <p14:tracePt t="48639" x="11131550" y="1900238"/>
          <p14:tracePt t="48647" x="10988675" y="1916113"/>
          <p14:tracePt t="48655" x="10782300" y="1931988"/>
          <p14:tracePt t="48664" x="10593388" y="1963738"/>
          <p14:tracePt t="48672" x="10371138" y="1979613"/>
          <p14:tracePt t="48680" x="10069513" y="2027238"/>
          <p14:tracePt t="48689" x="9880600" y="2058988"/>
          <p14:tracePt t="48697" x="9785350" y="2074863"/>
          <p14:tracePt t="48705" x="9610725" y="2122488"/>
          <p14:tracePt t="48713" x="9515475" y="2138363"/>
          <p14:tracePt t="48722" x="9421813" y="2154238"/>
          <p14:tracePt t="48730" x="9294813" y="2185988"/>
          <p14:tracePt t="48739" x="9167813" y="2217738"/>
          <p14:tracePt t="48747" x="9040813" y="2233613"/>
          <p14:tracePt t="48755" x="8929688" y="2265363"/>
          <p14:tracePt t="48764" x="8836025" y="2281238"/>
          <p14:tracePt t="48772" x="8756650" y="2312988"/>
          <p14:tracePt t="48780" x="8645525" y="2344738"/>
          <p14:tracePt t="48788" x="8550275" y="2376488"/>
          <p14:tracePt t="48797" x="8502650" y="2392363"/>
          <p14:tracePt t="48805" x="8423275" y="2406650"/>
          <p14:tracePt t="48813" x="8296275" y="2438400"/>
          <p14:tracePt t="48822" x="8202613" y="2454275"/>
          <p14:tracePt t="48830" x="8123238" y="2486025"/>
          <p14:tracePt t="48839" x="8012113" y="2517775"/>
          <p14:tracePt t="48847" x="7932738" y="2533650"/>
          <p14:tracePt t="48855" x="7837488" y="2565400"/>
          <p14:tracePt t="48863" x="7773988" y="2581275"/>
          <p14:tracePt t="48872" x="7694613" y="2597150"/>
          <p14:tracePt t="48880" x="7600950" y="2628900"/>
          <p14:tracePt t="48888" x="7537450" y="2644775"/>
          <p14:tracePt t="48897" x="7505700" y="2660650"/>
          <p14:tracePt t="48905" x="7473950" y="2676525"/>
          <p14:tracePt t="51265" x="7458075" y="2676525"/>
          <p14:tracePt t="51268" x="7442200" y="2676525"/>
          <p14:tracePt t="51273" x="7426325" y="2676525"/>
          <p14:tracePt t="51279" x="7378700" y="2676525"/>
          <p14:tracePt t="51286" x="7362825" y="2676525"/>
          <p14:tracePt t="51294" x="7346950" y="2676525"/>
          <p14:tracePt t="51373" x="7331075" y="2692400"/>
          <p14:tracePt t="51379" x="7315200" y="2708275"/>
          <p14:tracePt t="51385" x="7299325" y="2708275"/>
          <p14:tracePt t="51388" x="7299325" y="2724150"/>
          <p14:tracePt t="51394" x="7283450" y="2724150"/>
          <p14:tracePt t="51403" x="7267575" y="2755900"/>
          <p14:tracePt t="51411" x="7251700" y="2755900"/>
          <p14:tracePt t="51460" x="7235825" y="2755900"/>
          <p14:tracePt t="51465" x="7204075" y="2755900"/>
          <p14:tracePt t="51469" x="7204075" y="2771775"/>
          <p14:tracePt t="51478" x="7172325" y="2771775"/>
          <p14:tracePt t="51486" x="7092950" y="2803525"/>
          <p14:tracePt t="51494" x="7061200" y="2803525"/>
          <p14:tracePt t="51503" x="7029450" y="2819400"/>
          <p14:tracePt t="51511" x="6983413" y="2819400"/>
          <p14:tracePt t="51519" x="6951663" y="2851150"/>
          <p14:tracePt t="51529" x="6935788" y="2851150"/>
          <p14:tracePt t="51536" x="6919913" y="2851150"/>
          <p14:tracePt t="51544" x="6888163" y="2867025"/>
          <p14:tracePt t="51553" x="6872288" y="2882900"/>
          <p14:tracePt t="51561" x="6824663" y="2898775"/>
          <p14:tracePt t="51569" x="6792913" y="2914650"/>
          <p14:tracePt t="51578" x="6777038" y="2914650"/>
          <p14:tracePt t="51586" x="6761163" y="2930525"/>
          <p14:tracePt t="51594" x="6745288" y="2930525"/>
          <p14:tracePt t="51613" x="6729413" y="2930525"/>
          <p14:tracePt t="51620" x="6713538" y="2930525"/>
          <p14:tracePt t="51628" x="6697663" y="2930525"/>
          <p14:tracePt t="51645" x="6681788" y="2930525"/>
          <p14:tracePt t="51660" x="6665913" y="2930525"/>
          <p14:tracePt t="51680" x="6650038" y="2930525"/>
          <p14:tracePt t="51685" x="6634163" y="2930525"/>
          <p14:tracePt t="51688" x="6618288" y="2946400"/>
          <p14:tracePt t="51694" x="6602413" y="2946400"/>
          <p14:tracePt t="51702" x="6570663" y="2946400"/>
          <p14:tracePt t="51711" x="6523038" y="2946400"/>
          <p14:tracePt t="51719" x="6507163" y="2962275"/>
          <p14:tracePt t="51727" x="6475413" y="2962275"/>
          <p14:tracePt t="51805" x="6459538" y="2962275"/>
          <p14:tracePt t="51808" x="6443663" y="2962275"/>
          <p14:tracePt t="51813" x="6443663" y="2946400"/>
          <p14:tracePt t="51819" x="6427788" y="2930525"/>
          <p14:tracePt t="51827" x="6411913" y="2914650"/>
          <p14:tracePt t="51836" x="6397625" y="2898775"/>
          <p14:tracePt t="51844" x="6381750" y="2867025"/>
          <p14:tracePt t="51852" x="6365875" y="2835275"/>
          <p14:tracePt t="51861" x="6334125" y="2803525"/>
          <p14:tracePt t="51869" x="6318250" y="2787650"/>
          <p14:tracePt t="51877" x="6302375" y="2787650"/>
          <p14:tracePt t="51886" x="6270625" y="2755900"/>
          <p14:tracePt t="51894" x="6254750" y="2740025"/>
          <p14:tracePt t="51902" x="6207125" y="2740025"/>
          <p14:tracePt t="51910" x="6191250" y="2740025"/>
          <p14:tracePt t="51919" x="6159500" y="2724150"/>
          <p14:tracePt t="51927" x="6111875" y="2708275"/>
          <p14:tracePt t="51936" x="6080125" y="2692400"/>
          <p14:tracePt t="51944" x="6064250" y="2692400"/>
          <p14:tracePt t="51952" x="6048375" y="2692400"/>
          <p14:tracePt t="51960" x="6032500" y="2692400"/>
          <p14:tracePt t="51980" x="6000750" y="2692400"/>
          <p14:tracePt t="51985" x="5984875" y="2692400"/>
          <p14:tracePt t="51998" x="5969000" y="2692400"/>
          <p14:tracePt t="51999" x="5953125" y="2676525"/>
          <p14:tracePt t="52020" x="5921375" y="2676525"/>
          <p14:tracePt t="52028" x="5905500" y="2676525"/>
          <p14:tracePt t="52033" x="5889625" y="2676525"/>
          <p14:tracePt t="52038" x="5873750" y="2660650"/>
          <p14:tracePt t="52044" x="5842000" y="2660650"/>
          <p14:tracePt t="52052" x="5780088" y="2660650"/>
          <p14:tracePt t="52060" x="5716588" y="2628900"/>
          <p14:tracePt t="52069" x="5637213" y="2597150"/>
          <p14:tracePt t="52077" x="5605463" y="2581275"/>
          <p14:tracePt t="52085" x="5541963" y="2565400"/>
          <p14:tracePt t="52094" x="5510213" y="2549525"/>
          <p14:tracePt t="52102" x="5494338" y="2549525"/>
          <p14:tracePt t="52110" x="5462588" y="2549525"/>
          <p14:tracePt t="52119" x="5446713" y="2533650"/>
          <p14:tracePt t="52127" x="5430838" y="2533650"/>
          <p14:tracePt t="52135" x="5414963" y="2533650"/>
          <p14:tracePt t="52148" x="5399088" y="2533650"/>
          <p14:tracePt t="52158" x="5383213" y="2533650"/>
          <p14:tracePt t="52160" x="5367338" y="2533650"/>
          <p14:tracePt t="52175" x="5351463" y="2533650"/>
          <p14:tracePt t="52206" x="5335588" y="2533650"/>
          <p14:tracePt t="52238" x="5319713" y="2533650"/>
          <p14:tracePt t="52245" x="5303838" y="2533650"/>
          <p14:tracePt t="52253" x="5287963" y="2533650"/>
          <p14:tracePt t="52265" x="5272088" y="2533650"/>
          <p14:tracePt t="52269" x="5256213" y="2517775"/>
          <p14:tracePt t="52280" x="5240338" y="2517775"/>
          <p14:tracePt t="52295" x="5224463" y="2517775"/>
          <p14:tracePt t="52365" x="5208588" y="2517775"/>
          <p14:tracePt t="52378" x="5192713" y="2517775"/>
          <p14:tracePt t="52386" x="5178425" y="2517775"/>
          <p14:tracePt t="52413" x="5162550" y="2517775"/>
          <p14:tracePt t="53088" x="5178425" y="2517775"/>
          <p14:tracePt t="53100" x="5192713" y="2517775"/>
          <p14:tracePt t="53105" x="5192713" y="2501900"/>
          <p14:tracePt t="53118" x="5192713" y="2486025"/>
          <p14:tracePt t="53119" x="5208588" y="2486025"/>
          <p14:tracePt t="53128" x="5224463" y="2486025"/>
          <p14:tracePt t="53138" x="5240338" y="2486025"/>
          <p14:tracePt t="53153" x="5256213" y="2486025"/>
          <p14:tracePt t="53158" x="5256213" y="2470150"/>
          <p14:tracePt t="53159" x="5272088" y="2470150"/>
          <p14:tracePt t="53175" x="5287963" y="2454275"/>
          <p14:tracePt t="53180" x="5303838" y="2454275"/>
          <p14:tracePt t="53188" x="5319713" y="2454275"/>
          <p14:tracePt t="53198" x="5319713" y="2438400"/>
          <p14:tracePt t="53201" x="5335588" y="2438400"/>
          <p14:tracePt t="53209" x="5351463" y="2438400"/>
          <p14:tracePt t="53219" x="5367338" y="2438400"/>
          <p14:tracePt t="53228" x="5383213" y="2438400"/>
          <p14:tracePt t="53234" x="5399088" y="2438400"/>
          <p14:tracePt t="53243" x="5399088" y="2422525"/>
          <p14:tracePt t="53253" x="5414963" y="2422525"/>
          <p14:tracePt t="53259" x="5430838" y="2406650"/>
          <p14:tracePt t="53273" x="5446713" y="2406650"/>
          <p14:tracePt t="53278" x="5462588" y="2406650"/>
          <p14:tracePt t="53285" x="5478463" y="2406650"/>
          <p14:tracePt t="53305" x="5494338" y="2406650"/>
          <p14:tracePt t="53365" x="5510213" y="2392363"/>
          <p14:tracePt t="53425" x="5526088" y="2392363"/>
          <p14:tracePt t="53435" x="5541963" y="2392363"/>
          <p14:tracePt t="53455" x="5541963" y="2376488"/>
          <p14:tracePt t="53465" x="5557838" y="2376488"/>
          <p14:tracePt t="53493" x="5573713" y="2376488"/>
          <p14:tracePt t="53505" x="5589588" y="2376488"/>
          <p14:tracePt t="53518" x="5605463" y="2376488"/>
          <p14:tracePt t="53519" x="5621338" y="2376488"/>
          <p14:tracePt t="53526" x="5637213" y="2376488"/>
          <p14:tracePt t="53538" x="5653088" y="2376488"/>
          <p14:tracePt t="53605" x="5668963" y="2376488"/>
          <p14:tracePt t="53620" x="5684838" y="2376488"/>
          <p14:tracePt t="53625" x="5700713" y="2376488"/>
          <p14:tracePt t="53628" x="5700713" y="2392363"/>
          <p14:tracePt t="53634" x="5716588" y="2392363"/>
          <p14:tracePt t="53642" x="5748338" y="2392363"/>
          <p14:tracePt t="53655" x="5764213" y="2392363"/>
          <p14:tracePt t="53665" x="5780088" y="2406650"/>
          <p14:tracePt t="53678" x="5794375" y="2406650"/>
          <p14:tracePt t="53679" x="5810250" y="2422525"/>
          <p14:tracePt t="53685" x="5826125" y="2422525"/>
          <p14:tracePt t="53693" x="5842000" y="2422525"/>
          <p14:tracePt t="53701" x="5873750" y="2422525"/>
          <p14:tracePt t="53709" x="5921375" y="2438400"/>
          <p14:tracePt t="53717" x="5953125" y="2438400"/>
          <p14:tracePt t="53725" x="6064250" y="2438400"/>
          <p14:tracePt t="53734" x="6143625" y="2438400"/>
          <p14:tracePt t="53742" x="6223000" y="2454275"/>
          <p14:tracePt t="53750" x="6286500" y="2470150"/>
          <p14:tracePt t="53759" x="6350000" y="2470150"/>
          <p14:tracePt t="53767" x="6397625" y="2486025"/>
          <p14:tracePt t="53775" x="6411913" y="2486025"/>
          <p14:tracePt t="53785" x="6427788" y="2501900"/>
          <p14:tracePt t="53933" x="6411913" y="2501900"/>
          <p14:tracePt t="53965" x="6397625" y="2501900"/>
          <p14:tracePt t="53980" x="6381750" y="2501900"/>
          <p14:tracePt t="54040" x="6365875" y="2501900"/>
          <p14:tracePt t="54048" x="6365875" y="2517775"/>
          <p14:tracePt t="54060" x="6350000" y="2517775"/>
          <p14:tracePt t="54100" x="6334125" y="2517775"/>
          <p14:tracePt t="54108" x="6334125" y="2533650"/>
          <p14:tracePt t="54117" x="6318250" y="2533650"/>
          <p14:tracePt t="54125" x="6302375" y="2533650"/>
          <p14:tracePt t="54134" x="6238875" y="2549525"/>
          <p14:tracePt t="54142" x="6207125" y="2549525"/>
          <p14:tracePt t="54150" x="6159500" y="2565400"/>
          <p14:tracePt t="54167" x="6096000" y="2581275"/>
          <p14:tracePt t="54175" x="6048375" y="2581275"/>
          <p14:tracePt t="54185" x="6032500" y="2581275"/>
          <p14:tracePt t="54192" x="6016625" y="2581275"/>
          <p14:tracePt t="54238" x="6000750" y="2581275"/>
          <p14:tracePt t="54239" x="5984875" y="2581275"/>
          <p14:tracePt t="54245" x="5969000" y="2581275"/>
          <p14:tracePt t="54258" x="5921375" y="2581275"/>
          <p14:tracePt t="54267" x="5857875" y="2581275"/>
          <p14:tracePt t="54275" x="5810250" y="2581275"/>
          <p14:tracePt t="54283" x="5764213" y="2581275"/>
          <p14:tracePt t="54292" x="5716588" y="2581275"/>
          <p14:tracePt t="54300" x="5668963" y="2581275"/>
          <p14:tracePt t="54308" x="5653088" y="2581275"/>
          <p14:tracePt t="54378" x="5637213" y="2581275"/>
          <p14:tracePt t="54385" x="5621338" y="2581275"/>
          <p14:tracePt t="54400" x="5605463" y="2581275"/>
          <p14:tracePt t="54538" x="5589588" y="2597150"/>
          <p14:tracePt t="54539" x="5573713" y="2597150"/>
          <p14:tracePt t="54545" x="5573713" y="2613025"/>
          <p14:tracePt t="54553" x="5541963" y="2613025"/>
          <p14:tracePt t="54560" x="5526088" y="2628900"/>
          <p14:tracePt t="54568" x="5494338" y="2644775"/>
          <p14:tracePt t="54575" x="5478463" y="2660650"/>
          <p14:tracePt t="54583" x="5462588" y="2660650"/>
          <p14:tracePt t="54591" x="5430838" y="2676525"/>
          <p14:tracePt t="54600" x="5399088" y="2708275"/>
          <p14:tracePt t="54608" x="5383213" y="2708275"/>
          <p14:tracePt t="54616" x="5367338" y="2724150"/>
          <p14:tracePt t="54625" x="5335588" y="2740025"/>
          <p14:tracePt t="54633" x="5319713" y="2755900"/>
          <p14:tracePt t="54641" x="5287963" y="2787650"/>
          <p14:tracePt t="54650" x="5240338" y="2803525"/>
          <p14:tracePt t="54659" x="5224463" y="2835275"/>
          <p14:tracePt t="54666" x="5208588" y="2835275"/>
          <p14:tracePt t="54675" x="5192713" y="2835275"/>
          <p14:tracePt t="54780" x="5178425" y="2835275"/>
          <p14:tracePt t="55178" x="5192713" y="2835275"/>
          <p14:tracePt t="55193" x="5208588" y="2835275"/>
          <p14:tracePt t="55225" x="5224463" y="2835275"/>
          <p14:tracePt t="55545" x="5240338" y="2835275"/>
          <p14:tracePt t="55553" x="5256213" y="2835275"/>
          <p14:tracePt t="55565" x="5272088" y="2835275"/>
          <p14:tracePt t="55568" x="5287963" y="2835275"/>
          <p14:tracePt t="55574" x="5287963" y="2819400"/>
          <p14:tracePt t="55582" x="5303838" y="2819400"/>
          <p14:tracePt t="55593" x="5319713" y="2819400"/>
          <p14:tracePt t="55605" x="5335588" y="2803525"/>
          <p14:tracePt t="55628" x="5351463" y="2803525"/>
          <p14:tracePt t="55635" x="5367338" y="2803525"/>
          <p14:tracePt t="55645" x="5383213" y="2803525"/>
          <p14:tracePt t="55673" x="5399088" y="2787650"/>
          <p14:tracePt t="55693" x="5414963" y="2787650"/>
          <p14:tracePt t="56133" x="5430838" y="2787650"/>
          <p14:tracePt t="56138" x="5462588" y="2787650"/>
          <p14:tracePt t="56140" x="5478463" y="2787650"/>
          <p14:tracePt t="56148" x="5526088" y="2787650"/>
          <p14:tracePt t="56157" x="5557838" y="2803525"/>
          <p14:tracePt t="56165" x="5605463" y="2803525"/>
          <p14:tracePt t="56166" x="5637213" y="2803525"/>
          <p14:tracePt t="56173" x="5684838" y="2819400"/>
          <p14:tracePt t="56181" x="5748338" y="2835275"/>
          <p14:tracePt t="56190" x="5794375" y="2835275"/>
          <p14:tracePt t="56198" x="5794375" y="2851150"/>
          <p14:tracePt t="56208" x="5826125" y="2851150"/>
          <p14:tracePt t="56275" x="5842000" y="2851150"/>
          <p14:tracePt t="56285" x="5857875" y="2851150"/>
          <p14:tracePt t="56290" x="5873750" y="2851150"/>
          <p14:tracePt t="56299" x="5905500" y="2851150"/>
          <p14:tracePt t="56308" x="5921375" y="2851150"/>
          <p14:tracePt t="56320" x="5937250" y="2851150"/>
          <p14:tracePt t="56328" x="5953125" y="2851150"/>
          <p14:tracePt t="56380" x="5969000" y="2851150"/>
          <p14:tracePt t="56385" x="5984875" y="2851150"/>
          <p14:tracePt t="56393" x="6000750" y="2851150"/>
          <p14:tracePt t="56399" x="6016625" y="2851150"/>
          <p14:tracePt t="56406" x="6032500" y="2851150"/>
          <p14:tracePt t="56415" x="6048375" y="2851150"/>
          <p14:tracePt t="56423" x="6080125" y="2851150"/>
          <p14:tracePt t="56433" x="6096000" y="2851150"/>
          <p14:tracePt t="56439" x="6127750" y="2835275"/>
          <p14:tracePt t="56448" x="6143625" y="2835275"/>
          <p14:tracePt t="56456" x="6159500" y="2835275"/>
          <p14:tracePt t="56464" x="6175375" y="2835275"/>
          <p14:tracePt t="56473" x="6191250" y="2835275"/>
          <p14:tracePt t="56481" x="6238875" y="2835275"/>
          <p14:tracePt t="56489" x="6254750" y="2835275"/>
          <p14:tracePt t="56498" x="6270625" y="2835275"/>
          <p14:tracePt t="56506" x="6286500" y="2835275"/>
          <p14:tracePt t="56515" x="6302375" y="2835275"/>
          <p14:tracePt t="56523" x="6318250" y="2835275"/>
          <p14:tracePt t="56575" x="6334125" y="2835275"/>
          <p14:tracePt t="56585" x="6350000" y="2835275"/>
          <p14:tracePt t="56600" x="6365875" y="2835275"/>
          <p14:tracePt t="56613" x="6381750" y="2835275"/>
          <p14:tracePt t="56620" x="6397625" y="2835275"/>
          <p14:tracePt t="56660" x="6411913" y="2835275"/>
          <p14:tracePt t="56665" x="6427788" y="2835275"/>
          <p14:tracePt t="56673" x="6443663" y="2835275"/>
          <p14:tracePt t="56678" x="6459538" y="2835275"/>
          <p14:tracePt t="56685" x="6475413" y="2835275"/>
          <p14:tracePt t="56689" x="6491288" y="2835275"/>
          <p14:tracePt t="56698" x="6507163" y="2835275"/>
          <p14:tracePt t="56706" x="6523038" y="2819400"/>
          <p14:tracePt t="56714" x="6538913" y="2819400"/>
          <p14:tracePt t="56725" x="6554788" y="2819400"/>
          <p14:tracePt t="56731" x="6570663" y="2819400"/>
          <p14:tracePt t="56740" x="6586538" y="2803525"/>
          <p14:tracePt t="56760" x="6602413" y="2803525"/>
          <p14:tracePt t="56773" x="6618288" y="2803525"/>
          <p14:tracePt t="56800" x="6634163" y="2803525"/>
          <p14:tracePt t="56805" x="6650038" y="2803525"/>
          <p14:tracePt t="56813" x="6665913" y="2803525"/>
          <p14:tracePt t="56825" x="6681788" y="2803525"/>
          <p14:tracePt t="56826" x="6697663" y="2803525"/>
          <p14:tracePt t="56848" x="6713538" y="2803525"/>
          <p14:tracePt t="56860" x="6729413" y="2803525"/>
          <p14:tracePt t="56880" x="6745288" y="2803525"/>
          <p14:tracePt t="56898" x="6761163" y="2803525"/>
          <p14:tracePt t="56899" x="6777038" y="2803525"/>
          <p14:tracePt t="56908" x="6792913" y="2803525"/>
          <p14:tracePt t="56914" x="6808788" y="2803525"/>
          <p14:tracePt t="56922" x="6824663" y="2803525"/>
          <p14:tracePt t="56931" x="6856413" y="2803525"/>
          <p14:tracePt t="57220" x="6872288" y="2803525"/>
          <p14:tracePt t="57225" x="6904038" y="2803525"/>
          <p14:tracePt t="57233" x="6935788" y="2803525"/>
          <p14:tracePt t="57239" x="6951663" y="2803525"/>
          <p14:tracePt t="57247" x="7029450" y="2803525"/>
          <p14:tracePt t="57255" x="7061200" y="2803525"/>
          <p14:tracePt t="57264" x="7140575" y="2803525"/>
          <p14:tracePt t="57272" x="7219950" y="2803525"/>
          <p14:tracePt t="57280" x="7346950" y="2803525"/>
          <p14:tracePt t="57289" x="7378700" y="2803525"/>
          <p14:tracePt t="57297" x="7394575" y="2803525"/>
          <p14:tracePt t="57355" x="7410450" y="2819400"/>
          <p14:tracePt t="57365" x="7426325" y="2819400"/>
          <p14:tracePt t="57473" x="7442200" y="2819400"/>
          <p14:tracePt t="57478" x="7458075" y="2819400"/>
          <p14:tracePt t="57485" x="7473950" y="2819400"/>
          <p14:tracePt t="57498" x="7489825" y="2819400"/>
          <p14:tracePt t="57499" x="7505700" y="2819400"/>
          <p14:tracePt t="57505" x="7521575" y="2819400"/>
          <p14:tracePt t="57514" x="7553325" y="2819400"/>
          <p14:tracePt t="57522" x="7616825" y="2819400"/>
          <p14:tracePt t="57530" x="7678738" y="2819400"/>
          <p14:tracePt t="57539" x="7758113" y="2819400"/>
          <p14:tracePt t="57547" x="7805738" y="2819400"/>
          <p14:tracePt t="57555" x="7916863" y="2819400"/>
          <p14:tracePt t="57563" x="8027988" y="2819400"/>
          <p14:tracePt t="57572" x="8123238" y="2819400"/>
          <p14:tracePt t="57580" x="8202613" y="2819400"/>
          <p14:tracePt t="57645" x="8218488" y="2819400"/>
          <p14:tracePt t="57648" x="8232775" y="2819400"/>
          <p14:tracePt t="57658" x="8248650" y="2819400"/>
          <p14:tracePt t="57663" x="8264525" y="2819400"/>
          <p14:tracePt t="57672" x="8280400" y="2819400"/>
          <p14:tracePt t="57680" x="8296275" y="2819400"/>
          <p14:tracePt t="57688" x="8312150" y="2819400"/>
          <p14:tracePt t="57705" x="8328025" y="2835275"/>
          <p14:tracePt t="57713" x="8343900" y="2835275"/>
          <p14:tracePt t="57719" x="8375650" y="2835275"/>
          <p14:tracePt t="57725" x="8391525" y="2835275"/>
          <p14:tracePt t="57733" x="8423275" y="2851150"/>
          <p14:tracePt t="57738" x="8455025" y="2851150"/>
          <p14:tracePt t="57747" x="8566150" y="2851150"/>
          <p14:tracePt t="57755" x="8582025" y="2851150"/>
          <p14:tracePt t="57763" x="8645525" y="2851150"/>
          <p14:tracePt t="57772" x="8724900" y="2851150"/>
          <p14:tracePt t="57780" x="8788400" y="2851150"/>
          <p14:tracePt t="57788" x="8836025" y="2851150"/>
          <p14:tracePt t="57797" x="8850313" y="2851150"/>
          <p14:tracePt t="57805" x="8929688" y="2851150"/>
          <p14:tracePt t="57813" x="9009063" y="2851150"/>
          <p14:tracePt t="57822" x="9104313" y="2851150"/>
          <p14:tracePt t="57830" x="9183688" y="2851150"/>
          <p14:tracePt t="57838" x="9247188" y="2851150"/>
          <p14:tracePt t="57847" x="9294813" y="2851150"/>
          <p14:tracePt t="58948" x="9294813" y="2867025"/>
          <p14:tracePt t="58965" x="9278938" y="2867025"/>
          <p14:tracePt t="58985" x="9278938" y="2882900"/>
          <p14:tracePt t="58987" x="9263063" y="2882900"/>
          <p14:tracePt t="58995" x="9247188" y="2882900"/>
          <p14:tracePt t="59004" x="9231313" y="2898775"/>
          <p14:tracePt t="59025" x="9215438" y="2914650"/>
          <p14:tracePt t="59033" x="9199563" y="2914650"/>
          <p14:tracePt t="59053" x="9199563" y="2930525"/>
          <p14:tracePt t="59095" x="9183688" y="2930525"/>
          <p14:tracePt t="59110" x="9183688" y="2946400"/>
          <p14:tracePt t="59120" x="9167813" y="2946400"/>
          <p14:tracePt t="59145" x="9151938" y="2946400"/>
          <p14:tracePt t="59158" x="9151938" y="2962275"/>
          <p14:tracePt t="59173" x="9151938" y="2978150"/>
          <p14:tracePt t="59178" x="9136063" y="2978150"/>
          <p14:tracePt t="59185" x="9120188" y="2978150"/>
          <p14:tracePt t="59200" x="9104313" y="2994025"/>
          <p14:tracePt t="59208" x="9088438" y="2994025"/>
          <p14:tracePt t="59213" x="9088438" y="3009900"/>
          <p14:tracePt t="59218" x="9072563" y="3009900"/>
          <p14:tracePt t="59280" x="9056688" y="3025775"/>
          <p14:tracePt t="59285" x="9040813" y="3025775"/>
          <p14:tracePt t="59298" x="9024938" y="3025775"/>
          <p14:tracePt t="59299" x="9009063" y="3041650"/>
          <p14:tracePt t="59305" x="8993188" y="3057525"/>
          <p14:tracePt t="59312" x="8977313" y="3057525"/>
          <p14:tracePt t="59320" x="8945563" y="3073400"/>
          <p14:tracePt t="59328" x="8929688" y="3103563"/>
          <p14:tracePt t="59337" x="8913813" y="3103563"/>
          <p14:tracePt t="59375" x="8897938" y="3103563"/>
          <p14:tracePt t="59388" x="8882063" y="3103563"/>
          <p14:tracePt t="59393" x="8866188" y="3103563"/>
          <p14:tracePt t="59400" x="8866188" y="3119438"/>
          <p14:tracePt t="59408" x="8850313" y="3119438"/>
          <p14:tracePt t="59421" x="8836025" y="3119438"/>
          <p14:tracePt t="59445" x="8836025" y="3135313"/>
          <p14:tracePt t="59480" x="8820150" y="3135313"/>
          <p14:tracePt t="59485" x="8804275" y="3135313"/>
          <p14:tracePt t="59488" x="8788400" y="3135313"/>
          <p14:tracePt t="59498" x="8772525" y="3135313"/>
          <p14:tracePt t="59503" x="8772525" y="3151188"/>
          <p14:tracePt t="59512" x="8756650" y="3182938"/>
          <p14:tracePt t="59520" x="8693150" y="3198813"/>
          <p14:tracePt t="59528" x="8661400" y="3214688"/>
          <p14:tracePt t="59538" x="8645525" y="3214688"/>
          <p14:tracePt t="59545" x="8629650" y="3230563"/>
          <p14:tracePt t="59553" x="8613775" y="3246438"/>
          <p14:tracePt t="59613" x="8597900" y="3246438"/>
          <p14:tracePt t="59620" x="8597900" y="3262313"/>
          <p14:tracePt t="59628" x="8582025" y="3262313"/>
          <p14:tracePt t="59636" x="8566150" y="3262313"/>
          <p14:tracePt t="59645" x="8550275" y="3294063"/>
          <p14:tracePt t="59658" x="8534400" y="3294063"/>
          <p14:tracePt t="59661" x="8534400" y="3309938"/>
          <p14:tracePt t="59670" x="8534400" y="3325813"/>
          <p14:tracePt t="59678" x="8534400" y="3341688"/>
          <p14:tracePt t="59693" x="8518525" y="3341688"/>
          <p14:tracePt t="59700" x="8518525" y="3357563"/>
          <p14:tracePt t="59708" x="8502650" y="3373438"/>
          <p14:tracePt t="59719" x="8502650" y="3389313"/>
          <p14:tracePt t="59725" x="8486775" y="3405188"/>
          <p14:tracePt t="59728" x="8486775" y="3421063"/>
          <p14:tracePt t="59736" x="8470900" y="3421063"/>
          <p14:tracePt t="59745" x="8470900" y="3436938"/>
          <p14:tracePt t="59753" x="8470900" y="3452813"/>
          <p14:tracePt t="59761" x="8439150" y="3484563"/>
          <p14:tracePt t="59770" x="8439150" y="3500438"/>
          <p14:tracePt t="59779" x="8423275" y="3516313"/>
          <p14:tracePt t="59788" x="8423275" y="3532188"/>
          <p14:tracePt t="59798" x="8423275" y="3548063"/>
          <p14:tracePt t="59803" x="8423275" y="3563938"/>
          <p14:tracePt t="59811" x="8407400" y="3579813"/>
          <p14:tracePt t="59820" x="8407400" y="3627438"/>
          <p14:tracePt t="59828" x="8407400" y="3659188"/>
          <p14:tracePt t="59836" x="8407400" y="3690938"/>
          <p14:tracePt t="59845" x="8407400" y="3706813"/>
          <p14:tracePt t="59853" x="8407400" y="3770313"/>
          <p14:tracePt t="59861" x="8439150" y="3832225"/>
          <p14:tracePt t="59870" x="8470900" y="3863975"/>
          <p14:tracePt t="59878" x="8470900" y="3879850"/>
          <p14:tracePt t="59886" x="8534400" y="3943350"/>
          <p14:tracePt t="59895" x="8582025" y="3975100"/>
          <p14:tracePt t="59903" x="8629650" y="4022725"/>
          <p14:tracePt t="59911" x="8677275" y="4038600"/>
          <p14:tracePt t="59920" x="8772525" y="4086225"/>
          <p14:tracePt t="59928" x="8836025" y="4102100"/>
          <p14:tracePt t="59936" x="8866188" y="4117975"/>
          <p14:tracePt t="59945" x="8913813" y="4133850"/>
          <p14:tracePt t="59953" x="8945563" y="4133850"/>
          <p14:tracePt t="59961" x="8977313" y="4133850"/>
          <p14:tracePt t="59969" x="8993188" y="4133850"/>
          <p14:tracePt t="59985" x="9009063" y="4133850"/>
          <p14:tracePt t="60035" x="9024938" y="4133850"/>
          <p14:tracePt t="60045" x="9040813" y="4133850"/>
          <p14:tracePt t="60058" x="9056688" y="4133850"/>
          <p14:tracePt t="60073" x="9072563" y="4133850"/>
          <p14:tracePt t="60078" x="9072563" y="4117975"/>
          <p14:tracePt t="60113" x="9072563" y="4102100"/>
          <p14:tracePt t="60140" x="9072563" y="4086225"/>
          <p14:tracePt t="60145" x="9056688" y="4086225"/>
          <p14:tracePt t="60180" x="9040813" y="4070350"/>
          <p14:tracePt t="60188" x="9024938" y="4070350"/>
          <p14:tracePt t="60195" x="9009063" y="4070350"/>
          <p14:tracePt t="60205" x="8993188" y="4070350"/>
          <p14:tracePt t="60208" x="8977313" y="4070350"/>
          <p14:tracePt t="60213" x="8961438" y="4070350"/>
          <p14:tracePt t="60219" x="8929688" y="4054475"/>
          <p14:tracePt t="60228" x="8913813" y="4054475"/>
          <p14:tracePt t="60236" x="8882063" y="4054475"/>
          <p14:tracePt t="60244" x="8882063" y="4038600"/>
          <p14:tracePt t="60253" x="8850313" y="4038600"/>
          <p14:tracePt t="60261" x="8820150" y="4022725"/>
          <p14:tracePt t="60269" x="8804275" y="4022725"/>
          <p14:tracePt t="60278" x="8804275" y="4006850"/>
          <p14:tracePt t="60288" x="8788400" y="4006850"/>
          <p14:tracePt t="60393" x="8804275" y="4006850"/>
          <p14:tracePt t="60400" x="8820150" y="3990975"/>
          <p14:tracePt t="60405" x="8836025" y="3990975"/>
          <p14:tracePt t="60413" x="8850313" y="3990975"/>
          <p14:tracePt t="60419" x="8866188" y="3990975"/>
          <p14:tracePt t="60427" x="8913813" y="3990975"/>
          <p14:tracePt t="60436" x="8929688" y="3990975"/>
          <p14:tracePt t="60444" x="8977313" y="3990975"/>
          <p14:tracePt t="60453" x="9009063" y="3990975"/>
          <p14:tracePt t="60461" x="9056688" y="3990975"/>
          <p14:tracePt t="60469" x="9104313" y="3990975"/>
          <p14:tracePt t="60478" x="9136063" y="3990975"/>
          <p14:tracePt t="60486" x="9167813" y="3990975"/>
          <p14:tracePt t="60494" x="9199563" y="3990975"/>
          <p14:tracePt t="60502" x="9263063" y="3975100"/>
          <p14:tracePt t="60511" x="9310688" y="3975100"/>
          <p14:tracePt t="60519" x="9342438" y="3959225"/>
          <p14:tracePt t="60528" x="9358313" y="3959225"/>
          <p14:tracePt t="60536" x="9374188" y="3959225"/>
          <p14:tracePt t="60544" x="9390063" y="3959225"/>
          <p14:tracePt t="60595" x="9405938" y="3959225"/>
          <p14:tracePt t="60615" x="9421813" y="3959225"/>
          <p14:tracePt t="60625" x="9437688" y="3959225"/>
          <p14:tracePt t="60653" x="9451975" y="3959225"/>
          <p14:tracePt t="60713" x="9467850" y="3959225"/>
          <p14:tracePt t="60733" x="9483725" y="3959225"/>
          <p14:tracePt t="60746" x="9499600" y="3959225"/>
          <p14:tracePt t="60753" x="9515475" y="3959225"/>
          <p14:tracePt t="60759" x="9531350" y="3959225"/>
          <p14:tracePt t="60765" x="9563100" y="3959225"/>
          <p14:tracePt t="60773" x="9594850" y="3959225"/>
          <p14:tracePt t="60778" x="9610725" y="3959225"/>
          <p14:tracePt t="60786" x="9658350" y="3959225"/>
          <p14:tracePt t="60794" x="9705975" y="3959225"/>
          <p14:tracePt t="60802" x="9753600" y="3959225"/>
          <p14:tracePt t="60810" x="9785350" y="3959225"/>
          <p14:tracePt t="60819" x="9801225" y="3959225"/>
          <p14:tracePt t="60827" x="9817100" y="3959225"/>
          <p14:tracePt t="60980" x="9832975" y="3959225"/>
          <p14:tracePt t="60986" x="9848850" y="3959225"/>
          <p14:tracePt t="60993" x="9864725" y="3959225"/>
          <p14:tracePt t="60998" x="9880600" y="3959225"/>
          <p14:tracePt t="61002" x="9896475" y="3959225"/>
          <p14:tracePt t="61010" x="9912350" y="3959225"/>
          <p14:tracePt t="61019" x="9944100" y="3959225"/>
          <p14:tracePt t="61027" x="9975850" y="3959225"/>
          <p14:tracePt t="61035" x="9991725" y="3959225"/>
          <p14:tracePt t="61044" x="10007600" y="3959225"/>
          <p14:tracePt t="61052" x="10039350" y="3959225"/>
          <p14:tracePt t="61060" x="10055225" y="3959225"/>
          <p14:tracePt t="61068" x="10085388" y="3959225"/>
          <p14:tracePt t="61077" x="10101263" y="3959225"/>
          <p14:tracePt t="61085" x="10133013" y="3959225"/>
          <p14:tracePt t="61093" x="10164763" y="3959225"/>
          <p14:tracePt t="61102" x="10180638" y="3959225"/>
          <p14:tracePt t="61110" x="10212388" y="3959225"/>
          <p14:tracePt t="61118" x="10228263" y="3959225"/>
          <p14:tracePt t="61128" x="10244138" y="3959225"/>
          <p14:tracePt t="61200" x="10260013" y="3959225"/>
          <p14:tracePt t="61213" x="10275888" y="3959225"/>
          <p14:tracePt t="61218" x="10291763" y="3959225"/>
          <p14:tracePt t="61225" x="10307638" y="3959225"/>
          <p14:tracePt t="61248" x="10323513" y="3959225"/>
          <p14:tracePt t="61260" x="10339388" y="3959225"/>
          <p14:tracePt t="61280" x="10355263" y="3959225"/>
          <p14:tracePt t="61286" x="10387013" y="3959225"/>
          <p14:tracePt t="61295" x="10387013" y="3975100"/>
          <p14:tracePt t="61300" x="10402888" y="3975100"/>
          <p14:tracePt t="61305" x="10418763" y="3975100"/>
          <p14:tracePt t="61310" x="10434638" y="3975100"/>
          <p14:tracePt t="61318" x="10466388" y="3990975"/>
          <p14:tracePt t="61327" x="10514013" y="3990975"/>
          <p14:tracePt t="61335" x="10545763" y="3990975"/>
          <p14:tracePt t="61343" x="10561638" y="4006850"/>
          <p14:tracePt t="61352" x="10577513" y="4006850"/>
          <p14:tracePt t="61413" x="10593388" y="4006850"/>
          <p14:tracePt t="61425" x="10609263" y="4006850"/>
          <p14:tracePt t="61433" x="10625138" y="4006850"/>
          <p14:tracePt t="61440" x="10641013" y="4006850"/>
          <p14:tracePt t="61495" x="10656888" y="4006850"/>
          <p14:tracePt t="61500" x="10671175" y="4006850"/>
          <p14:tracePt t="61510" x="10687050" y="4006850"/>
          <p14:tracePt t="61518" x="10702925" y="4006850"/>
          <p14:tracePt t="61526" x="10766425" y="4006850"/>
          <p14:tracePt t="61535" x="10782300" y="4006850"/>
          <p14:tracePt t="61551" x="10845800" y="4006850"/>
          <p14:tracePt t="61560" x="10861675" y="4006850"/>
          <p14:tracePt t="61568" x="10893425" y="4006850"/>
          <p14:tracePt t="61578" x="10909300" y="4006850"/>
          <p14:tracePt t="61585" x="10925175" y="4006850"/>
          <p14:tracePt t="61605" x="10941050" y="4006850"/>
          <p14:tracePt t="61613" x="10956925" y="4006850"/>
          <p14:tracePt t="61620" x="10972800" y="4006850"/>
          <p14:tracePt t="61633" x="10988675" y="4006850"/>
          <p14:tracePt t="61638" x="11004550" y="4006850"/>
          <p14:tracePt t="61645" x="11020425" y="4006850"/>
          <p14:tracePt t="61653" x="11036300" y="4006850"/>
          <p14:tracePt t="61660" x="11052175" y="4006850"/>
          <p14:tracePt t="61813" x="11068050" y="4006850"/>
          <p14:tracePt t="62058" x="11068050" y="4022725"/>
          <p14:tracePt t="67105" x="11036300" y="4038600"/>
          <p14:tracePt t="67106" x="11020425" y="4054475"/>
          <p14:tracePt t="67114" x="10972800" y="4070350"/>
          <p14:tracePt t="67121" x="10814050" y="4133850"/>
          <p14:tracePt t="67130" x="10609263" y="4229100"/>
          <p14:tracePt t="67138" x="10498138" y="4292600"/>
          <p14:tracePt t="67146" x="10101263" y="4451350"/>
          <p14:tracePt t="67154" x="9848850" y="4545013"/>
          <p14:tracePt t="67163" x="9610725" y="4640263"/>
          <p14:tracePt t="67171" x="9358313" y="4735513"/>
          <p14:tracePt t="67179" x="9040813" y="4846638"/>
          <p14:tracePt t="67188" x="8961438" y="4862513"/>
          <p14:tracePt t="67196" x="8804275" y="4894263"/>
          <p14:tracePt t="67205" x="8709025" y="4926013"/>
          <p14:tracePt t="67205" x="8661400" y="4941888"/>
          <p14:tracePt t="67206" x="8613775" y="4941888"/>
          <p14:tracePt t="67213" x="8597900" y="4957763"/>
          <p14:tracePt t="67221" x="8550275" y="4973638"/>
          <p14:tracePt t="67230" x="8502650" y="4973638"/>
          <p14:tracePt t="67238" x="8486775" y="4973638"/>
          <p14:tracePt t="67246" x="8407400" y="4989513"/>
          <p14:tracePt t="67254" x="8343900" y="4989513"/>
          <p14:tracePt t="67263" x="8248650" y="4989513"/>
          <p14:tracePt t="67271" x="8186738" y="4989513"/>
          <p14:tracePt t="67279" x="8059738" y="4989513"/>
          <p14:tracePt t="67288" x="7916863" y="4989513"/>
          <p14:tracePt t="67296" x="7853363" y="4989513"/>
          <p14:tracePt t="67304" x="7742238" y="4973638"/>
          <p14:tracePt t="67313" x="7600950" y="4941888"/>
          <p14:tracePt t="67321" x="7410450" y="4910138"/>
          <p14:tracePt t="67329" x="7283450" y="4878388"/>
          <p14:tracePt t="67338" x="7235825" y="4862513"/>
          <p14:tracePt t="67346" x="6999288" y="4814888"/>
          <p14:tracePt t="67354" x="6856413" y="4783138"/>
          <p14:tracePt t="67363" x="6697663" y="4751388"/>
          <p14:tracePt t="67371" x="6554788" y="4735513"/>
          <p14:tracePt t="67379" x="6350000" y="4703763"/>
          <p14:tracePt t="67388" x="6286500" y="4687888"/>
          <p14:tracePt t="67388" x="6254750" y="4687888"/>
          <p14:tracePt t="67396" x="6191250" y="4687888"/>
          <p14:tracePt t="67404" x="6111875" y="4672013"/>
          <p14:tracePt t="67413" x="6016625" y="4656138"/>
          <p14:tracePt t="67421" x="5905500" y="4640263"/>
          <p14:tracePt t="67429" x="5857875" y="4640263"/>
          <p14:tracePt t="67437" x="5810250" y="4624388"/>
          <p14:tracePt t="67446" x="5764213" y="4624388"/>
          <p14:tracePt t="67454" x="5668963" y="4608513"/>
          <p14:tracePt t="67462" x="5605463" y="4608513"/>
          <p14:tracePt t="67471" x="5557838" y="4592638"/>
          <p14:tracePt t="67479" x="5510213" y="4592638"/>
          <p14:tracePt t="67487" x="5478463" y="4592638"/>
          <p14:tracePt t="67496" x="5462588" y="4592638"/>
          <p14:tracePt t="67504" x="5414963" y="4592638"/>
          <p14:tracePt t="67512" x="5351463" y="4592638"/>
          <p14:tracePt t="67521" x="5287963" y="4592638"/>
          <p14:tracePt t="67529" x="5224463" y="4592638"/>
          <p14:tracePt t="67538" x="5208588" y="4592638"/>
          <p14:tracePt t="67546" x="5192713" y="4592638"/>
          <p14:tracePt t="67554" x="5178425" y="4592638"/>
          <p14:tracePt t="67562" x="5130800" y="4592638"/>
          <p14:tracePt t="67571" x="5083175" y="4592638"/>
          <p14:tracePt t="67579" x="5051425" y="4592638"/>
          <p14:tracePt t="67587" x="5035550" y="4592638"/>
          <p14:tracePt t="69493" x="5019675" y="4608513"/>
          <p14:tracePt t="69500" x="5003800" y="4608513"/>
          <p14:tracePt t="69505" x="5003800" y="4624388"/>
          <p14:tracePt t="69510" x="4987925" y="4640263"/>
          <p14:tracePt t="69519" x="4972050" y="4656138"/>
          <p14:tracePt t="69527" x="4924425" y="4672013"/>
          <p14:tracePt t="69535" x="4892675" y="4687888"/>
          <p14:tracePt t="69544" x="4876800" y="4687888"/>
          <p14:tracePt t="69552" x="4845050" y="4719638"/>
          <p14:tracePt t="69560" x="4781550" y="4751388"/>
          <p14:tracePt t="69569" x="4749800" y="4751388"/>
          <p14:tracePt t="69577" x="4718050" y="4767263"/>
          <p14:tracePt t="69586" x="4670425" y="4783138"/>
          <p14:tracePt t="69586" x="4654550" y="4783138"/>
          <p14:tracePt t="69594" x="4638675" y="4799013"/>
          <p14:tracePt t="69602" x="4606925" y="4799013"/>
          <p14:tracePt t="69610" x="4591050" y="4799013"/>
          <p14:tracePt t="69619" x="4575175" y="4799013"/>
          <p14:tracePt t="69627" x="4529138" y="4799013"/>
          <p14:tracePt t="69635" x="4513263" y="4799013"/>
          <p14:tracePt t="69644" x="4497388" y="4799013"/>
          <p14:tracePt t="69652" x="4481513" y="4799013"/>
          <p14:tracePt t="69660" x="4449763" y="4799013"/>
          <p14:tracePt t="69669" x="4433888" y="4799013"/>
          <p14:tracePt t="69677" x="4418013" y="4799013"/>
          <p14:tracePt t="69685" x="4402138" y="4799013"/>
          <p14:tracePt t="69700" x="4386263" y="4799013"/>
          <p14:tracePt t="69745" x="4370388" y="4799013"/>
          <p14:tracePt t="69753" x="4354513" y="4799013"/>
          <p14:tracePt t="69760" x="4322763" y="4799013"/>
          <p14:tracePt t="69769" x="4291013" y="4799013"/>
          <p14:tracePt t="69777" x="4227513" y="4799013"/>
          <p14:tracePt t="69785" x="4195763" y="4799013"/>
          <p14:tracePt t="69794" x="4179888" y="4783138"/>
          <p14:tracePt t="69802" x="4132263" y="4767263"/>
          <p14:tracePt t="69810" x="4084638" y="4751388"/>
          <p14:tracePt t="69819" x="4037013" y="4735513"/>
          <p14:tracePt t="69827" x="3927475" y="4703763"/>
          <p14:tracePt t="69835" x="3863975" y="4672013"/>
          <p14:tracePt t="69843" x="3816350" y="4672013"/>
          <p14:tracePt t="69852" x="3752850" y="4656138"/>
          <p14:tracePt t="69860" x="3657600" y="4624388"/>
          <p14:tracePt t="69868" x="3578225" y="4576763"/>
          <p14:tracePt t="69877" x="3482975" y="4513263"/>
          <p14:tracePt t="69885" x="3467100" y="4497388"/>
          <p14:tracePt t="69893" x="3341688" y="4419600"/>
          <p14:tracePt t="69902" x="3278188" y="4371975"/>
          <p14:tracePt t="69910" x="3198813" y="4324350"/>
          <p14:tracePt t="69918" x="3119438" y="4292600"/>
          <p14:tracePt t="69927" x="2960688" y="4213225"/>
          <p14:tracePt t="69935" x="2913063" y="4181475"/>
          <p14:tracePt t="69943" x="2833688" y="4149725"/>
          <p14:tracePt t="69952" x="2754313" y="4133850"/>
          <p14:tracePt t="69960" x="2692400" y="4102100"/>
          <p14:tracePt t="69968" x="2660650" y="4070350"/>
          <p14:tracePt t="69977" x="2644775" y="4070350"/>
          <p14:tracePt t="69985" x="2597150" y="4054475"/>
          <p14:tracePt t="69993" x="2533650" y="4022725"/>
          <p14:tracePt t="70002" x="2501900" y="4022725"/>
          <p14:tracePt t="70010" x="2470150" y="3990975"/>
          <p14:tracePt t="70019" x="2422525" y="3990975"/>
          <p14:tracePt t="70019" x="2406650" y="3975100"/>
          <p14:tracePt t="70026" x="2374900" y="3975100"/>
          <p14:tracePt t="70035" x="2343150" y="3975100"/>
          <p14:tracePt t="70043" x="2327275" y="3975100"/>
          <p14:tracePt t="70052" x="2311400" y="3975100"/>
          <p14:tracePt t="70060" x="2295525" y="3975100"/>
          <p14:tracePt t="70068" x="2263775" y="3959225"/>
          <p14:tracePt t="70077" x="2247900" y="3959225"/>
          <p14:tracePt t="70085" x="2232025" y="3959225"/>
          <p14:tracePt t="70093" x="2216150" y="3959225"/>
          <p14:tracePt t="70102" x="2200275" y="3959225"/>
          <p14:tracePt t="70110" x="2168525" y="3959225"/>
          <p14:tracePt t="70118" x="2106613" y="3959225"/>
          <p14:tracePt t="70126" x="2043113" y="3959225"/>
          <p14:tracePt t="70135" x="2027238" y="3959225"/>
          <p14:tracePt t="70143" x="1995488" y="3959225"/>
          <p14:tracePt t="70151" x="1963738" y="3959225"/>
          <p14:tracePt t="70160" x="1931988" y="3959225"/>
          <p14:tracePt t="70168" x="1916113" y="3959225"/>
          <p14:tracePt t="70176" x="1900238" y="3959225"/>
          <p14:tracePt t="70185" x="1884363" y="3959225"/>
          <p14:tracePt t="70194" x="1868488" y="3959225"/>
          <p14:tracePt t="70201" x="1836738" y="3959225"/>
          <p14:tracePt t="70210" x="1804988" y="3959225"/>
          <p14:tracePt t="70218" x="1757363" y="3959225"/>
          <p14:tracePt t="70226" x="1662113" y="3959225"/>
          <p14:tracePt t="70235" x="1630363" y="3975100"/>
          <p14:tracePt t="70243" x="1566863" y="3990975"/>
          <p14:tracePt t="70251" x="1520825" y="3990975"/>
          <p14:tracePt t="70260" x="1441450" y="4006850"/>
          <p14:tracePt t="70268" x="1377950" y="4006850"/>
          <p14:tracePt t="70276" x="1362075" y="4006850"/>
          <p14:tracePt t="70285" x="1314450" y="4022725"/>
          <p14:tracePt t="70293" x="1282700" y="4022725"/>
          <p14:tracePt t="70301" x="1235075" y="4022725"/>
          <p14:tracePt t="70310" x="1219200" y="4022725"/>
          <p14:tracePt t="70345" x="1203325" y="4022725"/>
          <p14:tracePt t="70355" x="1187450" y="4022725"/>
          <p14:tracePt t="70560" x="1203325" y="4022725"/>
          <p14:tracePt t="70573" x="1219200" y="4022725"/>
          <p14:tracePt t="70585" x="1235075" y="4022725"/>
          <p14:tracePt t="70594" x="1250950" y="4022725"/>
          <p14:tracePt t="70600" x="1266825" y="4022725"/>
          <p14:tracePt t="70605" x="1282700" y="4038600"/>
          <p14:tracePt t="70609" x="1298575" y="4038600"/>
          <p14:tracePt t="70618" x="1330325" y="4038600"/>
          <p14:tracePt t="70626" x="1393825" y="4038600"/>
          <p14:tracePt t="70635" x="1409700" y="4054475"/>
          <p14:tracePt t="70643" x="1473200" y="4054475"/>
          <p14:tracePt t="70651" x="1520825" y="4070350"/>
          <p14:tracePt t="70660" x="1550988" y="4070350"/>
          <p14:tracePt t="70660" x="1566863" y="4070350"/>
          <p14:tracePt t="70668" x="1598613" y="4086225"/>
          <p14:tracePt t="70676" x="1630363" y="4086225"/>
          <p14:tracePt t="70685" x="1662113" y="4086225"/>
          <p14:tracePt t="70693" x="1677988" y="4086225"/>
          <p14:tracePt t="70701" x="1741488" y="4086225"/>
          <p14:tracePt t="70709" x="1757363" y="4102100"/>
          <p14:tracePt t="70718" x="1804988" y="4102100"/>
          <p14:tracePt t="70726" x="1852613" y="4102100"/>
          <p14:tracePt t="70734" x="1884363" y="4102100"/>
          <p14:tracePt t="70743" x="1931988" y="4117975"/>
          <p14:tracePt t="70751" x="1963738" y="4117975"/>
          <p14:tracePt t="70759" x="2027238" y="4117975"/>
          <p14:tracePt t="70768" x="2122488" y="4133850"/>
          <p14:tracePt t="70776" x="2136775" y="4133850"/>
          <p14:tracePt t="70784" x="2232025" y="4133850"/>
          <p14:tracePt t="70793" x="2359025" y="4149725"/>
          <p14:tracePt t="70801" x="2406650" y="4149725"/>
          <p14:tracePt t="70809" x="2470150" y="4149725"/>
          <p14:tracePt t="70818" x="2533650" y="4149725"/>
          <p14:tracePt t="70826" x="2581275" y="4149725"/>
          <p14:tracePt t="70834" x="2613025" y="4149725"/>
          <p14:tracePt t="70842" x="2628900" y="4149725"/>
          <p14:tracePt t="70851" x="2660650" y="4149725"/>
          <p14:tracePt t="70865" x="2676525" y="4149725"/>
          <p14:tracePt t="70875" x="2692400" y="4149725"/>
          <p14:tracePt t="70880" x="2708275" y="4149725"/>
          <p14:tracePt t="70888" x="2724150" y="4149725"/>
          <p14:tracePt t="70893" x="2740025" y="4149725"/>
          <p14:tracePt t="70901" x="2786063" y="4133850"/>
          <p14:tracePt t="70909" x="2849563" y="4133850"/>
          <p14:tracePt t="70918" x="2881313" y="4133850"/>
          <p14:tracePt t="70926" x="3040063" y="4102100"/>
          <p14:tracePt t="70934" x="3167063" y="4086225"/>
          <p14:tracePt t="70942" x="3262313" y="4070350"/>
          <p14:tracePt t="70951" x="3341688" y="4054475"/>
          <p14:tracePt t="70959" x="3387725" y="4054475"/>
          <p14:tracePt t="70967" x="3403600" y="4038600"/>
          <p14:tracePt t="70976" x="3419475" y="4022725"/>
          <p14:tracePt t="70984" x="3435350" y="4022725"/>
          <p14:tracePt t="70993" x="3435350" y="4006850"/>
          <p14:tracePt t="70993" x="3451225" y="4006850"/>
          <p14:tracePt t="71005" x="3467100" y="4006850"/>
          <p14:tracePt t="71009" x="3482975" y="3990975"/>
          <p14:tracePt t="71017" x="3514725" y="3975100"/>
          <p14:tracePt t="71026" x="3546475" y="3959225"/>
          <p14:tracePt t="71034" x="3578225" y="3927475"/>
          <p14:tracePt t="71042" x="3609975" y="3927475"/>
          <p14:tracePt t="71051" x="3641725" y="3911600"/>
          <p14:tracePt t="71059" x="3657600" y="3879850"/>
          <p14:tracePt t="71067" x="3673475" y="3863975"/>
          <p14:tracePt t="71076" x="3689350" y="3848100"/>
          <p14:tracePt t="71095" x="3689350" y="3832225"/>
          <p14:tracePt t="71100" x="3705225" y="3832225"/>
          <p14:tracePt t="71105" x="3705225" y="3816350"/>
          <p14:tracePt t="71109" x="3705225" y="3800475"/>
          <p14:tracePt t="71117" x="3705225" y="3784600"/>
          <p14:tracePt t="71126" x="3736975" y="3770313"/>
          <p14:tracePt t="71134" x="3752850" y="3722688"/>
          <p14:tracePt t="71142" x="3768725" y="3690938"/>
          <p14:tracePt t="71151" x="3784600" y="3643313"/>
          <p14:tracePt t="71159" x="3800475" y="3611563"/>
          <p14:tracePt t="71167" x="3800475" y="3563938"/>
          <p14:tracePt t="71176" x="3800475" y="3516313"/>
          <p14:tracePt t="71184" x="3800475" y="3500438"/>
          <p14:tracePt t="71192" x="3800475" y="3468688"/>
          <p14:tracePt t="71200" x="3800475" y="3421063"/>
          <p14:tracePt t="71209" x="3800475" y="3373438"/>
          <p14:tracePt t="71217" x="3800475" y="3341688"/>
          <p14:tracePt t="71225" x="3800475" y="3309938"/>
          <p14:tracePt t="71234" x="3800475" y="3278188"/>
          <p14:tracePt t="71242" x="3800475" y="3246438"/>
          <p14:tracePt t="71250" x="3800475" y="3230563"/>
          <p14:tracePt t="71259" x="3800475" y="3198813"/>
          <p14:tracePt t="71267" x="3800475" y="3182938"/>
          <p14:tracePt t="71275" x="3800475" y="3151188"/>
          <p14:tracePt t="71284" x="3800475" y="3135313"/>
          <p14:tracePt t="71292" x="3784600" y="3103563"/>
          <p14:tracePt t="71300" x="3768725" y="3073400"/>
          <p14:tracePt t="71309" x="3736975" y="3057525"/>
          <p14:tracePt t="71317" x="3721100" y="3025775"/>
          <p14:tracePt t="71326" x="3689350" y="2994025"/>
          <p14:tracePt t="71334" x="3657600" y="2946400"/>
          <p14:tracePt t="71342" x="3594100" y="2898775"/>
          <p14:tracePt t="71350" x="3562350" y="2867025"/>
          <p14:tracePt t="71359" x="3498850" y="2819400"/>
          <p14:tracePt t="71367" x="3403600" y="2787650"/>
          <p14:tracePt t="71375" x="3341688" y="2740025"/>
          <p14:tracePt t="71384" x="3309938" y="2740025"/>
          <p14:tracePt t="71392" x="3262313" y="2708275"/>
          <p14:tracePt t="71401" x="3198813" y="2692400"/>
          <p14:tracePt t="71409" x="3151188" y="2692400"/>
          <p14:tracePt t="71417" x="3135313" y="2676525"/>
          <p14:tracePt t="71425" x="3087688" y="2660650"/>
          <p14:tracePt t="71434" x="3040063" y="2644775"/>
          <p14:tracePt t="71442" x="3008313" y="2628900"/>
          <p14:tracePt t="71450" x="2960688" y="2628900"/>
          <p14:tracePt t="71459" x="2913063" y="2628900"/>
          <p14:tracePt t="71467" x="2865438" y="2628900"/>
          <p14:tracePt t="71478" x="2833688" y="2613025"/>
          <p14:tracePt t="71484" x="2817813" y="2613025"/>
          <p14:tracePt t="71492" x="2801938" y="2613025"/>
          <p14:tracePt t="71500" x="2754313" y="2597150"/>
          <p14:tracePt t="71509" x="2724150" y="2597150"/>
          <p14:tracePt t="71517" x="2692400" y="2597150"/>
          <p14:tracePt t="71525" x="2644775" y="2597150"/>
          <p14:tracePt t="71533" x="2597150" y="2597150"/>
          <p14:tracePt t="71542" x="2549525" y="2597150"/>
          <p14:tracePt t="71550" x="2470150" y="2597150"/>
          <p14:tracePt t="71559" x="2390775" y="2597150"/>
          <p14:tracePt t="71567" x="2295525" y="2597150"/>
          <p14:tracePt t="71575" x="2263775" y="2597150"/>
          <p14:tracePt t="71583" x="2168525" y="2597150"/>
          <p14:tracePt t="71592" x="2090738" y="2597150"/>
          <p14:tracePt t="71600" x="1979613" y="2597150"/>
          <p14:tracePt t="71608" x="1916113" y="2597150"/>
          <p14:tracePt t="71617" x="1852613" y="2597150"/>
          <p14:tracePt t="71625" x="1820863" y="2597150"/>
          <p14:tracePt t="71633" x="1773238" y="2597150"/>
          <p14:tracePt t="71642" x="1741488" y="2597150"/>
          <p14:tracePt t="71650" x="1693863" y="2597150"/>
          <p14:tracePt t="71658" x="1630363" y="2597150"/>
          <p14:tracePt t="71667" x="1582738" y="2597150"/>
          <p14:tracePt t="71675" x="1566863" y="2597150"/>
          <p14:tracePt t="71683" x="1535113" y="2613025"/>
          <p14:tracePt t="71692" x="1520825" y="2613025"/>
          <p14:tracePt t="71700" x="1504950" y="2613025"/>
          <p14:tracePt t="71708" x="1473200" y="2628900"/>
          <p14:tracePt t="71717" x="1457325" y="2628900"/>
          <p14:tracePt t="71725" x="1441450" y="2644775"/>
          <p14:tracePt t="71733" x="1409700" y="2660650"/>
          <p14:tracePt t="71742" x="1377950" y="2660650"/>
          <p14:tracePt t="71750" x="1330325" y="2676525"/>
          <p14:tracePt t="71758" x="1298575" y="2692400"/>
          <p14:tracePt t="71767" x="1219200" y="2724150"/>
          <p14:tracePt t="71775" x="1187450" y="2740025"/>
          <p14:tracePt t="71783" x="1155700" y="2740025"/>
          <p14:tracePt t="71792" x="1123950" y="2771775"/>
          <p14:tracePt t="71800" x="1108075" y="2787650"/>
          <p14:tracePt t="71808" x="1076325" y="2803525"/>
          <p14:tracePt t="71817" x="1060450" y="2819400"/>
          <p14:tracePt t="71825" x="1044575" y="2835275"/>
          <p14:tracePt t="71833" x="1012825" y="2867025"/>
          <p14:tracePt t="71842" x="996950" y="2898775"/>
          <p14:tracePt t="71850" x="965200" y="2914650"/>
          <p14:tracePt t="71858" x="949325" y="2962275"/>
          <p14:tracePt t="71867" x="887413" y="3057525"/>
          <p14:tracePt t="71875" x="887413" y="3073400"/>
          <p14:tracePt t="71883" x="855663" y="3135313"/>
          <p14:tracePt t="71891" x="855663" y="3182938"/>
          <p14:tracePt t="71900" x="839788" y="3246438"/>
          <p14:tracePt t="71908" x="839788" y="3262313"/>
          <p14:tracePt t="71916" x="839788" y="3294063"/>
          <p14:tracePt t="71925" x="839788" y="3309938"/>
          <p14:tracePt t="71933" x="839788" y="3325813"/>
          <p14:tracePt t="71941" x="839788" y="3357563"/>
          <p14:tracePt t="71950" x="839788" y="3373438"/>
          <p14:tracePt t="71958" x="839788" y="3389313"/>
          <p14:tracePt t="71966" x="871538" y="3421063"/>
          <p14:tracePt t="71975" x="887413" y="3452813"/>
          <p14:tracePt t="71983" x="887413" y="3468688"/>
          <p14:tracePt t="71991" x="917575" y="3500438"/>
          <p14:tracePt t="72000" x="965200" y="3579813"/>
          <p14:tracePt t="72008" x="996950" y="3595688"/>
          <p14:tracePt t="72016" x="1028700" y="3643313"/>
          <p14:tracePt t="72025" x="1044575" y="3643313"/>
          <p14:tracePt t="72033" x="1044575" y="3659188"/>
          <p14:tracePt t="72041" x="1076325" y="3675063"/>
          <p14:tracePt t="72050" x="1123950" y="3690938"/>
          <p14:tracePt t="72058" x="1139825" y="3706813"/>
          <p14:tracePt t="72066" x="1219200" y="3738563"/>
          <p14:tracePt t="72075" x="1250950" y="3754438"/>
          <p14:tracePt t="72083" x="1282700" y="3770313"/>
          <p14:tracePt t="72091" x="1314450" y="3784600"/>
          <p14:tracePt t="72100" x="1377950" y="3800475"/>
          <p14:tracePt t="72108" x="1409700" y="3800475"/>
          <p14:tracePt t="72116" x="1425575" y="3800475"/>
          <p14:tracePt t="72125" x="1441450" y="3800475"/>
          <p14:tracePt t="72133" x="1489075" y="3800475"/>
          <p14:tracePt t="72141" x="1535113" y="3816350"/>
          <p14:tracePt t="72149" x="1614488" y="3816350"/>
          <p14:tracePt t="72158" x="1630363" y="3816350"/>
          <p14:tracePt t="72166" x="1789113" y="3816350"/>
          <p14:tracePt t="72175" x="1804988" y="3816350"/>
          <p14:tracePt t="72183" x="1868488" y="3816350"/>
          <p14:tracePt t="72191" x="1900238" y="3816350"/>
          <p14:tracePt t="72200" x="1916113" y="3816350"/>
          <p14:tracePt t="72240" x="1931988" y="3816350"/>
          <p14:tracePt t="72245" x="1947863" y="3816350"/>
          <p14:tracePt t="72253" x="1963738" y="3816350"/>
          <p14:tracePt t="72258" x="1979613" y="3816350"/>
          <p14:tracePt t="72266" x="2027238" y="3832225"/>
          <p14:tracePt t="72275" x="2043113" y="3832225"/>
          <p14:tracePt t="72283" x="2074863" y="3832225"/>
          <p14:tracePt t="72291" x="2090738" y="3832225"/>
          <p14:tracePt t="72300" x="2122488" y="3832225"/>
          <p14:tracePt t="72308" x="2136775" y="3832225"/>
          <p14:tracePt t="72316" x="2152650" y="3832225"/>
          <p14:tracePt t="72324" x="2168525" y="3848100"/>
          <p14:tracePt t="72333" x="2184400" y="3848100"/>
          <p14:tracePt t="72341" x="2247900" y="3879850"/>
          <p14:tracePt t="72349" x="2311400" y="3895725"/>
          <p14:tracePt t="72358" x="2359025" y="3895725"/>
          <p14:tracePt t="72366" x="2486025" y="3927475"/>
          <p14:tracePt t="72375" x="2565400" y="3943350"/>
          <p14:tracePt t="72383" x="2613025" y="3943350"/>
          <p14:tracePt t="72391" x="2628900" y="3959225"/>
          <p14:tracePt t="72399" x="2644775" y="3959225"/>
          <p14:tracePt t="72468" x="2660650" y="3959225"/>
          <p14:tracePt t="72473" x="2676525" y="3959225"/>
          <p14:tracePt t="72715" x="2676525" y="3975100"/>
          <p14:tracePt t="72725" x="2692400" y="3990975"/>
          <p14:tracePt t="72726" x="2708275" y="4006850"/>
          <p14:tracePt t="72735" x="2724150" y="4006850"/>
          <p14:tracePt t="72748" x="2724150" y="4022725"/>
          <p14:tracePt t="72753" x="2740025" y="4022725"/>
          <p14:tracePt t="72757" x="2740025" y="4038600"/>
          <p14:tracePt t="72766" x="2754313" y="4054475"/>
          <p14:tracePt t="72774" x="2754313" y="4086225"/>
          <p14:tracePt t="72782" x="2754313" y="4117975"/>
          <p14:tracePt t="72791" x="2770188" y="4149725"/>
          <p14:tracePt t="72799" x="2786063" y="4181475"/>
          <p14:tracePt t="72807" x="2786063" y="4229100"/>
          <p14:tracePt t="72816" x="2801938" y="4260850"/>
          <p14:tracePt t="72824" x="2817813" y="4260850"/>
          <p14:tracePt t="72832" x="2817813" y="4276725"/>
          <p14:tracePt t="72840" x="2817813" y="4308475"/>
          <p14:tracePt t="72860" x="2817813" y="4324350"/>
          <p14:tracePt t="72868" x="2817813" y="4340225"/>
          <p14:tracePt t="73255" x="2801938" y="4340225"/>
          <p14:tracePt t="73273" x="2786063" y="4340225"/>
          <p14:tracePt t="73280" x="2770188" y="4340225"/>
          <p14:tracePt t="73300" x="2754313" y="4340225"/>
          <p14:tracePt t="73305" x="2740025" y="4340225"/>
          <p14:tracePt t="73313" x="2724150" y="4340225"/>
          <p14:tracePt t="73328" x="2724150" y="4324350"/>
          <p14:tracePt t="73335" x="2708275" y="4324350"/>
          <p14:tracePt t="73345" x="2692400" y="4324350"/>
          <p14:tracePt t="73353" x="2676525" y="4324350"/>
          <p14:tracePt t="73355" x="2660650" y="4324350"/>
          <p14:tracePt t="73360" x="2644775" y="4324350"/>
          <p14:tracePt t="73366" x="2628900" y="4324350"/>
          <p14:tracePt t="73373" x="2613025" y="4324350"/>
          <p14:tracePt t="73382" x="2597150" y="4324350"/>
          <p14:tracePt t="73390" x="2565400" y="4324350"/>
          <p14:tracePt t="73398" x="2549525" y="4324350"/>
          <p14:tracePt t="73407" x="2533650" y="4324350"/>
          <p14:tracePt t="73415" x="2501900" y="4324350"/>
          <p14:tracePt t="73423" x="2486025" y="4324350"/>
          <p14:tracePt t="73432" x="2470150" y="4324350"/>
          <p14:tracePt t="73440" x="2422525" y="4324350"/>
          <p14:tracePt t="73448" x="2406650" y="4324350"/>
          <p14:tracePt t="73457" x="2390775" y="4324350"/>
          <p14:tracePt t="73465" x="2374900" y="4324350"/>
          <p14:tracePt t="73480" x="2359025" y="4324350"/>
          <p14:tracePt t="73505" x="2359025" y="4340225"/>
          <p14:tracePt t="73515" x="2343150" y="4340225"/>
          <p14:tracePt t="73525" x="2327275" y="4340225"/>
          <p14:tracePt t="73540" x="2311400" y="4356100"/>
          <p14:tracePt t="73545" x="2295525" y="4356100"/>
          <p14:tracePt t="73548" x="2279650" y="4356100"/>
          <p14:tracePt t="73557" x="2263775" y="4387850"/>
          <p14:tracePt t="73565" x="2247900" y="4387850"/>
          <p14:tracePt t="73573" x="2232025" y="4419600"/>
          <p14:tracePt t="73582" x="2200275" y="4435475"/>
          <p14:tracePt t="73590" x="2184400" y="4465638"/>
          <p14:tracePt t="73598" x="2168525" y="4497388"/>
          <p14:tracePt t="73607" x="2136775" y="4529138"/>
          <p14:tracePt t="73615" x="2136775" y="4545013"/>
          <p14:tracePt t="73623" x="2122488" y="4560888"/>
          <p14:tracePt t="73632" x="2122488" y="4592638"/>
          <p14:tracePt t="73640" x="2122488" y="4640263"/>
          <p14:tracePt t="73648" x="2106613" y="4672013"/>
          <p14:tracePt t="73657" x="2090738" y="4703763"/>
          <p14:tracePt t="73665" x="2090738" y="4719638"/>
          <p14:tracePt t="73673" x="2074863" y="4767263"/>
          <p14:tracePt t="73682" x="2074863" y="4783138"/>
          <p14:tracePt t="73690" x="2074863" y="4814888"/>
          <p14:tracePt t="73698" x="2074863" y="4846638"/>
          <p14:tracePt t="73706" x="2058988" y="4894263"/>
          <p14:tracePt t="73715" x="2058988" y="4910138"/>
          <p14:tracePt t="73723" x="2058988" y="4941888"/>
          <p14:tracePt t="73731" x="2058988" y="4989513"/>
          <p14:tracePt t="73740" x="2058988" y="5037138"/>
          <p14:tracePt t="73748" x="2058988" y="5100638"/>
          <p14:tracePt t="73756" x="2058988" y="5132388"/>
          <p14:tracePt t="73765" x="2058988" y="5146675"/>
          <p14:tracePt t="73773" x="2074863" y="5178425"/>
          <p14:tracePt t="73781" x="2090738" y="5226050"/>
          <p14:tracePt t="73790" x="2106613" y="5257800"/>
          <p14:tracePt t="73798" x="2106613" y="5273675"/>
          <p14:tracePt t="73806" x="2122488" y="5289550"/>
          <p14:tracePt t="73815" x="2136775" y="5321300"/>
          <p14:tracePt t="73823" x="2152650" y="5321300"/>
          <p14:tracePt t="73831" x="2152650" y="5337175"/>
          <p14:tracePt t="73840" x="2184400" y="5353050"/>
          <p14:tracePt t="73848" x="2200275" y="5384800"/>
          <p14:tracePt t="73856" x="2232025" y="5400675"/>
          <p14:tracePt t="73865" x="2232025" y="5416550"/>
          <p14:tracePt t="73873" x="2263775" y="5432425"/>
          <p14:tracePt t="73881" x="2279650" y="5432425"/>
          <p14:tracePt t="73890" x="2311400" y="5464175"/>
          <p14:tracePt t="73898" x="2327275" y="5480050"/>
          <p14:tracePt t="73906" x="2343150" y="5480050"/>
          <p14:tracePt t="73915" x="2359025" y="5480050"/>
          <p14:tracePt t="73923" x="2390775" y="5495925"/>
          <p14:tracePt t="73931" x="2438400" y="5495925"/>
          <p14:tracePt t="73940" x="2501900" y="5495925"/>
          <p14:tracePt t="73948" x="2613025" y="5495925"/>
          <p14:tracePt t="73956" x="2628900" y="5495925"/>
          <p14:tracePt t="73965" x="2676525" y="5495925"/>
          <p14:tracePt t="73973" x="2754313" y="5495925"/>
          <p14:tracePt t="73981" x="2833688" y="5495925"/>
          <p14:tracePt t="73990" x="2865438" y="5495925"/>
          <p14:tracePt t="73998" x="2881313" y="5480050"/>
          <p14:tracePt t="74006" x="2913063" y="5480050"/>
          <p14:tracePt t="74015" x="2928938" y="5480050"/>
          <p14:tracePt t="74023" x="2944813" y="5464175"/>
          <p14:tracePt t="74031" x="2960688" y="5448300"/>
          <p14:tracePt t="74040" x="2976563" y="5448300"/>
          <p14:tracePt t="74048" x="3024188" y="5416550"/>
          <p14:tracePt t="74056" x="3055938" y="5400675"/>
          <p14:tracePt t="74065" x="3087688" y="5384800"/>
          <p14:tracePt t="74073" x="3087688" y="5368925"/>
          <p14:tracePt t="74081" x="3135313" y="5353050"/>
          <p14:tracePt t="74089" x="3135313" y="5321300"/>
          <p14:tracePt t="74098" x="3182938" y="5305425"/>
          <p14:tracePt t="74106" x="3214688" y="5273675"/>
          <p14:tracePt t="74114" x="3246438" y="5241925"/>
          <p14:tracePt t="74123" x="3294063" y="5194300"/>
          <p14:tracePt t="74131" x="3309938" y="5162550"/>
          <p14:tracePt t="74140" x="3341688" y="5132388"/>
          <p14:tracePt t="74140" x="3341688" y="5116513"/>
          <p14:tracePt t="74148" x="3355975" y="5084763"/>
          <p14:tracePt t="74156" x="3355975" y="5068888"/>
          <p14:tracePt t="74164" x="3355975" y="5021263"/>
          <p14:tracePt t="74173" x="3371850" y="5005388"/>
          <p14:tracePt t="74181" x="3371850" y="4926013"/>
          <p14:tracePt t="74189" x="3371850" y="4878388"/>
          <p14:tracePt t="74198" x="3371850" y="4814888"/>
          <p14:tracePt t="74206" x="3371850" y="4767263"/>
          <p14:tracePt t="74215" x="3371850" y="4735513"/>
          <p14:tracePt t="74223" x="3371850" y="4703763"/>
          <p14:tracePt t="74231" x="3371850" y="4672013"/>
          <p14:tracePt t="74239" x="3355975" y="4624388"/>
          <p14:tracePt t="74248" x="3341688" y="4592638"/>
          <p14:tracePt t="74256" x="3341688" y="4576763"/>
          <p14:tracePt t="74264" x="3325813" y="4545013"/>
          <p14:tracePt t="74273" x="3294063" y="4529138"/>
          <p14:tracePt t="74281" x="3262313" y="4497388"/>
          <p14:tracePt t="74289" x="3246438" y="4465638"/>
          <p14:tracePt t="74298" x="3230563" y="4451350"/>
          <p14:tracePt t="74306" x="3198813" y="4419600"/>
          <p14:tracePt t="74314" x="3167063" y="4419600"/>
          <p14:tracePt t="74323" x="3151188" y="4387850"/>
          <p14:tracePt t="74331" x="3119438" y="4371975"/>
          <p14:tracePt t="74339" x="3071813" y="4356100"/>
          <p14:tracePt t="74348" x="3024188" y="4324350"/>
          <p14:tracePt t="74356" x="2992438" y="4324350"/>
          <p14:tracePt t="74364" x="2960688" y="4324350"/>
          <p14:tracePt t="74373" x="2928938" y="4308475"/>
          <p14:tracePt t="74381" x="2881313" y="4308475"/>
          <p14:tracePt t="74389" x="2849563" y="4292600"/>
          <p14:tracePt t="74398" x="2817813" y="4292600"/>
          <p14:tracePt t="74406" x="2754313" y="4292600"/>
          <p14:tracePt t="74414" x="2676525" y="4292600"/>
          <p14:tracePt t="74422" x="2628900" y="4292600"/>
          <p14:tracePt t="74431" x="2581275" y="4292600"/>
          <p14:tracePt t="74439" x="2533650" y="4308475"/>
          <p14:tracePt t="74449" x="2501900" y="4308475"/>
          <p14:tracePt t="74460" x="2486025" y="4308475"/>
          <p14:tracePt t="74466" x="2470150" y="4308475"/>
          <p14:tracePt t="74473" x="2454275" y="4308475"/>
          <p14:tracePt t="74481" x="2422525" y="4324350"/>
          <p14:tracePt t="74489" x="2406650" y="4324350"/>
          <p14:tracePt t="74497" x="2390775" y="4324350"/>
          <p14:tracePt t="74506" x="2359025" y="4340225"/>
          <p14:tracePt t="74514" x="2343150" y="4356100"/>
          <p14:tracePt t="74522" x="2311400" y="4356100"/>
          <p14:tracePt t="74535" x="2295525" y="4371975"/>
          <p14:tracePt t="74540" x="2279650" y="4371975"/>
          <p14:tracePt t="74548" x="2263775" y="4387850"/>
          <p14:tracePt t="74565" x="2247900" y="4387850"/>
          <p14:tracePt t="74566" x="2232025" y="4387850"/>
          <p14:tracePt t="74573" x="2232025" y="4403725"/>
          <p14:tracePt t="74581" x="2216150" y="4419600"/>
          <p14:tracePt t="74589" x="2200275" y="4435475"/>
          <p14:tracePt t="74597" x="2184400" y="4435475"/>
          <p14:tracePt t="74608" x="2168525" y="4435475"/>
          <p14:tracePt t="74614" x="2168525" y="4451350"/>
          <p14:tracePt t="74633" x="2152650" y="4451350"/>
          <p14:tracePt t="74640" x="2152650" y="4465638"/>
          <p14:tracePt t="74675" x="2152650" y="4481513"/>
          <p14:tracePt t="74680" x="2136775" y="4481513"/>
          <p14:tracePt t="74685" x="2136775" y="4497388"/>
          <p14:tracePt t="74689" x="2122488" y="4513263"/>
          <p14:tracePt t="74697" x="2122488" y="4529138"/>
          <p14:tracePt t="74706" x="2106613" y="4545013"/>
          <p14:tracePt t="74714" x="2106613" y="4576763"/>
          <p14:tracePt t="74722" x="2106613" y="4592638"/>
          <p14:tracePt t="74733" x="2106613" y="4608513"/>
          <p14:tracePt t="74745" x="2106613" y="4624388"/>
          <p14:tracePt t="74885" x="2090738" y="4624388"/>
          <p14:tracePt t="74893" x="2074863" y="4624388"/>
          <p14:tracePt t="77766" x="2074863" y="4656138"/>
          <p14:tracePt t="77773" x="2074863" y="4687888"/>
          <p14:tracePt t="77775" x="2074863" y="4703763"/>
          <p14:tracePt t="77780" x="2090738" y="4719638"/>
          <p14:tracePt t="77786" x="2090738" y="4735513"/>
          <p14:tracePt t="77795" x="2090738" y="4767263"/>
          <p14:tracePt t="77803" x="2090738" y="4783138"/>
          <p14:tracePt t="77811" x="2106613" y="4830763"/>
          <p14:tracePt t="77819" x="2106613" y="4878388"/>
          <p14:tracePt t="77828" x="2106613" y="4910138"/>
          <p14:tracePt t="77836" x="2106613" y="4941888"/>
          <p14:tracePt t="77844" x="2106613" y="4957763"/>
          <p14:tracePt t="77853" x="2106613" y="4989513"/>
          <p14:tracePt t="77861" x="2106613" y="5021263"/>
          <p14:tracePt t="77869" x="2106613" y="5053013"/>
          <p14:tracePt t="77877" x="2122488" y="5053013"/>
          <p14:tracePt t="77886" x="2136775" y="5084763"/>
          <p14:tracePt t="77895" x="2152650" y="5100638"/>
          <p14:tracePt t="77905" x="2152650" y="5116513"/>
          <p14:tracePt t="77911" x="2152650" y="5132388"/>
          <p14:tracePt t="77919" x="2168525" y="5146675"/>
          <p14:tracePt t="77928" x="2200275" y="5194300"/>
          <p14:tracePt t="77936" x="2200275" y="5210175"/>
          <p14:tracePt t="77944" x="2232025" y="5226050"/>
          <p14:tracePt t="77953" x="2247900" y="5257800"/>
          <p14:tracePt t="77961" x="2279650" y="5289550"/>
          <p14:tracePt t="77969" x="2311400" y="5321300"/>
          <p14:tracePt t="77977" x="2311400" y="5337175"/>
          <p14:tracePt t="78005" x="2327275" y="5337175"/>
          <p14:tracePt t="78013" x="2327275" y="5353050"/>
          <p14:tracePt t="78015" x="2343150" y="5368925"/>
          <p14:tracePt t="78026" x="2359025" y="5384800"/>
          <p14:tracePt t="78033" x="2390775" y="5400675"/>
          <p14:tracePt t="78038" x="2406650" y="5416550"/>
          <p14:tracePt t="78044" x="2438400" y="5432425"/>
          <p14:tracePt t="78052" x="2470150" y="5448300"/>
          <p14:tracePt t="78061" x="2533650" y="5480050"/>
          <p14:tracePt t="78069" x="2597150" y="5495925"/>
          <p14:tracePt t="78077" x="2628900" y="5511800"/>
          <p14:tracePt t="78086" x="2644775" y="5527675"/>
          <p14:tracePt t="78094" x="2676525" y="5527675"/>
          <p14:tracePt t="78102" x="2692400" y="5527675"/>
          <p14:tracePt t="78111" x="2724150" y="5527675"/>
          <p14:tracePt t="78119" x="2754313" y="5543550"/>
          <p14:tracePt t="78127" x="2801938" y="5559425"/>
          <p14:tracePt t="78136" x="2833688" y="5575300"/>
          <p14:tracePt t="78144" x="2865438" y="5575300"/>
          <p14:tracePt t="78152" x="2960688" y="5575300"/>
          <p14:tracePt t="78161" x="3071813" y="5591175"/>
          <p14:tracePt t="78169" x="3119438" y="5591175"/>
          <p14:tracePt t="78177" x="3135313" y="5591175"/>
          <p14:tracePt t="78186" x="3167063" y="5591175"/>
          <p14:tracePt t="78194" x="3182938" y="5591175"/>
          <p14:tracePt t="78202" x="3182938" y="5575300"/>
          <p14:tracePt t="78211" x="3198813" y="5575300"/>
          <p14:tracePt t="78219" x="3230563" y="5559425"/>
          <p14:tracePt t="78227" x="3294063" y="5527675"/>
          <p14:tracePt t="78235" x="3355975" y="5495925"/>
          <p14:tracePt t="78244" x="3371850" y="5480050"/>
          <p14:tracePt t="78252" x="3451225" y="5432425"/>
          <p14:tracePt t="78260" x="3498850" y="5384800"/>
          <p14:tracePt t="78269" x="3514725" y="5353050"/>
          <p14:tracePt t="78277" x="3530600" y="5337175"/>
          <p14:tracePt t="78285" x="3546475" y="5321300"/>
          <p14:tracePt t="78294" x="3546475" y="5305425"/>
          <p14:tracePt t="78302" x="3546475" y="5273675"/>
          <p14:tracePt t="78313" x="3562350" y="5257800"/>
          <p14:tracePt t="78319" x="3562350" y="5226050"/>
          <p14:tracePt t="78327" x="3562350" y="5178425"/>
          <p14:tracePt t="78337" x="3562350" y="5146675"/>
          <p14:tracePt t="78344" x="3562350" y="5132388"/>
          <p14:tracePt t="78352" x="3578225" y="5068888"/>
          <p14:tracePt t="78360" x="3578225" y="5005388"/>
          <p14:tracePt t="78369" x="3578225" y="4973638"/>
          <p14:tracePt t="78377" x="3578225" y="4941888"/>
          <p14:tracePt t="78385" x="3578225" y="4894263"/>
          <p14:tracePt t="78394" x="3578225" y="4862513"/>
          <p14:tracePt t="78402" x="3578225" y="4799013"/>
          <p14:tracePt t="78410" x="3578225" y="4751388"/>
          <p14:tracePt t="78419" x="3578225" y="4703763"/>
          <p14:tracePt t="78427" x="3562350" y="4640263"/>
          <p14:tracePt t="78435" x="3562350" y="4608513"/>
          <p14:tracePt t="78444" x="3546475" y="4592638"/>
          <p14:tracePt t="78452" x="3530600" y="4560888"/>
          <p14:tracePt t="78460" x="3530600" y="4529138"/>
          <p14:tracePt t="78468" x="3514725" y="4481513"/>
          <p14:tracePt t="78477" x="3498850" y="4481513"/>
          <p14:tracePt t="78485" x="3482975" y="4435475"/>
          <p14:tracePt t="78494" x="3482975" y="4419600"/>
          <p14:tracePt t="78502" x="3467100" y="4403725"/>
          <p14:tracePt t="78510" x="3451225" y="4387850"/>
          <p14:tracePt t="78519" x="3435350" y="4387850"/>
          <p14:tracePt t="78528" x="3435350" y="4371975"/>
          <p14:tracePt t="78545" x="3419475" y="4371975"/>
          <p14:tracePt t="78546" x="3403600" y="4356100"/>
          <p14:tracePt t="78565" x="3387725" y="4356100"/>
          <p14:tracePt t="78566" x="3371850" y="4340225"/>
          <p14:tracePt t="78573" x="3355975" y="4340225"/>
          <p14:tracePt t="78580" x="3341688" y="4324350"/>
          <p14:tracePt t="78585" x="3325813" y="4324350"/>
          <p14:tracePt t="78594" x="3294063" y="4324350"/>
          <p14:tracePt t="78602" x="3262313" y="4308475"/>
          <p14:tracePt t="78610" x="3246438" y="4292600"/>
          <p14:tracePt t="78618" x="3230563" y="4276725"/>
          <p14:tracePt t="78627" x="3182938" y="4276725"/>
          <p14:tracePt t="78635" x="3151188" y="4260850"/>
          <p14:tracePt t="78643" x="3151188" y="4244975"/>
          <p14:tracePt t="78652" x="3119438" y="4229100"/>
          <p14:tracePt t="78660" x="3087688" y="4229100"/>
          <p14:tracePt t="78668" x="3055938" y="4229100"/>
          <p14:tracePt t="78677" x="3024188" y="4213225"/>
          <p14:tracePt t="78685" x="3008313" y="4213225"/>
          <p14:tracePt t="78693" x="2976563" y="4213225"/>
          <p14:tracePt t="78702" x="2960688" y="4213225"/>
          <p14:tracePt t="78710" x="2944813" y="4213225"/>
          <p14:tracePt t="78718" x="2928938" y="4213225"/>
          <p14:tracePt t="78727" x="2928938" y="4197350"/>
          <p14:tracePt t="78735" x="2913063" y="4197350"/>
          <p14:tracePt t="78743" x="2897188" y="4197350"/>
          <p14:tracePt t="78752" x="2881313" y="4197350"/>
          <p14:tracePt t="78760" x="2849563" y="4197350"/>
          <p14:tracePt t="78768" x="2801938" y="4197350"/>
          <p14:tracePt t="78777" x="2740025" y="4181475"/>
          <p14:tracePt t="78785" x="2724150" y="4181475"/>
          <p14:tracePt t="78793" x="2644775" y="4181475"/>
          <p14:tracePt t="78802" x="2613025" y="4181475"/>
          <p14:tracePt t="78810" x="2565400" y="4181475"/>
          <p14:tracePt t="78818" x="2533650" y="4181475"/>
          <p14:tracePt t="78827" x="2486025" y="4181475"/>
          <p14:tracePt t="78835" x="2470150" y="4181475"/>
          <p14:tracePt t="78843" x="2454275" y="4181475"/>
          <p14:tracePt t="78852" x="2438400" y="4181475"/>
          <p14:tracePt t="78860" x="2422525" y="4181475"/>
          <p14:tracePt t="78868" x="2390775" y="4181475"/>
          <p14:tracePt t="78877" x="2374900" y="4181475"/>
          <p14:tracePt t="78885" x="2359025" y="4181475"/>
          <p14:tracePt t="78895" x="2343150" y="4181475"/>
          <p14:tracePt t="78902" x="2327275" y="4181475"/>
          <p14:tracePt t="78912" x="2311400" y="4197350"/>
          <p14:tracePt t="78918" x="2295525" y="4197350"/>
          <p14:tracePt t="78926" x="2263775" y="4213225"/>
          <p14:tracePt t="78935" x="2247900" y="4213225"/>
          <p14:tracePt t="78943" x="2232025" y="4229100"/>
          <p14:tracePt t="78951" x="2200275" y="4244975"/>
          <p14:tracePt t="78960" x="2184400" y="4260850"/>
          <p14:tracePt t="78968" x="2152650" y="4292600"/>
          <p14:tracePt t="78976" x="2136775" y="4292600"/>
          <p14:tracePt t="78985" x="2122488" y="4292600"/>
          <p14:tracePt t="78993" x="2122488" y="4324350"/>
          <p14:tracePt t="79002" x="2106613" y="4340225"/>
          <p14:tracePt t="79010" x="2090738" y="4356100"/>
          <p14:tracePt t="79018" x="2074863" y="4371975"/>
          <p14:tracePt t="79028" x="2058988" y="4387850"/>
          <p14:tracePt t="79035" x="2043113" y="4403725"/>
          <p14:tracePt t="79045" x="2027238" y="4419600"/>
          <p14:tracePt t="79053" x="2011363" y="4435475"/>
          <p14:tracePt t="79060" x="1995488" y="4451350"/>
          <p14:tracePt t="79068" x="1979613" y="4465638"/>
          <p14:tracePt t="79076" x="1963738" y="4481513"/>
          <p14:tracePt t="79085" x="1947863" y="4481513"/>
          <p14:tracePt t="79093" x="1947863" y="4513263"/>
          <p14:tracePt t="79101" x="1931988" y="4529138"/>
          <p14:tracePt t="79135" x="1931988" y="4545013"/>
          <p14:tracePt t="79168" x="1931988" y="4560888"/>
          <p14:tracePt t="79173" x="1916113" y="4560888"/>
          <p14:tracePt t="79180" x="1900238" y="4592638"/>
          <p14:tracePt t="79188" x="1900238" y="4608513"/>
          <p14:tracePt t="79195" x="1900238" y="4624388"/>
          <p14:tracePt t="79201" x="1900238" y="4640263"/>
          <p14:tracePt t="79209" x="1900238" y="4656138"/>
          <p14:tracePt t="79218" x="1900238" y="4672013"/>
          <p14:tracePt t="79226" x="1900238" y="4687888"/>
          <p14:tracePt t="79235" x="1884363" y="4687888"/>
          <p14:tracePt t="79248" x="1884363" y="4703763"/>
          <p14:tracePt t="79265" x="1884363" y="4719638"/>
          <p14:tracePt t="79280" x="1884363" y="4735513"/>
          <p14:tracePt t="79288" x="1884363" y="4751388"/>
          <p14:tracePt t="79293" x="1884363" y="4767263"/>
          <p14:tracePt t="79308" x="1884363" y="4783138"/>
          <p14:tracePt t="79320" x="1884363" y="4799013"/>
          <p14:tracePt t="79513" x="1900238" y="4799013"/>
          <p14:tracePt t="79519" x="1916113" y="4846638"/>
          <p14:tracePt t="79525" x="1931988" y="4846638"/>
          <p14:tracePt t="79527" x="1947863" y="4878388"/>
          <p14:tracePt t="79535" x="1963738" y="4894263"/>
          <p14:tracePt t="79545" x="1979613" y="4910138"/>
          <p14:tracePt t="79551" x="1995488" y="4926013"/>
          <p14:tracePt t="79559" x="2011363" y="4941888"/>
          <p14:tracePt t="79568" x="2027238" y="4973638"/>
          <p14:tracePt t="79576" x="2043113" y="4989513"/>
          <p14:tracePt t="79584" x="2074863" y="5021263"/>
          <p14:tracePt t="79593" x="2090738" y="5053013"/>
          <p14:tracePt t="79601" x="2136775" y="5068888"/>
          <p14:tracePt t="79609" x="2168525" y="5100638"/>
          <p14:tracePt t="79618" x="2216150" y="5116513"/>
          <p14:tracePt t="79626" x="2247900" y="5116513"/>
          <p14:tracePt t="79634" x="2279650" y="5132388"/>
          <p14:tracePt t="79642" x="2311400" y="5132388"/>
          <p14:tracePt t="79651" x="2343150" y="5132388"/>
          <p14:tracePt t="79659" x="2359025" y="5132388"/>
          <p14:tracePt t="79668" x="2374900" y="5132388"/>
          <p14:tracePt t="79676" x="2390775" y="5132388"/>
          <p14:tracePt t="79684" x="2406650" y="5132388"/>
          <p14:tracePt t="79693" x="2438400" y="5132388"/>
          <p14:tracePt t="79701" x="2486025" y="5132388"/>
          <p14:tracePt t="79709" x="2517775" y="5132388"/>
          <p14:tracePt t="79717" x="2533650" y="5132388"/>
          <p14:tracePt t="79726" x="2565400" y="5132388"/>
          <p14:tracePt t="79735" x="2581275" y="5132388"/>
          <p14:tracePt t="79753" x="2597150" y="5132388"/>
          <p14:tracePt t="80008" x="2613025" y="5116513"/>
          <p14:tracePt t="80013" x="2644775" y="5116513"/>
          <p14:tracePt t="80020" x="2660650" y="5116513"/>
          <p14:tracePt t="80026" x="2676525" y="5116513"/>
          <p14:tracePt t="80034" x="2708275" y="5116513"/>
          <p14:tracePt t="80042" x="2740025" y="5116513"/>
          <p14:tracePt t="80053" x="2754313" y="5116513"/>
          <p14:tracePt t="80059" x="2770188" y="5100638"/>
          <p14:tracePt t="80067" x="2801938" y="5100638"/>
          <p14:tracePt t="80075" x="2817813" y="5100638"/>
          <p14:tracePt t="80084" x="2833688" y="5100638"/>
          <p14:tracePt t="80092" x="2849563" y="5100638"/>
          <p14:tracePt t="80100" x="2897188" y="5084763"/>
          <p14:tracePt t="80109" x="2928938" y="5068888"/>
          <p14:tracePt t="80117" x="2960688" y="5053013"/>
          <p14:tracePt t="80126" x="2992438" y="5053013"/>
          <p14:tracePt t="80134" x="3040063" y="5037138"/>
          <p14:tracePt t="80142" x="3055938" y="5021263"/>
          <p14:tracePt t="80150" x="3087688" y="5005388"/>
          <p14:tracePt t="80159" x="3135313" y="5005388"/>
          <p14:tracePt t="80167" x="3167063" y="4973638"/>
          <p14:tracePt t="80175" x="3198813" y="4957763"/>
          <p14:tracePt t="80184" x="3214688" y="4957763"/>
          <p14:tracePt t="80192" x="3246438" y="4957763"/>
          <p14:tracePt t="80200" x="3278188" y="4941888"/>
          <p14:tracePt t="80209" x="3309938" y="4926013"/>
          <p14:tracePt t="80217" x="3325813" y="4910138"/>
          <p14:tracePt t="80225" x="3341688" y="4910138"/>
          <p14:tracePt t="80240" x="3355975" y="4910138"/>
          <p14:tracePt t="80248" x="3371850" y="4894263"/>
          <p14:tracePt t="80255" x="3387725" y="4894263"/>
          <p14:tracePt t="80260" x="3387725" y="4878388"/>
          <p14:tracePt t="80275" x="3403600" y="4878388"/>
          <p14:tracePt t="80288" x="3419475" y="4878388"/>
          <p14:tracePt t="80294" x="3419475" y="4862513"/>
          <p14:tracePt t="80313" x="3435350" y="4846638"/>
          <p14:tracePt t="80320" x="3435350" y="4830763"/>
          <p14:tracePt t="80325" x="3451225" y="4830763"/>
          <p14:tracePt t="81855" x="3467100" y="4830763"/>
          <p14:tracePt t="82455" x="3467100" y="4846638"/>
          <p14:tracePt t="82466" x="3467100" y="4862513"/>
          <p14:tracePt t="82475" x="3451225" y="4862513"/>
          <p14:tracePt t="82480" x="3451225" y="4878388"/>
          <p14:tracePt t="82485" x="3451225" y="4894263"/>
          <p14:tracePt t="82493" x="3435350" y="4894263"/>
          <p14:tracePt t="82500" x="3435350" y="4910138"/>
          <p14:tracePt t="82513" x="3435350" y="4926013"/>
          <p14:tracePt t="82535" x="3435350" y="4941888"/>
          <p14:tracePt t="82560" x="3419475" y="4941888"/>
          <p14:tracePt t="82565" x="3419475" y="4957763"/>
          <p14:tracePt t="82573" x="3419475" y="4973638"/>
          <p14:tracePt t="82574" x="3403600" y="4973638"/>
          <p14:tracePt t="82615" x="3387725" y="4973638"/>
          <p14:tracePt t="82633" x="3387725" y="4989513"/>
          <p14:tracePt t="82635" x="3371850" y="4989513"/>
          <p14:tracePt t="82645" x="3355975" y="5005388"/>
          <p14:tracePt t="82653" x="3341688" y="5021263"/>
          <p14:tracePt t="82656" x="3325813" y="5021263"/>
          <p14:tracePt t="82665" x="3325813" y="5037138"/>
          <p14:tracePt t="82673" x="3294063" y="5053013"/>
          <p14:tracePt t="82681" x="3246438" y="5084763"/>
          <p14:tracePt t="82690" x="3214688" y="5132388"/>
          <p14:tracePt t="82698" x="3182938" y="5132388"/>
          <p14:tracePt t="82706" x="3167063" y="5132388"/>
          <p14:tracePt t="82788" x="3167063" y="5146675"/>
          <p14:tracePt t="83028" x="3151188" y="5146675"/>
          <p14:tracePt t="83045" x="3135313" y="5146675"/>
          <p14:tracePt t="83046" x="3135313" y="5162550"/>
          <p14:tracePt t="83056" x="3119438" y="5162550"/>
          <p14:tracePt t="83065" x="3103563" y="5162550"/>
          <p14:tracePt t="83073" x="3087688" y="5178425"/>
          <p14:tracePt t="83088" x="3087688" y="5194300"/>
          <p14:tracePt t="83113" x="3071813" y="5194300"/>
          <p14:tracePt t="83125" x="3055938" y="5210175"/>
          <p14:tracePt t="83139" x="3040063" y="5210175"/>
          <p14:tracePt t="83145" x="3024188" y="5210175"/>
          <p14:tracePt t="83153" x="3008313" y="5210175"/>
          <p14:tracePt t="83156" x="3008313" y="5226050"/>
          <p14:tracePt t="83164" x="2992438" y="5241925"/>
          <p14:tracePt t="83173" x="2976563" y="5241925"/>
          <p14:tracePt t="83173" x="2960688" y="5241925"/>
          <p14:tracePt t="83181" x="2944813" y="5257800"/>
          <p14:tracePt t="83189" x="2913063" y="5273675"/>
          <p14:tracePt t="83198" x="2897188" y="5273675"/>
          <p14:tracePt t="83206" x="2897188" y="5289550"/>
          <p14:tracePt t="83214" x="2881313" y="5289550"/>
          <p14:tracePt t="83225" x="2865438" y="5289550"/>
          <p14:tracePt t="83248" x="2849563" y="5289550"/>
          <p14:tracePt t="83253" x="2833688" y="5289550"/>
          <p14:tracePt t="83256" x="2817813" y="5305425"/>
          <p14:tracePt t="83265" x="2786063" y="5321300"/>
          <p14:tracePt t="83273" x="2770188" y="5321300"/>
          <p14:tracePt t="83281" x="2692400" y="5353050"/>
          <p14:tracePt t="83289" x="2644775" y="5368925"/>
          <p14:tracePt t="83297" x="2597150" y="5400675"/>
          <p14:tracePt t="83306" x="2565400" y="5416550"/>
          <p14:tracePt t="83314" x="2517775" y="5432425"/>
          <p14:tracePt t="83322" x="2501900" y="5448300"/>
          <p14:tracePt t="83331" x="2486025" y="5448300"/>
          <p14:tracePt t="83339" x="2470150" y="5448300"/>
          <p14:tracePt t="83347" x="2454275" y="5448300"/>
          <p14:tracePt t="83356" x="2422525" y="5464175"/>
          <p14:tracePt t="83364" x="2390775" y="5480050"/>
          <p14:tracePt t="83373" x="2374900" y="5495925"/>
          <p14:tracePt t="83381" x="2327275" y="5495925"/>
          <p14:tracePt t="83389" x="2295525" y="5495925"/>
          <p14:tracePt t="83397" x="2295525" y="5511800"/>
          <p14:tracePt t="83406" x="2263775" y="5511800"/>
          <p14:tracePt t="83420" x="2247900" y="5511800"/>
          <p14:tracePt t="83425" x="2247900" y="5527675"/>
          <p14:tracePt t="83468" x="2232025" y="5527675"/>
          <p14:tracePt t="83485" x="2216150" y="5527675"/>
          <p14:tracePt t="83500" x="2200275" y="5527675"/>
          <p14:tracePt t="83513" x="2184400" y="5527675"/>
          <p14:tracePt t="83525" x="2168525" y="5527675"/>
          <p14:tracePt t="83533" x="2152650" y="5527675"/>
          <p14:tracePt t="83540" x="2136775" y="5527675"/>
          <p14:tracePt t="83573" x="2122488" y="5527675"/>
          <p14:tracePt t="83580" x="2106613" y="5527675"/>
          <p14:tracePt t="83593" x="2090738" y="5543550"/>
          <p14:tracePt t="83595" x="2074863" y="5543550"/>
          <p14:tracePt t="83600" x="2058988" y="5543550"/>
          <p14:tracePt t="83606" x="2043113" y="5543550"/>
          <p14:tracePt t="83614" x="2027238" y="5543550"/>
          <p14:tracePt t="83622" x="2011363" y="5543550"/>
          <p14:tracePt t="83630" x="1995488" y="5543550"/>
          <p14:tracePt t="83639" x="1979613" y="5543550"/>
          <p14:tracePt t="83647" x="1947863" y="5543550"/>
          <p14:tracePt t="83655" x="1931988" y="5543550"/>
          <p14:tracePt t="83664" x="1916113" y="5543550"/>
          <p14:tracePt t="83672" x="1900238" y="5543550"/>
          <p14:tracePt t="83680" x="1868488" y="5543550"/>
          <p14:tracePt t="83689" x="1836738" y="5543550"/>
          <p14:tracePt t="83699" x="1804988" y="5559425"/>
          <p14:tracePt t="83705" x="1789113" y="5559425"/>
          <p14:tracePt t="83714" x="1773238" y="5559425"/>
          <p14:tracePt t="83722" x="1741488" y="5559425"/>
          <p14:tracePt t="83730" x="1725613" y="5559425"/>
          <p14:tracePt t="83739" x="1693863" y="5559425"/>
          <p14:tracePt t="83747" x="1677988" y="5575300"/>
          <p14:tracePt t="83755" x="1662113" y="5575300"/>
          <p14:tracePt t="83764" x="1646238" y="5575300"/>
          <p14:tracePt t="83772" x="1630363" y="5575300"/>
          <p14:tracePt t="83780" x="1614488" y="5575300"/>
          <p14:tracePt t="83789" x="1598613" y="5575300"/>
          <p14:tracePt t="83797" x="1582738" y="5591175"/>
          <p14:tracePt t="83805" x="1550988" y="5591175"/>
          <p14:tracePt t="83813" x="1535113" y="5607050"/>
          <p14:tracePt t="83822" x="1504950" y="5607050"/>
          <p14:tracePt t="83830" x="1489075" y="5607050"/>
          <p14:tracePt t="83838" x="1457325" y="5638800"/>
          <p14:tracePt t="83847" x="1377950" y="5670550"/>
          <p14:tracePt t="83855" x="1346200" y="5686425"/>
          <p14:tracePt t="83864" x="1314450" y="5702300"/>
          <p14:tracePt t="83872" x="1266825" y="5734050"/>
          <p14:tracePt t="83880" x="1203325" y="5765800"/>
          <p14:tracePt t="83889" x="1171575" y="5781675"/>
          <p14:tracePt t="83897" x="1139825" y="5829300"/>
          <p14:tracePt t="83905" x="1123950" y="5859463"/>
          <p14:tracePt t="83913" x="1092200" y="5891213"/>
          <p14:tracePt t="83922" x="1060450" y="5938838"/>
          <p14:tracePt t="83930" x="1044575" y="5970588"/>
          <p14:tracePt t="83938" x="1044575" y="6002338"/>
          <p14:tracePt t="83947" x="1012825" y="6049963"/>
          <p14:tracePt t="83955" x="996950" y="6097588"/>
          <p14:tracePt t="83965" x="996950" y="6113463"/>
          <p14:tracePt t="83972" x="981075" y="6145213"/>
          <p14:tracePt t="83980" x="981075" y="6161088"/>
          <p14:tracePt t="83988" x="981075" y="6224588"/>
          <p14:tracePt t="83997" x="1012825" y="6272213"/>
          <p14:tracePt t="84005" x="1060450" y="6335713"/>
          <p14:tracePt t="84013" x="1092200" y="6367463"/>
          <p14:tracePt t="84022" x="1139825" y="6415088"/>
          <p14:tracePt t="84030" x="1171575" y="6462713"/>
          <p14:tracePt t="84038" x="1219200" y="6510338"/>
          <p14:tracePt t="84047" x="1282700" y="6556375"/>
          <p14:tracePt t="84055" x="1298575" y="6572250"/>
          <p14:tracePt t="84063" x="1393825" y="6604000"/>
          <p14:tracePt t="84072" x="1441450" y="6619875"/>
          <p14:tracePt t="84080" x="1520825" y="6635750"/>
          <p14:tracePt t="84088" x="1677988" y="6683375"/>
          <p14:tracePt t="84097" x="1820863" y="6699250"/>
          <p14:tracePt t="84105" x="1900238" y="6715125"/>
          <p14:tracePt t="84113" x="2152650" y="6731000"/>
          <p14:tracePt t="84122" x="2311400" y="6731000"/>
          <p14:tracePt t="84130" x="2486025" y="6731000"/>
          <p14:tracePt t="84138" x="2644775" y="6731000"/>
          <p14:tracePt t="84147" x="2897188" y="6731000"/>
          <p14:tracePt t="84155" x="2944813" y="6731000"/>
          <p14:tracePt t="84163" x="3071813" y="6731000"/>
          <p14:tracePt t="84171" x="3182938" y="6715125"/>
          <p14:tracePt t="84180" x="3309938" y="6683375"/>
          <p14:tracePt t="84188" x="3435350" y="6651625"/>
          <p14:tracePt t="84196" x="3546475" y="6619875"/>
          <p14:tracePt t="84205" x="3594100" y="6604000"/>
          <p14:tracePt t="84213" x="3721100" y="6540500"/>
          <p14:tracePt t="84221" x="3768725" y="6510338"/>
          <p14:tracePt t="84230" x="3816350" y="6478588"/>
          <p14:tracePt t="84238" x="3848100" y="6430963"/>
          <p14:tracePt t="84246" x="3879850" y="6383338"/>
          <p14:tracePt t="84255" x="3895725" y="6367463"/>
          <p14:tracePt t="84263" x="3927475" y="6351588"/>
          <p14:tracePt t="84271" x="3927475" y="6303963"/>
          <p14:tracePt t="84280" x="3959225" y="6303963"/>
          <p14:tracePt t="84288" x="3959225" y="6256338"/>
          <p14:tracePt t="84296" x="3973513" y="6224588"/>
          <p14:tracePt t="84306" x="3989388" y="6176963"/>
          <p14:tracePt t="84315" x="3989388" y="6145213"/>
          <p14:tracePt t="84321" x="3989388" y="6129338"/>
          <p14:tracePt t="84330" x="3989388" y="6097588"/>
          <p14:tracePt t="84338" x="3989388" y="6065838"/>
          <p14:tracePt t="84346" x="3973513" y="6018213"/>
          <p14:tracePt t="84355" x="3973513" y="6002338"/>
          <p14:tracePt t="84365" x="3973513" y="5986463"/>
          <p14:tracePt t="84371" x="3959225" y="5986463"/>
          <p14:tracePt t="84380" x="3959225" y="5954713"/>
          <p14:tracePt t="84388" x="3927475" y="5938838"/>
          <p14:tracePt t="84396" x="3895725" y="5907088"/>
          <p14:tracePt t="84405" x="3879850" y="5891213"/>
          <p14:tracePt t="84413" x="3816350" y="5859463"/>
          <p14:tracePt t="84421" x="3705225" y="5797550"/>
          <p14:tracePt t="84430" x="3641725" y="5781675"/>
          <p14:tracePt t="84438" x="3562350" y="5749925"/>
          <p14:tracePt t="84446" x="3435350" y="5718175"/>
          <p14:tracePt t="84455" x="3387725" y="5702300"/>
          <p14:tracePt t="84463" x="3309938" y="5686425"/>
          <p14:tracePt t="84471" x="3214688" y="5670550"/>
          <p14:tracePt t="84480" x="3151188" y="5670550"/>
          <p14:tracePt t="84488" x="2960688" y="5670550"/>
          <p14:tracePt t="84496" x="2801938" y="5670550"/>
          <p14:tracePt t="84505" x="2613025" y="5670550"/>
          <p14:tracePt t="84513" x="2517775" y="5670550"/>
          <p14:tracePt t="84521" x="2247900" y="5670550"/>
          <p14:tracePt t="84529" x="2090738" y="5670550"/>
          <p14:tracePt t="84538" x="1947863" y="5670550"/>
          <p14:tracePt t="84546" x="1773238" y="5670550"/>
          <p14:tracePt t="84555" x="1725613" y="5670550"/>
          <p14:tracePt t="84555" x="1677988" y="5686425"/>
          <p14:tracePt t="84563" x="1662113" y="5702300"/>
          <p14:tracePt t="84571" x="1614488" y="5702300"/>
          <p14:tracePt t="84580" x="1598613" y="5718175"/>
          <p14:tracePt t="84588" x="1550988" y="5734050"/>
          <p14:tracePt t="84596" x="1520825" y="5734050"/>
          <p14:tracePt t="84605" x="1520825" y="5749925"/>
          <p14:tracePt t="84605" x="1489075" y="5749925"/>
          <p14:tracePt t="84606" x="1489075" y="5765800"/>
          <p14:tracePt t="84613" x="1473200" y="5765800"/>
          <p14:tracePt t="84621" x="1441450" y="5781675"/>
          <p14:tracePt t="84629" x="1409700" y="5797550"/>
          <p14:tracePt t="84638" x="1377950" y="5813425"/>
          <p14:tracePt t="84646" x="1330325" y="5813425"/>
          <p14:tracePt t="84655" x="1314450" y="5829300"/>
          <p14:tracePt t="84663" x="1266825" y="5843588"/>
          <p14:tracePt t="84671" x="1219200" y="5875338"/>
          <p14:tracePt t="84680" x="1155700" y="5891213"/>
          <p14:tracePt t="84688" x="1108075" y="5907088"/>
          <p14:tracePt t="84696" x="1092200" y="5922963"/>
          <p14:tracePt t="84704" x="1076325" y="5922963"/>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42176-62B0-4CE0-E168-59EE709E2E30}"/>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5AB5F773-337D-54C9-03BE-B39201F8FF0F}"/>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F6F8577E-663B-2059-DCFB-B33D7EA93043}"/>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8A1C33AC-052A-3D80-05F1-34CA5B147CC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19B946DA-DCB1-5019-F24A-CF45507C667C}"/>
              </a:ext>
            </a:extLst>
          </p:cNvPr>
          <p:cNvSpPr txBox="1"/>
          <p:nvPr/>
        </p:nvSpPr>
        <p:spPr>
          <a:xfrm>
            <a:off x="1176655" y="295910"/>
            <a:ext cx="3911394"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2. Study Design</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24" name="AutoShape 4">
            <a:extLst>
              <a:ext uri="{FF2B5EF4-FFF2-40B4-BE49-F238E27FC236}">
                <a16:creationId xmlns:a16="http://schemas.microsoft.com/office/drawing/2014/main" id="{0A4AD1F0-99AF-036F-DCEF-CB00B654DDCC}"/>
              </a:ext>
            </a:extLst>
          </p:cNvPr>
          <p:cNvSpPr/>
          <p:nvPr/>
        </p:nvSpPr>
        <p:spPr>
          <a:xfrm>
            <a:off x="556070" y="1331667"/>
            <a:ext cx="525798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A443316-DD55-E402-C13A-8F2DE5DE1125}"/>
                  </a:ext>
                </a:extLst>
              </p:cNvPr>
              <p:cNvSpPr txBox="1"/>
              <p:nvPr/>
            </p:nvSpPr>
            <p:spPr>
              <a:xfrm>
                <a:off x="1078871" y="4053672"/>
                <a:ext cx="4212378" cy="958083"/>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𝐴</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𝛼</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𝑁</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nary>
                      <m:r>
                        <a:rPr lang="en-US" altLang="zh-CN" sz="2000" b="0" i="1" smtClean="0">
                          <a:latin typeface="Cambria Math" panose="02040503050406030204" pitchFamily="18" charset="0"/>
                        </a:rPr>
                        <m:t>,  </m:t>
                      </m:r>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𝐵</m:t>
                          </m:r>
                        </m:e>
                      </m:acc>
                      <m:r>
                        <a:rPr lang="en-US" altLang="zh-CN" sz="2000" i="1">
                          <a:latin typeface="Cambria Math" panose="02040503050406030204" pitchFamily="18" charset="0"/>
                        </a:rPr>
                        <m:t>=</m:t>
                      </m:r>
                      <m:r>
                        <a:rPr lang="en-US" altLang="zh-CN" sz="2000" i="1">
                          <a:latin typeface="Cambria Math" panose="02040503050406030204" pitchFamily="18" charset="0"/>
                        </a:rPr>
                        <m:t>𝛼</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=0</m:t>
                          </m:r>
                        </m:sub>
                        <m:sup>
                          <m:r>
                            <a:rPr lang="en-US" altLang="zh-CN" sz="2000" i="1">
                              <a:latin typeface="Cambria Math" panose="02040503050406030204" pitchFamily="18" charset="0"/>
                            </a:rPr>
                            <m:t>𝑁</m:t>
                          </m:r>
                        </m:sup>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𝐵</m:t>
                              </m:r>
                            </m:e>
                            <m:sub>
                              <m:r>
                                <a:rPr lang="en-US" altLang="zh-CN" sz="2000" i="1">
                                  <a:latin typeface="Cambria Math" panose="02040503050406030204" pitchFamily="18" charset="0"/>
                                </a:rPr>
                                <m:t>𝑖</m:t>
                              </m:r>
                            </m:sub>
                          </m:sSub>
                        </m:e>
                      </m:nary>
                    </m:oMath>
                  </m:oMathPara>
                </a14:m>
                <a:endParaRPr lang="zh-CN" altLang="en-US" sz="2000" dirty="0"/>
              </a:p>
            </p:txBody>
          </p:sp>
        </mc:Choice>
        <mc:Fallback xmlns="">
          <p:sp>
            <p:nvSpPr>
              <p:cNvPr id="15" name="文本框 14">
                <a:extLst>
                  <a:ext uri="{FF2B5EF4-FFF2-40B4-BE49-F238E27FC236}">
                    <a16:creationId xmlns:a16="http://schemas.microsoft.com/office/drawing/2014/main" id="{7A443316-DD55-E402-C13A-8F2DE5DE1125}"/>
                  </a:ext>
                </a:extLst>
              </p:cNvPr>
              <p:cNvSpPr txBox="1">
                <a:spLocks noRot="1" noChangeAspect="1" noMove="1" noResize="1" noEditPoints="1" noAdjustHandles="1" noChangeArrowheads="1" noChangeShapeType="1" noTextEdit="1"/>
              </p:cNvSpPr>
              <p:nvPr/>
            </p:nvSpPr>
            <p:spPr>
              <a:xfrm>
                <a:off x="1078871" y="4053672"/>
                <a:ext cx="4212378" cy="958083"/>
              </a:xfrm>
              <a:prstGeom prst="rect">
                <a:avLst/>
              </a:prstGeom>
              <a:blipFill>
                <a:blip r:embed="rId5"/>
                <a:stretch>
                  <a:fillRect/>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74537299-30E1-7E63-388E-30936A442C92}"/>
              </a:ext>
            </a:extLst>
          </p:cNvPr>
          <p:cNvGrpSpPr/>
          <p:nvPr/>
        </p:nvGrpSpPr>
        <p:grpSpPr>
          <a:xfrm>
            <a:off x="1691932" y="2053559"/>
            <a:ext cx="2986257" cy="1845641"/>
            <a:chOff x="438374" y="2219661"/>
            <a:chExt cx="2406162" cy="1553415"/>
          </a:xfrm>
        </p:grpSpPr>
        <p:cxnSp>
          <p:nvCxnSpPr>
            <p:cNvPr id="8" name="直接箭头连接符 7">
              <a:extLst>
                <a:ext uri="{FF2B5EF4-FFF2-40B4-BE49-F238E27FC236}">
                  <a16:creationId xmlns:a16="http://schemas.microsoft.com/office/drawing/2014/main" id="{92EEB830-D779-BC80-579A-ECF151D09224}"/>
                </a:ext>
              </a:extLst>
            </p:cNvPr>
            <p:cNvCxnSpPr>
              <a:cxnSpLocks/>
            </p:cNvCxnSpPr>
            <p:nvPr/>
          </p:nvCxnSpPr>
          <p:spPr>
            <a:xfrm flipV="1">
              <a:off x="796277" y="2219661"/>
              <a:ext cx="764585" cy="1072692"/>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16B0B4B5-8448-4C57-B8A5-DF6AF68762EF}"/>
                </a:ext>
              </a:extLst>
            </p:cNvPr>
            <p:cNvCxnSpPr>
              <a:cxnSpLocks/>
            </p:cNvCxnSpPr>
            <p:nvPr/>
          </p:nvCxnSpPr>
          <p:spPr>
            <a:xfrm>
              <a:off x="796277" y="3292353"/>
              <a:ext cx="1300493" cy="227142"/>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sp>
          <p:nvSpPr>
            <p:cNvPr id="11" name="椭圆 10">
              <a:extLst>
                <a:ext uri="{FF2B5EF4-FFF2-40B4-BE49-F238E27FC236}">
                  <a16:creationId xmlns:a16="http://schemas.microsoft.com/office/drawing/2014/main" id="{8C9FB764-F213-8FB0-25BB-D587D6BB0544}"/>
                </a:ext>
              </a:extLst>
            </p:cNvPr>
            <p:cNvSpPr/>
            <p:nvPr/>
          </p:nvSpPr>
          <p:spPr>
            <a:xfrm rot="1274678">
              <a:off x="489152" y="3190311"/>
              <a:ext cx="320788" cy="34149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0EE2E1D-0A55-7911-B99B-D4085C5C3951}"/>
                    </a:ext>
                  </a:extLst>
                </p:cNvPr>
                <p:cNvSpPr txBox="1"/>
                <p:nvPr/>
              </p:nvSpPr>
              <p:spPr>
                <a:xfrm>
                  <a:off x="438374" y="2300939"/>
                  <a:ext cx="833740" cy="338554"/>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12" name="文本框 11">
                  <a:extLst>
                    <a:ext uri="{FF2B5EF4-FFF2-40B4-BE49-F238E27FC236}">
                      <a16:creationId xmlns:a16="http://schemas.microsoft.com/office/drawing/2014/main" id="{C0EE2E1D-0A55-7911-B99B-D4085C5C3951}"/>
                    </a:ext>
                  </a:extLst>
                </p:cNvPr>
                <p:cNvSpPr txBox="1">
                  <a:spLocks noRot="1" noChangeAspect="1" noMove="1" noResize="1" noEditPoints="1" noAdjustHandles="1" noChangeArrowheads="1" noChangeShapeType="1" noTextEdit="1"/>
                </p:cNvSpPr>
                <p:nvPr/>
              </p:nvSpPr>
              <p:spPr>
                <a:xfrm>
                  <a:off x="438374" y="2300939"/>
                  <a:ext cx="833740" cy="338554"/>
                </a:xfrm>
                <a:prstGeom prst="rect">
                  <a:avLst/>
                </a:prstGeom>
                <a:blipFill>
                  <a:blip r:embed="rId6"/>
                  <a:stretch>
                    <a:fillRect r="-588"/>
                  </a:stretch>
                </a:blipFill>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636F9B57-30D3-57FD-DECA-5F6836CBAE5C}"/>
                </a:ext>
              </a:extLst>
            </p:cNvPr>
            <p:cNvCxnSpPr>
              <a:cxnSpLocks/>
              <a:stCxn id="11" idx="7"/>
            </p:cNvCxnSpPr>
            <p:nvPr/>
          </p:nvCxnSpPr>
          <p:spPr>
            <a:xfrm flipV="1">
              <a:off x="796277" y="2481936"/>
              <a:ext cx="2041653" cy="810418"/>
            </a:xfrm>
            <a:prstGeom prst="straightConnector1">
              <a:avLst/>
            </a:prstGeom>
            <a:ln w="38100">
              <a:solidFill>
                <a:srgbClr val="1AE43C">
                  <a:alpha val="40000"/>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7BF61BFF-B1B3-4CC1-7133-49C657F66FD9}"/>
                </a:ext>
              </a:extLst>
            </p:cNvPr>
            <p:cNvCxnSpPr>
              <a:cxnSpLocks/>
            </p:cNvCxnSpPr>
            <p:nvPr/>
          </p:nvCxnSpPr>
          <p:spPr>
            <a:xfrm>
              <a:off x="1544043" y="2254794"/>
              <a:ext cx="1300493" cy="227142"/>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17" name="直接箭头连接符 16">
              <a:extLst>
                <a:ext uri="{FF2B5EF4-FFF2-40B4-BE49-F238E27FC236}">
                  <a16:creationId xmlns:a16="http://schemas.microsoft.com/office/drawing/2014/main" id="{60797471-7717-9682-3952-91CDDD3FE539}"/>
                </a:ext>
              </a:extLst>
            </p:cNvPr>
            <p:cNvCxnSpPr>
              <a:cxnSpLocks/>
            </p:cNvCxnSpPr>
            <p:nvPr/>
          </p:nvCxnSpPr>
          <p:spPr>
            <a:xfrm flipV="1">
              <a:off x="2073346" y="2487982"/>
              <a:ext cx="764585" cy="1072692"/>
            </a:xfrm>
            <a:prstGeom prst="straightConnector1">
              <a:avLst/>
            </a:prstGeom>
            <a:ln w="38100">
              <a:solidFill>
                <a:srgbClr val="00B0F0">
                  <a:alpha val="45098"/>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279D06C5-99E9-F6AD-3387-66155CCE54A2}"/>
                </a:ext>
              </a:extLst>
            </p:cNvPr>
            <p:cNvCxnSpPr>
              <a:cxnSpLocks/>
              <a:stCxn id="11" idx="7"/>
            </p:cNvCxnSpPr>
            <p:nvPr/>
          </p:nvCxnSpPr>
          <p:spPr>
            <a:xfrm flipV="1">
              <a:off x="796277" y="2762352"/>
              <a:ext cx="1300493" cy="530001"/>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3598264-0995-2ECB-BB5D-56303C112D82}"/>
                    </a:ext>
                  </a:extLst>
                </p:cNvPr>
                <p:cNvSpPr txBox="1"/>
                <p:nvPr/>
              </p:nvSpPr>
              <p:spPr>
                <a:xfrm>
                  <a:off x="956525" y="3434522"/>
                  <a:ext cx="833740" cy="338554"/>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22" name="文本框 21">
                  <a:extLst>
                    <a:ext uri="{FF2B5EF4-FFF2-40B4-BE49-F238E27FC236}">
                      <a16:creationId xmlns:a16="http://schemas.microsoft.com/office/drawing/2014/main" id="{D3598264-0995-2ECB-BB5D-56303C112D82}"/>
                    </a:ext>
                  </a:extLst>
                </p:cNvPr>
                <p:cNvSpPr txBox="1">
                  <a:spLocks noRot="1" noChangeAspect="1" noMove="1" noResize="1" noEditPoints="1" noAdjustHandles="1" noChangeArrowheads="1" noChangeShapeType="1" noTextEdit="1"/>
                </p:cNvSpPr>
                <p:nvPr/>
              </p:nvSpPr>
              <p:spPr>
                <a:xfrm>
                  <a:off x="956525" y="3434522"/>
                  <a:ext cx="833740" cy="338554"/>
                </a:xfrm>
                <a:prstGeom prst="rect">
                  <a:avLst/>
                </a:prstGeom>
                <a:blipFill>
                  <a:blip r:embed="rId7"/>
                  <a:stretch>
                    <a:fillRect r="-592"/>
                  </a:stretch>
                </a:blipFill>
              </p:spPr>
              <p:txBody>
                <a:bodyPr/>
                <a:lstStyle/>
                <a:p>
                  <a:r>
                    <a:rPr lang="zh-CN" altLang="en-US">
                      <a:noFill/>
                    </a:rPr>
                    <a:t> </a:t>
                  </a:r>
                </a:p>
              </p:txBody>
            </p:sp>
          </mc:Fallback>
        </mc:AlternateContent>
      </p:grpSp>
      <p:sp>
        <p:nvSpPr>
          <p:cNvPr id="23" name="Rectangle 1">
            <a:extLst>
              <a:ext uri="{FF2B5EF4-FFF2-40B4-BE49-F238E27FC236}">
                <a16:creationId xmlns:a16="http://schemas.microsoft.com/office/drawing/2014/main" id="{C5D649EB-F3F9-7B38-91ED-F38E89ECE9D8}"/>
              </a:ext>
            </a:extLst>
          </p:cNvPr>
          <p:cNvSpPr>
            <a:spLocks noChangeArrowheads="1"/>
          </p:cNvSpPr>
          <p:nvPr/>
        </p:nvSpPr>
        <p:spPr bwMode="auto">
          <a:xfrm>
            <a:off x="1630429" y="1341530"/>
            <a:ext cx="31092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Times New Roman" panose="02020603050405020304" pitchFamily="18" charset="0"/>
              </a:rPr>
              <a:t>Task Arithmetic [1]</a:t>
            </a:r>
            <a:endPar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AutoShape 7">
            <a:extLst>
              <a:ext uri="{FF2B5EF4-FFF2-40B4-BE49-F238E27FC236}">
                <a16:creationId xmlns:a16="http://schemas.microsoft.com/office/drawing/2014/main" id="{D4798BAB-E7C2-3A05-134C-1D61B579D87C}"/>
              </a:ext>
            </a:extLst>
          </p:cNvPr>
          <p:cNvSpPr/>
          <p:nvPr/>
        </p:nvSpPr>
        <p:spPr>
          <a:xfrm>
            <a:off x="665060"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55" name="文本框 54">
            <a:extLst>
              <a:ext uri="{FF2B5EF4-FFF2-40B4-BE49-F238E27FC236}">
                <a16:creationId xmlns:a16="http://schemas.microsoft.com/office/drawing/2014/main" id="{385044AF-56CB-6C16-9941-1598F6503A03}"/>
              </a:ext>
            </a:extLst>
          </p:cNvPr>
          <p:cNvSpPr txBox="1"/>
          <p:nvPr/>
        </p:nvSpPr>
        <p:spPr>
          <a:xfrm>
            <a:off x="699347" y="5159332"/>
            <a:ext cx="5025350" cy="400110"/>
          </a:xfrm>
          <a:prstGeom prst="rect">
            <a:avLst/>
          </a:prstGeom>
          <a:no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Treat fine-tuned parameters as </a:t>
            </a:r>
            <a:r>
              <a:rPr lang="en-US" altLang="zh-CN" sz="2000" b="1" dirty="0">
                <a:solidFill>
                  <a:srgbClr val="FF0000"/>
                </a:solidFill>
                <a:latin typeface="微软雅黑" panose="020B0503020204020204" pitchFamily="34" charset="-122"/>
                <a:ea typeface="微软雅黑" panose="020B0503020204020204" pitchFamily="34" charset="-122"/>
              </a:rPr>
              <a:t>vectors</a:t>
            </a:r>
            <a:r>
              <a:rPr lang="en-US" altLang="zh-CN" sz="2000" dirty="0">
                <a:latin typeface="微软雅黑" panose="020B0503020204020204" pitchFamily="34" charset="-122"/>
                <a:ea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27" name="AutoShape 4">
            <a:extLst>
              <a:ext uri="{FF2B5EF4-FFF2-40B4-BE49-F238E27FC236}">
                <a16:creationId xmlns:a16="http://schemas.microsoft.com/office/drawing/2014/main" id="{1C21FD7F-28E1-5112-975A-1956E8F1B1DB}"/>
              </a:ext>
            </a:extLst>
          </p:cNvPr>
          <p:cNvSpPr/>
          <p:nvPr/>
        </p:nvSpPr>
        <p:spPr>
          <a:xfrm>
            <a:off x="6376331" y="1331667"/>
            <a:ext cx="525960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39" name="Rectangle 1">
            <a:extLst>
              <a:ext uri="{FF2B5EF4-FFF2-40B4-BE49-F238E27FC236}">
                <a16:creationId xmlns:a16="http://schemas.microsoft.com/office/drawing/2014/main" id="{B9C344CC-65F0-9289-7A8F-53D6A152C2E6}"/>
              </a:ext>
            </a:extLst>
          </p:cNvPr>
          <p:cNvSpPr>
            <a:spLocks noChangeArrowheads="1"/>
          </p:cNvSpPr>
          <p:nvPr/>
        </p:nvSpPr>
        <p:spPr bwMode="auto">
          <a:xfrm>
            <a:off x="7632277" y="1341530"/>
            <a:ext cx="27477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Times New Roman" panose="02020603050405020304" pitchFamily="18" charset="0"/>
              </a:rPr>
              <a:t>Ties-merging [2]</a:t>
            </a:r>
            <a:endPar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AutoShape 7">
            <a:extLst>
              <a:ext uri="{FF2B5EF4-FFF2-40B4-BE49-F238E27FC236}">
                <a16:creationId xmlns:a16="http://schemas.microsoft.com/office/drawing/2014/main" id="{E9EBE33D-0446-F5DB-383F-886E60C55CA2}"/>
              </a:ext>
            </a:extLst>
          </p:cNvPr>
          <p:cNvSpPr/>
          <p:nvPr/>
        </p:nvSpPr>
        <p:spPr>
          <a:xfrm>
            <a:off x="6486131"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5" name="组合 4">
            <a:extLst>
              <a:ext uri="{FF2B5EF4-FFF2-40B4-BE49-F238E27FC236}">
                <a16:creationId xmlns:a16="http://schemas.microsoft.com/office/drawing/2014/main" id="{513AED92-5F5A-1D3F-1461-1CF7193733B7}"/>
              </a:ext>
            </a:extLst>
          </p:cNvPr>
          <p:cNvGrpSpPr/>
          <p:nvPr/>
        </p:nvGrpSpPr>
        <p:grpSpPr>
          <a:xfrm>
            <a:off x="7178134" y="2183505"/>
            <a:ext cx="3664344" cy="1313454"/>
            <a:chOff x="7505965" y="2252803"/>
            <a:chExt cx="3664344" cy="1313454"/>
          </a:xfrm>
        </p:grpSpPr>
        <p:sp>
          <p:nvSpPr>
            <p:cNvPr id="57" name="文本框 56">
              <a:extLst>
                <a:ext uri="{FF2B5EF4-FFF2-40B4-BE49-F238E27FC236}">
                  <a16:creationId xmlns:a16="http://schemas.microsoft.com/office/drawing/2014/main" id="{F16EFB16-4F00-1BAC-18C1-EF191A2BF264}"/>
                </a:ext>
              </a:extLst>
            </p:cNvPr>
            <p:cNvSpPr txBox="1"/>
            <p:nvPr/>
          </p:nvSpPr>
          <p:spPr>
            <a:xfrm>
              <a:off x="7776788" y="2345136"/>
              <a:ext cx="884908" cy="276999"/>
            </a:xfrm>
            <a:prstGeom prst="rect">
              <a:avLst/>
            </a:prstGeom>
            <a:noFill/>
          </p:spPr>
          <p:txBody>
            <a:bodyPr wrap="square">
              <a:spAutoFit/>
            </a:bodyPr>
            <a:lstStyle/>
            <a:p>
              <a:pPr algn="ctr"/>
              <a:r>
                <a:rPr lang="en-US" altLang="zh-CN" sz="1200" b="1" dirty="0">
                  <a:latin typeface="微软雅黑" panose="020B0503020204020204" pitchFamily="34" charset="-122"/>
                  <a:ea typeface="微软雅黑" panose="020B0503020204020204" pitchFamily="34" charset="-122"/>
                </a:rPr>
                <a:t>Normal</a:t>
              </a:r>
              <a:endParaRPr lang="zh-CN" altLang="en-US" sz="1200" b="1" dirty="0">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4D8CDAF2-FC56-D88D-2C24-C629453C2D01}"/>
                </a:ext>
              </a:extLst>
            </p:cNvPr>
            <p:cNvGrpSpPr/>
            <p:nvPr/>
          </p:nvGrpSpPr>
          <p:grpSpPr>
            <a:xfrm>
              <a:off x="7505965" y="2653887"/>
              <a:ext cx="3630987" cy="912370"/>
              <a:chOff x="8053783" y="2424813"/>
              <a:chExt cx="2378950" cy="645028"/>
            </a:xfrm>
          </p:grpSpPr>
          <p:cxnSp>
            <p:nvCxnSpPr>
              <p:cNvPr id="76" name="直接箭头连接符 75">
                <a:extLst>
                  <a:ext uri="{FF2B5EF4-FFF2-40B4-BE49-F238E27FC236}">
                    <a16:creationId xmlns:a16="http://schemas.microsoft.com/office/drawing/2014/main" id="{89948B4F-3B0B-BDFD-B19C-3DA3BF9B54A1}"/>
                  </a:ext>
                </a:extLst>
              </p:cNvPr>
              <p:cNvCxnSpPr>
                <a:cxnSpLocks/>
              </p:cNvCxnSpPr>
              <p:nvPr/>
            </p:nvCxnSpPr>
            <p:spPr>
              <a:xfrm flipV="1">
                <a:off x="10269609" y="2751887"/>
                <a:ext cx="0" cy="109654"/>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6D7FD4A4-6B48-2292-3DB7-026552898BC9}"/>
                  </a:ext>
                </a:extLst>
              </p:cNvPr>
              <p:cNvCxnSpPr>
                <a:cxnSpLocks/>
              </p:cNvCxnSpPr>
              <p:nvPr/>
            </p:nvCxnSpPr>
            <p:spPr>
              <a:xfrm flipV="1">
                <a:off x="10129981" y="2499904"/>
                <a:ext cx="0" cy="36163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59" name="组合 58">
                <a:extLst>
                  <a:ext uri="{FF2B5EF4-FFF2-40B4-BE49-F238E27FC236}">
                    <a16:creationId xmlns:a16="http://schemas.microsoft.com/office/drawing/2014/main" id="{73B81FF1-DEBA-5A7E-2D84-F70FF8371482}"/>
                  </a:ext>
                </a:extLst>
              </p:cNvPr>
              <p:cNvGrpSpPr/>
              <p:nvPr/>
            </p:nvGrpSpPr>
            <p:grpSpPr>
              <a:xfrm>
                <a:off x="8362511" y="2424813"/>
                <a:ext cx="304512" cy="436725"/>
                <a:chOff x="5223047" y="5361252"/>
                <a:chExt cx="263353" cy="422846"/>
              </a:xfrm>
            </p:grpSpPr>
            <p:cxnSp>
              <p:nvCxnSpPr>
                <p:cNvPr id="73" name="直接箭头连接符 72">
                  <a:extLst>
                    <a:ext uri="{FF2B5EF4-FFF2-40B4-BE49-F238E27FC236}">
                      <a16:creationId xmlns:a16="http://schemas.microsoft.com/office/drawing/2014/main" id="{41CC1A28-41E1-96CD-A572-6696025C623D}"/>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DF78AB4F-0381-F3B6-802B-5BEE68A1DD4D}"/>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C26C7436-6235-2904-19A2-8317F459050F}"/>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70" name="直接箭头连接符 69">
                <a:extLst>
                  <a:ext uri="{FF2B5EF4-FFF2-40B4-BE49-F238E27FC236}">
                    <a16:creationId xmlns:a16="http://schemas.microsoft.com/office/drawing/2014/main" id="{8F8DAFB6-5F10-FBA0-CEBF-7EE26D101FB7}"/>
                  </a:ext>
                </a:extLst>
              </p:cNvPr>
              <p:cNvCxnSpPr>
                <a:cxnSpLocks/>
              </p:cNvCxnSpPr>
              <p:nvPr/>
            </p:nvCxnSpPr>
            <p:spPr>
              <a:xfrm>
                <a:off x="9969375" y="2833470"/>
                <a:ext cx="0" cy="236371"/>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nvGrpSpPr>
              <p:cNvPr id="97" name="组合 96">
                <a:extLst>
                  <a:ext uri="{FF2B5EF4-FFF2-40B4-BE49-F238E27FC236}">
                    <a16:creationId xmlns:a16="http://schemas.microsoft.com/office/drawing/2014/main" id="{6290C539-44EE-A77D-A164-5A5EEC15B215}"/>
                  </a:ext>
                </a:extLst>
              </p:cNvPr>
              <p:cNvGrpSpPr/>
              <p:nvPr/>
            </p:nvGrpSpPr>
            <p:grpSpPr>
              <a:xfrm>
                <a:off x="9176392" y="2482837"/>
                <a:ext cx="362699" cy="378703"/>
                <a:chOff x="4784079" y="2512602"/>
                <a:chExt cx="362699" cy="579155"/>
              </a:xfrm>
            </p:grpSpPr>
            <p:cxnSp>
              <p:nvCxnSpPr>
                <p:cNvPr id="77" name="直接箭头连接符 76">
                  <a:extLst>
                    <a:ext uri="{FF2B5EF4-FFF2-40B4-BE49-F238E27FC236}">
                      <a16:creationId xmlns:a16="http://schemas.microsoft.com/office/drawing/2014/main" id="{0A6F8659-7FCB-D409-5BC3-19C2C3ADBF79}"/>
                    </a:ext>
                  </a:extLst>
                </p:cNvPr>
                <p:cNvCxnSpPr>
                  <a:cxnSpLocks/>
                </p:cNvCxnSpPr>
                <p:nvPr/>
              </p:nvCxnSpPr>
              <p:spPr>
                <a:xfrm flipV="1">
                  <a:off x="4784079" y="2512602"/>
                  <a:ext cx="0" cy="579155"/>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6CAAD5D0-281C-7A95-50C6-1EAB6640321D}"/>
                    </a:ext>
                  </a:extLst>
                </p:cNvPr>
                <p:cNvCxnSpPr>
                  <a:cxnSpLocks/>
                </p:cNvCxnSpPr>
                <p:nvPr/>
              </p:nvCxnSpPr>
              <p:spPr>
                <a:xfrm flipV="1">
                  <a:off x="4971024" y="2924064"/>
                  <a:ext cx="0" cy="16769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E8996B3E-13D6-C2C2-B18D-B7D333066309}"/>
                    </a:ext>
                  </a:extLst>
                </p:cNvPr>
                <p:cNvCxnSpPr>
                  <a:cxnSpLocks/>
                </p:cNvCxnSpPr>
                <p:nvPr/>
              </p:nvCxnSpPr>
              <p:spPr>
                <a:xfrm flipV="1">
                  <a:off x="5146778" y="2739957"/>
                  <a:ext cx="0" cy="335387"/>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61" name="直接连接符 60">
                <a:extLst>
                  <a:ext uri="{FF2B5EF4-FFF2-40B4-BE49-F238E27FC236}">
                    <a16:creationId xmlns:a16="http://schemas.microsoft.com/office/drawing/2014/main" id="{2A0EF75C-EE2C-475F-D62A-762DCE555F42}"/>
                  </a:ext>
                </a:extLst>
              </p:cNvPr>
              <p:cNvCxnSpPr>
                <a:cxnSpLocks/>
              </p:cNvCxnSpPr>
              <p:nvPr/>
            </p:nvCxnSpPr>
            <p:spPr>
              <a:xfrm>
                <a:off x="8053783" y="2861540"/>
                <a:ext cx="2378950"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CA767FEA-5FDB-54FB-60D3-94AD4D334F2A}"/>
                </a:ext>
              </a:extLst>
            </p:cNvPr>
            <p:cNvSpPr txBox="1"/>
            <p:nvPr/>
          </p:nvSpPr>
          <p:spPr>
            <a:xfrm>
              <a:off x="8920755" y="2252803"/>
              <a:ext cx="1212078" cy="461665"/>
            </a:xfrm>
            <a:prstGeom prst="rect">
              <a:avLst/>
            </a:prstGeom>
            <a:noFill/>
          </p:spPr>
          <p:txBody>
            <a:bodyPr wrap="square">
              <a:spAutoFit/>
            </a:bodyPr>
            <a:lstStyle/>
            <a:p>
              <a:pPr algn="ctr"/>
              <a:r>
                <a:rPr lang="en-US" altLang="zh-CN" sz="1200" b="1" dirty="0">
                  <a:latin typeface="微软雅黑" panose="020B0503020204020204" pitchFamily="34" charset="-122"/>
                  <a:ea typeface="微软雅黑" panose="020B0503020204020204" pitchFamily="34" charset="-122"/>
                </a:rPr>
                <a:t>Redundant Parameter</a:t>
              </a:r>
              <a:endParaRPr lang="zh-CN" altLang="en-US" sz="1200" b="1" dirty="0">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448A4680-B5A8-1616-4F15-1A5AE5639872}"/>
                </a:ext>
              </a:extLst>
            </p:cNvPr>
            <p:cNvSpPr txBox="1"/>
            <p:nvPr/>
          </p:nvSpPr>
          <p:spPr>
            <a:xfrm>
              <a:off x="10205474" y="2252803"/>
              <a:ext cx="964835" cy="461665"/>
            </a:xfrm>
            <a:prstGeom prst="rect">
              <a:avLst/>
            </a:prstGeom>
            <a:noFill/>
          </p:spPr>
          <p:txBody>
            <a:bodyPr wrap="square">
              <a:spAutoFit/>
            </a:bodyPr>
            <a:lstStyle/>
            <a:p>
              <a:pPr algn="ctr"/>
              <a:r>
                <a:rPr lang="en-US" altLang="zh-CN" sz="1200" b="1" dirty="0">
                  <a:latin typeface="微软雅黑" panose="020B0503020204020204" pitchFamily="34" charset="-122"/>
                  <a:ea typeface="微软雅黑" panose="020B0503020204020204" pitchFamily="34" charset="-122"/>
                </a:rPr>
                <a:t>sign conflict</a:t>
              </a:r>
              <a:endParaRPr lang="zh-CN" altLang="en-US" sz="1200" b="1" dirty="0">
                <a:latin typeface="微软雅黑" panose="020B0503020204020204" pitchFamily="34" charset="-122"/>
                <a:ea typeface="微软雅黑" panose="020B0503020204020204" pitchFamily="34" charset="-122"/>
              </a:endParaRPr>
            </a:p>
          </p:txBody>
        </p:sp>
      </p:grpSp>
      <p:grpSp>
        <p:nvGrpSpPr>
          <p:cNvPr id="85" name="组合 84">
            <a:extLst>
              <a:ext uri="{FF2B5EF4-FFF2-40B4-BE49-F238E27FC236}">
                <a16:creationId xmlns:a16="http://schemas.microsoft.com/office/drawing/2014/main" id="{9CAB2F14-2617-E487-9A56-ACD366CADDFA}"/>
              </a:ext>
            </a:extLst>
          </p:cNvPr>
          <p:cNvGrpSpPr/>
          <p:nvPr/>
        </p:nvGrpSpPr>
        <p:grpSpPr>
          <a:xfrm>
            <a:off x="6938855" y="1935234"/>
            <a:ext cx="4476098" cy="215444"/>
            <a:chOff x="3669895" y="2002194"/>
            <a:chExt cx="2829468" cy="215444"/>
          </a:xfrm>
        </p:grpSpPr>
        <p:grpSp>
          <p:nvGrpSpPr>
            <p:cNvPr id="84" name="组合 83">
              <a:extLst>
                <a:ext uri="{FF2B5EF4-FFF2-40B4-BE49-F238E27FC236}">
                  <a16:creationId xmlns:a16="http://schemas.microsoft.com/office/drawing/2014/main" id="{0C39DB8A-5B87-2AAF-1C4B-B0F11B538004}"/>
                </a:ext>
              </a:extLst>
            </p:cNvPr>
            <p:cNvGrpSpPr/>
            <p:nvPr/>
          </p:nvGrpSpPr>
          <p:grpSpPr>
            <a:xfrm>
              <a:off x="3669895" y="2002194"/>
              <a:ext cx="756484" cy="215444"/>
              <a:chOff x="7023971" y="2016325"/>
              <a:chExt cx="756484" cy="215444"/>
            </a:xfrm>
          </p:grpSpPr>
          <p:cxnSp>
            <p:nvCxnSpPr>
              <p:cNvPr id="64" name="直接箭头连接符 63">
                <a:extLst>
                  <a:ext uri="{FF2B5EF4-FFF2-40B4-BE49-F238E27FC236}">
                    <a16:creationId xmlns:a16="http://schemas.microsoft.com/office/drawing/2014/main" id="{B48D3F15-A61B-B667-0BE1-EC1E3ADB4E29}"/>
                  </a:ext>
                </a:extLst>
              </p:cNvPr>
              <p:cNvCxnSpPr>
                <a:cxnSpLocks/>
              </p:cNvCxnSpPr>
              <p:nvPr/>
            </p:nvCxnSpPr>
            <p:spPr>
              <a:xfrm>
                <a:off x="7023971" y="2139435"/>
                <a:ext cx="28800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67" name="文本框 66">
                <a:extLst>
                  <a:ext uri="{FF2B5EF4-FFF2-40B4-BE49-F238E27FC236}">
                    <a16:creationId xmlns:a16="http://schemas.microsoft.com/office/drawing/2014/main" id="{2C72683A-28BD-6EBB-25F6-8E97A9C4CECA}"/>
                  </a:ext>
                </a:extLst>
              </p:cNvPr>
              <p:cNvSpPr txBox="1"/>
              <p:nvPr/>
            </p:nvSpPr>
            <p:spPr>
              <a:xfrm>
                <a:off x="7352612" y="2016325"/>
                <a:ext cx="427843" cy="215444"/>
              </a:xfrm>
              <a:prstGeom prst="rect">
                <a:avLst/>
              </a:prstGeom>
              <a:noFill/>
            </p:spPr>
            <p:txBody>
              <a:bodyPr wrap="square" lIns="0" tIns="0" rIns="0" bIns="0">
                <a:spAutoFit/>
              </a:bodyPr>
              <a:lstStyle/>
              <a:p>
                <a:r>
                  <a:rPr lang="en-US" altLang="zh-CN" sz="1400" b="1" dirty="0">
                    <a:latin typeface="微软雅黑" panose="020B0503020204020204" pitchFamily="34" charset="-122"/>
                    <a:ea typeface="微软雅黑" panose="020B0503020204020204" pitchFamily="34" charset="-122"/>
                  </a:rPr>
                  <a:t>Task A</a:t>
                </a:r>
                <a:endParaRPr lang="zh-CN" altLang="en-US" sz="1400" b="1" dirty="0">
                  <a:latin typeface="微软雅黑" panose="020B0503020204020204" pitchFamily="34" charset="-122"/>
                  <a:ea typeface="微软雅黑" panose="020B0503020204020204" pitchFamily="34" charset="-122"/>
                </a:endParaRPr>
              </a:p>
            </p:txBody>
          </p:sp>
        </p:grpSp>
        <p:grpSp>
          <p:nvGrpSpPr>
            <p:cNvPr id="83" name="组合 82">
              <a:extLst>
                <a:ext uri="{FF2B5EF4-FFF2-40B4-BE49-F238E27FC236}">
                  <a16:creationId xmlns:a16="http://schemas.microsoft.com/office/drawing/2014/main" id="{858EE99F-2B89-A565-5973-879141FAC17B}"/>
                </a:ext>
              </a:extLst>
            </p:cNvPr>
            <p:cNvGrpSpPr/>
            <p:nvPr/>
          </p:nvGrpSpPr>
          <p:grpSpPr>
            <a:xfrm>
              <a:off x="4455335" y="2002194"/>
              <a:ext cx="780613" cy="215444"/>
              <a:chOff x="7023971" y="2335464"/>
              <a:chExt cx="780613" cy="215444"/>
            </a:xfrm>
          </p:grpSpPr>
          <p:cxnSp>
            <p:nvCxnSpPr>
              <p:cNvPr id="65" name="直接箭头连接符 64">
                <a:extLst>
                  <a:ext uri="{FF2B5EF4-FFF2-40B4-BE49-F238E27FC236}">
                    <a16:creationId xmlns:a16="http://schemas.microsoft.com/office/drawing/2014/main" id="{D4F1CD1F-BF54-D3BC-2937-4782C9AA2668}"/>
                  </a:ext>
                </a:extLst>
              </p:cNvPr>
              <p:cNvCxnSpPr>
                <a:cxnSpLocks/>
              </p:cNvCxnSpPr>
              <p:nvPr/>
            </p:nvCxnSpPr>
            <p:spPr>
              <a:xfrm flipV="1">
                <a:off x="7023971" y="2458574"/>
                <a:ext cx="288000" cy="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8" name="文本框 67">
                <a:extLst>
                  <a:ext uri="{FF2B5EF4-FFF2-40B4-BE49-F238E27FC236}">
                    <a16:creationId xmlns:a16="http://schemas.microsoft.com/office/drawing/2014/main" id="{95175800-1000-0624-992B-9B3E815BB7DB}"/>
                  </a:ext>
                </a:extLst>
              </p:cNvPr>
              <p:cNvSpPr txBox="1"/>
              <p:nvPr/>
            </p:nvSpPr>
            <p:spPr>
              <a:xfrm>
                <a:off x="7352611" y="2335464"/>
                <a:ext cx="451973" cy="215444"/>
              </a:xfrm>
              <a:prstGeom prst="rect">
                <a:avLst/>
              </a:prstGeom>
              <a:noFill/>
            </p:spPr>
            <p:txBody>
              <a:bodyPr wrap="square" lIns="0" tIns="0" rIns="0" bIns="0">
                <a:spAutoFit/>
              </a:bodyPr>
              <a:lstStyle/>
              <a:p>
                <a:r>
                  <a:rPr lang="en-US" altLang="zh-CN" sz="1400" b="1" dirty="0">
                    <a:latin typeface="微软雅黑" panose="020B0503020204020204" pitchFamily="34" charset="-122"/>
                    <a:ea typeface="微软雅黑" panose="020B0503020204020204" pitchFamily="34" charset="-122"/>
                  </a:rPr>
                  <a:t>Task B</a:t>
                </a:r>
                <a:endParaRPr lang="zh-CN" altLang="en-US" sz="1400" b="1" dirty="0">
                  <a:latin typeface="微软雅黑" panose="020B0503020204020204" pitchFamily="34" charset="-122"/>
                  <a:ea typeface="微软雅黑" panose="020B0503020204020204" pitchFamily="34" charset="-122"/>
                </a:endParaRPr>
              </a:p>
            </p:txBody>
          </p:sp>
        </p:grpSp>
        <p:grpSp>
          <p:nvGrpSpPr>
            <p:cNvPr id="82" name="组合 81">
              <a:extLst>
                <a:ext uri="{FF2B5EF4-FFF2-40B4-BE49-F238E27FC236}">
                  <a16:creationId xmlns:a16="http://schemas.microsoft.com/office/drawing/2014/main" id="{C041BC0E-8227-FBCC-C2CF-BC6AB6B7DF0F}"/>
                </a:ext>
              </a:extLst>
            </p:cNvPr>
            <p:cNvGrpSpPr/>
            <p:nvPr/>
          </p:nvGrpSpPr>
          <p:grpSpPr>
            <a:xfrm>
              <a:off x="5240775" y="2002194"/>
              <a:ext cx="1258588" cy="215444"/>
              <a:chOff x="7023971" y="2621349"/>
              <a:chExt cx="1258588" cy="215444"/>
            </a:xfrm>
          </p:grpSpPr>
          <p:cxnSp>
            <p:nvCxnSpPr>
              <p:cNvPr id="66" name="直接箭头连接符 65">
                <a:extLst>
                  <a:ext uri="{FF2B5EF4-FFF2-40B4-BE49-F238E27FC236}">
                    <a16:creationId xmlns:a16="http://schemas.microsoft.com/office/drawing/2014/main" id="{8EB7321B-D6F2-ACAB-58E4-FB504F68E88E}"/>
                  </a:ext>
                </a:extLst>
              </p:cNvPr>
              <p:cNvCxnSpPr>
                <a:cxnSpLocks/>
              </p:cNvCxnSpPr>
              <p:nvPr/>
            </p:nvCxnSpPr>
            <p:spPr>
              <a:xfrm rot="5400000" flipV="1">
                <a:off x="7167971" y="2600459"/>
                <a:ext cx="0" cy="2880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69" name="文本框 68">
                <a:extLst>
                  <a:ext uri="{FF2B5EF4-FFF2-40B4-BE49-F238E27FC236}">
                    <a16:creationId xmlns:a16="http://schemas.microsoft.com/office/drawing/2014/main" id="{50982970-33FB-EB7D-B6DA-337247B83B8B}"/>
                  </a:ext>
                </a:extLst>
              </p:cNvPr>
              <p:cNvSpPr txBox="1"/>
              <p:nvPr/>
            </p:nvSpPr>
            <p:spPr>
              <a:xfrm>
                <a:off x="7352611" y="2621349"/>
                <a:ext cx="929948" cy="215444"/>
              </a:xfrm>
              <a:prstGeom prst="rect">
                <a:avLst/>
              </a:prstGeom>
              <a:noFill/>
            </p:spPr>
            <p:txBody>
              <a:bodyPr wrap="square" lIns="0" tIns="0" rIns="0" bIns="0">
                <a:spAutoFit/>
              </a:bodyPr>
              <a:lstStyle/>
              <a:p>
                <a:r>
                  <a:rPr lang="en-US" altLang="zh-CN" sz="1400" b="1" dirty="0">
                    <a:latin typeface="微软雅黑" panose="020B0503020204020204" pitchFamily="34" charset="-122"/>
                    <a:ea typeface="微软雅黑" panose="020B0503020204020204" pitchFamily="34" charset="-122"/>
                  </a:rPr>
                  <a:t>Fused Params</a:t>
                </a:r>
                <a:endParaRPr lang="zh-CN" altLang="en-US" sz="1400" b="1" dirty="0">
                  <a:latin typeface="微软雅黑" panose="020B0503020204020204" pitchFamily="34" charset="-122"/>
                  <a:ea typeface="微软雅黑" panose="020B0503020204020204" pitchFamily="34" charset="-122"/>
                </a:endParaRPr>
              </a:p>
            </p:txBody>
          </p:sp>
        </p:grpSp>
      </p:grpSp>
      <p:sp>
        <p:nvSpPr>
          <p:cNvPr id="96" name="箭头: 下 95">
            <a:extLst>
              <a:ext uri="{FF2B5EF4-FFF2-40B4-BE49-F238E27FC236}">
                <a16:creationId xmlns:a16="http://schemas.microsoft.com/office/drawing/2014/main" id="{1EA12FD9-1546-16BE-5D1A-5321B26F6C62}"/>
              </a:ext>
            </a:extLst>
          </p:cNvPr>
          <p:cNvSpPr/>
          <p:nvPr/>
        </p:nvSpPr>
        <p:spPr>
          <a:xfrm>
            <a:off x="8912843" y="3483182"/>
            <a:ext cx="186576" cy="28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pSp>
        <p:nvGrpSpPr>
          <p:cNvPr id="115" name="组合 114">
            <a:extLst>
              <a:ext uri="{FF2B5EF4-FFF2-40B4-BE49-F238E27FC236}">
                <a16:creationId xmlns:a16="http://schemas.microsoft.com/office/drawing/2014/main" id="{B6C04226-37DA-F03C-4812-B80A971444A5}"/>
              </a:ext>
            </a:extLst>
          </p:cNvPr>
          <p:cNvGrpSpPr/>
          <p:nvPr/>
        </p:nvGrpSpPr>
        <p:grpSpPr>
          <a:xfrm>
            <a:off x="7189931" y="3776491"/>
            <a:ext cx="3632400" cy="616999"/>
            <a:chOff x="3669895" y="3802110"/>
            <a:chExt cx="2378950" cy="436728"/>
          </a:xfrm>
        </p:grpSpPr>
        <p:cxnSp>
          <p:nvCxnSpPr>
            <p:cNvPr id="101" name="直接箭头连接符 100">
              <a:extLst>
                <a:ext uri="{FF2B5EF4-FFF2-40B4-BE49-F238E27FC236}">
                  <a16:creationId xmlns:a16="http://schemas.microsoft.com/office/drawing/2014/main" id="{4E951B59-FFFF-7A65-7855-CCD9192744A4}"/>
                </a:ext>
              </a:extLst>
            </p:cNvPr>
            <p:cNvCxnSpPr>
              <a:cxnSpLocks/>
            </p:cNvCxnSpPr>
            <p:nvPr/>
          </p:nvCxnSpPr>
          <p:spPr>
            <a:xfrm flipV="1">
              <a:off x="5885721" y="3888965"/>
              <a:ext cx="0" cy="349873"/>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102" name="直接箭头连接符 101">
              <a:extLst>
                <a:ext uri="{FF2B5EF4-FFF2-40B4-BE49-F238E27FC236}">
                  <a16:creationId xmlns:a16="http://schemas.microsoft.com/office/drawing/2014/main" id="{BBF6BAE9-16F5-1AF1-498E-ED0A05C65AA7}"/>
                </a:ext>
              </a:extLst>
            </p:cNvPr>
            <p:cNvCxnSpPr>
              <a:cxnSpLocks/>
            </p:cNvCxnSpPr>
            <p:nvPr/>
          </p:nvCxnSpPr>
          <p:spPr>
            <a:xfrm flipV="1">
              <a:off x="5746093" y="3869566"/>
              <a:ext cx="0" cy="369271"/>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103" name="组合 102">
              <a:extLst>
                <a:ext uri="{FF2B5EF4-FFF2-40B4-BE49-F238E27FC236}">
                  <a16:creationId xmlns:a16="http://schemas.microsoft.com/office/drawing/2014/main" id="{43C69A88-1549-EB88-9CE1-E56E4F209641}"/>
                </a:ext>
              </a:extLst>
            </p:cNvPr>
            <p:cNvGrpSpPr/>
            <p:nvPr/>
          </p:nvGrpSpPr>
          <p:grpSpPr>
            <a:xfrm>
              <a:off x="3978623" y="3802110"/>
              <a:ext cx="304512" cy="436725"/>
              <a:chOff x="5223047" y="5361252"/>
              <a:chExt cx="263353" cy="422846"/>
            </a:xfrm>
          </p:grpSpPr>
          <p:cxnSp>
            <p:nvCxnSpPr>
              <p:cNvPr id="104" name="直接箭头连接符 103">
                <a:extLst>
                  <a:ext uri="{FF2B5EF4-FFF2-40B4-BE49-F238E27FC236}">
                    <a16:creationId xmlns:a16="http://schemas.microsoft.com/office/drawing/2014/main" id="{3AFFAFD5-7D59-76F0-B595-32738947C401}"/>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5" name="直接箭头连接符 104">
                <a:extLst>
                  <a:ext uri="{FF2B5EF4-FFF2-40B4-BE49-F238E27FC236}">
                    <a16:creationId xmlns:a16="http://schemas.microsoft.com/office/drawing/2014/main" id="{DECC968A-D7C8-C3F3-A864-C9D54A62F18C}"/>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4585B569-E7FB-4952-1931-4DF70FCEDD72}"/>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108" name="组合 107">
              <a:extLst>
                <a:ext uri="{FF2B5EF4-FFF2-40B4-BE49-F238E27FC236}">
                  <a16:creationId xmlns:a16="http://schemas.microsoft.com/office/drawing/2014/main" id="{8099B29F-1807-EFD6-5938-DAABDD09B8DB}"/>
                </a:ext>
              </a:extLst>
            </p:cNvPr>
            <p:cNvGrpSpPr/>
            <p:nvPr/>
          </p:nvGrpSpPr>
          <p:grpSpPr>
            <a:xfrm>
              <a:off x="4792504" y="3860134"/>
              <a:ext cx="362699" cy="378703"/>
              <a:chOff x="4784079" y="2512602"/>
              <a:chExt cx="362699" cy="579155"/>
            </a:xfrm>
          </p:grpSpPr>
          <p:cxnSp>
            <p:nvCxnSpPr>
              <p:cNvPr id="109" name="直接箭头连接符 108">
                <a:extLst>
                  <a:ext uri="{FF2B5EF4-FFF2-40B4-BE49-F238E27FC236}">
                    <a16:creationId xmlns:a16="http://schemas.microsoft.com/office/drawing/2014/main" id="{AC18D7C8-EBB8-98D8-1E9A-67B88817DDC5}"/>
                  </a:ext>
                </a:extLst>
              </p:cNvPr>
              <p:cNvCxnSpPr>
                <a:cxnSpLocks/>
              </p:cNvCxnSpPr>
              <p:nvPr/>
            </p:nvCxnSpPr>
            <p:spPr>
              <a:xfrm flipV="1">
                <a:off x="4784079" y="2512602"/>
                <a:ext cx="0" cy="579155"/>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11" name="直接箭头连接符 110">
                <a:extLst>
                  <a:ext uri="{FF2B5EF4-FFF2-40B4-BE49-F238E27FC236}">
                    <a16:creationId xmlns:a16="http://schemas.microsoft.com/office/drawing/2014/main" id="{53127350-EB3F-7C02-3393-6201C6F4C492}"/>
                  </a:ext>
                </a:extLst>
              </p:cNvPr>
              <p:cNvCxnSpPr>
                <a:cxnSpLocks/>
              </p:cNvCxnSpPr>
              <p:nvPr/>
            </p:nvCxnSpPr>
            <p:spPr>
              <a:xfrm flipV="1">
                <a:off x="5146778" y="2527026"/>
                <a:ext cx="0" cy="5483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112" name="直接连接符 111">
              <a:extLst>
                <a:ext uri="{FF2B5EF4-FFF2-40B4-BE49-F238E27FC236}">
                  <a16:creationId xmlns:a16="http://schemas.microsoft.com/office/drawing/2014/main" id="{1369563F-36BF-9A3E-7E40-41988F3B132C}"/>
                </a:ext>
              </a:extLst>
            </p:cNvPr>
            <p:cNvCxnSpPr>
              <a:cxnSpLocks/>
            </p:cNvCxnSpPr>
            <p:nvPr/>
          </p:nvCxnSpPr>
          <p:spPr>
            <a:xfrm>
              <a:off x="3669895" y="4238837"/>
              <a:ext cx="2378950"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17" name="文本框 116">
            <a:extLst>
              <a:ext uri="{FF2B5EF4-FFF2-40B4-BE49-F238E27FC236}">
                <a16:creationId xmlns:a16="http://schemas.microsoft.com/office/drawing/2014/main" id="{BEB81957-998D-47D3-B98C-CF4FE5BCB1BB}"/>
              </a:ext>
            </a:extLst>
          </p:cNvPr>
          <p:cNvSpPr txBox="1"/>
          <p:nvPr/>
        </p:nvSpPr>
        <p:spPr>
          <a:xfrm>
            <a:off x="6671573" y="4468055"/>
            <a:ext cx="5257980" cy="1323439"/>
          </a:xfrm>
          <a:prstGeom prst="rect">
            <a:avLst/>
          </a:prstGeom>
          <a:noFill/>
        </p:spPr>
        <p:txBody>
          <a:bodyPr wrap="square">
            <a:spAutoFit/>
          </a:bodyPr>
          <a:lstStyle/>
          <a:p>
            <a:pPr marL="285750" indent="-285750">
              <a:spcBef>
                <a:spcPts val="600"/>
              </a:spcBef>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Remove Redundancy: </a:t>
            </a:r>
            <a:r>
              <a:rPr lang="en-US" altLang="zh-CN" sz="1400" dirty="0">
                <a:latin typeface="微软雅黑" panose="020B0503020204020204" pitchFamily="34" charset="-122"/>
                <a:ea typeface="微软雅黑" panose="020B0503020204020204" pitchFamily="34" charset="-122"/>
                <a:sym typeface="Noto Sans SC"/>
              </a:rPr>
              <a:t>Keep only the </a:t>
            </a:r>
            <a:r>
              <a:rPr lang="en-US" altLang="zh-CN" sz="1400" b="1" dirty="0">
                <a:solidFill>
                  <a:srgbClr val="FF0000"/>
                </a:solidFill>
                <a:latin typeface="微软雅黑" panose="020B0503020204020204" pitchFamily="34" charset="-122"/>
                <a:ea typeface="微软雅黑" panose="020B0503020204020204" pitchFamily="34" charset="-122"/>
                <a:sym typeface="Noto Sans SC"/>
              </a:rPr>
              <a:t>top k% largest parameters</a:t>
            </a:r>
            <a:r>
              <a:rPr lang="en-US" altLang="zh-CN" sz="1400" dirty="0">
                <a:latin typeface="微软雅黑" panose="020B0503020204020204" pitchFamily="34" charset="-122"/>
                <a:ea typeface="微软雅黑" panose="020B0503020204020204" pitchFamily="34" charset="-122"/>
                <a:sym typeface="Noto Sans SC"/>
              </a:rPr>
              <a:t>. </a:t>
            </a:r>
          </a:p>
          <a:p>
            <a:pPr marL="285750" indent="-285750">
              <a:spcBef>
                <a:spcPts val="600"/>
              </a:spcBef>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sym typeface="Noto Sans SC"/>
              </a:rPr>
              <a:t>Resolve sign conflicts: </a:t>
            </a:r>
            <a:r>
              <a:rPr lang="en-US" altLang="zh-CN" sz="1400" dirty="0">
                <a:latin typeface="微软雅黑" panose="020B0503020204020204" pitchFamily="34" charset="-122"/>
                <a:ea typeface="微软雅黑" panose="020B0503020204020204" pitchFamily="34" charset="-122"/>
                <a:sym typeface="Noto Sans SC"/>
              </a:rPr>
              <a:t>Retain only parameters consistent with </a:t>
            </a:r>
            <a:r>
              <a:rPr lang="en-US" altLang="zh-CN" sz="1400" b="1" dirty="0">
                <a:solidFill>
                  <a:srgbClr val="FF0000"/>
                </a:solidFill>
                <a:latin typeface="微软雅黑" panose="020B0503020204020204" pitchFamily="34" charset="-122"/>
                <a:ea typeface="微软雅黑" panose="020B0503020204020204" pitchFamily="34" charset="-122"/>
                <a:sym typeface="Noto Sans SC"/>
              </a:rPr>
              <a:t>the majority sign direction</a:t>
            </a:r>
            <a:r>
              <a:rPr lang="en-US" altLang="zh-CN" sz="1400" dirty="0">
                <a:latin typeface="微软雅黑" panose="020B0503020204020204" pitchFamily="34" charset="-122"/>
                <a:ea typeface="微软雅黑" panose="020B0503020204020204" pitchFamily="34" charset="-122"/>
                <a:sym typeface="Noto Sans SC"/>
              </a:rPr>
              <a:t>.</a:t>
            </a:r>
          </a:p>
          <a:p>
            <a:pPr marL="285750" indent="-285750">
              <a:spcBef>
                <a:spcPts val="600"/>
              </a:spcBef>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sym typeface="Noto Sans SC"/>
              </a:rPr>
              <a:t>Average: </a:t>
            </a:r>
            <a:r>
              <a:rPr lang="en-US" altLang="zh-CN" sz="1400" dirty="0">
                <a:latin typeface="微软雅黑" panose="020B0503020204020204" pitchFamily="34" charset="-122"/>
                <a:ea typeface="微软雅黑" panose="020B0503020204020204" pitchFamily="34" charset="-122"/>
                <a:sym typeface="Noto Sans SC"/>
              </a:rPr>
              <a:t>Average only the </a:t>
            </a:r>
            <a:r>
              <a:rPr lang="en-US" altLang="zh-CN" sz="1400" b="1" dirty="0">
                <a:solidFill>
                  <a:srgbClr val="FF0000"/>
                </a:solidFill>
                <a:latin typeface="微软雅黑" panose="020B0503020204020204" pitchFamily="34" charset="-122"/>
                <a:ea typeface="微软雅黑" panose="020B0503020204020204" pitchFamily="34" charset="-122"/>
                <a:sym typeface="Noto Sans SC"/>
              </a:rPr>
              <a:t>non-zero parameters</a:t>
            </a:r>
            <a:r>
              <a:rPr lang="en-US" altLang="zh-CN" sz="1400" dirty="0">
                <a:latin typeface="微软雅黑" panose="020B0503020204020204" pitchFamily="34" charset="-122"/>
                <a:ea typeface="微软雅黑" panose="020B0503020204020204" pitchFamily="34" charset="-122"/>
                <a:sym typeface="Noto Sans SC"/>
              </a:rPr>
              <a:t>. </a:t>
            </a:r>
          </a:p>
        </p:txBody>
      </p:sp>
      <p:sp>
        <p:nvSpPr>
          <p:cNvPr id="29" name="文本框 28">
            <a:extLst>
              <a:ext uri="{FF2B5EF4-FFF2-40B4-BE49-F238E27FC236}">
                <a16:creationId xmlns:a16="http://schemas.microsoft.com/office/drawing/2014/main" id="{F5E245D2-AF24-8428-1EE2-16CB2F464FEC}"/>
              </a:ext>
            </a:extLst>
          </p:cNvPr>
          <p:cNvSpPr txBox="1"/>
          <p:nvPr/>
        </p:nvSpPr>
        <p:spPr>
          <a:xfrm>
            <a:off x="0" y="5988292"/>
            <a:ext cx="12269825" cy="523220"/>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[1] Gabriel </a:t>
            </a:r>
            <a:r>
              <a:rPr lang="en-US" altLang="zh-CN" sz="1400" dirty="0" err="1">
                <a:latin typeface="Times New Roman" panose="02020603050405020304" pitchFamily="18" charset="0"/>
                <a:cs typeface="Times New Roman" panose="02020603050405020304" pitchFamily="18" charset="0"/>
              </a:rPr>
              <a:t>Ilharco</a:t>
            </a:r>
            <a:r>
              <a:rPr lang="en-US" altLang="zh-CN" sz="1400" dirty="0"/>
              <a:t> et al.</a:t>
            </a:r>
            <a:r>
              <a:rPr lang="en-US" altLang="zh-CN" sz="1400" dirty="0">
                <a:latin typeface="Times New Roman" panose="02020603050405020304" pitchFamily="18" charset="0"/>
                <a:cs typeface="Times New Roman" panose="02020603050405020304" pitchFamily="18" charset="0"/>
              </a:rPr>
              <a:t> 2022. Editing models with task arithmetic. </a:t>
            </a:r>
            <a:r>
              <a:rPr lang="en-US" altLang="zh-CN" sz="1400" dirty="0" err="1">
                <a:latin typeface="Times New Roman" panose="02020603050405020304" pitchFamily="18" charset="0"/>
                <a:cs typeface="Times New Roman" panose="02020603050405020304" pitchFamily="18" charset="0"/>
              </a:rPr>
              <a:t>arXiv</a:t>
            </a:r>
            <a:r>
              <a:rPr lang="en-US" altLang="zh-CN" sz="1400" dirty="0">
                <a:latin typeface="Times New Roman" panose="02020603050405020304" pitchFamily="18" charset="0"/>
                <a:cs typeface="Times New Roman" panose="02020603050405020304" pitchFamily="18" charset="0"/>
              </a:rPr>
              <a:t> preprint arXiv:2212.04089 (2022).</a:t>
            </a:r>
          </a:p>
          <a:p>
            <a:r>
              <a:rPr lang="en-US" altLang="zh-CN" sz="1400" dirty="0">
                <a:latin typeface="Times New Roman" panose="02020603050405020304" pitchFamily="18" charset="0"/>
                <a:cs typeface="Times New Roman" panose="02020603050405020304" pitchFamily="18" charset="0"/>
              </a:rPr>
              <a:t>[2] Prateek Yadav </a:t>
            </a:r>
            <a:r>
              <a:rPr lang="en-US" altLang="zh-CN" sz="1400" dirty="0"/>
              <a:t>et al.</a:t>
            </a:r>
            <a:r>
              <a:rPr lang="en-US" altLang="zh-CN" sz="1400" dirty="0">
                <a:latin typeface="Times New Roman" panose="02020603050405020304" pitchFamily="18" charset="0"/>
                <a:cs typeface="Times New Roman" panose="02020603050405020304" pitchFamily="18" charset="0"/>
              </a:rPr>
              <a:t> 2023. Ties-merging: Resolving interference when merging models. Advances in Neural Information Processing Systems 36 (2023), 7093–7115.</a:t>
            </a:r>
          </a:p>
        </p:txBody>
      </p:sp>
      <p:sp>
        <p:nvSpPr>
          <p:cNvPr id="7" name="文本框 6">
            <a:extLst>
              <a:ext uri="{FF2B5EF4-FFF2-40B4-BE49-F238E27FC236}">
                <a16:creationId xmlns:a16="http://schemas.microsoft.com/office/drawing/2014/main" id="{796D64C8-2D31-4E5A-2D9E-CA78CE2B64BF}"/>
              </a:ext>
            </a:extLst>
          </p:cNvPr>
          <p:cNvSpPr txBox="1"/>
          <p:nvPr/>
        </p:nvSpPr>
        <p:spPr>
          <a:xfrm>
            <a:off x="348771" y="818748"/>
            <a:ext cx="59301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Selected Model Fusion Approach</a:t>
            </a:r>
          </a:p>
        </p:txBody>
      </p:sp>
      <p:sp>
        <p:nvSpPr>
          <p:cNvPr id="13" name="文本框 12">
            <a:extLst>
              <a:ext uri="{FF2B5EF4-FFF2-40B4-BE49-F238E27FC236}">
                <a16:creationId xmlns:a16="http://schemas.microsoft.com/office/drawing/2014/main" id="{414F86EC-CE7A-1ECA-0F1F-014D2C7A02F4}"/>
              </a:ext>
            </a:extLst>
          </p:cNvPr>
          <p:cNvSpPr txBox="1"/>
          <p:nvPr/>
        </p:nvSpPr>
        <p:spPr>
          <a:xfrm>
            <a:off x="7580813" y="3429000"/>
            <a:ext cx="2125677" cy="307777"/>
          </a:xfrm>
          <a:prstGeom prst="rect">
            <a:avLst/>
          </a:prstGeom>
          <a:noFill/>
        </p:spPr>
        <p:txBody>
          <a:bodyPr wrap="square">
            <a:spAutoFit/>
          </a:bodyPr>
          <a:lstStyle/>
          <a:p>
            <a:r>
              <a:rPr kumimoji="0" lang="en-US" altLang="zh-CN" sz="1400" b="1" i="1"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Times New Roman" panose="02020603050405020304" pitchFamily="18" charset="0"/>
              </a:rPr>
              <a:t>Ties-merging</a:t>
            </a:r>
            <a:endParaRPr lang="zh-CN" altLang="en-US" sz="1400" b="1" i="1" dirty="0"/>
          </a:p>
        </p:txBody>
      </p:sp>
      <p:pic>
        <p:nvPicPr>
          <p:cNvPr id="32" name="音频 31">
            <a:hlinkClick r:id="" action="ppaction://media"/>
            <a:extLst>
              <a:ext uri="{FF2B5EF4-FFF2-40B4-BE49-F238E27FC236}">
                <a16:creationId xmlns:a16="http://schemas.microsoft.com/office/drawing/2014/main" id="{D6B2E257-6145-0AB0-96E8-E704BF4291E8}"/>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80787713"/>
      </p:ext>
    </p:extLst>
  </p:cSld>
  <p:clrMapOvr>
    <a:masterClrMapping/>
  </p:clrMapOvr>
  <mc:AlternateContent xmlns:mc="http://schemas.openxmlformats.org/markup-compatibility/2006">
    <mc:Choice xmlns:p14="http://schemas.microsoft.com/office/powerpoint/2010/main" Requires="p14">
      <p:transition spd="slow" p14:dur="2000" advTm="101013"/>
    </mc:Choice>
    <mc:Fallback>
      <p:transition spd="slow" advTm="101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2"/>
                </p:tgtEl>
              </p:cMediaNode>
            </p:audio>
          </p:childTnLst>
        </p:cTn>
      </p:par>
    </p:tnLst>
  </p:timing>
  <p:extLst>
    <p:ext uri="{3A86A75C-4F4B-4683-9AE1-C65F6400EC91}">
      <p14:laserTraceLst xmlns:p14="http://schemas.microsoft.com/office/powerpoint/2010/main">
        <p14:tracePtLst>
          <p14:tracePt t="220" x="2009775" y="2168525"/>
          <p14:tracePt t="225" x="2009775" y="2155825"/>
          <p14:tracePt t="232" x="2009775" y="2143125"/>
          <p14:tracePt t="240" x="1997075" y="2058988"/>
          <p14:tracePt t="249" x="1997075" y="2009775"/>
          <p14:tracePt t="257" x="1985963" y="1985963"/>
          <p14:tracePt t="265" x="1960563" y="1936750"/>
          <p14:tracePt t="274" x="1924050" y="1863725"/>
          <p14:tracePt t="282" x="1912938" y="1827213"/>
          <p14:tracePt t="290" x="1887538" y="1778000"/>
          <p14:tracePt t="299" x="1863725" y="1754188"/>
          <p14:tracePt t="307" x="1863725" y="1730375"/>
          <p14:tracePt t="315" x="1851025" y="1704975"/>
          <p14:tracePt t="324" x="1839913" y="1704975"/>
          <p14:tracePt t="332" x="1839913" y="1693863"/>
          <p14:tracePt t="340" x="1827213" y="1681163"/>
          <p14:tracePt t="353" x="1814513" y="1681163"/>
          <p14:tracePt t="360" x="1814513" y="1668463"/>
          <p14:tracePt t="473" x="1803400" y="1657350"/>
          <p14:tracePt t="480" x="1803400" y="1644650"/>
          <p14:tracePt t="490" x="1778000" y="1644650"/>
          <p14:tracePt t="498" x="1778000" y="1631950"/>
          <p14:tracePt t="507" x="1765300" y="1620838"/>
          <p14:tracePt t="516" x="1754188" y="1620838"/>
          <p14:tracePt t="525" x="1741488" y="1620838"/>
          <p14:tracePt t="533" x="1741488" y="1608138"/>
          <p14:tracePt t="540" x="1704975" y="1595438"/>
          <p14:tracePt t="548" x="1681163" y="1584325"/>
          <p14:tracePt t="557" x="1655763" y="1571625"/>
          <p14:tracePt t="565" x="1619250" y="1546225"/>
          <p14:tracePt t="573" x="1571625" y="1522413"/>
          <p14:tracePt t="582" x="1546225" y="1509713"/>
          <p14:tracePt t="591" x="1522413" y="1485900"/>
          <p14:tracePt t="598" x="1509713" y="1485900"/>
          <p14:tracePt t="607" x="1485900" y="1473200"/>
          <p14:tracePt t="615" x="1473200" y="1449388"/>
          <p14:tracePt t="623" x="1462088" y="1449388"/>
          <p14:tracePt t="638" x="1449388" y="1449388"/>
          <p14:tracePt t="653" x="1436688" y="1436688"/>
          <p14:tracePt t="660" x="1425575" y="1425575"/>
          <p14:tracePt t="678" x="1412875" y="1412875"/>
          <p14:tracePt t="5848" x="1412875" y="1425575"/>
          <p14:tracePt t="5853" x="1425575" y="1462088"/>
          <p14:tracePt t="5858" x="1425575" y="1485900"/>
          <p14:tracePt t="5860" x="1425575" y="1509713"/>
          <p14:tracePt t="5868" x="1449388" y="1535113"/>
          <p14:tracePt t="5877" x="1473200" y="1595438"/>
          <p14:tracePt t="5885" x="1498600" y="1631950"/>
          <p14:tracePt t="5893" x="1509713" y="1644650"/>
          <p14:tracePt t="5902" x="1535113" y="1681163"/>
          <p14:tracePt t="5910" x="1535113" y="1693863"/>
          <p14:tracePt t="5918" x="1535113" y="1704975"/>
          <p14:tracePt t="5927" x="1535113" y="1717675"/>
          <p14:tracePt t="5935" x="1546225" y="1717675"/>
          <p14:tracePt t="6005" x="1558925" y="1717675"/>
          <p14:tracePt t="6713" x="1571625" y="1717675"/>
          <p14:tracePt t="6720" x="1582738" y="1717675"/>
          <p14:tracePt t="6725" x="1595438" y="1717675"/>
          <p14:tracePt t="6733" x="1608138" y="1717675"/>
          <p14:tracePt t="6740" x="1631950" y="1717675"/>
          <p14:tracePt t="6753" x="1644650" y="1717675"/>
          <p14:tracePt t="6758" x="1655763" y="1717675"/>
          <p14:tracePt t="6768" x="1668463" y="1717675"/>
          <p14:tracePt t="6773" x="1681163" y="1717675"/>
          <p14:tracePt t="6779" x="1692275" y="1717675"/>
          <p14:tracePt t="6785" x="1704975" y="1717675"/>
          <p14:tracePt t="6793" x="1717675" y="1717675"/>
          <p14:tracePt t="6801" x="1754188" y="1717675"/>
          <p14:tracePt t="6809" x="1765300" y="1717675"/>
          <p14:tracePt t="6817" x="1778000" y="1717675"/>
          <p14:tracePt t="6826" x="1803400" y="1717675"/>
          <p14:tracePt t="6834" x="1814513" y="1717675"/>
          <p14:tracePt t="6842" x="1851025" y="1717675"/>
          <p14:tracePt t="6851" x="1863725" y="1717675"/>
          <p14:tracePt t="6859" x="1887538" y="1717675"/>
          <p14:tracePt t="6868" x="1924050" y="1717675"/>
          <p14:tracePt t="6876" x="1960563" y="1717675"/>
          <p14:tracePt t="6884" x="2009775" y="1717675"/>
          <p14:tracePt t="6892" x="2033588" y="1717675"/>
          <p14:tracePt t="6901" x="2095500" y="1717675"/>
          <p14:tracePt t="6909" x="2119313" y="1717675"/>
          <p14:tracePt t="6917" x="2132013" y="1717675"/>
          <p14:tracePt t="6926" x="2168525" y="1717675"/>
          <p14:tracePt t="6934" x="2179638" y="1717675"/>
          <p14:tracePt t="6942" x="2205038" y="1717675"/>
          <p14:tracePt t="6951" x="2216150" y="1717675"/>
          <p14:tracePt t="6959" x="2241550" y="1717675"/>
          <p14:tracePt t="6967" x="2278063" y="1717675"/>
          <p14:tracePt t="6976" x="2314575" y="1717675"/>
          <p14:tracePt t="6984" x="2374900" y="1717675"/>
          <p14:tracePt t="6992" x="2424113" y="1717675"/>
          <p14:tracePt t="7001" x="2497138" y="1717675"/>
          <p14:tracePt t="7009" x="2533650" y="1717675"/>
          <p14:tracePt t="7017" x="2557463" y="1717675"/>
          <p14:tracePt t="7026" x="2606675" y="1717675"/>
          <p14:tracePt t="7034" x="2630488" y="1717675"/>
          <p14:tracePt t="7042" x="2643188" y="1717675"/>
          <p14:tracePt t="7051" x="2655888" y="1717675"/>
          <p14:tracePt t="7059" x="2667000" y="1717675"/>
          <p14:tracePt t="7093" x="2679700" y="1717675"/>
          <p14:tracePt t="8208" x="2692400" y="1717675"/>
          <p14:tracePt t="8218" x="2703513" y="1717675"/>
          <p14:tracePt t="8225" x="2716213" y="1717675"/>
          <p14:tracePt t="8228" x="2740025" y="1717675"/>
          <p14:tracePt t="8238" x="2752725" y="1717675"/>
          <p14:tracePt t="8241" x="2765425" y="1717675"/>
          <p14:tracePt t="8249" x="2776538" y="1717675"/>
          <p14:tracePt t="8258" x="2789238" y="1717675"/>
          <p14:tracePt t="8266" x="2825750" y="1730375"/>
          <p14:tracePt t="8275" x="2849563" y="1730375"/>
          <p14:tracePt t="8283" x="2886075" y="1730375"/>
          <p14:tracePt t="8291" x="2922588" y="1741488"/>
          <p14:tracePt t="8299" x="2971800" y="1741488"/>
          <p14:tracePt t="8308" x="3008313" y="1741488"/>
          <p14:tracePt t="8308" x="3032125" y="1741488"/>
          <p14:tracePt t="8316" x="3044825" y="1741488"/>
          <p14:tracePt t="8324" x="3081338" y="1741488"/>
          <p14:tracePt t="8333" x="3130550" y="1741488"/>
          <p14:tracePt t="8341" x="3214688" y="1754188"/>
          <p14:tracePt t="8349" x="3252788" y="1754188"/>
          <p14:tracePt t="8358" x="3276600" y="1754188"/>
          <p14:tracePt t="8358" x="3313113" y="1754188"/>
          <p14:tracePt t="8366" x="3349625" y="1754188"/>
          <p14:tracePt t="8374" x="3398838" y="1766888"/>
          <p14:tracePt t="8383" x="3446463" y="1766888"/>
          <p14:tracePt t="8391" x="3471863" y="1766888"/>
          <p14:tracePt t="8399" x="3519488" y="1778000"/>
          <p14:tracePt t="8408" x="3544888" y="1778000"/>
          <p14:tracePt t="8416" x="3581400" y="1778000"/>
          <p14:tracePt t="8424" x="3605213" y="1778000"/>
          <p14:tracePt t="8433" x="3629025" y="1778000"/>
          <p14:tracePt t="8441" x="3654425" y="1778000"/>
          <p14:tracePt t="8453" x="3665538" y="1778000"/>
          <p14:tracePt t="8458" x="3690938" y="1778000"/>
          <p14:tracePt t="8466" x="3702050" y="1778000"/>
          <p14:tracePt t="8474" x="3738563" y="1790700"/>
          <p14:tracePt t="8483" x="3787775" y="1790700"/>
          <p14:tracePt t="8491" x="3824288" y="1803400"/>
          <p14:tracePt t="8499" x="3860800" y="1803400"/>
          <p14:tracePt t="8508" x="3933825" y="1803400"/>
          <p14:tracePt t="8516" x="4006850" y="1814513"/>
          <p14:tracePt t="8524" x="4068763" y="1814513"/>
          <p14:tracePt t="8532" x="4141788" y="1827213"/>
          <p14:tracePt t="8541" x="4202113" y="1827213"/>
          <p14:tracePt t="8549" x="4214813" y="1827213"/>
          <p14:tracePt t="8558" x="4225925" y="1827213"/>
          <p14:tracePt t="8558" x="4238625" y="1827213"/>
          <p14:tracePt t="8585" x="4251325" y="1827213"/>
          <p14:tracePt t="8593" x="4262438" y="1827213"/>
          <p14:tracePt t="8605" x="4275138" y="1827213"/>
          <p14:tracePt t="8613" x="4287838" y="1827213"/>
          <p14:tracePt t="8618" x="4298950" y="1827213"/>
          <p14:tracePt t="8640" x="4311650" y="1827213"/>
          <p14:tracePt t="8658" x="4324350" y="1827213"/>
          <p14:tracePt t="8688" x="4335463" y="1827213"/>
          <p14:tracePt t="8693" x="4348163" y="1827213"/>
          <p14:tracePt t="8705" x="4360863" y="1827213"/>
          <p14:tracePt t="8708" x="4384675" y="1827213"/>
          <p14:tracePt t="8718" x="4397375" y="1827213"/>
          <p14:tracePt t="8724" x="4421188" y="1827213"/>
          <p14:tracePt t="8732" x="4433888" y="1827213"/>
          <p14:tracePt t="8741" x="4457700" y="1827213"/>
          <p14:tracePt t="8749" x="4481513" y="1827213"/>
          <p14:tracePt t="8758" x="4494213" y="1827213"/>
          <p14:tracePt t="10495" x="4481513" y="1827213"/>
          <p14:tracePt t="10500" x="4470400" y="1827213"/>
          <p14:tracePt t="10506" x="4457700" y="1839913"/>
          <p14:tracePt t="10514" x="4384675" y="1876425"/>
          <p14:tracePt t="10522" x="4335463" y="1887538"/>
          <p14:tracePt t="10531" x="4275138" y="1924050"/>
          <p14:tracePt t="10539" x="4178300" y="1985963"/>
          <p14:tracePt t="10547" x="4079875" y="2033588"/>
          <p14:tracePt t="10556" x="3970338" y="2082800"/>
          <p14:tracePt t="10564" x="3884613" y="2143125"/>
          <p14:tracePt t="10573" x="3787775" y="2205038"/>
          <p14:tracePt t="10581" x="3654425" y="2278063"/>
          <p14:tracePt t="10589" x="3568700" y="2314575"/>
          <p14:tracePt t="10597" x="3519488" y="2338388"/>
          <p14:tracePt t="10605" x="3422650" y="2411413"/>
          <p14:tracePt t="10614" x="3373438" y="2460625"/>
          <p14:tracePt t="10622" x="3336925" y="2484438"/>
          <p14:tracePt t="10630" x="3313113" y="2520950"/>
          <p14:tracePt t="10639" x="3289300" y="2546350"/>
          <p14:tracePt t="10647" x="3263900" y="2570163"/>
          <p14:tracePt t="10655" x="3227388" y="2619375"/>
          <p14:tracePt t="10664" x="3178175" y="2643188"/>
          <p14:tracePt t="10672" x="3154363" y="2679700"/>
          <p14:tracePt t="10680" x="3094038" y="2728913"/>
          <p14:tracePt t="10689" x="3044825" y="2765425"/>
          <p14:tracePt t="10697" x="3044825" y="2776538"/>
          <p14:tracePt t="10705" x="2984500" y="2851150"/>
          <p14:tracePt t="10714" x="2959100" y="2874963"/>
          <p14:tracePt t="10722" x="2922588" y="2898775"/>
          <p14:tracePt t="10730" x="2898775" y="2935288"/>
          <p14:tracePt t="10739" x="2874963" y="2960688"/>
          <p14:tracePt t="10739" x="2862263" y="2971800"/>
          <p14:tracePt t="10747" x="2849563" y="2984500"/>
          <p14:tracePt t="10755" x="2838450" y="2984500"/>
          <p14:tracePt t="10764" x="2838450" y="3008313"/>
          <p14:tracePt t="10772" x="2825750" y="3008313"/>
          <p14:tracePt t="10780" x="2813050" y="3021013"/>
          <p14:tracePt t="10793" x="2813050" y="3033713"/>
          <p14:tracePt t="10798" x="2801938" y="3033713"/>
          <p14:tracePt t="10806" x="2789238" y="3033713"/>
          <p14:tracePt t="10814" x="2776538" y="3044825"/>
          <p14:tracePt t="10825" x="2765425" y="3057525"/>
          <p14:tracePt t="10830" x="2752725" y="3057525"/>
          <p14:tracePt t="10839" x="2752725" y="3070225"/>
          <p14:tracePt t="10847" x="2728913" y="3070225"/>
          <p14:tracePt t="10855" x="2716213" y="3081338"/>
          <p14:tracePt t="10864" x="2679700" y="3106738"/>
          <p14:tracePt t="10872" x="2667000" y="3117850"/>
          <p14:tracePt t="10880" x="2643188" y="3130550"/>
          <p14:tracePt t="10889" x="2606675" y="3154363"/>
          <p14:tracePt t="10897" x="2593975" y="3167063"/>
          <p14:tracePt t="10905" x="2570163" y="3179763"/>
          <p14:tracePt t="10914" x="2508250" y="3203575"/>
          <p14:tracePt t="10922" x="2460625" y="3227388"/>
          <p14:tracePt t="10930" x="2435225" y="3240088"/>
          <p14:tracePt t="10938" x="2398713" y="3252788"/>
          <p14:tracePt t="10947" x="2351088" y="3276600"/>
          <p14:tracePt t="10955" x="2325688" y="3289300"/>
          <p14:tracePt t="10963" x="2301875" y="3300413"/>
          <p14:tracePt t="10972" x="2278063" y="3313113"/>
          <p14:tracePt t="10980" x="2265363" y="3313113"/>
          <p14:tracePt t="11145" x="2265363" y="3300413"/>
          <p14:tracePt t="11147" x="2278063" y="3289300"/>
          <p14:tracePt t="11155" x="2289175" y="3276600"/>
          <p14:tracePt t="11163" x="2314575" y="3240088"/>
          <p14:tracePt t="11172" x="2351088" y="3190875"/>
          <p14:tracePt t="11180" x="2398713" y="3117850"/>
          <p14:tracePt t="11188" x="2411413" y="3094038"/>
          <p14:tracePt t="11197" x="2447925" y="3033713"/>
          <p14:tracePt t="11205" x="2484438" y="2971800"/>
          <p14:tracePt t="11213" x="2520950" y="2924175"/>
          <p14:tracePt t="11222" x="2557463" y="2814638"/>
          <p14:tracePt t="11230" x="2593975" y="2752725"/>
          <p14:tracePt t="11238" x="2606675" y="2716213"/>
          <p14:tracePt t="11247" x="2655888" y="2643188"/>
          <p14:tracePt t="11255" x="2679700" y="2582863"/>
          <p14:tracePt t="11263" x="2716213" y="2533650"/>
          <p14:tracePt t="11272" x="2765425" y="2473325"/>
          <p14:tracePt t="11280" x="2825750" y="2387600"/>
          <p14:tracePt t="11288" x="2886075" y="2314575"/>
          <p14:tracePt t="11296" x="2911475" y="2278063"/>
          <p14:tracePt t="11305" x="2947988" y="2217738"/>
          <p14:tracePt t="11313" x="2984500" y="2143125"/>
          <p14:tracePt t="11322" x="3021013" y="2046288"/>
          <p14:tracePt t="11330" x="3044825" y="1985963"/>
          <p14:tracePt t="11338" x="3044825" y="1973263"/>
          <p14:tracePt t="11346" x="3068638" y="1887538"/>
          <p14:tracePt t="11355" x="3068638" y="1876425"/>
          <p14:tracePt t="11363" x="3081338" y="1863725"/>
          <p14:tracePt t="11371" x="3094038" y="1839913"/>
          <p14:tracePt t="11380" x="3094038" y="1827213"/>
          <p14:tracePt t="11388" x="3105150" y="1814513"/>
          <p14:tracePt t="11396" x="3130550" y="1803400"/>
          <p14:tracePt t="11405" x="3154363" y="1790700"/>
          <p14:tracePt t="11413" x="3178175" y="1766888"/>
          <p14:tracePt t="11421" x="3240088" y="1741488"/>
          <p14:tracePt t="11430" x="3289300" y="1717675"/>
          <p14:tracePt t="11439" x="3325813" y="1704975"/>
          <p14:tracePt t="11446" x="3325813" y="1693863"/>
          <p14:tracePt t="11455" x="3336925" y="1681163"/>
          <p14:tracePt t="11455" x="3349625" y="1681163"/>
          <p14:tracePt t="11608" x="3336925" y="1681163"/>
          <p14:tracePt t="11614" x="3313113" y="1681163"/>
          <p14:tracePt t="11618" x="3289300" y="1693863"/>
          <p14:tracePt t="11621" x="3263900" y="1704975"/>
          <p14:tracePt t="11630" x="3227388" y="1730375"/>
          <p14:tracePt t="11638" x="3178175" y="1754188"/>
          <p14:tracePt t="11646" x="2984500" y="1863725"/>
          <p14:tracePt t="11655" x="2801938" y="1973263"/>
          <p14:tracePt t="11663" x="2619375" y="2095500"/>
          <p14:tracePt t="11671" x="2424113" y="2192338"/>
          <p14:tracePt t="11680" x="2228850" y="2290763"/>
          <p14:tracePt t="11688" x="2046288" y="2374900"/>
          <p14:tracePt t="11696" x="1900238" y="2447925"/>
          <p14:tracePt t="11705" x="1803400" y="2497138"/>
          <p14:tracePt t="11713" x="1717675" y="2546350"/>
          <p14:tracePt t="11721" x="1655763" y="2606675"/>
          <p14:tracePt t="11729" x="1644650" y="2630488"/>
          <p14:tracePt t="11738" x="1644650" y="2643188"/>
          <p14:tracePt t="11746" x="1631950" y="2679700"/>
          <p14:tracePt t="11754" x="1631950" y="2716213"/>
          <p14:tracePt t="11763" x="1631950" y="2740025"/>
          <p14:tracePt t="11771" x="1631950" y="2752725"/>
          <p14:tracePt t="11779" x="1631950" y="2776538"/>
          <p14:tracePt t="11788" x="1631950" y="2789238"/>
          <p14:tracePt t="11796" x="1631950" y="2801938"/>
          <p14:tracePt t="11804" x="1644650" y="2814638"/>
          <p14:tracePt t="11813" x="1644650" y="2825750"/>
          <p14:tracePt t="11813" x="1644650" y="2838450"/>
          <p14:tracePt t="11821" x="1655763" y="2851150"/>
          <p14:tracePt t="11829" x="1668463" y="2862263"/>
          <p14:tracePt t="11838" x="1668463" y="2874963"/>
          <p14:tracePt t="11846" x="1692275" y="2898775"/>
          <p14:tracePt t="11854" x="1704975" y="2911475"/>
          <p14:tracePt t="11863" x="1728788" y="2935288"/>
          <p14:tracePt t="11871" x="1741488" y="2947988"/>
          <p14:tracePt t="11879" x="1778000" y="2960688"/>
          <p14:tracePt t="11888" x="1790700" y="2971800"/>
          <p14:tracePt t="11896" x="1814513" y="2984500"/>
          <p14:tracePt t="11904" x="1839913" y="2997200"/>
          <p14:tracePt t="11913" x="1851025" y="3008313"/>
          <p14:tracePt t="11921" x="1876425" y="3008313"/>
          <p14:tracePt t="11929" x="1887538" y="3021013"/>
          <p14:tracePt t="11938" x="1900238" y="3021013"/>
          <p14:tracePt t="11946" x="1912938" y="3021013"/>
          <p14:tracePt t="11958" x="1924050" y="3021013"/>
          <p14:tracePt t="11963" x="1936750" y="3021013"/>
          <p14:tracePt t="11978" x="1949450" y="3021013"/>
          <p14:tracePt t="11979" x="1960563" y="3021013"/>
          <p14:tracePt t="11988" x="1960563" y="3033713"/>
          <p14:tracePt t="11996" x="1985963" y="3044825"/>
          <p14:tracePt t="12004" x="2022475" y="3057525"/>
          <p14:tracePt t="12012" x="2046288" y="3070225"/>
          <p14:tracePt t="12021" x="2082800" y="3094038"/>
          <p14:tracePt t="12029" x="2095500" y="3094038"/>
          <p14:tracePt t="12037" x="2106613" y="3094038"/>
          <p14:tracePt t="12046" x="2106613" y="3106738"/>
          <p14:tracePt t="12055" x="2119313" y="3106738"/>
          <p14:tracePt t="12068" x="2132013" y="3106738"/>
          <p14:tracePt t="12073" x="2132013" y="3117850"/>
          <p14:tracePt t="12085" x="2143125" y="3117850"/>
          <p14:tracePt t="12088" x="2155825" y="3117850"/>
          <p14:tracePt t="12096" x="2168525" y="3117850"/>
          <p14:tracePt t="12104" x="2192338" y="3117850"/>
          <p14:tracePt t="12112" x="2205038" y="3130550"/>
          <p14:tracePt t="12121" x="2241550" y="3143250"/>
          <p14:tracePt t="12129" x="2265363" y="3154363"/>
          <p14:tracePt t="12137" x="2278063" y="3154363"/>
          <p14:tracePt t="12146" x="2314575" y="3179763"/>
          <p14:tracePt t="12154" x="2338388" y="3190875"/>
          <p14:tracePt t="12162" x="2398713" y="3227388"/>
          <p14:tracePt t="12171" x="2435225" y="3263900"/>
          <p14:tracePt t="12179" x="2471738" y="3289300"/>
          <p14:tracePt t="12187" x="2484438" y="3300413"/>
          <p14:tracePt t="12196" x="2508250" y="3313113"/>
          <p14:tracePt t="12204" x="2533650" y="3336925"/>
          <p14:tracePt t="12212" x="2557463" y="3349625"/>
          <p14:tracePt t="12221" x="2619375" y="3398838"/>
          <p14:tracePt t="12229" x="2655888" y="3422650"/>
          <p14:tracePt t="12237" x="2667000" y="3422650"/>
          <p14:tracePt t="12246" x="2728913" y="3459163"/>
          <p14:tracePt t="12254" x="2776538" y="3484563"/>
          <p14:tracePt t="12262" x="2825750" y="3495675"/>
          <p14:tracePt t="12271" x="2886075" y="3532188"/>
          <p14:tracePt t="12279" x="2959100" y="3568700"/>
          <p14:tracePt t="12287" x="3021013" y="3594100"/>
          <p14:tracePt t="12296" x="3068638" y="3605213"/>
          <p14:tracePt t="12304" x="3105150" y="3617913"/>
          <p14:tracePt t="12312" x="3167063" y="3641725"/>
          <p14:tracePt t="12320" x="3240088" y="3678238"/>
          <p14:tracePt t="12329" x="3276600" y="3690938"/>
          <p14:tracePt t="12337" x="3300413" y="3703638"/>
          <p14:tracePt t="12345" x="3349625" y="3740150"/>
          <p14:tracePt t="12354" x="3373438" y="3751263"/>
          <p14:tracePt t="12362" x="3398838" y="3751263"/>
          <p14:tracePt t="12371" x="3435350" y="3776663"/>
          <p14:tracePt t="12379" x="3471863" y="3800475"/>
          <p14:tracePt t="12387" x="3532188" y="3813175"/>
          <p14:tracePt t="12395" x="3592513" y="3824288"/>
          <p14:tracePt t="12404" x="3629025" y="3849688"/>
          <p14:tracePt t="12412" x="3678238" y="3873500"/>
          <p14:tracePt t="12421" x="3738563" y="3886200"/>
          <p14:tracePt t="12429" x="3763963" y="3910013"/>
          <p14:tracePt t="12437" x="3787775" y="3922713"/>
          <p14:tracePt t="12445" x="3824288" y="3933825"/>
          <p14:tracePt t="12454" x="3836988" y="3933825"/>
          <p14:tracePt t="12462" x="3848100" y="3933825"/>
          <p14:tracePt t="12473" x="3860800" y="3946525"/>
          <p14:tracePt t="16226" x="3848100" y="3946525"/>
          <p14:tracePt t="16233" x="3836988" y="3946525"/>
          <p14:tracePt t="16238" x="3824288" y="3959225"/>
          <p14:tracePt t="16242" x="3811588" y="3959225"/>
          <p14:tracePt t="16250" x="3787775" y="3959225"/>
          <p14:tracePt t="16258" x="3763963" y="3959225"/>
          <p14:tracePt t="16267" x="3702050" y="3959225"/>
          <p14:tracePt t="16275" x="3690938" y="3970338"/>
          <p14:tracePt t="16283" x="3629025" y="3983038"/>
          <p14:tracePt t="16292" x="3581400" y="3995738"/>
          <p14:tracePt t="16300" x="3508375" y="3995738"/>
          <p14:tracePt t="16308" x="3471863" y="3995738"/>
          <p14:tracePt t="16317" x="3446463" y="3995738"/>
          <p14:tracePt t="16325" x="3409950" y="3995738"/>
          <p14:tracePt t="16333" x="3373438" y="3995738"/>
          <p14:tracePt t="16342" x="3336925" y="4006850"/>
          <p14:tracePt t="16350" x="3313113" y="4006850"/>
          <p14:tracePt t="16358" x="3276600" y="4006850"/>
          <p14:tracePt t="16367" x="3252788" y="4019550"/>
          <p14:tracePt t="16375" x="3240088" y="4019550"/>
          <p14:tracePt t="16385" x="3227388" y="4019550"/>
          <p14:tracePt t="16401" x="3214688" y="4019550"/>
          <p14:tracePt t="16425" x="3203575" y="4019550"/>
          <p14:tracePt t="16428" x="3190875" y="4019550"/>
          <p14:tracePt t="16438" x="3178175" y="4032250"/>
          <p14:tracePt t="16442" x="3154363" y="4032250"/>
          <p14:tracePt t="16450" x="3141663" y="4043363"/>
          <p14:tracePt t="16458" x="3130550" y="4043363"/>
          <p14:tracePt t="16467" x="3105150" y="4043363"/>
          <p14:tracePt t="16475" x="3094038" y="4056063"/>
          <p14:tracePt t="16483" x="3068638" y="4068763"/>
          <p14:tracePt t="16492" x="3057525" y="4081463"/>
          <p14:tracePt t="16500" x="3021013" y="4081463"/>
          <p14:tracePt t="16508" x="2995613" y="4092575"/>
          <p14:tracePt t="16517" x="2971800" y="4105275"/>
          <p14:tracePt t="16525" x="2947988" y="4105275"/>
          <p14:tracePt t="16533" x="2922588" y="4117975"/>
          <p14:tracePt t="16542" x="2886075" y="4117975"/>
          <p14:tracePt t="16550" x="2886075" y="4129088"/>
          <p14:tracePt t="16558" x="2874963" y="4129088"/>
          <p14:tracePt t="16566" x="2862263" y="4141788"/>
          <p14:tracePt t="16580" x="2849563" y="4141788"/>
          <p14:tracePt t="16588" x="2838450" y="4141788"/>
          <p14:tracePt t="16595" x="2825750" y="4141788"/>
          <p14:tracePt t="16648" x="2825750" y="4154488"/>
          <p14:tracePt t="16660" x="2813050" y="4154488"/>
          <p14:tracePt t="16685" x="2801938" y="4154488"/>
          <p14:tracePt t="16705" x="2801938" y="4165600"/>
          <p14:tracePt t="16780" x="2801938" y="4178300"/>
          <p14:tracePt t="17420" x="2789238" y="4178300"/>
          <p14:tracePt t="18513" x="2776538" y="4165600"/>
          <p14:tracePt t="18520" x="2765425" y="4154488"/>
          <p14:tracePt t="18533" x="2752725" y="4154488"/>
          <p14:tracePt t="18538" x="2740025" y="4141788"/>
          <p14:tracePt t="18540" x="2740025" y="4129088"/>
          <p14:tracePt t="18548" x="2728913" y="4129088"/>
          <p14:tracePt t="18557" x="2703513" y="4105275"/>
          <p14:tracePt t="18565" x="2667000" y="4092575"/>
          <p14:tracePt t="18573" x="2655888" y="4081463"/>
          <p14:tracePt t="18581" x="2606675" y="4056063"/>
          <p14:tracePt t="18590" x="2593975" y="4043363"/>
          <p14:tracePt t="18598" x="2570163" y="4032250"/>
          <p14:tracePt t="18606" x="2557463" y="4019550"/>
          <p14:tracePt t="18615" x="2546350" y="4019550"/>
          <p14:tracePt t="18623" x="2533650" y="4019550"/>
          <p14:tracePt t="18633" x="2533650" y="4006850"/>
          <p14:tracePt t="18685" x="2520950" y="4006850"/>
          <p14:tracePt t="18775" x="2508250" y="4006850"/>
          <p14:tracePt t="18793" x="2497138" y="4006850"/>
          <p14:tracePt t="18806" x="2484438" y="4006850"/>
          <p14:tracePt t="18813" x="2471738" y="4006850"/>
          <p14:tracePt t="18818" x="2460625" y="4006850"/>
          <p14:tracePt t="18833" x="2447925" y="4006850"/>
          <p14:tracePt t="18838" x="2435225" y="4019550"/>
          <p14:tracePt t="18848" x="2424113" y="4032250"/>
          <p14:tracePt t="18853" x="2411413" y="4032250"/>
          <p14:tracePt t="18858" x="2398713" y="4032250"/>
          <p14:tracePt t="18885" x="2387600" y="4032250"/>
          <p14:tracePt t="18908" x="2374900" y="4043363"/>
          <p14:tracePt t="18920" x="2374900" y="4056063"/>
          <p14:tracePt t="18928" x="2351088" y="4056063"/>
          <p14:tracePt t="18933" x="2351088" y="4068763"/>
          <p14:tracePt t="18938" x="2338388" y="4068763"/>
          <p14:tracePt t="18945" x="2338388" y="4081463"/>
          <p14:tracePt t="18948" x="2325688" y="4081463"/>
          <p14:tracePt t="18956" x="2314575" y="4092575"/>
          <p14:tracePt t="18964" x="2289175" y="4105275"/>
          <p14:tracePt t="18973" x="2265363" y="4129088"/>
          <p14:tracePt t="18981" x="2241550" y="4141788"/>
          <p14:tracePt t="18989" x="2228850" y="4165600"/>
          <p14:tracePt t="18998" x="2216150" y="4165600"/>
          <p14:tracePt t="19006" x="2205038" y="4178300"/>
          <p14:tracePt t="19014" x="2179638" y="4191000"/>
          <p14:tracePt t="19022" x="2179638" y="4202113"/>
          <p14:tracePt t="19031" x="2168525" y="4227513"/>
          <p14:tracePt t="19039" x="2155825" y="4251325"/>
          <p14:tracePt t="19048" x="2143125" y="4300538"/>
          <p14:tracePt t="19056" x="2132013" y="4300538"/>
          <p14:tracePt t="19064" x="2119313" y="4348163"/>
          <p14:tracePt t="19072" x="2095500" y="4397375"/>
          <p14:tracePt t="19081" x="2082800" y="4457700"/>
          <p14:tracePt t="19089" x="2070100" y="4494213"/>
          <p14:tracePt t="19097" x="2058988" y="4519613"/>
          <p14:tracePt t="19106" x="2046288" y="4579938"/>
          <p14:tracePt t="19114" x="2033588" y="4616450"/>
          <p14:tracePt t="19122" x="2033588" y="4652963"/>
          <p14:tracePt t="19131" x="2033588" y="4689475"/>
          <p14:tracePt t="19139" x="2033588" y="4714875"/>
          <p14:tracePt t="19147" x="2033588" y="4751388"/>
          <p14:tracePt t="19156" x="2033588" y="4775200"/>
          <p14:tracePt t="19164" x="2033588" y="4811713"/>
          <p14:tracePt t="19172" x="2033588" y="4848225"/>
          <p14:tracePt t="19181" x="2033588" y="4908550"/>
          <p14:tracePt t="19189" x="2033588" y="4945063"/>
          <p14:tracePt t="19197" x="2033588" y="4957763"/>
          <p14:tracePt t="19206" x="2033588" y="4994275"/>
          <p14:tracePt t="19214" x="2046288" y="5030788"/>
          <p14:tracePt t="19222" x="2046288" y="5054600"/>
          <p14:tracePt t="19231" x="2058988" y="5067300"/>
          <p14:tracePt t="19240" x="2058988" y="5080000"/>
          <p14:tracePt t="19247" x="2070100" y="5091113"/>
          <p14:tracePt t="19256" x="2082800" y="5091113"/>
          <p14:tracePt t="19264" x="2082800" y="5103813"/>
          <p14:tracePt t="19272" x="2095500" y="5116513"/>
          <p14:tracePt t="19281" x="2095500" y="5127625"/>
          <p14:tracePt t="19289" x="2106613" y="5127625"/>
          <p14:tracePt t="19297" x="2106613" y="5140325"/>
          <p14:tracePt t="19306" x="2119313" y="5153025"/>
          <p14:tracePt t="19314" x="2132013" y="5153025"/>
          <p14:tracePt t="19322" x="2143125" y="5164138"/>
          <p14:tracePt t="19331" x="2155825" y="5176838"/>
          <p14:tracePt t="19339" x="2155825" y="5189538"/>
          <p14:tracePt t="19347" x="2168525" y="5189538"/>
          <p14:tracePt t="19356" x="2179638" y="5189538"/>
          <p14:tracePt t="19373" x="2192338" y="5200650"/>
          <p14:tracePt t="19378" x="2205038" y="5200650"/>
          <p14:tracePt t="19385" x="2216150" y="5200650"/>
          <p14:tracePt t="19400" x="2228850" y="5213350"/>
          <p14:tracePt t="19405" x="2241550" y="5213350"/>
          <p14:tracePt t="19418" x="2252663" y="5213350"/>
          <p14:tracePt t="19425" x="2265363" y="5213350"/>
          <p14:tracePt t="19426" x="2278063" y="5213350"/>
          <p14:tracePt t="19445" x="2289175" y="5213350"/>
          <p14:tracePt t="19453" x="2301875" y="5213350"/>
          <p14:tracePt t="19465" x="2314575" y="5213350"/>
          <p14:tracePt t="19473" x="2325688" y="5213350"/>
          <p14:tracePt t="19479" x="2338388" y="5213350"/>
          <p14:tracePt t="19485" x="2351088" y="5213350"/>
          <p14:tracePt t="19489" x="2362200" y="5213350"/>
          <p14:tracePt t="19498" x="2374900" y="5213350"/>
          <p14:tracePt t="19505" x="2387600" y="5213350"/>
          <p14:tracePt t="19514" x="2398713" y="5213350"/>
          <p14:tracePt t="19522" x="2424113" y="5213350"/>
          <p14:tracePt t="19533" x="2435225" y="5213350"/>
          <p14:tracePt t="19539" x="2447925" y="5213350"/>
          <p14:tracePt t="19547" x="2460625" y="5213350"/>
          <p14:tracePt t="19555" x="2471738" y="5200650"/>
          <p14:tracePt t="19564" x="2484438" y="5200650"/>
          <p14:tracePt t="19572" x="2508250" y="5189538"/>
          <p14:tracePt t="19580" x="2557463" y="5153025"/>
          <p14:tracePt t="19589" x="2582863" y="5140325"/>
          <p14:tracePt t="19597" x="2593975" y="5116513"/>
          <p14:tracePt t="19605" x="2630488" y="5091113"/>
          <p14:tracePt t="19614" x="2692400" y="5030788"/>
          <p14:tracePt t="19622" x="2728913" y="4994275"/>
          <p14:tracePt t="19630" x="2752725" y="4957763"/>
          <p14:tracePt t="19638" x="2776538" y="4933950"/>
          <p14:tracePt t="19647" x="2801938" y="4884738"/>
          <p14:tracePt t="19655" x="2825750" y="4860925"/>
          <p14:tracePt t="19664" x="2825750" y="4824413"/>
          <p14:tracePt t="19672" x="2838450" y="4787900"/>
          <p14:tracePt t="19680" x="2849563" y="4714875"/>
          <p14:tracePt t="19689" x="2849563" y="4652963"/>
          <p14:tracePt t="19697" x="2849563" y="4640263"/>
          <p14:tracePt t="19705" x="2849563" y="4592638"/>
          <p14:tracePt t="19713" x="2849563" y="4506913"/>
          <p14:tracePt t="19722" x="2849563" y="4446588"/>
          <p14:tracePt t="19730" x="2849563" y="4410075"/>
          <p14:tracePt t="19739" x="2849563" y="4360863"/>
          <p14:tracePt t="19739" x="2838450" y="4337050"/>
          <p14:tracePt t="19747" x="2825750" y="4324350"/>
          <p14:tracePt t="19755" x="2801938" y="4300538"/>
          <p14:tracePt t="19763" x="2801938" y="4275138"/>
          <p14:tracePt t="19772" x="2789238" y="4238625"/>
          <p14:tracePt t="19780" x="2776538" y="4238625"/>
          <p14:tracePt t="19789" x="2765425" y="4214813"/>
          <p14:tracePt t="19800" x="2752725" y="4214813"/>
          <p14:tracePt t="19808" x="2740025" y="4202113"/>
          <p14:tracePt t="19818" x="2740025" y="4191000"/>
          <p14:tracePt t="19822" x="2716213" y="4178300"/>
          <p14:tracePt t="19830" x="2703513" y="4178300"/>
          <p14:tracePt t="19838" x="2692400" y="4165600"/>
          <p14:tracePt t="19847" x="2667000" y="4154488"/>
          <p14:tracePt t="19855" x="2643188" y="4154488"/>
          <p14:tracePt t="19863" x="2630488" y="4154488"/>
          <p14:tracePt t="19872" x="2606675" y="4141788"/>
          <p14:tracePt t="19880" x="2582863" y="4141788"/>
          <p14:tracePt t="19888" x="2570163" y="4129088"/>
          <p14:tracePt t="19897" x="2557463" y="4129088"/>
          <p14:tracePt t="19905" x="2546350" y="4117975"/>
          <p14:tracePt t="19913" x="2520950" y="4117975"/>
          <p14:tracePt t="19922" x="2508250" y="4117975"/>
          <p14:tracePt t="19930" x="2484438" y="4117975"/>
          <p14:tracePt t="19938" x="2460625" y="4117975"/>
          <p14:tracePt t="19947" x="2424113" y="4117975"/>
          <p14:tracePt t="19955" x="2411413" y="4105275"/>
          <p14:tracePt t="19963" x="2387600" y="4105275"/>
          <p14:tracePt t="19972" x="2374900" y="4092575"/>
          <p14:tracePt t="19980" x="2362200" y="4092575"/>
          <p14:tracePt t="19989" x="2351088" y="4092575"/>
          <p14:tracePt t="20000" x="2351088" y="4081463"/>
          <p14:tracePt t="20006" x="2338388" y="4081463"/>
          <p14:tracePt t="20500" x="2325688" y="4081463"/>
          <p14:tracePt t="20508" x="2314575" y="4081463"/>
          <p14:tracePt t="20515" x="2301875" y="4081463"/>
          <p14:tracePt t="20520" x="2289175" y="4092575"/>
          <p14:tracePt t="20525" x="2278063" y="4092575"/>
          <p14:tracePt t="20529" x="2265363" y="4105275"/>
          <p14:tracePt t="20538" x="2241550" y="4105275"/>
          <p14:tracePt t="20546" x="2192338" y="4105275"/>
          <p14:tracePt t="20554" x="2168525" y="4117975"/>
          <p14:tracePt t="20563" x="2143125" y="4129088"/>
          <p14:tracePt t="20571" x="2119313" y="4141788"/>
          <p14:tracePt t="20579" x="2082800" y="4141788"/>
          <p14:tracePt t="20588" x="2058988" y="4154488"/>
          <p14:tracePt t="20598" x="2046288" y="4165600"/>
          <p14:tracePt t="20604" x="2033588" y="4165600"/>
          <p14:tracePt t="20613" x="2022475" y="4165600"/>
          <p14:tracePt t="20621" x="2009775" y="4165600"/>
          <p14:tracePt t="20635" x="1997075" y="4178300"/>
          <p14:tracePt t="20655" x="1997075" y="4191000"/>
          <p14:tracePt t="20675" x="1997075" y="4202113"/>
          <p14:tracePt t="20685" x="1985963" y="4202113"/>
          <p14:tracePt t="20700" x="1973263" y="4202113"/>
          <p14:tracePt t="20715" x="1960563" y="4202113"/>
          <p14:tracePt t="20733" x="1960563" y="4214813"/>
          <p14:tracePt t="20746" x="1960563" y="4227513"/>
          <p14:tracePt t="20765" x="1949450" y="4238625"/>
          <p14:tracePt t="20766" x="1949450" y="4251325"/>
          <p14:tracePt t="20773" x="1949450" y="4264025"/>
          <p14:tracePt t="20785" x="1949450" y="4275138"/>
          <p14:tracePt t="20787" x="1949450" y="4287838"/>
          <p14:tracePt t="20796" x="1949450" y="4300538"/>
          <p14:tracePt t="20804" x="1949450" y="4311650"/>
          <p14:tracePt t="20812" x="1949450" y="4324350"/>
          <p14:tracePt t="20821" x="1949450" y="4337050"/>
          <p14:tracePt t="20829" x="1949450" y="4348163"/>
          <p14:tracePt t="20865" x="1949450" y="4360863"/>
          <p14:tracePt t="20895" x="1949450" y="4373563"/>
          <p14:tracePt t="20905" x="1960563" y="4373563"/>
          <p14:tracePt t="20906" x="1960563" y="4384675"/>
          <p14:tracePt t="20920" x="1960563" y="4397375"/>
          <p14:tracePt t="20925" x="1973263" y="4397375"/>
          <p14:tracePt t="20929" x="1973263" y="4410075"/>
          <p14:tracePt t="20940" x="1985963" y="4421188"/>
          <p14:tracePt t="20948" x="1985963" y="4433888"/>
          <p14:tracePt t="20973" x="1985963" y="4446588"/>
          <p14:tracePt t="20995" x="1985963" y="4457700"/>
          <p14:tracePt t="21135" x="1985963" y="4470400"/>
          <p14:tracePt t="21185" x="1985963" y="4483100"/>
          <p14:tracePt t="21208" x="1985963" y="4494213"/>
          <p14:tracePt t="21240" x="1985963" y="4506913"/>
          <p14:tracePt t="21248" x="1985963" y="4519613"/>
          <p14:tracePt t="21253" x="1985963" y="4530725"/>
          <p14:tracePt t="21268" x="1985963" y="4543425"/>
          <p14:tracePt t="21273" x="1985963" y="4556125"/>
          <p14:tracePt t="21288" x="1985963" y="4567238"/>
          <p14:tracePt t="21295" x="1985963" y="4579938"/>
          <p14:tracePt t="21305" x="1985963" y="4592638"/>
          <p14:tracePt t="21335" x="1985963" y="4603750"/>
          <p14:tracePt t="21345" x="1985963" y="4616450"/>
          <p14:tracePt t="21373" x="1985963" y="4629150"/>
          <p14:tracePt t="21375" x="1985963" y="4640263"/>
          <p14:tracePt t="21385" x="1985963" y="4652963"/>
          <p14:tracePt t="21398" x="1985963" y="4665663"/>
          <p14:tracePt t="21404" x="1985963" y="4678363"/>
          <p14:tracePt t="21413" x="1985963" y="4689475"/>
          <p14:tracePt t="21420" x="1985963" y="4702175"/>
          <p14:tracePt t="21428" x="1985963" y="4714875"/>
          <p14:tracePt t="21437" x="1985963" y="4725988"/>
          <p14:tracePt t="21445" x="1985963" y="4738688"/>
          <p14:tracePt t="21454" x="1985963" y="4751388"/>
          <p14:tracePt t="21462" x="1985963" y="4775200"/>
          <p14:tracePt t="21470" x="1985963" y="4787900"/>
          <p14:tracePt t="21479" x="1985963" y="4799013"/>
          <p14:tracePt t="21488" x="1985963" y="4811713"/>
          <p14:tracePt t="21496" x="1985963" y="4824413"/>
          <p14:tracePt t="21520" x="1985963" y="4835525"/>
          <p14:tracePt t="21535" x="1985963" y="4848225"/>
          <p14:tracePt t="21548" x="1985963" y="4860925"/>
          <p14:tracePt t="21560" x="1985963" y="4872038"/>
          <p14:tracePt t="21573" x="1985963" y="4884738"/>
          <p14:tracePt t="21585" x="1997075" y="4884738"/>
          <p14:tracePt t="21608" x="2009775" y="4884738"/>
          <p14:tracePt t="21628" x="2009775" y="4897438"/>
          <p14:tracePt t="21725" x="2009775" y="4908550"/>
          <p14:tracePt t="21735" x="2022475" y="4921250"/>
          <p14:tracePt t="21753" x="2033588" y="4921250"/>
          <p14:tracePt t="21765" x="2046288" y="4921250"/>
          <p14:tracePt t="21873" x="2058988" y="4921250"/>
          <p14:tracePt t="21880" x="2070100" y="4921250"/>
          <p14:tracePt t="21900" x="2082800" y="4921250"/>
          <p14:tracePt t="21913" x="2095500" y="4921250"/>
          <p14:tracePt t="21920" x="2106613" y="4921250"/>
          <p14:tracePt t="21938" x="2119313" y="4921250"/>
          <p14:tracePt t="21945" x="2132013" y="4921250"/>
          <p14:tracePt t="21954" x="2143125" y="4921250"/>
          <p14:tracePt t="21960" x="2155825" y="4921250"/>
          <p14:tracePt t="21968" x="2168525" y="4921250"/>
          <p14:tracePt t="21985" x="2179638" y="4921250"/>
          <p14:tracePt t="22005" x="2192338" y="4921250"/>
          <p14:tracePt t="22075" x="2205038" y="4921250"/>
          <p14:tracePt t="22080" x="2216150" y="4921250"/>
          <p14:tracePt t="22093" x="2228850" y="4908550"/>
          <p14:tracePt t="22095" x="2252663" y="4908550"/>
          <p14:tracePt t="22103" x="2252663" y="4897438"/>
          <p14:tracePt t="22111" x="2278063" y="4897438"/>
          <p14:tracePt t="22120" x="2289175" y="4884738"/>
          <p14:tracePt t="22121" x="2289175" y="4872038"/>
          <p14:tracePt t="22128" x="2314575" y="4872038"/>
          <p14:tracePt t="22136" x="2325688" y="4872038"/>
          <p14:tracePt t="22145" x="2325688" y="4860925"/>
          <p14:tracePt t="22153" x="2338388" y="4848225"/>
          <p14:tracePt t="22161" x="2351088" y="4835525"/>
          <p14:tracePt t="22170" x="2362200" y="4824413"/>
          <p14:tracePt t="22178" x="2362200" y="4811713"/>
          <p14:tracePt t="22188" x="2374900" y="4799013"/>
          <p14:tracePt t="22194" x="2374900" y="4787900"/>
          <p14:tracePt t="22203" x="2374900" y="4775200"/>
          <p14:tracePt t="22253" x="2374900" y="4762500"/>
          <p14:tracePt t="22258" x="2387600" y="4762500"/>
          <p14:tracePt t="22261" x="2387600" y="4751388"/>
          <p14:tracePt t="22275" x="2387600" y="4738688"/>
          <p14:tracePt t="22285" x="2387600" y="4725988"/>
          <p14:tracePt t="22287" x="2387600" y="4714875"/>
          <p14:tracePt t="22300" x="2387600" y="4702175"/>
          <p14:tracePt t="22305" x="2387600" y="4689475"/>
          <p14:tracePt t="22315" x="2387600" y="4678363"/>
          <p14:tracePt t="22325" x="2387600" y="4665663"/>
          <p14:tracePt t="22333" x="2387600" y="4652963"/>
          <p14:tracePt t="22345" x="2387600" y="4640263"/>
          <p14:tracePt t="22353" x="2387600" y="4629150"/>
          <p14:tracePt t="22365" x="2387600" y="4616450"/>
          <p14:tracePt t="22366" x="2387600" y="4603750"/>
          <p14:tracePt t="22380" x="2387600" y="4592638"/>
          <p14:tracePt t="22393" x="2387600" y="4579938"/>
          <p14:tracePt t="22400" x="2387600" y="4567238"/>
          <p14:tracePt t="22413" x="2387600" y="4556125"/>
          <p14:tracePt t="22420" x="2387600" y="4543425"/>
          <p14:tracePt t="22426" x="2387600" y="4530725"/>
          <p14:tracePt t="22435" x="2387600" y="4519613"/>
          <p14:tracePt t="22440" x="2387600" y="4506913"/>
          <p14:tracePt t="22446" x="2387600" y="4494213"/>
          <p14:tracePt t="22455" x="2387600" y="4483100"/>
          <p14:tracePt t="22465" x="2387600" y="4470400"/>
          <p14:tracePt t="22473" x="2387600" y="4457700"/>
          <p14:tracePt t="22480" x="2387600" y="4446588"/>
          <p14:tracePt t="22493" x="2387600" y="4433888"/>
          <p14:tracePt t="22520" x="2387600" y="4421188"/>
          <p14:tracePt t="22553" x="2374900" y="4421188"/>
          <p14:tracePt t="22558" x="2374900" y="4410075"/>
          <p14:tracePt t="22573" x="2362200" y="4410075"/>
          <p14:tracePt t="22580" x="2362200" y="4397375"/>
          <p14:tracePt t="22600" x="2362200" y="4384675"/>
          <p14:tracePt t="22625" x="2351088" y="4384675"/>
          <p14:tracePt t="22635" x="2338388" y="4384675"/>
          <p14:tracePt t="22673" x="2338388" y="4373563"/>
          <p14:tracePt t="22693" x="2325688" y="4373563"/>
          <p14:tracePt t="22700" x="2314575" y="4373563"/>
          <p14:tracePt t="22713" x="2301875" y="4373563"/>
          <p14:tracePt t="22715" x="2301875" y="4360863"/>
          <p14:tracePt t="22725" x="2289175" y="4360863"/>
          <p14:tracePt t="22727" x="2278063" y="4360863"/>
          <p14:tracePt t="22748" x="2265363" y="4360863"/>
          <p14:tracePt t="22760" x="2252663" y="4360863"/>
          <p14:tracePt t="22773" x="2241550" y="4360863"/>
          <p14:tracePt t="22793" x="2228850" y="4360863"/>
          <p14:tracePt t="22805" x="2216150" y="4360863"/>
          <p14:tracePt t="22828" x="2205038" y="4360863"/>
          <p14:tracePt t="22835" x="2192338" y="4360863"/>
          <p14:tracePt t="22845" x="2179638" y="4360863"/>
          <p14:tracePt t="22860" x="2168525" y="4360863"/>
          <p14:tracePt t="22868" x="2155825" y="4360863"/>
          <p14:tracePt t="22900" x="2143125" y="4360863"/>
          <p14:tracePt t="22908" x="2143125" y="4373563"/>
          <p14:tracePt t="22913" x="2132013" y="4373563"/>
          <p14:tracePt t="22920" x="2119313" y="4373563"/>
          <p14:tracePt t="22927" x="2106613" y="4384675"/>
          <p14:tracePt t="22935" x="2095500" y="4397375"/>
          <p14:tracePt t="22944" x="2095500" y="4410075"/>
          <p14:tracePt t="22952" x="2070100" y="4421188"/>
          <p14:tracePt t="22960" x="2058988" y="4433888"/>
          <p14:tracePt t="22969" x="2046288" y="4446588"/>
          <p14:tracePt t="22977" x="2033588" y="4457700"/>
          <p14:tracePt t="22986" x="2033588" y="4470400"/>
          <p14:tracePt t="22994" x="2022475" y="4470400"/>
          <p14:tracePt t="23002" x="2009775" y="4483100"/>
          <p14:tracePt t="23013" x="2009775" y="4494213"/>
          <p14:tracePt t="23020" x="1997075" y="4494213"/>
          <p14:tracePt t="23027" x="1997075" y="4506913"/>
          <p14:tracePt t="23035" x="1973263" y="4530725"/>
          <p14:tracePt t="23045" x="1973263" y="4543425"/>
          <p14:tracePt t="23052" x="1973263" y="4556125"/>
          <p14:tracePt t="23060" x="1949450" y="4579938"/>
          <p14:tracePt t="23069" x="1949450" y="4592638"/>
          <p14:tracePt t="23077" x="1949450" y="4616450"/>
          <p14:tracePt t="23085" x="1936750" y="4616450"/>
          <p14:tracePt t="23094" x="1936750" y="4640263"/>
          <p14:tracePt t="23102" x="1924050" y="4640263"/>
          <p14:tracePt t="23110" x="1924050" y="4652963"/>
          <p14:tracePt t="23119" x="1924050" y="4665663"/>
          <p14:tracePt t="23127" x="1924050" y="4678363"/>
          <p14:tracePt t="23140" x="1924050" y="4689475"/>
          <p14:tracePt t="23153" x="1924050" y="4702175"/>
          <p14:tracePt t="23185" x="1924050" y="4714875"/>
          <p14:tracePt t="23233" x="1924050" y="4725988"/>
          <p14:tracePt t="23240" x="1936750" y="4725988"/>
          <p14:tracePt t="23245" x="1936750" y="4738688"/>
          <p14:tracePt t="23255" x="1949450" y="4738688"/>
          <p14:tracePt t="23261" x="1960563" y="4738688"/>
          <p14:tracePt t="23269" x="1960563" y="4751388"/>
          <p14:tracePt t="23277" x="1985963" y="4751388"/>
          <p14:tracePt t="23286" x="1997075" y="4751388"/>
          <p14:tracePt t="23293" x="1997075" y="4762500"/>
          <p14:tracePt t="23302" x="2009775" y="4762500"/>
          <p14:tracePt t="23365" x="2022475" y="4762500"/>
          <p14:tracePt t="23378" x="2033588" y="4762500"/>
          <p14:tracePt t="23379" x="2058988" y="4762500"/>
          <p14:tracePt t="23388" x="2070100" y="4751388"/>
          <p14:tracePt t="23393" x="2082800" y="4751388"/>
          <p14:tracePt t="23402" x="2106613" y="4738688"/>
          <p14:tracePt t="23410" x="2132013" y="4738688"/>
          <p14:tracePt t="23418" x="2155825" y="4738688"/>
          <p14:tracePt t="23427" x="2168525" y="4725988"/>
          <p14:tracePt t="23505" x="2179638" y="4725988"/>
          <p14:tracePt t="23507" x="2179638" y="4714875"/>
          <p14:tracePt t="23815" x="2192338" y="4714875"/>
          <p14:tracePt t="23848" x="2205038" y="4714875"/>
          <p14:tracePt t="26640" x="2228850" y="4714875"/>
          <p14:tracePt t="26646" x="2252663" y="4702175"/>
          <p14:tracePt t="26649" x="2338388" y="4689475"/>
          <p14:tracePt t="26657" x="2484438" y="4665663"/>
          <p14:tracePt t="26665" x="3021013" y="4616450"/>
          <p14:tracePt t="26674" x="4433888" y="4457700"/>
          <p14:tracePt t="26682" x="5492750" y="4384675"/>
          <p14:tracePt t="26690" x="6418263" y="4337050"/>
          <p14:tracePt t="26699" x="7319963" y="4264025"/>
          <p14:tracePt t="26707" x="8159750" y="4165600"/>
          <p14:tracePt t="26715" x="8367713" y="4129088"/>
          <p14:tracePt t="26724" x="8745538" y="4032250"/>
          <p14:tracePt t="26732" x="9050338" y="3970338"/>
          <p14:tracePt t="26740" x="9451975" y="3836988"/>
          <p14:tracePt t="26749" x="9671050" y="3776663"/>
          <p14:tracePt t="26757" x="9767888" y="3740150"/>
          <p14:tracePt t="26765" x="9913938" y="3690938"/>
          <p14:tracePt t="26773" x="10023475" y="3654425"/>
          <p14:tracePt t="26782" x="10072688" y="3630613"/>
          <p14:tracePt t="26790" x="10121900" y="3617913"/>
          <p14:tracePt t="26798" x="10158413" y="3594100"/>
          <p14:tracePt t="26807" x="10231438" y="3557588"/>
          <p14:tracePt t="26815" x="10242550" y="3557588"/>
          <p14:tracePt t="26823" x="10267950" y="3532188"/>
          <p14:tracePt t="26832" x="10291763" y="3521075"/>
          <p14:tracePt t="26840" x="10315575" y="3508375"/>
          <p14:tracePt t="26848" x="10364788" y="3459163"/>
          <p14:tracePt t="26857" x="10377488" y="3448050"/>
          <p14:tracePt t="26865" x="10414000" y="3398838"/>
          <p14:tracePt t="26873" x="10450513" y="3336925"/>
          <p14:tracePt t="26882" x="10474325" y="3289300"/>
          <p14:tracePt t="26890" x="10487025" y="3263900"/>
          <p14:tracePt t="26898" x="10499725" y="3227388"/>
          <p14:tracePt t="26907" x="10499725" y="3190875"/>
          <p14:tracePt t="26915" x="10499725" y="3179763"/>
          <p14:tracePt t="26923" x="10499725" y="3154363"/>
          <p14:tracePt t="26932" x="10499725" y="3130550"/>
          <p14:tracePt t="26940" x="10499725" y="3081338"/>
          <p14:tracePt t="26948" x="10487025" y="3057525"/>
          <p14:tracePt t="26957" x="10474325" y="3021013"/>
          <p14:tracePt t="26965" x="10463213" y="3008313"/>
          <p14:tracePt t="26973" x="10463213" y="2971800"/>
          <p14:tracePt t="26982" x="10463213" y="2947988"/>
          <p14:tracePt t="26990" x="10437813" y="2924175"/>
          <p14:tracePt t="26998" x="10426700" y="2898775"/>
          <p14:tracePt t="27007" x="10388600" y="2862263"/>
          <p14:tracePt t="27015" x="10352088" y="2851150"/>
          <p14:tracePt t="27023" x="10304463" y="2814638"/>
          <p14:tracePt t="27032" x="10255250" y="2765425"/>
          <p14:tracePt t="27040" x="10169525" y="2728913"/>
          <p14:tracePt t="27048" x="10109200" y="2703513"/>
          <p14:tracePt t="27057" x="10072688" y="2692400"/>
          <p14:tracePt t="27065" x="10023475" y="2655888"/>
          <p14:tracePt t="27073" x="9963150" y="2643188"/>
          <p14:tracePt t="27082" x="9890125" y="2606675"/>
          <p14:tracePt t="27090" x="9829800" y="2582863"/>
          <p14:tracePt t="27098" x="9793288" y="2570163"/>
          <p14:tracePt t="27106" x="9694863" y="2557463"/>
          <p14:tracePt t="27115" x="9683750" y="2546350"/>
          <p14:tracePt t="27123" x="9609138" y="2533650"/>
          <p14:tracePt t="27131" x="9548813" y="2509838"/>
          <p14:tracePt t="27140" x="9475788" y="2484438"/>
          <p14:tracePt t="27148" x="9426575" y="2473325"/>
          <p14:tracePt t="27156" x="9402763" y="2473325"/>
          <p14:tracePt t="27165" x="9390063" y="2460625"/>
          <p14:tracePt t="27173" x="9366250" y="2447925"/>
          <p14:tracePt t="27181" x="9305925" y="2436813"/>
          <p14:tracePt t="27190" x="9269413" y="2436813"/>
          <p14:tracePt t="27198" x="9256713" y="2436813"/>
          <p14:tracePt t="27206" x="9159875" y="2411413"/>
          <p14:tracePt t="27215" x="9134475" y="2411413"/>
          <p14:tracePt t="27223" x="9086850" y="2411413"/>
          <p14:tracePt t="27231" x="9024938" y="2387600"/>
          <p14:tracePt t="27240" x="8902700" y="2351088"/>
          <p14:tracePt t="27248" x="8855075" y="2327275"/>
          <p14:tracePt t="27256" x="8805863" y="2314575"/>
          <p14:tracePt t="27265" x="8793163" y="2301875"/>
          <p14:tracePt t="27265" x="8782050" y="2290763"/>
          <p14:tracePt t="27266" x="8756650" y="2290763"/>
          <p14:tracePt t="27274" x="8756650" y="2278063"/>
          <p14:tracePt t="27281" x="8709025" y="2265363"/>
          <p14:tracePt t="27290" x="8672513" y="2241550"/>
          <p14:tracePt t="27298" x="8636000" y="2228850"/>
          <p14:tracePt t="27306" x="8586788" y="2205038"/>
          <p14:tracePt t="27315" x="8550275" y="2192338"/>
          <p14:tracePt t="27323" x="8501063" y="2168525"/>
          <p14:tracePt t="27331" x="8453438" y="2143125"/>
          <p14:tracePt t="27340" x="8391525" y="2132013"/>
          <p14:tracePt t="27348" x="8380413" y="2119313"/>
          <p14:tracePt t="27356" x="8355013" y="2106613"/>
          <p14:tracePt t="27365" x="8343900" y="2106613"/>
          <p14:tracePt t="27373" x="8331200" y="2095500"/>
          <p14:tracePt t="27381" x="8294688" y="2070100"/>
          <p14:tracePt t="27390" x="8281988" y="2070100"/>
          <p14:tracePt t="27398" x="8258175" y="2058988"/>
          <p14:tracePt t="27406" x="8208963" y="2033588"/>
          <p14:tracePt t="27415" x="8172450" y="2022475"/>
          <p14:tracePt t="27423" x="8123238" y="1985963"/>
          <p14:tracePt t="27431" x="8086725" y="1973263"/>
          <p14:tracePt t="27440" x="8050213" y="1949450"/>
          <p14:tracePt t="27440" x="8026400" y="1949450"/>
          <p14:tracePt t="27448" x="8013700" y="1936750"/>
          <p14:tracePt t="27456" x="7977188" y="1924050"/>
          <p14:tracePt t="27465" x="7977188" y="1912938"/>
          <p14:tracePt t="27473" x="7966075" y="1912938"/>
          <p14:tracePt t="27481" x="7953375" y="1912938"/>
          <p14:tracePt t="27489" x="7953375" y="1900238"/>
          <p14:tracePt t="27498" x="7940675" y="1900238"/>
          <p14:tracePt t="27506" x="7940675" y="1887538"/>
          <p14:tracePt t="27514" x="7929563" y="1887538"/>
          <p14:tracePt t="27775" x="7929563" y="1876425"/>
          <p14:tracePt t="27788" x="7940675" y="1876425"/>
          <p14:tracePt t="27800" x="7953375" y="1876425"/>
          <p14:tracePt t="27815" x="7966075" y="1876425"/>
          <p14:tracePt t="27840" x="7977188" y="1876425"/>
          <p14:tracePt t="27853" x="7989888" y="1876425"/>
          <p14:tracePt t="27888" x="8002588" y="1876425"/>
          <p14:tracePt t="27905" x="8013700" y="1876425"/>
          <p14:tracePt t="27913" x="8026400" y="1876425"/>
          <p14:tracePt t="27928" x="8039100" y="1876425"/>
          <p14:tracePt t="27933" x="8050213" y="1876425"/>
          <p14:tracePt t="27940" x="8062913" y="1876425"/>
          <p14:tracePt t="27948" x="8086725" y="1876425"/>
          <p14:tracePt t="27955" x="8086725" y="1863725"/>
          <p14:tracePt t="27960" x="8099425" y="1863725"/>
          <p14:tracePt t="27965" x="8112125" y="1863725"/>
          <p14:tracePt t="27972" x="8123238" y="1863725"/>
          <p14:tracePt t="27985" x="8135938" y="1863725"/>
          <p14:tracePt t="27989" x="8135938" y="1851025"/>
          <p14:tracePt t="27997" x="8148638" y="1851025"/>
          <p14:tracePt t="28015" x="8159750" y="1851025"/>
          <p14:tracePt t="28025" x="8172450" y="1851025"/>
          <p14:tracePt t="28040" x="8185150" y="1851025"/>
          <p14:tracePt t="28048" x="8196263" y="1839913"/>
          <p14:tracePt t="28055" x="8208963" y="1839913"/>
          <p14:tracePt t="28065" x="8221663" y="1839913"/>
          <p14:tracePt t="28073" x="8232775" y="1839913"/>
          <p14:tracePt t="28079" x="8245475" y="1827213"/>
          <p14:tracePt t="28085" x="8258175" y="1827213"/>
          <p14:tracePt t="28089" x="8270875" y="1827213"/>
          <p14:tracePt t="28100" x="8281988" y="1827213"/>
          <p14:tracePt t="28108" x="8294688" y="1827213"/>
          <p14:tracePt t="28115" x="8307388" y="1827213"/>
          <p14:tracePt t="28122" x="8318500" y="1827213"/>
          <p14:tracePt t="28131" x="8331200" y="1827213"/>
          <p14:tracePt t="28140" x="8343900" y="1827213"/>
          <p14:tracePt t="28147" x="8355013" y="1827213"/>
          <p14:tracePt t="28155" x="8367713" y="1827213"/>
          <p14:tracePt t="28164" x="8380413" y="1827213"/>
          <p14:tracePt t="28172" x="8391525" y="1827213"/>
          <p14:tracePt t="28180" x="8416925" y="1827213"/>
          <p14:tracePt t="28189" x="8428038" y="1827213"/>
          <p14:tracePt t="28197" x="8440738" y="1827213"/>
          <p14:tracePt t="28205" x="8453438" y="1827213"/>
          <p14:tracePt t="28214" x="8477250" y="1827213"/>
          <p14:tracePt t="28222" x="8489950" y="1827213"/>
          <p14:tracePt t="28230" x="8513763" y="1827213"/>
          <p14:tracePt t="28239" x="8526463" y="1827213"/>
          <p14:tracePt t="28247" x="8586788" y="1827213"/>
          <p14:tracePt t="28255" x="8623300" y="1827213"/>
          <p14:tracePt t="28264" x="8659813" y="1827213"/>
          <p14:tracePt t="28272" x="8709025" y="1827213"/>
          <p14:tracePt t="28280" x="8793163" y="1827213"/>
          <p14:tracePt t="28289" x="8829675" y="1827213"/>
          <p14:tracePt t="28297" x="8855075" y="1827213"/>
          <p14:tracePt t="28305" x="8915400" y="1827213"/>
          <p14:tracePt t="28314" x="8939213" y="1827213"/>
          <p14:tracePt t="28322" x="8951913" y="1827213"/>
          <p14:tracePt t="28330" x="8964613" y="1827213"/>
          <p14:tracePt t="28339" x="8977313" y="1827213"/>
          <p14:tracePt t="28365" x="8988425" y="1827213"/>
          <p14:tracePt t="28373" x="9001125" y="1827213"/>
          <p14:tracePt t="28388" x="9013825" y="1827213"/>
          <p14:tracePt t="28393" x="9024938" y="1827213"/>
          <p14:tracePt t="28400" x="9037638" y="1827213"/>
          <p14:tracePt t="28433" x="9050338" y="1827213"/>
          <p14:tracePt t="28440" x="9061450" y="1827213"/>
          <p14:tracePt t="28460" x="9074150" y="1827213"/>
          <p14:tracePt t="28468" x="9086850" y="1827213"/>
          <p14:tracePt t="28473" x="9097963" y="1827213"/>
          <p14:tracePt t="28485" x="9110663" y="1827213"/>
          <p14:tracePt t="28486" x="9123363" y="1827213"/>
          <p14:tracePt t="28495" x="9147175" y="1827213"/>
          <p14:tracePt t="28500" x="9159875" y="1827213"/>
          <p14:tracePt t="28506" x="9183688" y="1827213"/>
          <p14:tracePt t="28513" x="9196388" y="1827213"/>
          <p14:tracePt t="28522" x="9244013" y="1827213"/>
          <p14:tracePt t="28530" x="9269413" y="1827213"/>
          <p14:tracePt t="28538" x="9305925" y="1827213"/>
          <p14:tracePt t="28547" x="9366250" y="1827213"/>
          <p14:tracePt t="28555" x="9390063" y="1839913"/>
          <p14:tracePt t="28564" x="9426575" y="1839913"/>
          <p14:tracePt t="28572" x="9463088" y="1851025"/>
          <p14:tracePt t="28580" x="9488488" y="1851025"/>
          <p14:tracePt t="28589" x="9512300" y="1851025"/>
          <p14:tracePt t="28597" x="9525000" y="1851025"/>
          <p14:tracePt t="28605" x="9536113" y="1851025"/>
          <p14:tracePt t="28613" x="9548813" y="1863725"/>
          <p14:tracePt t="28780" x="9572625" y="1863725"/>
          <p14:tracePt t="28785" x="9572625" y="1876425"/>
          <p14:tracePt t="28788" x="9585325" y="1876425"/>
          <p14:tracePt t="28797" x="9598025" y="1876425"/>
          <p14:tracePt t="28805" x="9609138" y="1876425"/>
          <p14:tracePt t="28813" x="9621838" y="1887538"/>
          <p14:tracePt t="28822" x="9658350" y="1887538"/>
          <p14:tracePt t="28830" x="9694863" y="1887538"/>
          <p14:tracePt t="28838" x="9720263" y="1887538"/>
          <p14:tracePt t="28847" x="9804400" y="1887538"/>
          <p14:tracePt t="28855" x="9840913" y="1887538"/>
          <p14:tracePt t="28863" x="9877425" y="1887538"/>
          <p14:tracePt t="28871" x="9902825" y="1887538"/>
          <p14:tracePt t="28880" x="9913938" y="1887538"/>
          <p14:tracePt t="28888" x="9926638" y="1887538"/>
          <p14:tracePt t="29193" x="9913938" y="1887538"/>
          <p14:tracePt t="29205" x="9913938" y="1900238"/>
          <p14:tracePt t="29214" x="9902825" y="1900238"/>
          <p14:tracePt t="29215" x="9890125" y="1900238"/>
          <p14:tracePt t="29221" x="9890125" y="1912938"/>
          <p14:tracePt t="29230" x="9877425" y="1912938"/>
          <p14:tracePt t="29238" x="9853613" y="1912938"/>
          <p14:tracePt t="29246" x="9817100" y="1949450"/>
          <p14:tracePt t="29254" x="9780588" y="1960563"/>
          <p14:tracePt t="29263" x="9756775" y="1973263"/>
          <p14:tracePt t="29271" x="9707563" y="1997075"/>
          <p14:tracePt t="29279" x="9683750" y="2009775"/>
          <p14:tracePt t="29288" x="9634538" y="2070100"/>
          <p14:tracePt t="29296" x="9572625" y="2106613"/>
          <p14:tracePt t="29305" x="9548813" y="2143125"/>
          <p14:tracePt t="29306" x="9499600" y="2192338"/>
          <p14:tracePt t="29313" x="9463088" y="2217738"/>
          <p14:tracePt t="29321" x="9402763" y="2265363"/>
          <p14:tracePt t="29329" x="9353550" y="2301875"/>
          <p14:tracePt t="29338" x="9305925" y="2351088"/>
          <p14:tracePt t="29346" x="9269413" y="2387600"/>
          <p14:tracePt t="29354" x="9220200" y="2436813"/>
          <p14:tracePt t="29363" x="9196388" y="2473325"/>
          <p14:tracePt t="29371" x="9170988" y="2509838"/>
          <p14:tracePt t="29379" x="9159875" y="2533650"/>
          <p14:tracePt t="29388" x="9159875" y="2570163"/>
          <p14:tracePt t="29396" x="9159875" y="2582863"/>
          <p14:tracePt t="29404" x="9159875" y="2593975"/>
          <p14:tracePt t="29413" x="9147175" y="2606675"/>
          <p14:tracePt t="29421" x="9147175" y="2619375"/>
          <p14:tracePt t="29429" x="9147175" y="2630488"/>
          <p14:tracePt t="29438" x="9147175" y="2643188"/>
          <p14:tracePt t="29453" x="9147175" y="2655888"/>
          <p14:tracePt t="29460" x="9147175" y="2667000"/>
          <p14:tracePt t="29465" x="9159875" y="2667000"/>
          <p14:tracePt t="29488" x="9170988" y="2667000"/>
          <p14:tracePt t="29495" x="9170988" y="2679700"/>
          <p14:tracePt t="29513" x="9183688" y="2679700"/>
          <p14:tracePt t="29546" x="9196388" y="2679700"/>
          <p14:tracePt t="29555" x="9207500" y="2679700"/>
          <p14:tracePt t="29566" x="9220200" y="2679700"/>
          <p14:tracePt t="29580" x="9232900" y="2679700"/>
          <p14:tracePt t="29585" x="9232900" y="2667000"/>
          <p14:tracePt t="29587" x="9244013" y="2667000"/>
          <p14:tracePt t="29600" x="9256713" y="2655888"/>
          <p14:tracePt t="29605" x="9269413" y="2655888"/>
          <p14:tracePt t="29613" x="9280525" y="2655888"/>
          <p14:tracePt t="29621" x="9293225" y="2655888"/>
          <p14:tracePt t="29629" x="9305925" y="2643188"/>
          <p14:tracePt t="29637" x="9317038" y="2630488"/>
          <p14:tracePt t="29646" x="9329738" y="2619375"/>
          <p14:tracePt t="29654" x="9342438" y="2619375"/>
          <p14:tracePt t="29665" x="9353550" y="2606675"/>
          <p14:tracePt t="29680" x="9366250" y="2593975"/>
          <p14:tracePt t="29705" x="9378950" y="2593975"/>
          <p14:tracePt t="29768" x="9378950" y="2582863"/>
          <p14:tracePt t="29948" x="9366250" y="2570163"/>
          <p14:tracePt t="29960" x="9353550" y="2570163"/>
          <p14:tracePt t="29973" x="9342438" y="2557463"/>
          <p14:tracePt t="29975" x="9329738" y="2557463"/>
          <p14:tracePt t="29980" x="9317038" y="2557463"/>
          <p14:tracePt t="29993" x="9305925" y="2557463"/>
          <p14:tracePt t="29995" x="9293225" y="2557463"/>
          <p14:tracePt t="30008" x="9280525" y="2546350"/>
          <p14:tracePt t="30013" x="9269413" y="2546350"/>
          <p14:tracePt t="30020" x="9256713" y="2546350"/>
          <p14:tracePt t="30093" x="9244013" y="2546350"/>
          <p14:tracePt t="30113" x="9232900" y="2546350"/>
          <p14:tracePt t="30200" x="9220200" y="2546350"/>
          <p14:tracePt t="30220" x="9207500" y="2546350"/>
          <p14:tracePt t="30235" x="9196388" y="2546350"/>
          <p14:tracePt t="31205" x="9196388" y="2533650"/>
          <p14:tracePt t="31207" x="9183688" y="2533650"/>
          <p14:tracePt t="31213" x="9170988" y="2533650"/>
          <p14:tracePt t="31220" x="9170988" y="2520950"/>
          <p14:tracePt t="31221" x="9159875" y="2509838"/>
          <p14:tracePt t="31228" x="9147175" y="2497138"/>
          <p14:tracePt t="31236" x="9134475" y="2484438"/>
          <p14:tracePt t="31245" x="9123363" y="2473325"/>
          <p14:tracePt t="31253" x="9097963" y="2473325"/>
          <p14:tracePt t="31261" x="9074150" y="2436813"/>
          <p14:tracePt t="31270" x="9050338" y="2424113"/>
          <p14:tracePt t="31278" x="9037638" y="2424113"/>
          <p14:tracePt t="31286" x="9024938" y="2411413"/>
          <p14:tracePt t="31294" x="9013825" y="2411413"/>
          <p14:tracePt t="31303" x="9013825" y="2400300"/>
          <p14:tracePt t="38993" x="9001125" y="2400300"/>
          <p14:tracePt t="39000" x="8988425" y="2400300"/>
          <p14:tracePt t="39005" x="8977313" y="2400300"/>
          <p14:tracePt t="39013" x="8977313" y="2411413"/>
          <p14:tracePt t="39021" x="8939213" y="2424113"/>
          <p14:tracePt t="39033" x="8928100" y="2436813"/>
          <p14:tracePt t="39040" x="8902700" y="2447925"/>
          <p14:tracePt t="39046" x="8902700" y="2460625"/>
          <p14:tracePt t="39054" x="8891588" y="2460625"/>
          <p14:tracePt t="39062" x="8878888" y="2484438"/>
          <p14:tracePt t="39070" x="8855075" y="2484438"/>
          <p14:tracePt t="39078" x="8855075" y="2497138"/>
          <p14:tracePt t="39087" x="8829675" y="2509838"/>
          <p14:tracePt t="39095" x="8818563" y="2520950"/>
          <p14:tracePt t="39225" x="8805863" y="2520950"/>
          <p14:tracePt t="39227" x="8793163" y="2546350"/>
          <p14:tracePt t="39237" x="8782050" y="2557463"/>
          <p14:tracePt t="39245" x="8782050" y="2570163"/>
          <p14:tracePt t="39253" x="8756650" y="2593975"/>
          <p14:tracePt t="39262" x="8745538" y="2606675"/>
          <p14:tracePt t="39270" x="8720138" y="2630488"/>
          <p14:tracePt t="39278" x="8709025" y="2643188"/>
          <p14:tracePt t="39287" x="8696325" y="2667000"/>
          <p14:tracePt t="39295" x="8696325" y="2679700"/>
          <p14:tracePt t="39306" x="8683625" y="2679700"/>
          <p14:tracePt t="39313" x="8683625" y="2692400"/>
          <p14:tracePt t="39325" x="8672513" y="2703513"/>
          <p14:tracePt t="39373" x="8672513" y="2716213"/>
          <p14:tracePt t="39375" x="8659813" y="2728913"/>
          <p14:tracePt t="39380" x="8659813" y="2740025"/>
          <p14:tracePt t="39387" x="8659813" y="2752725"/>
          <p14:tracePt t="39395" x="8659813" y="2765425"/>
          <p14:tracePt t="39403" x="8659813" y="2776538"/>
          <p14:tracePt t="39411" x="8659813" y="2801938"/>
          <p14:tracePt t="39420" x="8659813" y="2814638"/>
          <p14:tracePt t="39428" x="8659813" y="2838450"/>
          <p14:tracePt t="39436" x="8659813" y="2862263"/>
          <p14:tracePt t="39445" x="8659813" y="2874963"/>
          <p14:tracePt t="39453" x="8659813" y="2898775"/>
          <p14:tracePt t="39461" x="8659813" y="2935288"/>
          <p14:tracePt t="39470" x="8659813" y="2971800"/>
          <p14:tracePt t="39478" x="8659813" y="2997200"/>
          <p14:tracePt t="39486" x="8672513" y="3033713"/>
          <p14:tracePt t="39495" x="8683625" y="3044825"/>
          <p14:tracePt t="39503" x="8683625" y="3070225"/>
          <p14:tracePt t="39511" x="8683625" y="3081338"/>
          <p14:tracePt t="39520" x="8696325" y="3106738"/>
          <p14:tracePt t="39528" x="8720138" y="3143250"/>
          <p14:tracePt t="39536" x="8732838" y="3167063"/>
          <p14:tracePt t="39545" x="8745538" y="3167063"/>
          <p14:tracePt t="39546" x="8745538" y="3179763"/>
          <p14:tracePt t="39554" x="8745538" y="3190875"/>
          <p14:tracePt t="39561" x="8769350" y="3203575"/>
          <p14:tracePt t="39570" x="8782050" y="3227388"/>
          <p14:tracePt t="39578" x="8782050" y="3240088"/>
          <p14:tracePt t="39586" x="8829675" y="3276600"/>
          <p14:tracePt t="39595" x="8842375" y="3276600"/>
          <p14:tracePt t="39603" x="8866188" y="3300413"/>
          <p14:tracePt t="39611" x="8891588" y="3313113"/>
          <p14:tracePt t="39620" x="8939213" y="3336925"/>
          <p14:tracePt t="39621" x="8951913" y="3349625"/>
          <p14:tracePt t="39628" x="8988425" y="3362325"/>
          <p14:tracePt t="39636" x="9013825" y="3373438"/>
          <p14:tracePt t="39645" x="9024938" y="3386138"/>
          <p14:tracePt t="39653" x="9037638" y="3398838"/>
          <p14:tracePt t="39661" x="9050338" y="3398838"/>
          <p14:tracePt t="39680" x="9061450" y="3398838"/>
          <p14:tracePt t="39693" x="9074150" y="3398838"/>
          <p14:tracePt t="39695" x="9086850" y="3398838"/>
          <p14:tracePt t="39705" x="9086850" y="3409950"/>
          <p14:tracePt t="39711" x="9097963" y="3409950"/>
          <p14:tracePt t="39720" x="9123363" y="3409950"/>
          <p14:tracePt t="39728" x="9159875" y="3409950"/>
          <p14:tracePt t="39736" x="9196388" y="3409950"/>
          <p14:tracePt t="39745" x="9232900" y="3409950"/>
          <p14:tracePt t="39753" x="9269413" y="3409950"/>
          <p14:tracePt t="39761" x="9342438" y="3386138"/>
          <p14:tracePt t="39769" x="9390063" y="3373438"/>
          <p14:tracePt t="39778" x="9439275" y="3373438"/>
          <p14:tracePt t="39786" x="9463088" y="3362325"/>
          <p14:tracePt t="39795" x="9488488" y="3336925"/>
          <p14:tracePt t="39803" x="9499600" y="3336925"/>
          <p14:tracePt t="39811" x="9512300" y="3325813"/>
          <p14:tracePt t="39819" x="9536113" y="3325813"/>
          <p14:tracePt t="39828" x="9548813" y="3313113"/>
          <p14:tracePt t="39836" x="9572625" y="3300413"/>
          <p14:tracePt t="39845" x="9572625" y="3289300"/>
          <p14:tracePt t="39853" x="9585325" y="3289300"/>
          <p14:tracePt t="39861" x="9609138" y="3263900"/>
          <p14:tracePt t="39869" x="9634538" y="3252788"/>
          <p14:tracePt t="39878" x="9645650" y="3240088"/>
          <p14:tracePt t="39886" x="9658350" y="3227388"/>
          <p14:tracePt t="39894" x="9671050" y="3216275"/>
          <p14:tracePt t="39903" x="9671050" y="3190875"/>
          <p14:tracePt t="39911" x="9683750" y="3179763"/>
          <p14:tracePt t="39920" x="9694863" y="3154363"/>
          <p14:tracePt t="39928" x="9694863" y="3117850"/>
          <p14:tracePt t="39936" x="9694863" y="3094038"/>
          <p14:tracePt t="39945" x="9694863" y="3070225"/>
          <p14:tracePt t="39953" x="9694863" y="3057525"/>
          <p14:tracePt t="39961" x="9707563" y="3008313"/>
          <p14:tracePt t="39969" x="9707563" y="2960688"/>
          <p14:tracePt t="39978" x="9707563" y="2935288"/>
          <p14:tracePt t="39986" x="9707563" y="2898775"/>
          <p14:tracePt t="39994" x="9707563" y="2862263"/>
          <p14:tracePt t="40003" x="9707563" y="2838450"/>
          <p14:tracePt t="40011" x="9707563" y="2801938"/>
          <p14:tracePt t="40019" x="9694863" y="2776538"/>
          <p14:tracePt t="40028" x="9683750" y="2740025"/>
          <p14:tracePt t="40036" x="9683750" y="2716213"/>
          <p14:tracePt t="40044" x="9671050" y="2703513"/>
          <p14:tracePt t="40053" x="9671050" y="2692400"/>
          <p14:tracePt t="40061" x="9658350" y="2655888"/>
          <p14:tracePt t="40069" x="9645650" y="2643188"/>
          <p14:tracePt t="40078" x="9634538" y="2619375"/>
          <p14:tracePt t="40086" x="9634538" y="2606675"/>
          <p14:tracePt t="40094" x="9621838" y="2593975"/>
          <p14:tracePt t="40102" x="9621838" y="2582863"/>
          <p14:tracePt t="40111" x="9609138" y="2557463"/>
          <p14:tracePt t="40120" x="9598025" y="2557463"/>
          <p14:tracePt t="40128" x="9585325" y="2546350"/>
          <p14:tracePt t="40136" x="9572625" y="2546350"/>
          <p14:tracePt t="40144" x="9572625" y="2533650"/>
          <p14:tracePt t="40155" x="9561513" y="2520950"/>
          <p14:tracePt t="40165" x="9561513" y="2509838"/>
          <p14:tracePt t="40169" x="9548813" y="2509838"/>
          <p14:tracePt t="40177" x="9548813" y="2497138"/>
          <p14:tracePt t="40195" x="9536113" y="2497138"/>
          <p14:tracePt t="40205" x="9536113" y="2484438"/>
          <p14:tracePt t="40253" x="9525000" y="2484438"/>
          <p14:tracePt t="40265" x="9512300" y="2484438"/>
          <p14:tracePt t="40269" x="9512300" y="2473325"/>
          <p14:tracePt t="40285" x="9499600" y="2473325"/>
          <p14:tracePt t="40293" x="9488488" y="2460625"/>
          <p14:tracePt t="40315" x="9475788" y="2460625"/>
          <p14:tracePt t="40385" x="9475788" y="2447925"/>
          <p14:tracePt t="40445" x="9463088" y="2447925"/>
          <p14:tracePt t="40453" x="9463088" y="2436813"/>
          <p14:tracePt t="40465" x="9451975" y="2436813"/>
          <p14:tracePt t="40475" x="9439275" y="2424113"/>
          <p14:tracePt t="40488" x="9426575" y="2424113"/>
          <p14:tracePt t="40495" x="9426575" y="2411413"/>
          <p14:tracePt t="40553" x="9415463" y="2411413"/>
          <p14:tracePt t="40573" x="9402763" y="2411413"/>
          <p14:tracePt t="40588" x="9390063" y="2411413"/>
          <p14:tracePt t="40593" x="9390063" y="2400300"/>
          <p14:tracePt t="40595" x="9378950" y="2400300"/>
          <p14:tracePt t="40605" x="9366250" y="2400300"/>
          <p14:tracePt t="40640" x="9353550" y="2400300"/>
          <p14:tracePt t="40665" x="9342438" y="2400300"/>
          <p14:tracePt t="40667" x="9342438" y="2387600"/>
          <p14:tracePt t="43285" x="9353550" y="2387600"/>
          <p14:tracePt t="43293" x="9378950" y="2400300"/>
          <p14:tracePt t="43295" x="9390063" y="2400300"/>
          <p14:tracePt t="43305" x="9415463" y="2411413"/>
          <p14:tracePt t="43308" x="9426575" y="2411413"/>
          <p14:tracePt t="43320" x="9426575" y="2424113"/>
          <p14:tracePt t="43325" x="9439275" y="2424113"/>
          <p14:tracePt t="43340" x="9451975" y="2436813"/>
          <p14:tracePt t="43348" x="9463088" y="2436813"/>
          <p14:tracePt t="43365" x="9463088" y="2447925"/>
          <p14:tracePt t="43373" x="9463088" y="2460625"/>
          <p14:tracePt t="43375" x="9475788" y="2460625"/>
          <p14:tracePt t="43568" x="9475788" y="2473325"/>
          <p14:tracePt t="43580" x="9463088" y="2484438"/>
          <p14:tracePt t="43588" x="9451975" y="2484438"/>
          <p14:tracePt t="43593" x="9451975" y="2497138"/>
          <p14:tracePt t="43595" x="9439275" y="2497138"/>
          <p14:tracePt t="43613" x="9426575" y="2509838"/>
          <p14:tracePt t="43620" x="9415463" y="2520950"/>
          <p14:tracePt t="43640" x="9402763" y="2533650"/>
          <p14:tracePt t="43648" x="9390063" y="2546350"/>
          <p14:tracePt t="43653" x="9390063" y="2557463"/>
          <p14:tracePt t="43660" x="9378950" y="2557463"/>
          <p14:tracePt t="43673" x="9366250" y="2570163"/>
          <p14:tracePt t="43680" x="9353550" y="2570163"/>
          <p14:tracePt t="43685" x="9353550" y="2582863"/>
          <p14:tracePt t="43695" x="9342438" y="2582863"/>
          <p14:tracePt t="43715" x="9329738" y="2582863"/>
          <p14:tracePt t="43745" x="9317038" y="2582863"/>
          <p14:tracePt t="43755" x="9317038" y="2593975"/>
          <p14:tracePt t="43765" x="9305925" y="2593975"/>
          <p14:tracePt t="43766" x="9305925" y="2606675"/>
          <p14:tracePt t="43774" x="9293225" y="2606675"/>
          <p14:tracePt t="43782" x="9280525" y="2619375"/>
          <p14:tracePt t="43791" x="9269413" y="2619375"/>
          <p14:tracePt t="43799" x="9256713" y="2630488"/>
          <p14:tracePt t="43807" x="9244013" y="2643188"/>
          <p14:tracePt t="45085" x="9232900" y="2643188"/>
          <p14:tracePt t="45108" x="9220200" y="2643188"/>
          <p14:tracePt t="45120" x="9207500" y="2643188"/>
          <p14:tracePt t="45133" x="9196388" y="2643188"/>
          <p14:tracePt t="45140" x="9196388" y="2655888"/>
          <p14:tracePt t="45175" x="9183688" y="2655888"/>
          <p14:tracePt t="45188" x="9183688" y="2667000"/>
          <p14:tracePt t="45228" x="9170988" y="2667000"/>
          <p14:tracePt t="45288" x="9170988" y="2679700"/>
          <p14:tracePt t="45305" x="9159875" y="2679700"/>
          <p14:tracePt t="45415" x="9147175" y="2679700"/>
          <p14:tracePt t="45426" x="9134475" y="2679700"/>
          <p14:tracePt t="45435" x="9134475" y="2692400"/>
          <p14:tracePt t="45445" x="9123363" y="2703513"/>
          <p14:tracePt t="45455" x="9110663" y="2703513"/>
          <p14:tracePt t="45465" x="9110663" y="2716213"/>
          <p14:tracePt t="45466" x="9097963" y="2716213"/>
          <p14:tracePt t="45480" x="9097963" y="2728913"/>
          <p14:tracePt t="45540" x="9086850" y="2728913"/>
          <p14:tracePt t="45673" x="9086850" y="2740025"/>
          <p14:tracePt t="45680" x="9074150" y="2740025"/>
          <p14:tracePt t="45693" x="9061450" y="2752725"/>
          <p14:tracePt t="45700" x="9050338" y="2752725"/>
          <p14:tracePt t="45705" x="9050338" y="2765425"/>
          <p14:tracePt t="45713" x="9037638" y="2765425"/>
          <p14:tracePt t="45715" x="9013825" y="2776538"/>
          <p14:tracePt t="45725" x="9013825" y="2789238"/>
          <p14:tracePt t="45731" x="9001125" y="2789238"/>
          <p14:tracePt t="45739" x="8988425" y="2801938"/>
          <p14:tracePt t="45747" x="8977313" y="2801938"/>
          <p14:tracePt t="45755" x="8964613" y="2814638"/>
          <p14:tracePt t="45764" x="8951913" y="2814638"/>
          <p14:tracePt t="45772" x="8951913" y="2825750"/>
          <p14:tracePt t="45781" x="8939213" y="2825750"/>
          <p14:tracePt t="45793" x="8928100" y="2825750"/>
          <p14:tracePt t="45853" x="8928100" y="2838450"/>
          <p14:tracePt t="46009" x="8928100" y="2851150"/>
          <p14:tracePt t="46015" x="8928100" y="2862263"/>
          <p14:tracePt t="46035" x="8915400" y="2862263"/>
          <p14:tracePt t="46040" x="8915400" y="2874963"/>
          <p14:tracePt t="46048" x="8915400" y="2887663"/>
          <p14:tracePt t="46065" x="8902700" y="2887663"/>
          <p14:tracePt t="46066" x="8902700" y="2898775"/>
          <p14:tracePt t="46075" x="8902700" y="2911475"/>
          <p14:tracePt t="46081" x="8891588" y="2911475"/>
          <p14:tracePt t="46089" x="8891588" y="2924175"/>
          <p14:tracePt t="46100" x="8891588" y="2935288"/>
          <p14:tracePt t="46106" x="8891588" y="2947988"/>
          <p14:tracePt t="46125" x="8891588" y="2960688"/>
          <p14:tracePt t="46145" x="8891588" y="2971800"/>
          <p14:tracePt t="46185" x="8878888" y="2971800"/>
          <p14:tracePt t="46280" x="8878888" y="2984500"/>
          <p14:tracePt t="46308" x="8866188" y="2997200"/>
          <p14:tracePt t="46320" x="8866188" y="3008313"/>
          <p14:tracePt t="46333" x="8866188" y="3021013"/>
          <p14:tracePt t="46340" x="8866188" y="3033713"/>
          <p14:tracePt t="46356" x="8866188" y="3044825"/>
          <p14:tracePt t="46365" x="8866188" y="3057525"/>
          <p14:tracePt t="46375" x="8866188" y="3070225"/>
          <p14:tracePt t="46395" x="8866188" y="3081338"/>
          <p14:tracePt t="46405" x="8866188" y="3094038"/>
          <p14:tracePt t="46433" x="8866188" y="3106738"/>
          <p14:tracePt t="46448" x="8866188" y="3117850"/>
          <p14:tracePt t="46465" x="8866188" y="3130550"/>
          <p14:tracePt t="46493" x="8866188" y="3143250"/>
          <p14:tracePt t="46508" x="8866188" y="3154363"/>
          <p14:tracePt t="46553" x="8866188" y="3167063"/>
          <p14:tracePt t="46580" x="8866188" y="3179763"/>
          <p14:tracePt t="46600" x="8866188" y="3190875"/>
          <p14:tracePt t="46648" x="8878888" y="3203575"/>
          <p14:tracePt t="46655" x="8878888" y="3216275"/>
          <p14:tracePt t="46666" x="8891588" y="3227388"/>
          <p14:tracePt t="46673" x="8891588" y="3240088"/>
          <p14:tracePt t="46680" x="8902700" y="3252788"/>
          <p14:tracePt t="46688" x="8915400" y="3263900"/>
          <p14:tracePt t="46696" x="8939213" y="3276600"/>
          <p14:tracePt t="46705" x="8939213" y="3289300"/>
          <p14:tracePt t="46706" x="8964613" y="3289300"/>
          <p14:tracePt t="46713" x="8977313" y="3300413"/>
          <p14:tracePt t="46730" x="9001125" y="3313113"/>
          <p14:tracePt t="46738" x="9013825" y="3313113"/>
          <p14:tracePt t="46746" x="9037638" y="3313113"/>
          <p14:tracePt t="46755" x="9050338" y="3313113"/>
          <p14:tracePt t="46763" x="9061450" y="3313113"/>
          <p14:tracePt t="46771" x="9086850" y="3313113"/>
          <p14:tracePt t="46780" x="9110663" y="3325813"/>
          <p14:tracePt t="46788" x="9147175" y="3325813"/>
          <p14:tracePt t="46796" x="9170988" y="3336925"/>
          <p14:tracePt t="46805" x="9183688" y="3336925"/>
          <p14:tracePt t="46813" x="9196388" y="3336925"/>
          <p14:tracePt t="46821" x="9232900" y="3336925"/>
          <p14:tracePt t="46835" x="9244013" y="3336925"/>
          <p14:tracePt t="46848" x="9256713" y="3336925"/>
          <p14:tracePt t="46873" x="9269413" y="3336925"/>
          <p14:tracePt t="46880" x="9280525" y="3336925"/>
          <p14:tracePt t="46885" x="9280525" y="3325813"/>
          <p14:tracePt t="46888" x="9293225" y="3325813"/>
          <p14:tracePt t="46905" x="9317038" y="3313113"/>
          <p14:tracePt t="46913" x="9329738" y="3289300"/>
          <p14:tracePt t="46921" x="9353550" y="3263900"/>
          <p14:tracePt t="46929" x="9366250" y="3263900"/>
          <p14:tracePt t="46938" x="9378950" y="3240088"/>
          <p14:tracePt t="46946" x="9402763" y="3227388"/>
          <p14:tracePt t="46954" x="9415463" y="3203575"/>
          <p14:tracePt t="46963" x="9426575" y="3190875"/>
          <p14:tracePt t="46971" x="9439275" y="3167063"/>
          <p14:tracePt t="46979" x="9439275" y="3154363"/>
          <p14:tracePt t="46988" x="9439275" y="3130550"/>
          <p14:tracePt t="46989" x="9439275" y="3117850"/>
          <p14:tracePt t="46996" x="9451975" y="3094038"/>
          <p14:tracePt t="47004" x="9451975" y="3081338"/>
          <p14:tracePt t="47013" x="9451975" y="3057525"/>
          <p14:tracePt t="47021" x="9451975" y="3021013"/>
          <p14:tracePt t="47029" x="9451975" y="2997200"/>
          <p14:tracePt t="47037" x="9451975" y="2984500"/>
          <p14:tracePt t="47046" x="9451975" y="2971800"/>
          <p14:tracePt t="47054" x="9451975" y="2960688"/>
          <p14:tracePt t="47065" x="9451975" y="2947988"/>
          <p14:tracePt t="47073" x="9439275" y="2935288"/>
          <p14:tracePt t="47080" x="9426575" y="2935288"/>
          <p14:tracePt t="47087" x="9426575" y="2911475"/>
          <p14:tracePt t="47096" x="9415463" y="2911475"/>
          <p14:tracePt t="47104" x="9402763" y="2898775"/>
          <p14:tracePt t="47113" x="9390063" y="2898775"/>
          <p14:tracePt t="47121" x="9390063" y="2887663"/>
          <p14:tracePt t="47129" x="9378950" y="2887663"/>
          <p14:tracePt t="47138" x="9366250" y="2887663"/>
          <p14:tracePt t="47146" x="9366250" y="2874963"/>
          <p14:tracePt t="47154" x="9353550" y="2874963"/>
          <p14:tracePt t="47162" x="9342438" y="2874963"/>
          <p14:tracePt t="47171" x="9329738" y="2874963"/>
          <p14:tracePt t="47179" x="9305925" y="2874963"/>
          <p14:tracePt t="47187" x="9293225" y="2874963"/>
          <p14:tracePt t="47196" x="9269413" y="2874963"/>
          <p14:tracePt t="47208" x="9256713" y="2874963"/>
          <p14:tracePt t="47213" x="9244013" y="2874963"/>
          <p14:tracePt t="47225" x="9232900" y="2874963"/>
          <p14:tracePt t="47229" x="9220200" y="2874963"/>
          <p14:tracePt t="47237" x="9207500" y="2887663"/>
          <p14:tracePt t="47246" x="9196388" y="2887663"/>
          <p14:tracePt t="47254" x="9183688" y="2887663"/>
          <p14:tracePt t="47262" x="9183688" y="2898775"/>
          <p14:tracePt t="47271" x="9159875" y="2911475"/>
          <p14:tracePt t="47279" x="9147175" y="2924175"/>
          <p14:tracePt t="47293" x="9134475" y="2935288"/>
          <p14:tracePt t="47296" x="9123363" y="2947988"/>
          <p14:tracePt t="47313" x="9123363" y="2960688"/>
          <p14:tracePt t="47315" x="9110663" y="2971800"/>
          <p14:tracePt t="47321" x="9110663" y="2984500"/>
          <p14:tracePt t="47338" x="9097963" y="3008313"/>
          <p14:tracePt t="47346" x="9086850" y="3033713"/>
          <p14:tracePt t="47355" x="9086850" y="3044825"/>
          <p14:tracePt t="47362" x="9086850" y="3057525"/>
          <p14:tracePt t="47371" x="9074150" y="3070225"/>
          <p14:tracePt t="47393" x="9074150" y="3081338"/>
          <p14:tracePt t="47408" x="9074150" y="3094038"/>
          <p14:tracePt t="47446" x="9074150" y="3106738"/>
          <p14:tracePt t="47460" x="9074150" y="3117850"/>
          <p14:tracePt t="47468" x="9086850" y="3130550"/>
          <p14:tracePt t="47475" x="9097963" y="3130550"/>
          <p14:tracePt t="47485" x="9110663" y="3143250"/>
          <p14:tracePt t="47495" x="9110663" y="3154363"/>
          <p14:tracePt t="47505" x="9123363" y="3154363"/>
          <p14:tracePt t="47513" x="9123363" y="3167063"/>
          <p14:tracePt t="47515" x="9134475" y="3167063"/>
          <p14:tracePt t="47520" x="9134475" y="3179763"/>
          <p14:tracePt t="47540" x="9147175" y="3190875"/>
          <p14:tracePt t="47568" x="9159875" y="3190875"/>
          <p14:tracePt t="47613" x="9170988" y="3190875"/>
          <p14:tracePt t="47648" x="9183688" y="3190875"/>
          <p14:tracePt t="47655" x="9196388" y="3190875"/>
          <p14:tracePt t="47665" x="9207500" y="3190875"/>
          <p14:tracePt t="47666" x="9220200" y="3190875"/>
          <p14:tracePt t="47673" x="9232900" y="3190875"/>
          <p14:tracePt t="47679" x="9232900" y="3179763"/>
          <p14:tracePt t="47687" x="9244013" y="3179763"/>
          <p14:tracePt t="47695" x="9256713" y="3167063"/>
          <p14:tracePt t="47704" x="9269413" y="3167063"/>
          <p14:tracePt t="47712" x="9280525" y="3167063"/>
          <p14:tracePt t="47720" x="9293225" y="3154363"/>
          <p14:tracePt t="47729" x="9305925" y="3154363"/>
          <p14:tracePt t="47737" x="9305925" y="3143250"/>
          <p14:tracePt t="47745" x="9317038" y="3143250"/>
          <p14:tracePt t="49900" x="9317038" y="3130550"/>
          <p14:tracePt t="49905" x="9305925" y="3130550"/>
          <p14:tracePt t="49965" x="9293225" y="3130550"/>
          <p14:tracePt t="50073" x="9280525" y="3130550"/>
          <p14:tracePt t="50088" x="9269413" y="3130550"/>
          <p14:tracePt t="50135" x="9256713" y="3130550"/>
          <p14:tracePt t="50300" x="9244013" y="3130550"/>
          <p14:tracePt t="50325" x="9232900" y="3130550"/>
          <p14:tracePt t="50327" x="9232900" y="3117850"/>
          <p14:tracePt t="50335" x="9220200" y="3117850"/>
          <p14:tracePt t="50343" x="9207500" y="3117850"/>
          <p14:tracePt t="50351" x="9196388" y="3106738"/>
          <p14:tracePt t="50360" x="9183688" y="3106738"/>
          <p14:tracePt t="50368" x="9159875" y="3106738"/>
          <p14:tracePt t="50376" x="9147175" y="3106738"/>
          <p14:tracePt t="50384" x="9134475" y="3106738"/>
          <p14:tracePt t="50393" x="9123363" y="3094038"/>
          <p14:tracePt t="50401" x="9097963" y="3081338"/>
          <p14:tracePt t="50409" x="9086850" y="3081338"/>
          <p14:tracePt t="50418" x="9074150" y="3057525"/>
          <p14:tracePt t="50426" x="9061450" y="3044825"/>
          <p14:tracePt t="50434" x="9050338" y="3044825"/>
          <p14:tracePt t="50443" x="9037638" y="3033713"/>
          <p14:tracePt t="50451" x="9037638" y="3021013"/>
          <p14:tracePt t="50459" x="9024938" y="3021013"/>
          <p14:tracePt t="50468" x="9024938" y="3008313"/>
          <p14:tracePt t="50476" x="9024938" y="2997200"/>
          <p14:tracePt t="50488" x="9013825" y="2997200"/>
          <p14:tracePt t="50493" x="9013825" y="2984500"/>
          <p14:tracePt t="50501" x="9013825" y="2971800"/>
          <p14:tracePt t="50509" x="9001125" y="2960688"/>
          <p14:tracePt t="50520" x="9001125" y="2947988"/>
          <p14:tracePt t="50526" x="8988425" y="2935288"/>
          <p14:tracePt t="50534" x="8977313" y="2924175"/>
          <p14:tracePt t="50543" x="8977313" y="2911475"/>
          <p14:tracePt t="50551" x="8977313" y="2898775"/>
          <p14:tracePt t="50559" x="8977313" y="2887663"/>
          <p14:tracePt t="50568" x="8964613" y="2874963"/>
          <p14:tracePt t="50580" x="8951913" y="2862263"/>
          <p14:tracePt t="50588" x="8951913" y="2851150"/>
          <p14:tracePt t="50593" x="8939213" y="2851150"/>
          <p14:tracePt t="50601" x="8939213" y="2838450"/>
          <p14:tracePt t="50609" x="8939213" y="2825750"/>
          <p14:tracePt t="50617" x="8939213" y="2814638"/>
          <p14:tracePt t="50626" x="8928100" y="2814638"/>
          <p14:tracePt t="50634" x="8928100" y="2801938"/>
          <p14:tracePt t="50643" x="8915400" y="2789238"/>
          <p14:tracePt t="50651" x="8915400" y="2776538"/>
          <p14:tracePt t="50659" x="8915400" y="2765425"/>
          <p14:tracePt t="50668" x="8902700" y="2765425"/>
          <p14:tracePt t="50676" x="8891588" y="2752725"/>
          <p14:tracePt t="50688" x="8891588" y="2740025"/>
          <p14:tracePt t="50693" x="8878888" y="2740025"/>
          <p14:tracePt t="50701" x="8878888" y="2728913"/>
          <p14:tracePt t="50709" x="8878888" y="2716213"/>
          <p14:tracePt t="50728" x="8878888" y="2703513"/>
          <p14:tracePt t="50733" x="8866188" y="2703513"/>
          <p14:tracePt t="50740" x="8866188" y="2692400"/>
          <p14:tracePt t="50753" x="8855075" y="2692400"/>
          <p14:tracePt t="50755" x="8855075" y="2679700"/>
          <p14:tracePt t="50765" x="8855075" y="2667000"/>
          <p14:tracePt t="50767" x="8855075" y="2655888"/>
          <p14:tracePt t="50780" x="8855075" y="2643188"/>
          <p14:tracePt t="50785" x="8842375" y="2630488"/>
          <p14:tracePt t="50800" x="8829675" y="2630488"/>
          <p14:tracePt t="50805" x="8829675" y="2619375"/>
          <p14:tracePt t="50833" x="8829675" y="2606675"/>
          <p14:tracePt t="50888" x="8818563" y="2606675"/>
          <p14:tracePt t="51028" x="8805863" y="2606675"/>
          <p14:tracePt t="51035" x="8793163" y="2606675"/>
          <p14:tracePt t="51040" x="8793163" y="2619375"/>
          <p14:tracePt t="51045" x="8782050" y="2619375"/>
          <p14:tracePt t="51050" x="8769350" y="2619375"/>
          <p14:tracePt t="51059" x="8756650" y="2630488"/>
          <p14:tracePt t="51067" x="8732838" y="2643188"/>
          <p14:tracePt t="51075" x="8720138" y="2667000"/>
          <p14:tracePt t="51084" x="8720138" y="2679700"/>
          <p14:tracePt t="51092" x="8696325" y="2692400"/>
          <p14:tracePt t="51100" x="8683625" y="2703513"/>
          <p14:tracePt t="51109" x="8672513" y="2716213"/>
          <p14:tracePt t="51117" x="8672513" y="2728913"/>
          <p14:tracePt t="51125" x="8672513" y="2740025"/>
          <p14:tracePt t="51145" x="8659813" y="2752725"/>
          <p14:tracePt t="51153" x="8659813" y="2765425"/>
          <p14:tracePt t="51173" x="8659813" y="2776538"/>
          <p14:tracePt t="51180" x="8647113" y="2789238"/>
          <p14:tracePt t="51185" x="8647113" y="2801938"/>
          <p14:tracePt t="51195" x="8647113" y="2814638"/>
          <p14:tracePt t="51205" x="8647113" y="2825750"/>
          <p14:tracePt t="51215" x="8647113" y="2838450"/>
          <p14:tracePt t="51225" x="8647113" y="2851150"/>
          <p14:tracePt t="51235" x="8647113" y="2862263"/>
          <p14:tracePt t="51260" x="8647113" y="2874963"/>
          <p14:tracePt t="51268" x="8647113" y="2887663"/>
          <p14:tracePt t="51280" x="8647113" y="2898775"/>
          <p14:tracePt t="51285" x="8647113" y="2911475"/>
          <p14:tracePt t="51286" x="8647113" y="2924175"/>
          <p14:tracePt t="51295" x="8647113" y="2935288"/>
          <p14:tracePt t="51301" x="8659813" y="2960688"/>
          <p14:tracePt t="51308" x="8659813" y="2971800"/>
          <p14:tracePt t="51317" x="8659813" y="2984500"/>
          <p14:tracePt t="51325" x="8659813" y="3021013"/>
          <p14:tracePt t="51333" x="8672513" y="3021013"/>
          <p14:tracePt t="51342" x="8672513" y="3044825"/>
          <p14:tracePt t="51350" x="8683625" y="3044825"/>
          <p14:tracePt t="51358" x="8683625" y="3070225"/>
          <p14:tracePt t="51367" x="8683625" y="3081338"/>
          <p14:tracePt t="51380" x="8683625" y="3094038"/>
          <p14:tracePt t="51388" x="8683625" y="3106738"/>
          <p14:tracePt t="51393" x="8696325" y="3106738"/>
          <p14:tracePt t="51408" x="8696325" y="3117850"/>
          <p14:tracePt t="51415" x="8696325" y="3130550"/>
          <p14:tracePt t="51428" x="8696325" y="3143250"/>
          <p14:tracePt t="51435" x="8709025" y="3143250"/>
          <p14:tracePt t="51440" x="8709025" y="3154363"/>
          <p14:tracePt t="51448" x="8720138" y="3167063"/>
          <p14:tracePt t="51468" x="8720138" y="3179763"/>
          <p14:tracePt t="51480" x="8732838" y="3179763"/>
          <p14:tracePt t="51633" x="8745538" y="3179763"/>
          <p14:tracePt t="51635" x="8756650" y="3179763"/>
          <p14:tracePt t="51646" x="8769350" y="3179763"/>
          <p14:tracePt t="51655" x="8782050" y="3179763"/>
          <p14:tracePt t="51660" x="8782050" y="3167063"/>
          <p14:tracePt t="51668" x="8793163" y="3154363"/>
          <p14:tracePt t="51675" x="8805863" y="3154363"/>
          <p14:tracePt t="51683" x="8818563" y="3143250"/>
          <p14:tracePt t="51692" x="8829675" y="3130550"/>
          <p14:tracePt t="51700" x="8842375" y="3117850"/>
          <p14:tracePt t="51708" x="8855075" y="3106738"/>
          <p14:tracePt t="51716" x="8866188" y="3094038"/>
          <p14:tracePt t="51735" x="8878888" y="3081338"/>
          <p14:tracePt t="51755" x="8878888" y="3070225"/>
          <p14:tracePt t="51765" x="8878888" y="3057525"/>
          <p14:tracePt t="51834" x="8878888" y="3044825"/>
          <p14:tracePt t="51836" x="8878888" y="3033713"/>
          <p14:tracePt t="51842" x="8891588" y="3033713"/>
          <p14:tracePt t="51850" x="8891588" y="3021013"/>
          <p14:tracePt t="51858" x="8902700" y="3008313"/>
          <p14:tracePt t="51866" x="8902700" y="2997200"/>
          <p14:tracePt t="51880" x="8902700" y="2984500"/>
          <p14:tracePt t="51886" x="8902700" y="2971800"/>
          <p14:tracePt t="51900" x="8902700" y="2960688"/>
          <p14:tracePt t="51908" x="8915400" y="2947988"/>
          <p14:tracePt t="51920" x="8915400" y="2935288"/>
          <p14:tracePt t="51925" x="8928100" y="2935288"/>
          <p14:tracePt t="51926" x="8928100" y="2924175"/>
          <p14:tracePt t="51933" x="8928100" y="2911475"/>
          <p14:tracePt t="51948" x="8928100" y="2898775"/>
          <p14:tracePt t="51955" x="8928100" y="2887663"/>
          <p14:tracePt t="51965" x="8939213" y="2887663"/>
          <p14:tracePt t="51975" x="8939213" y="2874963"/>
          <p14:tracePt t="51988" x="8939213" y="2862263"/>
          <p14:tracePt t="52000" x="8939213" y="2851150"/>
          <p14:tracePt t="52060" x="8939213" y="2838450"/>
          <p14:tracePt t="52075" x="8939213" y="2825750"/>
          <p14:tracePt t="52093" x="8939213" y="2814638"/>
          <p14:tracePt t="52105" x="8939213" y="2801938"/>
          <p14:tracePt t="52120" x="8939213" y="2789238"/>
          <p14:tracePt t="52145" x="8939213" y="2776538"/>
          <p14:tracePt t="52153" x="8939213" y="2765425"/>
          <p14:tracePt t="52155" x="8951913" y="2765425"/>
          <p14:tracePt t="52168" x="8951913" y="2752725"/>
          <p14:tracePt t="52173" x="8951913" y="2740025"/>
          <p14:tracePt t="52175" x="8951913" y="2728913"/>
          <p14:tracePt t="52185" x="8951913" y="2703513"/>
          <p14:tracePt t="52193" x="8951913" y="2692400"/>
          <p14:tracePt t="52199" x="8951913" y="2667000"/>
          <p14:tracePt t="52208" x="8951913" y="2643188"/>
          <p14:tracePt t="52216" x="8951913" y="2630488"/>
          <p14:tracePt t="52225" x="8951913" y="2619375"/>
          <p14:tracePt t="52235" x="8951913" y="2606675"/>
          <p14:tracePt t="52345" x="8939213" y="2606675"/>
          <p14:tracePt t="52346" x="8928100" y="2606675"/>
          <p14:tracePt t="52355" x="8915400" y="2606675"/>
          <p14:tracePt t="52365" x="8902700" y="2606675"/>
          <p14:tracePt t="52373" x="8891588" y="2619375"/>
          <p14:tracePt t="52380" x="8866188" y="2630488"/>
          <p14:tracePt t="52385" x="8855075" y="2630488"/>
          <p14:tracePt t="52393" x="8842375" y="2643188"/>
          <p14:tracePt t="52399" x="8829675" y="2643188"/>
          <p14:tracePt t="52407" x="8805863" y="2655888"/>
          <p14:tracePt t="52416" x="8793163" y="2667000"/>
          <p14:tracePt t="52424" x="8793163" y="2679700"/>
          <p14:tracePt t="52433" x="8769350" y="2692400"/>
          <p14:tracePt t="52441" x="8756650" y="2716213"/>
          <p14:tracePt t="52449" x="8745538" y="2728913"/>
          <p14:tracePt t="52458" x="8732838" y="2752725"/>
          <p14:tracePt t="52466" x="8720138" y="2789238"/>
          <p14:tracePt t="52474" x="8709025" y="2814638"/>
          <p14:tracePt t="52482" x="8696325" y="2862263"/>
          <p14:tracePt t="52491" x="8683625" y="2898775"/>
          <p14:tracePt t="52499" x="8683625" y="2924175"/>
          <p14:tracePt t="52507" x="8683625" y="2960688"/>
          <p14:tracePt t="52516" x="8683625" y="2984500"/>
          <p14:tracePt t="52524" x="8683625" y="3008313"/>
          <p14:tracePt t="52532" x="8683625" y="3021013"/>
          <p14:tracePt t="52541" x="8696325" y="3070225"/>
          <p14:tracePt t="52549" x="8709025" y="3106738"/>
          <p14:tracePt t="52557" x="8720138" y="3143250"/>
          <p14:tracePt t="52566" x="8756650" y="3179763"/>
          <p14:tracePt t="52574" x="8769350" y="3203575"/>
          <p14:tracePt t="52582" x="8805863" y="3252788"/>
          <p14:tracePt t="52591" x="8818563" y="3289300"/>
          <p14:tracePt t="52599" x="8855075" y="3325813"/>
          <p14:tracePt t="52607" x="8878888" y="3373438"/>
          <p14:tracePt t="52616" x="8915400" y="3398838"/>
          <p14:tracePt t="52624" x="8928100" y="3409950"/>
          <p14:tracePt t="52632" x="8939213" y="3422650"/>
          <p14:tracePt t="52641" x="8951913" y="3448050"/>
          <p14:tracePt t="52649" x="8964613" y="3448050"/>
          <p14:tracePt t="52657" x="8977313" y="3448050"/>
          <p14:tracePt t="52673" x="8988425" y="3448050"/>
          <p14:tracePt t="52685" x="9001125" y="3448050"/>
          <p14:tracePt t="52686" x="9013825" y="3448050"/>
          <p14:tracePt t="52695" x="9024938" y="3448050"/>
          <p14:tracePt t="52700" x="9037638" y="3448050"/>
          <p14:tracePt t="52707" x="9050338" y="3435350"/>
          <p14:tracePt t="52715" x="9074150" y="3435350"/>
          <p14:tracePt t="52724" x="9086850" y="3435350"/>
          <p14:tracePt t="52732" x="9110663" y="3409950"/>
          <p14:tracePt t="52741" x="9147175" y="3398838"/>
          <p14:tracePt t="52749" x="9170988" y="3373438"/>
          <p14:tracePt t="52757" x="9183688" y="3349625"/>
          <p14:tracePt t="52766" x="9207500" y="3325813"/>
          <p14:tracePt t="52766" x="9207500" y="3313113"/>
          <p14:tracePt t="52774" x="9220200" y="3300413"/>
          <p14:tracePt t="52782" x="9232900" y="3263900"/>
          <p14:tracePt t="52790" x="9232900" y="3240088"/>
          <p14:tracePt t="52799" x="9232900" y="3216275"/>
          <p14:tracePt t="52807" x="9232900" y="3167063"/>
          <p14:tracePt t="52815" x="9232900" y="3143250"/>
          <p14:tracePt t="52824" x="9220200" y="3117850"/>
          <p14:tracePt t="52832" x="9207500" y="3106738"/>
          <p14:tracePt t="52840" x="9207500" y="3070225"/>
          <p14:tracePt t="52849" x="9207500" y="3033713"/>
          <p14:tracePt t="52857" x="9196388" y="3008313"/>
          <p14:tracePt t="52865" x="9183688" y="2984500"/>
          <p14:tracePt t="52874" x="9183688" y="2947988"/>
          <p14:tracePt t="52882" x="9159875" y="2898775"/>
          <p14:tracePt t="52890" x="9159875" y="2874963"/>
          <p14:tracePt t="52899" x="9147175" y="2851150"/>
          <p14:tracePt t="52907" x="9134475" y="2814638"/>
          <p14:tracePt t="52915" x="9123363" y="2789238"/>
          <p14:tracePt t="52924" x="9123363" y="2776538"/>
          <p14:tracePt t="52932" x="9123363" y="2752725"/>
          <p14:tracePt t="52940" x="9110663" y="2740025"/>
          <p14:tracePt t="52949" x="9097963" y="2728913"/>
          <p14:tracePt t="52957" x="9086850" y="2716213"/>
          <p14:tracePt t="52965" x="9086850" y="2692400"/>
          <p14:tracePt t="52980" x="9074150" y="2679700"/>
          <p14:tracePt t="52988" x="9074150" y="2667000"/>
          <p14:tracePt t="52993" x="9061450" y="2667000"/>
          <p14:tracePt t="53005" x="9061450" y="2655888"/>
          <p14:tracePt t="53007" x="9061450" y="2643188"/>
          <p14:tracePt t="53015" x="9061450" y="2630488"/>
          <p14:tracePt t="53024" x="9050338" y="2619375"/>
          <p14:tracePt t="53032" x="9037638" y="2606675"/>
          <p14:tracePt t="53040" x="9024938" y="2606675"/>
          <p14:tracePt t="53049" x="9024938" y="2570163"/>
          <p14:tracePt t="53057" x="9013825" y="2570163"/>
          <p14:tracePt t="53073" x="9001125" y="2570163"/>
          <p14:tracePt t="53075" x="9001125" y="2557463"/>
          <p14:tracePt t="54180" x="9013825" y="2557463"/>
          <p14:tracePt t="54185" x="9024938" y="2557463"/>
          <p14:tracePt t="54189" x="9037638" y="2557463"/>
          <p14:tracePt t="54197" x="9074150" y="2557463"/>
          <p14:tracePt t="54206" x="9123363" y="2557463"/>
          <p14:tracePt t="54214" x="9196388" y="2557463"/>
          <p14:tracePt t="54223" x="9256713" y="2570163"/>
          <p14:tracePt t="54231" x="9329738" y="2582863"/>
          <p14:tracePt t="54239" x="9390063" y="2593975"/>
          <p14:tracePt t="54247" x="9463088" y="2593975"/>
          <p14:tracePt t="54256" x="9475788" y="2606675"/>
          <p14:tracePt t="54265" x="9488488" y="2606675"/>
          <p14:tracePt t="54273" x="9488488" y="2619375"/>
          <p14:tracePt t="54281" x="9499600" y="2619375"/>
          <p14:tracePt t="54340" x="9499600" y="2630488"/>
          <p14:tracePt t="54348" x="9512300" y="2630488"/>
          <p14:tracePt t="54385" x="9512300" y="2643188"/>
          <p14:tracePt t="54393" x="9525000" y="2643188"/>
          <p14:tracePt t="54400" x="9536113" y="2643188"/>
          <p14:tracePt t="54405" x="9536113" y="2655888"/>
          <p14:tracePt t="54415" x="9548813" y="2655888"/>
          <p14:tracePt t="54780" x="9536113" y="2655888"/>
          <p14:tracePt t="54888" x="9525000" y="2655888"/>
          <p14:tracePt t="54900" x="9525000" y="2667000"/>
          <p14:tracePt t="54920" x="9512300" y="2667000"/>
          <p14:tracePt t="54933" x="9499600" y="2667000"/>
          <p14:tracePt t="54948" x="9499600" y="2679700"/>
          <p14:tracePt t="54985" x="9488488" y="2679700"/>
          <p14:tracePt t="55005" x="9475788" y="2692400"/>
          <p14:tracePt t="55013" x="9463088" y="2692400"/>
          <p14:tracePt t="55028" x="9451975" y="2692400"/>
          <p14:tracePt t="55040" x="9439275" y="2692400"/>
          <p14:tracePt t="55053" x="9439275" y="2703513"/>
          <p14:tracePt t="55095" x="9426575" y="2703513"/>
          <p14:tracePt t="55145" x="9426575" y="2716213"/>
          <p14:tracePt t="55165" x="9415463" y="2716213"/>
          <p14:tracePt t="55173" x="9415463" y="2728913"/>
          <p14:tracePt t="55175" x="9402763" y="2728913"/>
          <p14:tracePt t="55193" x="9402763" y="2740025"/>
          <p14:tracePt t="55208" x="9402763" y="2752725"/>
          <p14:tracePt t="55225" x="9402763" y="2765425"/>
          <p14:tracePt t="55233" x="9402763" y="2776538"/>
          <p14:tracePt t="55240" x="9390063" y="2789238"/>
          <p14:tracePt t="55245" x="9390063" y="2801938"/>
          <p14:tracePt t="55247" x="9390063" y="2814638"/>
          <p14:tracePt t="55255" x="9390063" y="2825750"/>
          <p14:tracePt t="55263" x="9390063" y="2838450"/>
          <p14:tracePt t="55271" x="9378950" y="2851150"/>
          <p14:tracePt t="55280" x="9378950" y="2862263"/>
          <p14:tracePt t="55288" x="9378950" y="2874963"/>
          <p14:tracePt t="55300" x="9378950" y="2887663"/>
          <p14:tracePt t="55308" x="9378950" y="2898775"/>
          <p14:tracePt t="55328" x="9378950" y="2911475"/>
          <p14:tracePt t="55333" x="9366250" y="2924175"/>
          <p14:tracePt t="55335" x="9366250" y="2935288"/>
          <p14:tracePt t="55345" x="9366250" y="2947988"/>
          <p14:tracePt t="55346" x="9366250" y="2960688"/>
          <p14:tracePt t="55355" x="9366250" y="2984500"/>
          <p14:tracePt t="55363" x="9366250" y="2997200"/>
          <p14:tracePt t="55371" x="9366250" y="3021013"/>
          <p14:tracePt t="55380" x="9366250" y="3033713"/>
          <p14:tracePt t="55388" x="9366250" y="3070225"/>
          <p14:tracePt t="55396" x="9366250" y="3094038"/>
          <p14:tracePt t="55405" x="9378950" y="3094038"/>
          <p14:tracePt t="55413" x="9378950" y="3117850"/>
          <p14:tracePt t="55421" x="9378950" y="3130550"/>
          <p14:tracePt t="55430" x="9390063" y="3143250"/>
          <p14:tracePt t="55453" x="9390063" y="3154363"/>
          <p14:tracePt t="55475" x="9402763" y="3154363"/>
          <p14:tracePt t="55480" x="9402763" y="3167063"/>
          <p14:tracePt t="55485" x="9402763" y="3179763"/>
          <p14:tracePt t="55488" x="9415463" y="3179763"/>
          <p14:tracePt t="55496" x="9415463" y="3190875"/>
          <p14:tracePt t="55505" x="9415463" y="3203575"/>
          <p14:tracePt t="55513" x="9426575" y="3216275"/>
          <p14:tracePt t="55521" x="9439275" y="3227388"/>
          <p14:tracePt t="55529" x="9451975" y="3240088"/>
          <p14:tracePt t="55553" x="9451975" y="3252788"/>
          <p14:tracePt t="55573" x="9463088" y="3263900"/>
          <p14:tracePt t="55580" x="9463088" y="3276600"/>
          <p14:tracePt t="55585" x="9475788" y="3276600"/>
          <p14:tracePt t="55605" x="9488488" y="3276600"/>
          <p14:tracePt t="55606" x="9488488" y="3289300"/>
          <p14:tracePt t="55613" x="9499600" y="3289300"/>
          <p14:tracePt t="55633" x="9512300" y="3289300"/>
          <p14:tracePt t="55695" x="9525000" y="3289300"/>
          <p14:tracePt t="55705" x="9536113" y="3289300"/>
          <p14:tracePt t="55725" x="9548813" y="3289300"/>
          <p14:tracePt t="55733" x="9561513" y="3289300"/>
          <p14:tracePt t="55745" x="9572625" y="3289300"/>
          <p14:tracePt t="55760" x="9585325" y="3289300"/>
          <p14:tracePt t="55768" x="9585325" y="3276600"/>
          <p14:tracePt t="55773" x="9598025" y="3276600"/>
          <p14:tracePt t="55775" x="9598025" y="3263900"/>
          <p14:tracePt t="55786" x="9609138" y="3252788"/>
          <p14:tracePt t="55795" x="9621838" y="3252788"/>
          <p14:tracePt t="55805" x="9634538" y="3240088"/>
          <p14:tracePt t="55807" x="9634538" y="3216275"/>
          <p14:tracePt t="55815" x="9645650" y="3216275"/>
          <p14:tracePt t="55821" x="9645650" y="3203575"/>
          <p14:tracePt t="55829" x="9658350" y="3190875"/>
          <p14:tracePt t="55838" x="9658350" y="3179763"/>
          <p14:tracePt t="55846" x="9658350" y="3154363"/>
          <p14:tracePt t="55855" x="9658350" y="3143250"/>
          <p14:tracePt t="55863" x="9671050" y="3130550"/>
          <p14:tracePt t="55871" x="9671050" y="3117850"/>
          <p14:tracePt t="55879" x="9671050" y="3094038"/>
          <p14:tracePt t="55888" x="9671050" y="3070225"/>
          <p14:tracePt t="55896" x="9671050" y="3057525"/>
          <p14:tracePt t="55904" x="9671050" y="3044825"/>
          <p14:tracePt t="55912" x="9671050" y="3033713"/>
          <p14:tracePt t="55921" x="9671050" y="3008313"/>
          <p14:tracePt t="55929" x="9671050" y="2997200"/>
          <p14:tracePt t="55937" x="9671050" y="2984500"/>
          <p14:tracePt t="55946" x="9658350" y="2971800"/>
          <p14:tracePt t="55954" x="9658350" y="2960688"/>
          <p14:tracePt t="55962" x="9658350" y="2947988"/>
          <p14:tracePt t="55971" x="9645650" y="2935288"/>
          <p14:tracePt t="55979" x="9645650" y="2924175"/>
          <p14:tracePt t="55987" x="9645650" y="2911475"/>
          <p14:tracePt t="55996" x="9645650" y="2898775"/>
          <p14:tracePt t="56005" x="9634538" y="2887663"/>
          <p14:tracePt t="56013" x="9621838" y="2874963"/>
          <p14:tracePt t="56021" x="9621838" y="2862263"/>
          <p14:tracePt t="56029" x="9609138" y="2851150"/>
          <p14:tracePt t="56038" x="9609138" y="2825750"/>
          <p14:tracePt t="56046" x="9609138" y="2814638"/>
          <p14:tracePt t="56054" x="9598025" y="2801938"/>
          <p14:tracePt t="56062" x="9585325" y="2789238"/>
          <p14:tracePt t="56071" x="9585325" y="2776538"/>
          <p14:tracePt t="56193" x="9572625" y="2776538"/>
          <p14:tracePt t="56235" x="9572625" y="2765425"/>
          <p14:tracePt t="56245" x="9561513" y="2765425"/>
          <p14:tracePt t="56268" x="9548813" y="2765425"/>
          <p14:tracePt t="56285" x="9536113" y="2765425"/>
          <p14:tracePt t="56295" x="9525000" y="2765425"/>
          <p14:tracePt t="58585" x="9536113" y="2765425"/>
          <p14:tracePt t="58587" x="9548813" y="2765425"/>
          <p14:tracePt t="58593" x="9572625" y="2776538"/>
          <p14:tracePt t="58602" x="9621838" y="2789238"/>
          <p14:tracePt t="58610" x="9671050" y="2801938"/>
          <p14:tracePt t="58618" x="9707563" y="2801938"/>
          <p14:tracePt t="58627" x="9780588" y="2825750"/>
          <p14:tracePt t="58635" x="9793288" y="2825750"/>
          <p14:tracePt t="58643" x="9840913" y="2838450"/>
          <p14:tracePt t="58652" x="9866313" y="2851150"/>
          <p14:tracePt t="58660" x="9877425" y="2851150"/>
          <p14:tracePt t="58728" x="9890125" y="2851150"/>
          <p14:tracePt t="58735" x="9913938" y="2851150"/>
          <p14:tracePt t="58745" x="9926638" y="2851150"/>
          <p14:tracePt t="58753" x="9939338" y="2851150"/>
          <p14:tracePt t="58760" x="9950450" y="2851150"/>
          <p14:tracePt t="58775" x="9963150" y="2851150"/>
          <p14:tracePt t="58780" x="9975850" y="2851150"/>
          <p14:tracePt t="58786" x="9986963" y="2851150"/>
          <p14:tracePt t="58794" x="9986963" y="2838450"/>
          <p14:tracePt t="58801" x="10012363" y="2838450"/>
          <p14:tracePt t="58813" x="10023475" y="2838450"/>
          <p14:tracePt t="58818" x="10036175" y="2838450"/>
          <p14:tracePt t="58860" x="10048875" y="2838450"/>
          <p14:tracePt t="58875" x="10059988" y="2838450"/>
          <p14:tracePt t="58913" x="10072688" y="2838450"/>
          <p14:tracePt t="58920" x="10085388" y="2838450"/>
          <p14:tracePt t="58928" x="10096500" y="2838450"/>
          <p14:tracePt t="58933" x="10096500" y="2825750"/>
          <p14:tracePt t="58940" x="10109200" y="2825750"/>
          <p14:tracePt t="58948" x="10121900" y="2814638"/>
          <p14:tracePt t="58965" x="10133013" y="2814638"/>
          <p14:tracePt t="58973" x="10145713" y="2801938"/>
          <p14:tracePt t="58975" x="10158413" y="2801938"/>
          <p14:tracePt t="58985" x="10169525" y="2801938"/>
          <p14:tracePt t="58994" x="10182225" y="2801938"/>
          <p14:tracePt t="59000" x="10194925" y="2801938"/>
          <p14:tracePt t="59005" x="10206038" y="2789238"/>
          <p14:tracePt t="59010" x="10218738" y="2789238"/>
          <p14:tracePt t="59025" x="10218738" y="2776538"/>
          <p14:tracePt t="59033" x="10231438" y="2776538"/>
          <p14:tracePt t="59045" x="10242550" y="2776538"/>
          <p14:tracePt t="59065" x="10255250" y="2776538"/>
          <p14:tracePt t="59088" x="10267950" y="2765425"/>
          <p14:tracePt t="59135" x="10279063" y="2765425"/>
          <p14:tracePt t="59160" x="10279063" y="2752725"/>
          <p14:tracePt t="59188" x="10291763" y="2752725"/>
          <p14:tracePt t="59195" x="10304463" y="2752725"/>
          <p14:tracePt t="59205" x="10315575" y="2752725"/>
          <p14:tracePt t="59206" x="10328275" y="2740025"/>
          <p14:tracePt t="59213" x="10340975" y="2740025"/>
          <p14:tracePt t="59218" x="10352088" y="2740025"/>
          <p14:tracePt t="59226" x="10364788" y="2728913"/>
          <p14:tracePt t="59234" x="10364788" y="2716213"/>
          <p14:tracePt t="60680" x="10364788" y="2703513"/>
          <p14:tracePt t="60688" x="10352088" y="2703513"/>
          <p14:tracePt t="60693" x="10352088" y="2692400"/>
          <p14:tracePt t="60705" x="10340975" y="2692400"/>
          <p14:tracePt t="60706" x="10328275" y="2692400"/>
          <p14:tracePt t="60715" x="10315575" y="2692400"/>
          <p14:tracePt t="60733" x="10304463" y="2692400"/>
          <p14:tracePt t="60735" x="10291763" y="2692400"/>
          <p14:tracePt t="60748" x="10291763" y="2679700"/>
          <p14:tracePt t="60808" x="10279063" y="2679700"/>
          <p14:tracePt t="60856" x="10279063" y="2667000"/>
          <p14:tracePt t="60860" x="10267950" y="2667000"/>
          <p14:tracePt t="60915" x="10255250" y="2667000"/>
          <p14:tracePt t="60946" x="10242550" y="2667000"/>
          <p14:tracePt t="60995" x="10231438" y="2667000"/>
          <p14:tracePt t="62105" x="10218738" y="2667000"/>
          <p14:tracePt t="62141" x="10206038" y="2667000"/>
          <p14:tracePt t="62208" x="10194925" y="2667000"/>
          <p14:tracePt t="62225" x="10182225" y="2667000"/>
          <p14:tracePt t="62236" x="10169525" y="2667000"/>
          <p14:tracePt t="62305" x="10158413" y="2667000"/>
          <p14:tracePt t="62313" x="10158413" y="2679700"/>
          <p14:tracePt t="62315" x="10145713" y="2679700"/>
          <p14:tracePt t="62336" x="10133013" y="2679700"/>
          <p14:tracePt t="62340" x="10133013" y="2692400"/>
          <p14:tracePt t="62349" x="10121900" y="2692400"/>
          <p14:tracePt t="62355" x="10121900" y="2703513"/>
          <p14:tracePt t="62360" x="10109200" y="2703513"/>
          <p14:tracePt t="62375" x="10109200" y="2716213"/>
          <p14:tracePt t="62385" x="10096500" y="2728913"/>
          <p14:tracePt t="62393" x="10085388" y="2740025"/>
          <p14:tracePt t="62400" x="10085388" y="2752725"/>
          <p14:tracePt t="62408" x="10072688" y="2765425"/>
          <p14:tracePt t="62413" x="10059988" y="2765425"/>
          <p14:tracePt t="62415" x="10059988" y="2776538"/>
          <p14:tracePt t="62423" x="10048875" y="2789238"/>
          <p14:tracePt t="62431" x="10048875" y="2801938"/>
          <p14:tracePt t="62440" x="10036175" y="2814638"/>
          <p14:tracePt t="62448" x="10023475" y="2838450"/>
          <p14:tracePt t="62456" x="10023475" y="2851150"/>
          <p14:tracePt t="62465" x="10023475" y="2862263"/>
          <p14:tracePt t="62473" x="10012363" y="2874963"/>
          <p14:tracePt t="62481" x="10012363" y="2887663"/>
          <p14:tracePt t="62490" x="9999663" y="2887663"/>
          <p14:tracePt t="62498" x="9999663" y="2898775"/>
          <p14:tracePt t="62506" x="9986963" y="2911475"/>
          <p14:tracePt t="62515" x="9986963" y="2924175"/>
          <p14:tracePt t="62523" x="9986963" y="2935288"/>
          <p14:tracePt t="62531" x="9975850" y="2947988"/>
          <p14:tracePt t="62540" x="9975850" y="2960688"/>
          <p14:tracePt t="62540" x="9975850" y="2971800"/>
          <p14:tracePt t="62548" x="9963150" y="2984500"/>
          <p14:tracePt t="62556" x="9963150" y="3008313"/>
          <p14:tracePt t="62565" x="9963150" y="3021013"/>
          <p14:tracePt t="62573" x="9950450" y="3033713"/>
          <p14:tracePt t="62581" x="9950450" y="3057525"/>
          <p14:tracePt t="62589" x="9939338" y="3081338"/>
          <p14:tracePt t="62598" x="9939338" y="3106738"/>
          <p14:tracePt t="62606" x="9939338" y="3130550"/>
          <p14:tracePt t="62615" x="9939338" y="3154363"/>
          <p14:tracePt t="62623" x="9926638" y="3167063"/>
          <p14:tracePt t="62631" x="9926638" y="3179763"/>
          <p14:tracePt t="62640" x="9926638" y="3203575"/>
          <p14:tracePt t="62648" x="9926638" y="3240088"/>
          <p14:tracePt t="62656" x="9926638" y="3263900"/>
          <p14:tracePt t="62665" x="9926638" y="3289300"/>
          <p14:tracePt t="62673" x="9926638" y="3300413"/>
          <p14:tracePt t="62681" x="9926638" y="3325813"/>
          <p14:tracePt t="62689" x="9926638" y="3336925"/>
          <p14:tracePt t="62698" x="9926638" y="3349625"/>
          <p14:tracePt t="62706" x="9926638" y="3362325"/>
          <p14:tracePt t="62714" x="9939338" y="3398838"/>
          <p14:tracePt t="62723" x="9939338" y="3435350"/>
          <p14:tracePt t="62731" x="9950450" y="3459163"/>
          <p14:tracePt t="62739" x="9950450" y="3484563"/>
          <p14:tracePt t="62748" x="9975850" y="3521075"/>
          <p14:tracePt t="62756" x="9986963" y="3544888"/>
          <p14:tracePt t="62765" x="9986963" y="3557588"/>
          <p14:tracePt t="62773" x="9986963" y="3568700"/>
          <p14:tracePt t="62781" x="9999663" y="3594100"/>
          <p14:tracePt t="62789" x="9999663" y="3605213"/>
          <p14:tracePt t="62798" x="10012363" y="3605213"/>
          <p14:tracePt t="62806" x="10012363" y="3630613"/>
          <p14:tracePt t="62814" x="10023475" y="3641725"/>
          <p14:tracePt t="62823" x="10036175" y="3654425"/>
          <p14:tracePt t="62831" x="10048875" y="3667125"/>
          <p14:tracePt t="62839" x="10048875" y="3678238"/>
          <p14:tracePt t="62848" x="10048875" y="3690938"/>
          <p14:tracePt t="62865" x="10059988" y="3690938"/>
          <p14:tracePt t="62873" x="10072688" y="3690938"/>
          <p14:tracePt t="62880" x="10072688" y="3703638"/>
          <p14:tracePt t="62886" x="10072688" y="3714750"/>
          <p14:tracePt t="62895" x="10085388" y="3714750"/>
          <p14:tracePt t="62900" x="10085388" y="3727450"/>
          <p14:tracePt t="62906" x="10096500" y="3727450"/>
          <p14:tracePt t="62915" x="10096500" y="3740150"/>
          <p14:tracePt t="62922" x="10109200" y="3740150"/>
          <p14:tracePt t="62931" x="10109200" y="3751263"/>
          <p14:tracePt t="62939" x="10121900" y="3751263"/>
          <p14:tracePt t="62953" x="10133013" y="3751263"/>
          <p14:tracePt t="62988" x="10145713" y="3751263"/>
          <p14:tracePt t="62995" x="10158413" y="3751263"/>
          <p14:tracePt t="63000" x="10158413" y="3763963"/>
          <p14:tracePt t="63013" x="10169525" y="3763963"/>
          <p14:tracePt t="63025" x="10182225" y="3763963"/>
          <p14:tracePt t="63026" x="10194925" y="3763963"/>
          <p14:tracePt t="63035" x="10206038" y="3763963"/>
          <p14:tracePt t="63045" x="10218738" y="3763963"/>
          <p14:tracePt t="63053" x="10231438" y="3763963"/>
          <p14:tracePt t="63056" x="10242550" y="3763963"/>
          <p14:tracePt t="63064" x="10255250" y="3763963"/>
          <p14:tracePt t="63073" x="10267950" y="3763963"/>
          <p14:tracePt t="63081" x="10304463" y="3763963"/>
          <p14:tracePt t="63089" x="10315575" y="3763963"/>
          <p14:tracePt t="63097" x="10340975" y="3763963"/>
          <p14:tracePt t="63106" x="10352088" y="3763963"/>
          <p14:tracePt t="63114" x="10364788" y="3763963"/>
          <p14:tracePt t="63122" x="10377488" y="3763963"/>
          <p14:tracePt t="63131" x="10388600" y="3763963"/>
          <p14:tracePt t="63141" x="10401300" y="3763963"/>
          <p14:tracePt t="63173" x="10401300" y="3751263"/>
          <p14:tracePt t="63180" x="10414000" y="3751263"/>
          <p14:tracePt t="63193" x="10426700" y="3740150"/>
          <p14:tracePt t="63200" x="10437813" y="3740150"/>
          <p14:tracePt t="63220" x="10437813" y="3727450"/>
          <p14:tracePt t="63225" x="10450513" y="3727450"/>
          <p14:tracePt t="63226" x="10463213" y="3727450"/>
          <p14:tracePt t="63233" x="10463213" y="3714750"/>
          <p14:tracePt t="63240" x="10474325" y="3703638"/>
          <p14:tracePt t="63253" x="10487025" y="3703638"/>
          <p14:tracePt t="63255" x="10499725" y="3690938"/>
          <p14:tracePt t="63265" x="10499725" y="3678238"/>
          <p14:tracePt t="63273" x="10510838" y="3678238"/>
          <p14:tracePt t="63285" x="10523538" y="3678238"/>
          <p14:tracePt t="63289" x="10523538" y="3667125"/>
          <p14:tracePt t="63297" x="10536238" y="3654425"/>
          <p14:tracePt t="63305" x="10547350" y="3641725"/>
          <p14:tracePt t="63314" x="10560050" y="3630613"/>
          <p14:tracePt t="63322" x="10560050" y="3617913"/>
          <p14:tracePt t="63330" x="10583863" y="3605213"/>
          <p14:tracePt t="63339" x="10583863" y="3594100"/>
          <p14:tracePt t="63347" x="10596563" y="3568700"/>
          <p14:tracePt t="63355" x="10609263" y="3557588"/>
          <p14:tracePt t="63364" x="10609263" y="3544888"/>
          <p14:tracePt t="63372" x="10620375" y="3544888"/>
          <p14:tracePt t="63380" x="10620375" y="3521075"/>
          <p14:tracePt t="63389" x="10633075" y="3508375"/>
          <p14:tracePt t="63397" x="10645775" y="3495675"/>
          <p14:tracePt t="63405" x="10645775" y="3471863"/>
          <p14:tracePt t="63414" x="10656888" y="3459163"/>
          <p14:tracePt t="63422" x="10669588" y="3435350"/>
          <p14:tracePt t="63430" x="10682288" y="3422650"/>
          <p14:tracePt t="63439" x="10682288" y="3398838"/>
          <p14:tracePt t="63447" x="10706100" y="3373438"/>
          <p14:tracePt t="63455" x="10706100" y="3362325"/>
          <p14:tracePt t="63463" x="10706100" y="3349625"/>
          <p14:tracePt t="63472" x="10718800" y="3336925"/>
          <p14:tracePt t="63485" x="10718800" y="3325813"/>
          <p14:tracePt t="63500" x="10718800" y="3313113"/>
          <p14:tracePt t="63508" x="10729913" y="3313113"/>
          <p14:tracePt t="63513" x="10729913" y="3300413"/>
          <p14:tracePt t="63535" x="10729913" y="3289300"/>
          <p14:tracePt t="63545" x="10742613" y="3276600"/>
          <p14:tracePt t="63565" x="10742613" y="3263900"/>
          <p14:tracePt t="63573" x="10742613" y="3252788"/>
          <p14:tracePt t="63593" x="10742613" y="3240088"/>
          <p14:tracePt t="63608" x="10742613" y="3227388"/>
          <p14:tracePt t="63615" x="10742613" y="3216275"/>
          <p14:tracePt t="63623" x="10755313" y="3216275"/>
          <p14:tracePt t="63640" x="10755313" y="3203575"/>
          <p14:tracePt t="63648" x="10755313" y="3190875"/>
          <p14:tracePt t="63656" x="10755313" y="3179763"/>
          <p14:tracePt t="63665" x="10755313" y="3167063"/>
          <p14:tracePt t="63673" x="10755313" y="3154363"/>
          <p14:tracePt t="63681" x="10755313" y="3143250"/>
          <p14:tracePt t="63685" x="10755313" y="3130550"/>
          <p14:tracePt t="63693" x="10755313" y="3117850"/>
          <p14:tracePt t="63700" x="10755313" y="3094038"/>
          <p14:tracePt t="63705" x="10742613" y="3094038"/>
          <p14:tracePt t="63713" x="10742613" y="3081338"/>
          <p14:tracePt t="63722" x="10729913" y="3057525"/>
          <p14:tracePt t="63730" x="10718800" y="3044825"/>
          <p14:tracePt t="63738" x="10718800" y="3033713"/>
          <p14:tracePt t="63747" x="10693400" y="2997200"/>
          <p14:tracePt t="63755" x="10693400" y="2984500"/>
          <p14:tracePt t="63763" x="10682288" y="2960688"/>
          <p14:tracePt t="63772" x="10669588" y="2935288"/>
          <p14:tracePt t="63780" x="10656888" y="2924175"/>
          <p14:tracePt t="63788" x="10645775" y="2887663"/>
          <p14:tracePt t="63797" x="10633075" y="2862263"/>
          <p14:tracePt t="63805" x="10620375" y="2851150"/>
          <p14:tracePt t="63813" x="10609263" y="2838450"/>
          <p14:tracePt t="63822" x="10596563" y="2825750"/>
          <p14:tracePt t="63830" x="10596563" y="2814638"/>
          <p14:tracePt t="63838" x="10596563" y="2801938"/>
          <p14:tracePt t="63847" x="10572750" y="2789238"/>
          <p14:tracePt t="63855" x="10572750" y="2776538"/>
          <p14:tracePt t="63868" x="10560050" y="2765425"/>
          <p14:tracePt t="63875" x="10547350" y="2752725"/>
          <p14:tracePt t="63880" x="10547350" y="2740025"/>
          <p14:tracePt t="63888" x="10536238" y="2740025"/>
          <p14:tracePt t="63897" x="10536238" y="2728913"/>
          <p14:tracePt t="63905" x="10523538" y="2728913"/>
          <p14:tracePt t="63913" x="10510838" y="2716213"/>
          <p14:tracePt t="63921" x="10499725" y="2703513"/>
          <p14:tracePt t="63930" x="10487025" y="2679700"/>
          <p14:tracePt t="63938" x="10474325" y="2667000"/>
          <p14:tracePt t="63946" x="10450513" y="2643188"/>
          <p14:tracePt t="63955" x="10450513" y="2630488"/>
          <p14:tracePt t="63963" x="10437813" y="2619375"/>
          <p14:tracePt t="63971" x="10414000" y="2593975"/>
          <p14:tracePt t="63980" x="10414000" y="2582863"/>
          <p14:tracePt t="63988" x="10401300" y="2570163"/>
          <p14:tracePt t="63996" x="10388600" y="2570163"/>
          <p14:tracePt t="64005" x="10388600" y="2557463"/>
          <p14:tracePt t="64025" x="10377488" y="2557463"/>
          <p14:tracePt t="64026" x="10377488" y="2546350"/>
          <p14:tracePt t="64048" x="10364788" y="2546350"/>
          <p14:tracePt t="64075" x="10352088" y="2546350"/>
          <p14:tracePt t="64113" x="10352088" y="2533650"/>
          <p14:tracePt t="64120" x="10340975" y="2533650"/>
          <p14:tracePt t="64130" x="10328275" y="2533650"/>
          <p14:tracePt t="64145" x="10315575" y="2533650"/>
          <p14:tracePt t="64155" x="10304463" y="2533650"/>
          <p14:tracePt t="64180" x="10291763" y="2533650"/>
          <p14:tracePt t="64195" x="10279063" y="2533650"/>
          <p14:tracePt t="64213" x="10267950" y="2533650"/>
          <p14:tracePt t="64241" x="10255250" y="2533650"/>
          <p14:tracePt t="64253" x="10242550" y="2533650"/>
          <p14:tracePt t="64273" x="10231438" y="2533650"/>
          <p14:tracePt t="64285" x="10218738" y="2533650"/>
          <p14:tracePt t="64300" x="10206038" y="2533650"/>
          <p14:tracePt t="64315" x="10194925" y="2533650"/>
          <p14:tracePt t="64328" x="10182225" y="2533650"/>
          <p14:tracePt t="64333" x="10182225" y="2546350"/>
          <p14:tracePt t="64348" x="10169525" y="2546350"/>
          <p14:tracePt t="64355" x="10158413" y="2546350"/>
          <p14:tracePt t="64360" x="10145713" y="2546350"/>
          <p14:tracePt t="64380" x="10133013" y="2557463"/>
          <p14:tracePt t="64388" x="10121900" y="2557463"/>
          <p14:tracePt t="64400" x="10121900" y="2570163"/>
          <p14:tracePt t="64428" x="10109200" y="2582863"/>
          <p14:tracePt t="64441" x="10096500" y="2582863"/>
          <p14:tracePt t="64453" x="10085388" y="2582863"/>
          <p14:tracePt t="64493" x="10085388" y="2593975"/>
          <p14:tracePt t="64508" x="10072688" y="2593975"/>
          <p14:tracePt t="64520" x="10059988" y="2606675"/>
          <p14:tracePt t="64541" x="10048875" y="2619375"/>
          <p14:tracePt t="64547" x="10036175" y="2643188"/>
          <p14:tracePt t="64553" x="10023475" y="2643188"/>
          <p14:tracePt t="64560" x="10023475" y="2655888"/>
          <p14:tracePt t="64565" x="10012363" y="2667000"/>
          <p14:tracePt t="64571" x="9999663" y="2667000"/>
          <p14:tracePt t="64579" x="9999663" y="2692400"/>
          <p14:tracePt t="64588" x="9975850" y="2716213"/>
          <p14:tracePt t="64596" x="9975850" y="2728913"/>
          <p14:tracePt t="64604" x="9963150" y="2740025"/>
          <p14:tracePt t="64613" x="9963150" y="2752725"/>
          <p14:tracePt t="64613" x="9963150" y="2765425"/>
          <p14:tracePt t="64621" x="9950450" y="2765425"/>
          <p14:tracePt t="64629" x="9950450" y="2789238"/>
          <p14:tracePt t="64640" x="9939338" y="2789238"/>
          <p14:tracePt t="64646" x="9939338" y="2801938"/>
          <p14:tracePt t="64655" x="9939338" y="2814638"/>
          <p14:tracePt t="64673" x="9939338" y="2825750"/>
          <p14:tracePt t="64675" x="9939338" y="2838450"/>
          <p14:tracePt t="64685" x="9939338" y="2851150"/>
          <p14:tracePt t="64695" x="9939338" y="2862263"/>
          <p14:tracePt t="64708" x="9939338" y="2874963"/>
          <p14:tracePt t="64720" x="9939338" y="2887663"/>
          <p14:tracePt t="64728" x="9939338" y="2898775"/>
          <p14:tracePt t="64733" x="9939338" y="2911475"/>
          <p14:tracePt t="64745" x="9939338" y="2924175"/>
          <p14:tracePt t="64746" x="9939338" y="2935288"/>
          <p14:tracePt t="64755" x="9939338" y="2947988"/>
          <p14:tracePt t="64762" x="9939338" y="2960688"/>
          <p14:tracePt t="64771" x="9939338" y="2971800"/>
          <p14:tracePt t="64779" x="9939338" y="2984500"/>
          <p14:tracePt t="64787" x="9939338" y="3008313"/>
          <p14:tracePt t="64798" x="9939338" y="3021013"/>
          <p14:tracePt t="64805" x="9939338" y="3033713"/>
          <p14:tracePt t="64820" x="9939338" y="3044825"/>
          <p14:tracePt t="64828" x="9939338" y="3057525"/>
          <p14:tracePt t="64853" x="9939338" y="3070225"/>
          <p14:tracePt t="64860" x="9939338" y="3081338"/>
          <p14:tracePt t="64873" x="9939338" y="3094038"/>
          <p14:tracePt t="64888" x="9939338" y="3106738"/>
          <p14:tracePt t="64893" x="9939338" y="3117850"/>
          <p14:tracePt t="64905" x="9939338" y="3130550"/>
          <p14:tracePt t="64913" x="9939338" y="3143250"/>
          <p14:tracePt t="64915" x="9939338" y="3154363"/>
          <p14:tracePt t="64928" x="9939338" y="3167063"/>
          <p14:tracePt t="64933" x="9939338" y="3179763"/>
          <p14:tracePt t="64940" x="9939338" y="3190875"/>
          <p14:tracePt t="64946" x="9950450" y="3190875"/>
          <p14:tracePt t="64954" x="9950450" y="3203575"/>
          <p14:tracePt t="64965" x="9950450" y="3216275"/>
          <p14:tracePt t="64973" x="9950450" y="3227388"/>
          <p14:tracePt t="64985" x="9950450" y="3240088"/>
          <p14:tracePt t="64995" x="9963150" y="3240088"/>
          <p14:tracePt t="65000" x="9963150" y="3252788"/>
          <p14:tracePt t="65008" x="9963150" y="3263900"/>
          <p14:tracePt t="65020" x="9975850" y="3276600"/>
          <p14:tracePt t="65025" x="9975850" y="3289300"/>
          <p14:tracePt t="65029" x="9975850" y="3300413"/>
          <p14:tracePt t="65037" x="9986963" y="3300413"/>
          <p14:tracePt t="65046" x="9986963" y="3325813"/>
          <p14:tracePt t="65054" x="9999663" y="3336925"/>
          <p14:tracePt t="65065" x="9999663" y="3349625"/>
          <p14:tracePt t="65070" x="10012363" y="3362325"/>
          <p14:tracePt t="65086" x="10023475" y="3362325"/>
          <p14:tracePt t="65093" x="10023475" y="3373438"/>
          <p14:tracePt t="65105" x="10036175" y="3386138"/>
          <p14:tracePt t="65113" x="10048875" y="3386138"/>
          <p14:tracePt t="65115" x="10048875" y="3398838"/>
          <p14:tracePt t="65125" x="10048875" y="3409950"/>
          <p14:tracePt t="65129" x="10059988" y="3409950"/>
          <p14:tracePt t="65146" x="10072688" y="3422650"/>
          <p14:tracePt t="65173" x="10085388" y="3422650"/>
          <p14:tracePt t="65175" x="10085388" y="3435350"/>
          <p14:tracePt t="65181" x="10096500" y="3435350"/>
          <p14:tracePt t="65187" x="10096500" y="3448050"/>
          <p14:tracePt t="65195" x="10109200" y="3459163"/>
          <p14:tracePt t="65204" x="10109200" y="3471863"/>
          <p14:tracePt t="65212" x="10133013" y="3484563"/>
          <p14:tracePt t="65220" x="10145713" y="3495675"/>
          <p14:tracePt t="65229" x="10158413" y="3508375"/>
          <p14:tracePt t="65237" x="10169525" y="3508375"/>
          <p14:tracePt t="65300" x="10182225" y="3508375"/>
          <p14:tracePt t="65305" x="10182225" y="3521075"/>
          <p14:tracePt t="65313" x="10194925" y="3521075"/>
          <p14:tracePt t="65320" x="10206038" y="3532188"/>
          <p14:tracePt t="65328" x="10218738" y="3532188"/>
          <p14:tracePt t="65337" x="10231438" y="3544888"/>
          <p14:tracePt t="65348" x="10242550" y="3544888"/>
          <p14:tracePt t="65353" x="10255250" y="3544888"/>
          <p14:tracePt t="65365" x="10267950" y="3544888"/>
          <p14:tracePt t="65370" x="10279063" y="3544888"/>
          <p14:tracePt t="65379" x="10291763" y="3544888"/>
          <p14:tracePt t="65387" x="10315575" y="3544888"/>
          <p14:tracePt t="65395" x="10328275" y="3544888"/>
          <p14:tracePt t="65405" x="10340975" y="3532188"/>
          <p14:tracePt t="65433" x="10352088" y="3532188"/>
          <p14:tracePt t="65436" x="10352088" y="3521075"/>
          <p14:tracePt t="65445" x="10364788" y="3521075"/>
          <p14:tracePt t="65453" x="10377488" y="3521075"/>
          <p14:tracePt t="65475" x="10388600" y="3521075"/>
          <p14:tracePt t="65485" x="10401300" y="3508375"/>
          <p14:tracePt t="65495" x="10414000" y="3508375"/>
          <p14:tracePt t="65505" x="10426700" y="3508375"/>
          <p14:tracePt t="65513" x="10426700" y="3495675"/>
          <p14:tracePt t="65515" x="10437813" y="3495675"/>
          <p14:tracePt t="65528" x="10450513" y="3484563"/>
          <p14:tracePt t="65533" x="10463213" y="3484563"/>
          <p14:tracePt t="65537" x="10463213" y="3471863"/>
          <p14:tracePt t="65545" x="10463213" y="3459163"/>
          <p14:tracePt t="65553" x="10499725" y="3448050"/>
          <p14:tracePt t="65562" x="10499725" y="3422650"/>
          <p14:tracePt t="65570" x="10523538" y="3398838"/>
          <p14:tracePt t="65578" x="10536238" y="3386138"/>
          <p14:tracePt t="65587" x="10547350" y="3362325"/>
          <p14:tracePt t="65595" x="10560050" y="3349625"/>
          <p14:tracePt t="65603" x="10560050" y="3336925"/>
          <p14:tracePt t="65612" x="10572750" y="3300413"/>
          <p14:tracePt t="65620" x="10583863" y="3300413"/>
          <p14:tracePt t="65628" x="10596563" y="3263900"/>
          <p14:tracePt t="65637" x="10609263" y="3227388"/>
          <p14:tracePt t="65645" x="10620375" y="3216275"/>
          <p14:tracePt t="65653" x="10620375" y="3203575"/>
          <p14:tracePt t="65662" x="10633075" y="3190875"/>
          <p14:tracePt t="65670" x="10633075" y="3167063"/>
          <p14:tracePt t="65678" x="10633075" y="3154363"/>
          <p14:tracePt t="65686" x="10633075" y="3130550"/>
          <p14:tracePt t="65696" x="10645775" y="3117850"/>
          <p14:tracePt t="65703" x="10645775" y="3106738"/>
          <p14:tracePt t="65712" x="10645775" y="3094038"/>
          <p14:tracePt t="65720" x="10656888" y="3094038"/>
          <p14:tracePt t="65728" x="10656888" y="3070225"/>
          <p14:tracePt t="65755" x="10656888" y="3057525"/>
          <p14:tracePt t="65773" x="10656888" y="3044825"/>
          <p14:tracePt t="65781" x="10656888" y="3033713"/>
          <p14:tracePt t="65800" x="10656888" y="3021013"/>
          <p14:tracePt t="65813" x="10656888" y="3008313"/>
          <p14:tracePt t="65826" x="10656888" y="2997200"/>
          <p14:tracePt t="65841" x="10656888" y="2984500"/>
          <p14:tracePt t="65853" x="10645775" y="2984500"/>
          <p14:tracePt t="65868" x="10645775" y="2971800"/>
          <p14:tracePt t="65888" x="10645775" y="2960688"/>
          <p14:tracePt t="65893" x="10633075" y="2960688"/>
          <p14:tracePt t="65895" x="10633075" y="2947988"/>
          <p14:tracePt t="65905" x="10633075" y="2924175"/>
          <p14:tracePt t="65912" x="10620375" y="2911475"/>
          <p14:tracePt t="65920" x="10609263" y="2898775"/>
          <p14:tracePt t="65928" x="10609263" y="2874963"/>
          <p14:tracePt t="65936" x="10609263" y="2851150"/>
          <p14:tracePt t="65945" x="10609263" y="2838450"/>
          <p14:tracePt t="65953" x="10609263" y="2825750"/>
          <p14:tracePt t="65961" x="10596563" y="2801938"/>
          <p14:tracePt t="65970" x="10596563" y="2789238"/>
          <p14:tracePt t="65978" x="10596563" y="2765425"/>
          <p14:tracePt t="65986" x="10583863" y="2752725"/>
          <p14:tracePt t="65995" x="10583863" y="2740025"/>
          <p14:tracePt t="66003" x="10583863" y="2728913"/>
          <p14:tracePt t="66011" x="10583863" y="2716213"/>
          <p14:tracePt t="66020" x="10583863" y="2703513"/>
          <p14:tracePt t="66028" x="10572750" y="2703513"/>
          <p14:tracePt t="66036" x="10572750" y="2692400"/>
          <p14:tracePt t="66048" x="10572750" y="2679700"/>
          <p14:tracePt t="66060" x="10560050" y="2679700"/>
          <p14:tracePt t="66068" x="10560050" y="2667000"/>
          <p14:tracePt t="66075" x="10560050" y="2655888"/>
          <p14:tracePt t="66088" x="10547350" y="2655888"/>
          <p14:tracePt t="66093" x="10547350" y="2643188"/>
          <p14:tracePt t="66133" x="10547350" y="2630488"/>
          <p14:tracePt t="66146" x="10536238" y="2630488"/>
          <p14:tracePt t="66153" x="10536238" y="2619375"/>
          <p14:tracePt t="66168" x="10523538" y="2619375"/>
          <p14:tracePt t="66193" x="10510838" y="2619375"/>
          <p14:tracePt t="66200" x="10499725" y="2619375"/>
          <p14:tracePt t="66213" x="10487025" y="2606675"/>
          <p14:tracePt t="66226" x="10474325" y="2606675"/>
          <p14:tracePt t="66246" x="10463213" y="2606675"/>
          <p14:tracePt t="66255" x="10450513" y="2606675"/>
          <p14:tracePt t="66260" x="10450513" y="2593975"/>
          <p14:tracePt t="66265" x="10437813" y="2593975"/>
          <p14:tracePt t="66280" x="10426700" y="2593975"/>
          <p14:tracePt t="66285" x="10414000" y="2593975"/>
          <p14:tracePt t="66293" x="10401300" y="2593975"/>
          <p14:tracePt t="66305" x="10388600" y="2593975"/>
          <p14:tracePt t="66306" x="10377488" y="2593975"/>
          <p14:tracePt t="66315" x="10364788" y="2593975"/>
          <p14:tracePt t="66320" x="10352088" y="2593975"/>
          <p14:tracePt t="66328" x="10340975" y="2593975"/>
          <p14:tracePt t="66337" x="10328275" y="2593975"/>
          <p14:tracePt t="66344" x="10315575" y="2593975"/>
          <p14:tracePt t="66353" x="10304463" y="2593975"/>
          <p14:tracePt t="66353" x="10291763" y="2593975"/>
          <p14:tracePt t="66361" x="10279063" y="2606675"/>
          <p14:tracePt t="66369" x="10255250" y="2606675"/>
          <p14:tracePt t="66378" x="10231438" y="2619375"/>
          <p14:tracePt t="66386" x="10206038" y="2630488"/>
          <p14:tracePt t="66394" x="10158413" y="2655888"/>
          <p14:tracePt t="66403" x="10121900" y="2692400"/>
          <p14:tracePt t="66411" x="10072688" y="2728913"/>
          <p14:tracePt t="66419" x="10036175" y="2765425"/>
          <p14:tracePt t="66427" x="9975850" y="2801938"/>
          <p14:tracePt t="66436" x="9950450" y="2825750"/>
          <p14:tracePt t="66444" x="9939338" y="2838450"/>
          <p14:tracePt t="66453" x="9913938" y="2862263"/>
          <p14:tracePt t="66453" x="9902825" y="2862263"/>
          <p14:tracePt t="66461" x="9890125" y="2887663"/>
          <p14:tracePt t="66469" x="9877425" y="2911475"/>
          <p14:tracePt t="66477" x="9866313" y="2935288"/>
          <p14:tracePt t="66486" x="9853613" y="2960688"/>
          <p14:tracePt t="66494" x="9840913" y="2984500"/>
          <p14:tracePt t="66502" x="9829800" y="3008313"/>
          <p14:tracePt t="66511" x="9817100" y="3044825"/>
          <p14:tracePt t="66519" x="9817100" y="3070225"/>
          <p14:tracePt t="66527" x="9804400" y="3130550"/>
          <p14:tracePt t="66536" x="9793288" y="3154363"/>
          <p14:tracePt t="66544" x="9793288" y="3190875"/>
          <p14:tracePt t="66552" x="9793288" y="3227388"/>
          <p14:tracePt t="66561" x="9793288" y="3289300"/>
          <p14:tracePt t="66569" x="9793288" y="3300413"/>
          <p14:tracePt t="66577" x="9793288" y="3325813"/>
          <p14:tracePt t="66586" x="9804400" y="3362325"/>
          <p14:tracePt t="66594" x="9817100" y="3386138"/>
          <p14:tracePt t="66602" x="9829800" y="3409950"/>
          <p14:tracePt t="66611" x="9840913" y="3448050"/>
          <p14:tracePt t="66619" x="9853613" y="3471863"/>
          <p14:tracePt t="66627" x="9877425" y="3532188"/>
          <p14:tracePt t="66636" x="9902825" y="3544888"/>
          <p14:tracePt t="66644" x="9902825" y="3581400"/>
          <p14:tracePt t="66652" x="9902825" y="3605213"/>
          <p14:tracePt t="66661" x="9926638" y="3654425"/>
          <p14:tracePt t="66669" x="9926638" y="3678238"/>
          <p14:tracePt t="66677" x="9939338" y="3690938"/>
          <p14:tracePt t="66686" x="9939338" y="3703638"/>
          <p14:tracePt t="66694" x="9950450" y="3714750"/>
          <p14:tracePt t="66720" x="9963150" y="3714750"/>
          <p14:tracePt t="66741" x="9975850" y="3714750"/>
          <p14:tracePt t="66745" x="9986963" y="3714750"/>
          <p14:tracePt t="66746" x="9999663" y="3714750"/>
          <p14:tracePt t="66753" x="10023475" y="3714750"/>
          <p14:tracePt t="66760" x="10059988" y="3714750"/>
          <p14:tracePt t="66769" x="10121900" y="3714750"/>
          <p14:tracePt t="66777" x="10182225" y="3703638"/>
          <p14:tracePt t="66785" x="10218738" y="3690938"/>
          <p14:tracePt t="66794" x="10279063" y="3667125"/>
          <p14:tracePt t="66802" x="10352088" y="3654425"/>
          <p14:tracePt t="66810" x="10388600" y="3630613"/>
          <p14:tracePt t="66819" x="10437813" y="3605213"/>
          <p14:tracePt t="66827" x="10487025" y="3581400"/>
          <p14:tracePt t="66836" x="10499725" y="3557588"/>
          <p14:tracePt t="66844" x="10523538" y="3532188"/>
          <p14:tracePt t="66852" x="10536238" y="3471863"/>
          <p14:tracePt t="66861" x="10560050" y="3398838"/>
          <p14:tracePt t="66869" x="10596563" y="3349625"/>
          <p14:tracePt t="66877" x="10596563" y="3289300"/>
          <p14:tracePt t="66886" x="10620375" y="3240088"/>
          <p14:tracePt t="66894" x="10633075" y="3190875"/>
          <p14:tracePt t="66902" x="10645775" y="3130550"/>
          <p14:tracePt t="66910" x="10645775" y="3094038"/>
          <p14:tracePt t="66919" x="10645775" y="3070225"/>
          <p14:tracePt t="66927" x="10645775" y="3021013"/>
          <p14:tracePt t="66935" x="10645775" y="3008313"/>
          <p14:tracePt t="66944" x="10645775" y="2984500"/>
          <p14:tracePt t="66952" x="10645775" y="2947988"/>
          <p14:tracePt t="66960" x="10620375" y="2887663"/>
          <p14:tracePt t="66968" x="10620375" y="2851150"/>
          <p14:tracePt t="66977" x="10596563" y="2814638"/>
          <p14:tracePt t="66985" x="10583863" y="2776538"/>
          <p14:tracePt t="66994" x="10560050" y="2716213"/>
          <p14:tracePt t="67002" x="10536238" y="2667000"/>
          <p14:tracePt t="67010" x="10510838" y="2643188"/>
          <p14:tracePt t="67019" x="10499725" y="2619375"/>
          <p14:tracePt t="67027" x="10474325" y="2582863"/>
          <p14:tracePt t="67035" x="10463213" y="2582863"/>
          <p14:tracePt t="67044" x="10463213" y="2557463"/>
          <p14:tracePt t="67052" x="10450513" y="2557463"/>
          <p14:tracePt t="67060" x="10437813" y="2557463"/>
          <p14:tracePt t="67069" x="10414000" y="2546350"/>
          <p14:tracePt t="67077" x="10401300" y="2546350"/>
          <p14:tracePt t="67085" x="10388600" y="2546350"/>
          <p14:tracePt t="67093" x="10364788" y="2533650"/>
          <p14:tracePt t="67102" x="10340975" y="2520950"/>
          <p14:tracePt t="67110" x="10304463" y="2520950"/>
          <p14:tracePt t="67119" x="10279063" y="2520950"/>
          <p14:tracePt t="67127" x="10218738" y="2520950"/>
          <p14:tracePt t="67135" x="10194925" y="2520950"/>
          <p14:tracePt t="67143" x="10158413" y="2520950"/>
          <p14:tracePt t="67152" x="10109200" y="2520950"/>
          <p14:tracePt t="67160" x="10059988" y="2520950"/>
          <p14:tracePt t="67168" x="10036175" y="2520950"/>
          <p14:tracePt t="67177" x="10023475" y="2520950"/>
          <p14:tracePt t="67185" x="10012363" y="2520950"/>
          <p14:tracePt t="67195" x="9999663" y="2520950"/>
          <p14:tracePt t="67225" x="9999663" y="2533650"/>
          <p14:tracePt t="67226" x="9986963" y="2533650"/>
          <p14:tracePt t="67236" x="9975850" y="2533650"/>
          <p14:tracePt t="67246" x="9963150" y="2533650"/>
          <p14:tracePt t="67252" x="9939338" y="2546350"/>
          <p14:tracePt t="67260" x="9913938" y="2546350"/>
          <p14:tracePt t="67268" x="9890125" y="2546350"/>
          <p14:tracePt t="67277" x="9877425" y="2546350"/>
          <p14:tracePt t="67285" x="9866313" y="2546350"/>
          <p14:tracePt t="67293" x="9840913" y="2557463"/>
          <p14:tracePt t="67302" x="9817100" y="2570163"/>
          <p14:tracePt t="67310" x="9767888" y="2582863"/>
          <p14:tracePt t="67318" x="9720263" y="2593975"/>
          <p14:tracePt t="67327" x="9707563" y="2593975"/>
          <p14:tracePt t="70738" x="9694863" y="2606675"/>
          <p14:tracePt t="70740" x="9671050" y="2630488"/>
          <p14:tracePt t="70748" x="9609138" y="2692400"/>
          <p14:tracePt t="70757" x="9572625" y="2740025"/>
          <p14:tracePt t="70765" x="9548813" y="2765425"/>
          <p14:tracePt t="70773" x="9499600" y="2825750"/>
          <p14:tracePt t="70782" x="9451975" y="2874963"/>
          <p14:tracePt t="70790" x="9402763" y="2924175"/>
          <p14:tracePt t="70798" x="9353550" y="2960688"/>
          <p14:tracePt t="70807" x="9305925" y="3033713"/>
          <p14:tracePt t="70815" x="9244013" y="3081338"/>
          <p14:tracePt t="70823" x="9196388" y="3130550"/>
          <p14:tracePt t="70832" x="9147175" y="3179763"/>
          <p14:tracePt t="70840" x="9123363" y="3203575"/>
          <p14:tracePt t="70848" x="9074150" y="3227388"/>
          <p14:tracePt t="70857" x="9037638" y="3240088"/>
          <p14:tracePt t="70865" x="9024938" y="3252788"/>
          <p14:tracePt t="70873" x="8964613" y="3276600"/>
          <p14:tracePt t="70882" x="8902700" y="3289300"/>
          <p14:tracePt t="70890" x="8855075" y="3313113"/>
          <p14:tracePt t="70898" x="8782050" y="3325813"/>
          <p14:tracePt t="70907" x="8732838" y="3349625"/>
          <p14:tracePt t="70915" x="8696325" y="3373438"/>
          <p14:tracePt t="70923" x="8647113" y="3409950"/>
          <p14:tracePt t="70931" x="8623300" y="3435350"/>
          <p14:tracePt t="70940" x="8586788" y="3459163"/>
          <p14:tracePt t="70948" x="8574088" y="3484563"/>
          <p14:tracePt t="70957" x="8574088" y="3495675"/>
          <p14:tracePt t="70973" x="8574088" y="3508375"/>
          <p14:tracePt t="70976" x="8574088" y="3521075"/>
          <p14:tracePt t="70986" x="8562975" y="3532188"/>
          <p14:tracePt t="70990" x="8562975" y="3544888"/>
          <p14:tracePt t="70998" x="8562975" y="3568700"/>
          <p14:tracePt t="71007" x="8562975" y="3594100"/>
          <p14:tracePt t="71015" x="8562975" y="3641725"/>
          <p14:tracePt t="71023" x="8562975" y="3703638"/>
          <p14:tracePt t="71031" x="8562975" y="3763963"/>
          <p14:tracePt t="71040" x="8574088" y="3836988"/>
          <p14:tracePt t="71048" x="8586788" y="3910013"/>
          <p14:tracePt t="71056" x="8610600" y="3959225"/>
          <p14:tracePt t="71065" x="8610600" y="3995738"/>
          <p14:tracePt t="71073" x="8610600" y="4019550"/>
          <p14:tracePt t="71082" x="8636000" y="4081463"/>
          <p14:tracePt t="71090" x="8647113" y="4117975"/>
          <p14:tracePt t="71098" x="8647113" y="4154488"/>
          <p14:tracePt t="71106" x="8659813" y="4191000"/>
          <p14:tracePt t="71115" x="8659813" y="4214813"/>
          <p14:tracePt t="71123" x="8672513" y="4227513"/>
          <p14:tracePt t="71131" x="8672513" y="4238625"/>
          <p14:tracePt t="71140" x="8683625" y="4251325"/>
          <p14:tracePt t="71321" x="8683625" y="4264025"/>
          <p14:tracePt t="71408" x="8683625" y="4275138"/>
          <p14:tracePt t="71413" x="8696325" y="4275138"/>
          <p14:tracePt t="71416" x="8696325" y="4287838"/>
          <p14:tracePt t="71426" x="8696325" y="4300538"/>
          <p14:tracePt t="71431" x="8696325" y="4311650"/>
          <p14:tracePt t="71439" x="8709025" y="4311650"/>
          <p14:tracePt t="71448" x="8732838" y="4311650"/>
          <p14:tracePt t="71456" x="8756650" y="4311650"/>
          <p14:tracePt t="71464" x="8769350" y="4311650"/>
          <p14:tracePt t="71473" x="8769350" y="4300538"/>
          <p14:tracePt t="71482" x="8756650" y="4300538"/>
          <p14:tracePt t="71489" x="8709025" y="4300538"/>
          <p14:tracePt t="71786" x="8696325" y="4300538"/>
          <p14:tracePt t="71788" x="8683625" y="4300538"/>
          <p14:tracePt t="71793" x="8683625" y="4287838"/>
          <p14:tracePt t="71798" x="8672513" y="4264025"/>
          <p14:tracePt t="71806" x="8672513" y="4251325"/>
          <p14:tracePt t="71814" x="8672513" y="4191000"/>
          <p14:tracePt t="71822" x="8672513" y="4141788"/>
          <p14:tracePt t="71831" x="8672513" y="4105275"/>
          <p14:tracePt t="71839" x="8672513" y="4068763"/>
          <p14:tracePt t="71847" x="8683625" y="4043363"/>
          <p14:tracePt t="71856" x="8683625" y="4019550"/>
          <p14:tracePt t="71866" x="8696325" y="4006850"/>
          <p14:tracePt t="71872" x="8709025" y="3995738"/>
          <p14:tracePt t="71881" x="8720138" y="3995738"/>
          <p14:tracePt t="71961" x="8732838" y="3995738"/>
          <p14:tracePt t="72081" x="8732838" y="3983038"/>
          <p14:tracePt t="72108" x="8745538" y="3983038"/>
          <p14:tracePt t="72216" x="8756650" y="3983038"/>
          <p14:tracePt t="72226" x="8769350" y="3983038"/>
          <p14:tracePt t="72227" x="8782050" y="3983038"/>
          <p14:tracePt t="72233" x="8793163" y="3970338"/>
          <p14:tracePt t="72239" x="8805863" y="3970338"/>
          <p14:tracePt t="72247" x="8842375" y="3970338"/>
          <p14:tracePt t="72255" x="8855075" y="3970338"/>
          <p14:tracePt t="72264" x="8866188" y="3970338"/>
          <p14:tracePt t="72301" x="8878888" y="3970338"/>
          <p14:tracePt t="72306" x="8878888" y="3983038"/>
          <p14:tracePt t="72361" x="8891588" y="3983038"/>
          <p14:tracePt t="72581" x="8902700" y="3983038"/>
          <p14:tracePt t="72586" x="8915400" y="3983038"/>
          <p14:tracePt t="72588" x="8915400" y="3995738"/>
          <p14:tracePt t="72597" x="8939213" y="4006850"/>
          <p14:tracePt t="72606" x="8951913" y="4006850"/>
          <p14:tracePt t="72607" x="8964613" y="4006850"/>
          <p14:tracePt t="72613" x="8977313" y="4006850"/>
          <p14:tracePt t="72622" x="8988425" y="4006850"/>
          <p14:tracePt t="72630" x="9001125" y="4006850"/>
          <p14:tracePt t="72638" x="9013825" y="4006850"/>
          <p14:tracePt t="72808" x="9024938" y="4006850"/>
          <p14:tracePt t="72816" x="9037638" y="4006850"/>
          <p14:tracePt t="72833" x="9050338" y="4006850"/>
          <p14:tracePt t="72841" x="9061450" y="4006850"/>
          <p14:tracePt t="72846" x="9074150" y="4006850"/>
          <p14:tracePt t="72856" x="9086850" y="4006850"/>
          <p14:tracePt t="72861" x="9097963" y="4006850"/>
          <p14:tracePt t="72873" x="9110663" y="4006850"/>
          <p14:tracePt t="72876" x="9123363" y="3995738"/>
          <p14:tracePt t="72916" x="9134475" y="3995738"/>
          <p14:tracePt t="72956" x="9134475" y="3983038"/>
          <p14:tracePt t="72996" x="9134475" y="3970338"/>
          <p14:tracePt t="73008" x="9134475" y="3959225"/>
          <p14:tracePt t="73301" x="9134475" y="3946525"/>
          <p14:tracePt t="73308" x="9134475" y="3933825"/>
          <p14:tracePt t="73321" x="9134475" y="3922713"/>
          <p14:tracePt t="73541" x="9147175" y="3910013"/>
          <p14:tracePt t="73548" x="9159875" y="3910013"/>
          <p14:tracePt t="73553" x="9159875" y="3897313"/>
          <p14:tracePt t="73561" x="9170988" y="3897313"/>
          <p14:tracePt t="73566" x="9183688" y="3897313"/>
          <p14:tracePt t="73573" x="9183688" y="3886200"/>
          <p14:tracePt t="73581" x="9196388" y="3873500"/>
          <p14:tracePt t="73588" x="9207500" y="3873500"/>
          <p14:tracePt t="73596" x="9220200" y="3873500"/>
          <p14:tracePt t="73604" x="9220200" y="3860800"/>
          <p14:tracePt t="73612" x="9220200" y="3849688"/>
          <p14:tracePt t="73621" x="9244013" y="3836988"/>
          <p14:tracePt t="73633" x="9244013" y="3824288"/>
          <p14:tracePt t="73648" x="9244013" y="3813175"/>
          <p14:tracePt t="74281" x="9244013" y="3800475"/>
          <p14:tracePt t="74286" x="9244013" y="3787775"/>
          <p14:tracePt t="74288" x="9244013" y="3776663"/>
          <p14:tracePt t="75468" x="9256713" y="3776663"/>
          <p14:tracePt t="75473" x="9269413" y="3776663"/>
          <p14:tracePt t="75477" x="9269413" y="3763963"/>
          <p14:tracePt t="75486" x="9280525" y="3763963"/>
          <p14:tracePt t="75501" x="9293225" y="3763963"/>
          <p14:tracePt t="75508" x="9293225" y="3751263"/>
          <p14:tracePt t="75513" x="9305925" y="3751263"/>
          <p14:tracePt t="75528" x="9317038" y="3751263"/>
          <p14:tracePt t="75536" x="9329738" y="3751263"/>
          <p14:tracePt t="75601" x="9342438" y="3751263"/>
          <p14:tracePt t="75608" x="9342438" y="3740150"/>
          <p14:tracePt t="75636" x="9353550" y="3740150"/>
          <p14:tracePt t="75753" x="9366250" y="3740150"/>
          <p14:tracePt t="75768" x="9378950" y="3740150"/>
          <p14:tracePt t="75773" x="9390063" y="3740150"/>
          <p14:tracePt t="75786" x="9402763" y="3740150"/>
          <p14:tracePt t="75796" x="9415463" y="3740150"/>
          <p14:tracePt t="75808" x="9426575" y="3740150"/>
          <p14:tracePt t="75828" x="9439275" y="3740150"/>
          <p14:tracePt t="75833" x="9451975" y="3740150"/>
          <p14:tracePt t="75841" x="9463088" y="3740150"/>
          <p14:tracePt t="75876" x="9463088" y="3727450"/>
          <p14:tracePt t="75916" x="9475788" y="3727450"/>
          <p14:tracePt t="75953" x="9475788" y="3714750"/>
          <p14:tracePt t="76333" x="9463088" y="3714750"/>
          <p14:tracePt t="76341" x="9451975" y="3714750"/>
          <p14:tracePt t="76346" x="9439275" y="3714750"/>
          <p14:tracePt t="76361" x="9415463" y="3714750"/>
          <p14:tracePt t="76368" x="9402763" y="3714750"/>
          <p14:tracePt t="76381" x="9390063" y="3727450"/>
          <p14:tracePt t="76388" x="9378950" y="3727450"/>
          <p14:tracePt t="76408" x="9366250" y="3727450"/>
          <p14:tracePt t="76421" x="9353550" y="3727450"/>
          <p14:tracePt t="76433" x="9342438" y="3727450"/>
          <p14:tracePt t="76448" x="9329738" y="3727450"/>
          <p14:tracePt t="76456" x="9317038" y="3727450"/>
          <p14:tracePt t="76468" x="9305925" y="3727450"/>
          <p14:tracePt t="76473" x="9293225" y="3727450"/>
          <p14:tracePt t="76476" x="9280525" y="3727450"/>
          <p14:tracePt t="76488" x="9269413" y="3727450"/>
          <p14:tracePt t="76493" x="9256713" y="3727450"/>
          <p14:tracePt t="76501" x="9256713" y="3740150"/>
          <p14:tracePt t="76510" x="9232900" y="3740150"/>
          <p14:tracePt t="76553" x="9220200" y="3740150"/>
          <p14:tracePt t="76563" x="9207500" y="3740150"/>
          <p14:tracePt t="76576" x="9196388" y="3740150"/>
          <p14:tracePt t="76593" x="9183688" y="3740150"/>
          <p14:tracePt t="76595" x="9170988" y="3740150"/>
          <p14:tracePt t="76606" x="9159875" y="3740150"/>
          <p14:tracePt t="76613" x="9147175" y="3740150"/>
          <p14:tracePt t="76618" x="9134475" y="3740150"/>
          <p14:tracePt t="76628" x="9123363" y="3740150"/>
          <p14:tracePt t="76636" x="9110663" y="3740150"/>
          <p14:tracePt t="76653" x="9097963" y="3740150"/>
          <p14:tracePt t="76661" x="9086850" y="3740150"/>
          <p14:tracePt t="76669" x="9074150" y="3740150"/>
          <p14:tracePt t="76679" x="9061450" y="3740150"/>
          <p14:tracePt t="76688" x="9050338" y="3740150"/>
          <p14:tracePt t="76693" x="9050338" y="3751263"/>
          <p14:tracePt t="76702" x="9037638" y="3751263"/>
          <p14:tracePt t="76716" x="9024938" y="3751263"/>
          <p14:tracePt t="76736" x="9013825" y="3763963"/>
          <p14:tracePt t="76766" x="9001125" y="3763963"/>
          <p14:tracePt t="76776" x="8988425" y="3763963"/>
          <p14:tracePt t="76796" x="8977313" y="3776663"/>
          <p14:tracePt t="76803" x="8964613" y="3776663"/>
          <p14:tracePt t="76808" x="8951913" y="3776663"/>
          <p14:tracePt t="76816" x="8951913" y="3787775"/>
          <p14:tracePt t="76821" x="8939213" y="3787775"/>
          <p14:tracePt t="76827" x="8928100" y="3787775"/>
          <p14:tracePt t="76841" x="8915400" y="3787775"/>
          <p14:tracePt t="76846" x="8915400" y="3800475"/>
          <p14:tracePt t="76853" x="8902700" y="3800475"/>
          <p14:tracePt t="76873" x="8891588" y="3800475"/>
          <p14:tracePt t="76913" x="8878888" y="3813175"/>
          <p14:tracePt t="76923" x="8866188" y="3813175"/>
          <p14:tracePt t="76928" x="8866188" y="3824288"/>
          <p14:tracePt t="76934" x="8842375" y="3824288"/>
          <p14:tracePt t="76943" x="8829675" y="3836988"/>
          <p14:tracePt t="76951" x="8829675" y="3849688"/>
          <p14:tracePt t="76959" x="8805863" y="3860800"/>
          <p14:tracePt t="76967" x="8793163" y="3886200"/>
          <p14:tracePt t="76976" x="8782050" y="3886200"/>
          <p14:tracePt t="76984" x="8769350" y="3910013"/>
          <p14:tracePt t="76993" x="8756650" y="3922713"/>
          <p14:tracePt t="77001" x="8756650" y="3933825"/>
          <p14:tracePt t="77009" x="8745538" y="3946525"/>
          <p14:tracePt t="77017" x="8745538" y="3959225"/>
          <p14:tracePt t="77026" x="8745538" y="3970338"/>
          <p14:tracePt t="77034" x="8745538" y="3983038"/>
          <p14:tracePt t="77056" x="8745538" y="3995738"/>
          <p14:tracePt t="77061" x="8732838" y="3995738"/>
          <p14:tracePt t="77073" x="8732838" y="4006850"/>
          <p14:tracePt t="77101" x="8732838" y="4019550"/>
          <p14:tracePt t="77108" x="8732838" y="4032250"/>
          <p14:tracePt t="77121" x="8732838" y="4043363"/>
          <p14:tracePt t="77141" x="8732838" y="4056063"/>
          <p14:tracePt t="77148" x="8732838" y="4068763"/>
          <p14:tracePt t="77163" x="8732838" y="4081463"/>
          <p14:tracePt t="77168" x="8732838" y="4092575"/>
          <p14:tracePt t="77176" x="8745538" y="4105275"/>
          <p14:tracePt t="77188" x="8745538" y="4117975"/>
          <p14:tracePt t="77193" x="8745538" y="4129088"/>
          <p14:tracePt t="77196" x="8756650" y="4129088"/>
          <p14:tracePt t="77203" x="8756650" y="4141788"/>
          <p14:tracePt t="77209" x="8756650" y="4154488"/>
          <p14:tracePt t="77217" x="8756650" y="4165600"/>
          <p14:tracePt t="77226" x="8756650" y="4191000"/>
          <p14:tracePt t="77234" x="8769350" y="4214813"/>
          <p14:tracePt t="77242" x="8782050" y="4227513"/>
          <p14:tracePt t="77250" x="8793163" y="4251325"/>
          <p14:tracePt t="77259" x="8793163" y="4275138"/>
          <p14:tracePt t="77267" x="8805863" y="4300538"/>
          <p14:tracePt t="77276" x="8818563" y="4311650"/>
          <p14:tracePt t="77284" x="8818563" y="4324350"/>
          <p14:tracePt t="77292" x="8842375" y="4337050"/>
          <p14:tracePt t="77301" x="8842375" y="4348163"/>
          <p14:tracePt t="77309" x="8855075" y="4373563"/>
          <p14:tracePt t="77317" x="8866188" y="4384675"/>
          <p14:tracePt t="77326" x="8878888" y="4397375"/>
          <p14:tracePt t="77334" x="8878888" y="4410075"/>
          <p14:tracePt t="77342" x="8891588" y="4421188"/>
          <p14:tracePt t="77351" x="8902700" y="4433888"/>
          <p14:tracePt t="77359" x="8902700" y="4446588"/>
          <p14:tracePt t="77367" x="8915400" y="4446588"/>
          <p14:tracePt t="77376" x="8928100" y="4457700"/>
          <p14:tracePt t="77376" x="8939213" y="4470400"/>
          <p14:tracePt t="77388" x="8951913" y="4470400"/>
          <p14:tracePt t="77393" x="8964613" y="4483100"/>
          <p14:tracePt t="77401" x="8964613" y="4494213"/>
          <p14:tracePt t="77409" x="8988425" y="4506913"/>
          <p14:tracePt t="77417" x="9001125" y="4506913"/>
          <p14:tracePt t="77426" x="9013825" y="4519613"/>
          <p14:tracePt t="77434" x="9024938" y="4530725"/>
          <p14:tracePt t="77442" x="9050338" y="4530725"/>
          <p14:tracePt t="77450" x="9074150" y="4543425"/>
          <p14:tracePt t="77459" x="9097963" y="4556125"/>
          <p14:tracePt t="77467" x="9110663" y="4556125"/>
          <p14:tracePt t="77476" x="9134475" y="4556125"/>
          <p14:tracePt t="77477" x="9147175" y="4567238"/>
          <p14:tracePt t="77484" x="9159875" y="4567238"/>
          <p14:tracePt t="77492" x="9183688" y="4567238"/>
          <p14:tracePt t="77500" x="9207500" y="4567238"/>
          <p14:tracePt t="77509" x="9244013" y="4567238"/>
          <p14:tracePt t="77517" x="9269413" y="4567238"/>
          <p14:tracePt t="77525" x="9293225" y="4567238"/>
          <p14:tracePt t="77533" x="9317038" y="4567238"/>
          <p14:tracePt t="77542" x="9342438" y="4567238"/>
          <p14:tracePt t="77550" x="9366250" y="4567238"/>
          <p14:tracePt t="77559" x="9402763" y="4567238"/>
          <p14:tracePt t="77567" x="9426575" y="4567238"/>
          <p14:tracePt t="77575" x="9475788" y="4556125"/>
          <p14:tracePt t="77583" x="9488488" y="4543425"/>
          <p14:tracePt t="77592" x="9525000" y="4530725"/>
          <p14:tracePt t="77600" x="9536113" y="4530725"/>
          <p14:tracePt t="77609" x="9585325" y="4519613"/>
          <p14:tracePt t="77617" x="9598025" y="4506913"/>
          <p14:tracePt t="77625" x="9609138" y="4506913"/>
          <p14:tracePt t="77633" x="9634538" y="4506913"/>
          <p14:tracePt t="77642" x="9645650" y="4506913"/>
          <p14:tracePt t="77653" x="9658350" y="4506913"/>
          <p14:tracePt t="77658" x="9658350" y="4494213"/>
          <p14:tracePt t="77681" x="9658350" y="4483100"/>
          <p14:tracePt t="77686" x="9671050" y="4483100"/>
          <p14:tracePt t="77696" x="9683750" y="4483100"/>
          <p14:tracePt t="77708" x="9683750" y="4470400"/>
          <p14:tracePt t="77713" x="9694863" y="4470400"/>
          <p14:tracePt t="77717" x="9707563" y="4470400"/>
          <p14:tracePt t="77725" x="9720263" y="4470400"/>
          <p14:tracePt t="77733" x="9731375" y="4446588"/>
          <p14:tracePt t="77742" x="9744075" y="4446588"/>
          <p14:tracePt t="77750" x="9756775" y="4421188"/>
          <p14:tracePt t="77758" x="9767888" y="4410075"/>
          <p14:tracePt t="77767" x="9780588" y="4410075"/>
          <p14:tracePt t="77775" x="9804400" y="4384675"/>
          <p14:tracePt t="77786" x="9804400" y="4373563"/>
          <p14:tracePt t="77792" x="9817100" y="4360863"/>
          <p14:tracePt t="77800" x="9840913" y="4348163"/>
          <p14:tracePt t="77808" x="9866313" y="4324350"/>
          <p14:tracePt t="77817" x="9877425" y="4311650"/>
          <p14:tracePt t="77825" x="9890125" y="4287838"/>
          <p14:tracePt t="77833" x="9902825" y="4264025"/>
          <p14:tracePt t="77842" x="9913938" y="4251325"/>
          <p14:tracePt t="77850" x="9926638" y="4227513"/>
          <p14:tracePt t="77858" x="9939338" y="4202113"/>
          <p14:tracePt t="77867" x="9950450" y="4191000"/>
          <p14:tracePt t="77875" x="9950450" y="4154488"/>
          <p14:tracePt t="77883" x="9963150" y="4141788"/>
          <p14:tracePt t="77892" x="9963150" y="4117975"/>
          <p14:tracePt t="77900" x="9963150" y="4092575"/>
          <p14:tracePt t="77909" x="9963150" y="4068763"/>
          <p14:tracePt t="77917" x="9975850" y="4056063"/>
          <p14:tracePt t="77925" x="9975850" y="4043363"/>
          <p14:tracePt t="77933" x="9975850" y="4019550"/>
          <p14:tracePt t="77941" x="9975850" y="4006850"/>
          <p14:tracePt t="77950" x="9975850" y="3995738"/>
          <p14:tracePt t="77961" x="9975850" y="3983038"/>
          <p14:tracePt t="77973" x="9975850" y="3970338"/>
          <p14:tracePt t="77987" x="9963150" y="3959225"/>
          <p14:tracePt t="77996" x="9950450" y="3946525"/>
          <p14:tracePt t="78001" x="9950450" y="3933825"/>
          <p14:tracePt t="78006" x="9939338" y="3933825"/>
          <p14:tracePt t="78008" x="9939338" y="3922713"/>
          <p14:tracePt t="78016" x="9926638" y="3910013"/>
          <p14:tracePt t="78025" x="9913938" y="3910013"/>
          <p14:tracePt t="78033" x="9902825" y="3897313"/>
          <p14:tracePt t="78041" x="9890125" y="3886200"/>
          <p14:tracePt t="78050" x="9890125" y="3873500"/>
          <p14:tracePt t="78058" x="9877425" y="3873500"/>
          <p14:tracePt t="78066" x="9866313" y="3860800"/>
          <p14:tracePt t="78075" x="9853613" y="3860800"/>
          <p14:tracePt t="78086" x="9853613" y="3849688"/>
          <p14:tracePt t="78093" x="9840913" y="3849688"/>
          <p14:tracePt t="78111" x="9829800" y="3849688"/>
          <p14:tracePt t="78126" x="9829800" y="3836988"/>
          <p14:tracePt t="78127" x="9817100" y="3836988"/>
          <p14:tracePt t="78136" x="9817100" y="3824288"/>
          <p14:tracePt t="78141" x="9804400" y="3824288"/>
          <p14:tracePt t="78150" x="9804400" y="3813175"/>
          <p14:tracePt t="78158" x="9780588" y="3813175"/>
          <p14:tracePt t="78166" x="9767888" y="3787775"/>
          <p14:tracePt t="78175" x="9744075" y="3776663"/>
          <p14:tracePt t="78186" x="9731375" y="3763963"/>
          <p14:tracePt t="78193" x="9720263" y="3751263"/>
          <p14:tracePt t="78200" x="9707563" y="3751263"/>
          <p14:tracePt t="78208" x="9694863" y="3740150"/>
          <p14:tracePt t="78216" x="9683750" y="3740150"/>
          <p14:tracePt t="78225" x="9683750" y="3727450"/>
          <p14:tracePt t="78233" x="9671050" y="3727450"/>
          <p14:tracePt t="78248" x="9658350" y="3727450"/>
          <p14:tracePt t="78273" x="9645650" y="3727450"/>
          <p14:tracePt t="78286" x="9634538" y="3727450"/>
          <p14:tracePt t="78293" x="9621838" y="3727450"/>
          <p14:tracePt t="78294" x="9621838" y="3714750"/>
          <p14:tracePt t="78301" x="9609138" y="3714750"/>
          <p14:tracePt t="78308" x="9598025" y="3714750"/>
          <p14:tracePt t="78316" x="9585325" y="3714750"/>
          <p14:tracePt t="78325" x="9585325" y="3703638"/>
          <p14:tracePt t="78343" x="9572625" y="3703638"/>
          <p14:tracePt t="78366" x="9561513" y="3703638"/>
          <p14:tracePt t="78381" x="9548813" y="3703638"/>
          <p14:tracePt t="78393" x="9536113" y="3703638"/>
          <p14:tracePt t="78401" x="9525000" y="3703638"/>
          <p14:tracePt t="78433" x="9525000" y="3690938"/>
          <p14:tracePt t="78435" x="9512300" y="3690938"/>
          <p14:tracePt t="78463" x="9499600" y="3690938"/>
          <p14:tracePt t="78521" x="9488488" y="3690938"/>
          <p14:tracePt t="78556" x="9475788" y="3690938"/>
          <p14:tracePt t="78573" x="9463088" y="3690938"/>
          <p14:tracePt t="78593" x="9451975" y="3690938"/>
          <p14:tracePt t="78608" x="9439275" y="3690938"/>
          <p14:tracePt t="78636" x="9426575" y="3690938"/>
          <p14:tracePt t="78686" x="9415463" y="3690938"/>
          <p14:tracePt t="78801" x="9402763" y="3690938"/>
          <p14:tracePt t="78808" x="9390063" y="3690938"/>
          <p14:tracePt t="78813" x="9378950" y="3690938"/>
          <p14:tracePt t="78826" x="9366250" y="3690938"/>
          <p14:tracePt t="78827" x="9353550" y="3690938"/>
          <p14:tracePt t="78843" x="9342438" y="3690938"/>
          <p14:tracePt t="78848" x="9342438" y="3703638"/>
          <p14:tracePt t="78853" x="9329738" y="3703638"/>
          <p14:tracePt t="78861" x="9317038" y="3703638"/>
          <p14:tracePt t="78867" x="9317038" y="3714750"/>
          <p14:tracePt t="78876" x="9305925" y="3714750"/>
          <p14:tracePt t="78893" x="9293225" y="3714750"/>
          <p14:tracePt t="80308" x="9293225" y="3727450"/>
          <p14:tracePt t="80316" x="9280525" y="3727450"/>
          <p14:tracePt t="80321" x="9269413" y="3740150"/>
          <p14:tracePt t="80328" x="9256713" y="3740150"/>
          <p14:tracePt t="80341" x="9256713" y="3751263"/>
          <p14:tracePt t="80346" x="9244013" y="3751263"/>
          <p14:tracePt t="80357" x="9232900" y="3751263"/>
          <p14:tracePt t="80361" x="9232900" y="3763963"/>
          <p14:tracePt t="80403" x="9220200" y="3763963"/>
          <p14:tracePt t="80416" x="9220200" y="3776663"/>
          <p14:tracePt t="80421" x="9207500" y="3776663"/>
          <p14:tracePt t="80436" x="9196388" y="3776663"/>
          <p14:tracePt t="80473" x="9183688" y="3776663"/>
          <p14:tracePt t="80503" x="9183688" y="3787775"/>
          <p14:tracePt t="80507" x="9170988" y="3787775"/>
          <p14:tracePt t="80516" x="9170988" y="3800475"/>
          <p14:tracePt t="80521" x="9159875" y="3800475"/>
          <p14:tracePt t="80528" x="9147175" y="3800475"/>
          <p14:tracePt t="80541" x="9134475" y="3800475"/>
          <p14:tracePt t="80561" x="9123363" y="3800475"/>
          <p14:tracePt t="80573" x="9110663" y="3800475"/>
          <p14:tracePt t="80574" x="9110663" y="3813175"/>
          <p14:tracePt t="80588" x="9097963" y="3813175"/>
          <p14:tracePt t="80596" x="9086850" y="3824288"/>
          <p14:tracePt t="80601" x="9074150" y="3824288"/>
          <p14:tracePt t="80608" x="9061450" y="3836988"/>
          <p14:tracePt t="80616" x="9050338" y="3836988"/>
          <p14:tracePt t="80626" x="9037638" y="3836988"/>
          <p14:tracePt t="80631" x="9024938" y="3836988"/>
          <p14:tracePt t="80639" x="9013825" y="3849688"/>
          <p14:tracePt t="80653" x="9001125" y="3849688"/>
          <p14:tracePt t="80688" x="8988425" y="3849688"/>
          <p14:tracePt t="80701" x="8964613" y="3860800"/>
          <p14:tracePt t="80706" x="8951913" y="3860800"/>
          <p14:tracePt t="80713" x="8939213" y="3860800"/>
          <p14:tracePt t="80714" x="8915400" y="3873500"/>
          <p14:tracePt t="80722" x="8902700" y="3873500"/>
          <p14:tracePt t="80731" x="8878888" y="3873500"/>
          <p14:tracePt t="80739" x="8866188" y="3886200"/>
          <p14:tracePt t="80747" x="8829675" y="3886200"/>
          <p14:tracePt t="80756" x="8805863" y="3897313"/>
          <p14:tracePt t="80766" x="8793163" y="3897313"/>
          <p14:tracePt t="80773" x="8782050" y="3897313"/>
          <p14:tracePt t="80786" x="8769350" y="3897313"/>
          <p14:tracePt t="80793" x="8769350" y="3910013"/>
          <p14:tracePt t="80797" x="8756650" y="3910013"/>
          <p14:tracePt t="80805" x="8745538" y="3910013"/>
          <p14:tracePt t="80814" x="8745538" y="3922713"/>
          <p14:tracePt t="80822" x="8732838" y="3922713"/>
          <p14:tracePt t="80831" x="8720138" y="3933825"/>
          <p14:tracePt t="80839" x="8709025" y="3946525"/>
          <p14:tracePt t="80847" x="8672513" y="3970338"/>
          <p14:tracePt t="80855" x="8659813" y="3995738"/>
          <p14:tracePt t="80864" x="8647113" y="3995738"/>
          <p14:tracePt t="80872" x="8623300" y="4019550"/>
          <p14:tracePt t="80880" x="8610600" y="4043363"/>
          <p14:tracePt t="80889" x="8599488" y="4056063"/>
          <p14:tracePt t="80901" x="8599488" y="4068763"/>
          <p14:tracePt t="80906" x="8599488" y="4081463"/>
          <p14:tracePt t="80914" x="8586788" y="4081463"/>
          <p14:tracePt t="80922" x="8574088" y="4105275"/>
          <p14:tracePt t="80930" x="8574088" y="4117975"/>
          <p14:tracePt t="80939" x="8574088" y="4154488"/>
          <p14:tracePt t="80947" x="8574088" y="4178300"/>
          <p14:tracePt t="80956" x="8574088" y="4214813"/>
          <p14:tracePt t="80966" x="8574088" y="4227513"/>
          <p14:tracePt t="80972" x="8574088" y="4251325"/>
          <p14:tracePt t="80980" x="8574088" y="4264025"/>
          <p14:tracePt t="80989" x="8586788" y="4300538"/>
          <p14:tracePt t="80997" x="8599488" y="4324350"/>
          <p14:tracePt t="81005" x="8599488" y="4337050"/>
          <p14:tracePt t="81014" x="8623300" y="4360863"/>
          <p14:tracePt t="81022" x="8636000" y="4384675"/>
          <p14:tracePt t="81030" x="8647113" y="4384675"/>
          <p14:tracePt t="81039" x="8659813" y="4397375"/>
          <p14:tracePt t="81047" x="8672513" y="4410075"/>
          <p14:tracePt t="81056" x="8683625" y="4410075"/>
          <p14:tracePt t="81056" x="8696325" y="4421188"/>
          <p14:tracePt t="81064" x="8720138" y="4421188"/>
          <p14:tracePt t="81072" x="8732838" y="4446588"/>
          <p14:tracePt t="81080" x="8745538" y="4446588"/>
          <p14:tracePt t="81088" x="8769350" y="4457700"/>
          <p14:tracePt t="81097" x="8793163" y="4470400"/>
          <p14:tracePt t="81105" x="8805863" y="4470400"/>
          <p14:tracePt t="81114" x="8829675" y="4483100"/>
          <p14:tracePt t="81122" x="8842375" y="4483100"/>
          <p14:tracePt t="81130" x="8866188" y="4494213"/>
          <p14:tracePt t="81139" x="8878888" y="4494213"/>
          <p14:tracePt t="81147" x="8891588" y="4506913"/>
          <p14:tracePt t="81155" x="8928100" y="4506913"/>
          <p14:tracePt t="81163" x="8939213" y="4506913"/>
          <p14:tracePt t="81172" x="8964613" y="4506913"/>
          <p14:tracePt t="81180" x="8988425" y="4506913"/>
          <p14:tracePt t="81188" x="9024938" y="4519613"/>
          <p14:tracePt t="81197" x="9037638" y="4519613"/>
          <p14:tracePt t="81205" x="9050338" y="4519613"/>
          <p14:tracePt t="81214" x="9074150" y="4519613"/>
          <p14:tracePt t="81214" x="9086850" y="4519613"/>
          <p14:tracePt t="81226" x="9097963" y="4519613"/>
          <p14:tracePt t="81230" x="9110663" y="4519613"/>
          <p14:tracePt t="81238" x="9123363" y="4519613"/>
          <p14:tracePt t="81247" x="9134475" y="4519613"/>
          <p14:tracePt t="81255" x="9170988" y="4519613"/>
          <p14:tracePt t="81263" x="9183688" y="4519613"/>
          <p14:tracePt t="81272" x="9196388" y="4519613"/>
          <p14:tracePt t="81280" x="9220200" y="4519613"/>
          <p14:tracePt t="81288" x="9256713" y="4506913"/>
          <p14:tracePt t="81297" x="9293225" y="4494213"/>
          <p14:tracePt t="81305" x="9305925" y="4483100"/>
          <p14:tracePt t="81313" x="9329738" y="4483100"/>
          <p14:tracePt t="81322" x="9353550" y="4483100"/>
          <p14:tracePt t="81330" x="9366250" y="4470400"/>
          <p14:tracePt t="81338" x="9390063" y="4470400"/>
          <p14:tracePt t="81347" x="9402763" y="4457700"/>
          <p14:tracePt t="81355" x="9415463" y="4457700"/>
          <p14:tracePt t="81363" x="9415463" y="4446588"/>
          <p14:tracePt t="81372" x="9426575" y="4446588"/>
          <p14:tracePt t="81380" x="9439275" y="4446588"/>
          <p14:tracePt t="81388" x="9451975" y="4446588"/>
          <p14:tracePt t="81397" x="9463088" y="4433888"/>
          <p14:tracePt t="81405" x="9475788" y="4421188"/>
          <p14:tracePt t="81413" x="9499600" y="4421188"/>
          <p14:tracePt t="81422" x="9512300" y="4410075"/>
          <p14:tracePt t="81430" x="9512300" y="4397375"/>
          <p14:tracePt t="81438" x="9536113" y="4384675"/>
          <p14:tracePt t="81447" x="9536113" y="4360863"/>
          <p14:tracePt t="81455" x="9561513" y="4360863"/>
          <p14:tracePt t="81463" x="9572625" y="4324350"/>
          <p14:tracePt t="81472" x="9572625" y="4300538"/>
          <p14:tracePt t="81480" x="9585325" y="4287838"/>
          <p14:tracePt t="81488" x="9598025" y="4238625"/>
          <p14:tracePt t="81496" x="9598025" y="4214813"/>
          <p14:tracePt t="81505" x="9598025" y="4202113"/>
          <p14:tracePt t="81513" x="9598025" y="4178300"/>
          <p14:tracePt t="81521" x="9598025" y="4165600"/>
          <p14:tracePt t="81530" x="9598025" y="4129088"/>
          <p14:tracePt t="81538" x="9598025" y="4117975"/>
          <p14:tracePt t="81547" x="9598025" y="4092575"/>
          <p14:tracePt t="81555" x="9598025" y="4056063"/>
          <p14:tracePt t="81566" x="9598025" y="4043363"/>
          <p14:tracePt t="81571" x="9598025" y="4032250"/>
          <p14:tracePt t="81580" x="9585325" y="4032250"/>
          <p14:tracePt t="81588" x="9572625" y="3995738"/>
          <p14:tracePt t="81596" x="9561513" y="3995738"/>
          <p14:tracePt t="81605" x="9548813" y="3983038"/>
          <p14:tracePt t="81613" x="9548813" y="3970338"/>
          <p14:tracePt t="81621" x="9525000" y="3970338"/>
          <p14:tracePt t="81630" x="9525000" y="3959225"/>
          <p14:tracePt t="81638" x="9512300" y="3946525"/>
          <p14:tracePt t="81647" x="9499600" y="3933825"/>
          <p14:tracePt t="81655" x="9475788" y="3933825"/>
          <p14:tracePt t="81663" x="9463088" y="3922713"/>
          <p14:tracePt t="81671" x="9426575" y="3910013"/>
          <p14:tracePt t="81680" x="9402763" y="3897313"/>
          <p14:tracePt t="81688" x="9353550" y="3873500"/>
          <p14:tracePt t="81696" x="9317038" y="3860800"/>
          <p14:tracePt t="81705" x="9293225" y="3860800"/>
          <p14:tracePt t="81713" x="9256713" y="3849688"/>
          <p14:tracePt t="81721" x="9207500" y="3836988"/>
          <p14:tracePt t="81730" x="9183688" y="3824288"/>
          <p14:tracePt t="81738" x="9159875" y="3824288"/>
          <p14:tracePt t="81746" x="9110663" y="3824288"/>
          <p14:tracePt t="81755" x="9086850" y="3813175"/>
          <p14:tracePt t="81763" x="9061450" y="3813175"/>
          <p14:tracePt t="81771" x="9037638" y="3813175"/>
          <p14:tracePt t="81779" x="9013825" y="3813175"/>
          <p14:tracePt t="81788" x="8977313" y="3813175"/>
          <p14:tracePt t="81801" x="8964613" y="3813175"/>
          <p14:tracePt t="82487" x="8988425" y="3813175"/>
          <p14:tracePt t="82493" x="9001125" y="3813175"/>
          <p14:tracePt t="82496" x="9013825" y="3813175"/>
          <p14:tracePt t="82504" x="9037638" y="3813175"/>
          <p14:tracePt t="82512" x="9097963" y="3813175"/>
          <p14:tracePt t="82521" x="9134475" y="3813175"/>
          <p14:tracePt t="82529" x="9244013" y="3813175"/>
          <p14:tracePt t="82537" x="9353550" y="3813175"/>
          <p14:tracePt t="82546" x="9415463" y="3813175"/>
          <p14:tracePt t="82554" x="9572625" y="3813175"/>
          <p14:tracePt t="82562" x="9645650" y="3813175"/>
          <p14:tracePt t="82570" x="9694863" y="3813175"/>
          <p14:tracePt t="82579" x="9720263" y="3813175"/>
          <p14:tracePt t="82587" x="9731375" y="3813175"/>
          <p14:tracePt t="82596" x="9744075" y="3813175"/>
          <p14:tracePt t="82604" x="9756775" y="3813175"/>
          <p14:tracePt t="82673" x="9767888" y="3813175"/>
          <p14:tracePt t="82721" x="9780588" y="3824288"/>
          <p14:tracePt t="82736" x="9793288" y="3836988"/>
          <p14:tracePt t="82748" x="9804400" y="3836988"/>
          <p14:tracePt t="82753" x="9817100" y="3836988"/>
          <p14:tracePt t="82761" x="9829800" y="3836988"/>
          <p14:tracePt t="82766" x="9840913" y="3836988"/>
          <p14:tracePt t="82770" x="9840913" y="3849688"/>
          <p14:tracePt t="82779" x="9866313" y="3860800"/>
          <p14:tracePt t="82787" x="9890125" y="3860800"/>
          <p14:tracePt t="82795" x="9913938" y="3873500"/>
          <p14:tracePt t="82804" x="9939338" y="3873500"/>
          <p14:tracePt t="82812" x="9963150" y="3873500"/>
          <p14:tracePt t="82820" x="9986963" y="3873500"/>
          <p14:tracePt t="82829" x="10036175" y="3873500"/>
          <p14:tracePt t="82837" x="10072688" y="3886200"/>
          <p14:tracePt t="82845" x="10109200" y="3886200"/>
          <p14:tracePt t="82854" x="10194925" y="3897313"/>
          <p14:tracePt t="82862" x="10255250" y="3910013"/>
          <p14:tracePt t="82870" x="10291763" y="3910013"/>
          <p14:tracePt t="82879" x="10328275" y="3922713"/>
          <p14:tracePt t="82887" x="10352088" y="3922713"/>
          <p14:tracePt t="82895" x="10377488" y="3933825"/>
          <p14:tracePt t="82904" x="10388600" y="3933825"/>
          <p14:tracePt t="82912" x="10401300" y="3946525"/>
          <p14:tracePt t="82920" x="10414000" y="3959225"/>
          <p14:tracePt t="82928" x="10426700" y="3959225"/>
          <p14:tracePt t="82937" x="10437813" y="3970338"/>
          <p14:tracePt t="82961" x="10450513" y="3970338"/>
          <p14:tracePt t="82976" x="10463213" y="3983038"/>
          <p14:tracePt t="82996" x="10474325" y="3983038"/>
          <p14:tracePt t="83013" x="10487025" y="3983038"/>
          <p14:tracePt t="83021" x="10499725" y="3983038"/>
          <p14:tracePt t="83133" x="10510838" y="3983038"/>
          <p14:tracePt t="83141" x="10510838" y="3970338"/>
          <p14:tracePt t="83143" x="10523538" y="3970338"/>
          <p14:tracePt t="83148" x="10536238" y="3970338"/>
          <p14:tracePt t="83154" x="10547350" y="3970338"/>
          <p14:tracePt t="83162" x="10560050" y="3970338"/>
          <p14:tracePt t="83170" x="10572750" y="3959225"/>
          <p14:tracePt t="83178" x="10583863" y="3946525"/>
          <p14:tracePt t="83187" x="10596563" y="3933825"/>
          <p14:tracePt t="83195" x="10620375" y="3922713"/>
          <p14:tracePt t="83203" x="10633075" y="3910013"/>
          <p14:tracePt t="83212" x="10645775" y="3910013"/>
          <p14:tracePt t="83220" x="10656888" y="3910013"/>
          <p14:tracePt t="83228" x="10669588" y="3886200"/>
          <p14:tracePt t="83236" x="10682288" y="3886200"/>
          <p14:tracePt t="83321" x="10682288" y="3873500"/>
          <p14:tracePt t="83408" x="10682288" y="3860800"/>
          <p14:tracePt t="83426" x="10682288" y="3849688"/>
          <p14:tracePt t="83443" x="10682288" y="3836988"/>
          <p14:tracePt t="83453" x="10682288" y="3824288"/>
          <p14:tracePt t="83463" x="10669588" y="3813175"/>
          <p14:tracePt t="83493" x="10669588" y="3800475"/>
          <p14:tracePt t="83516" x="10669588" y="3787775"/>
          <p14:tracePt t="83521" x="10656888" y="3787775"/>
          <p14:tracePt t="83563" x="10645775" y="3787775"/>
          <p14:tracePt t="83594" x="10633075" y="3787775"/>
          <p14:tracePt t="83608" x="10620375" y="3787775"/>
          <p14:tracePt t="83616" x="10620375" y="3776663"/>
          <p14:tracePt t="83621" x="10609263" y="3776663"/>
          <p14:tracePt t="83629" x="10609263" y="3763963"/>
          <p14:tracePt t="83641" x="10596563" y="3763963"/>
          <p14:tracePt t="83648" x="10583863" y="3763963"/>
          <p14:tracePt t="83663" x="10583863" y="3751263"/>
          <p14:tracePt t="83668" x="10572750" y="3751263"/>
          <p14:tracePt t="83703" x="10560050" y="3751263"/>
          <p14:tracePt t="83723" x="10547350" y="3751263"/>
          <p14:tracePt t="83868" x="10536238" y="3751263"/>
          <p14:tracePt t="83881" x="10523538" y="3751263"/>
          <p14:tracePt t="83896" x="10510838" y="3751263"/>
          <p14:tracePt t="84473" x="10523538" y="3751263"/>
          <p14:tracePt t="84476" x="10536238" y="3751263"/>
          <p14:tracePt t="84483" x="10536238" y="3763963"/>
          <p14:tracePt t="84496" x="10547350" y="3763963"/>
          <p14:tracePt t="84501" x="10560050" y="3763963"/>
          <p14:tracePt t="84516" x="10572750" y="3763963"/>
          <p14:tracePt t="84526" x="10583863" y="3763963"/>
          <p14:tracePt t="84527" x="10596563" y="3776663"/>
          <p14:tracePt t="84535" x="10609263" y="3776663"/>
          <p14:tracePt t="84544" x="10620375" y="3776663"/>
          <p14:tracePt t="84552" x="10633075" y="3776663"/>
          <p14:tracePt t="84560" x="10656888" y="3776663"/>
          <p14:tracePt t="84569" x="10669588" y="3776663"/>
          <p14:tracePt t="84577" x="10682288" y="3776663"/>
          <p14:tracePt t="84596" x="10693400" y="3776663"/>
          <p14:tracePt t="84608" x="10706100" y="3776663"/>
          <p14:tracePt t="85001" x="10718800" y="3776663"/>
          <p14:tracePt t="85026" x="10729913" y="3776663"/>
          <p14:tracePt t="85767" x="10718800" y="3776663"/>
          <p14:tracePt t="85783" x="10706100" y="3776663"/>
          <p14:tracePt t="85788" x="10693400" y="3776663"/>
          <p14:tracePt t="85794" x="10682288" y="3776663"/>
          <p14:tracePt t="85802" x="10669588" y="3776663"/>
          <p14:tracePt t="85809" x="10656888" y="3776663"/>
          <p14:tracePt t="85817" x="10633075" y="3776663"/>
          <p14:tracePt t="85826" x="10620375" y="3776663"/>
          <p14:tracePt t="85834" x="10596563" y="3776663"/>
          <p14:tracePt t="85843" x="10583863" y="3776663"/>
          <p14:tracePt t="85851" x="10572750" y="3776663"/>
          <p14:tracePt t="85973" x="10560050" y="3776663"/>
          <p14:tracePt t="85988" x="10547350" y="3776663"/>
          <p14:tracePt t="86003" x="10536238" y="3776663"/>
          <p14:tracePt t="86016" x="10536238" y="3787775"/>
          <p14:tracePt t="86048" x="10536238" y="3800475"/>
          <p14:tracePt t="86056" x="10523538" y="3800475"/>
          <p14:tracePt t="86068" x="10510838" y="3800475"/>
          <p14:tracePt t="86073" x="10510838" y="3813175"/>
          <p14:tracePt t="86081" x="10510838" y="3824288"/>
          <p14:tracePt t="86088" x="10510838" y="3836988"/>
          <p14:tracePt t="86101" x="10499725" y="3836988"/>
          <p14:tracePt t="86108" x="10499725" y="3849688"/>
          <p14:tracePt t="86113" x="10487025" y="3860800"/>
          <p14:tracePt t="86121" x="10474325" y="3860800"/>
          <p14:tracePt t="86126" x="10474325" y="3873500"/>
          <p14:tracePt t="86134" x="10474325" y="3897313"/>
          <p14:tracePt t="86146" x="10474325" y="3910013"/>
          <p14:tracePt t="86153" x="10474325" y="3922713"/>
          <p14:tracePt t="86161" x="10463213" y="3922713"/>
          <p14:tracePt t="86167" x="10463213" y="3933825"/>
          <p14:tracePt t="86176" x="10450513" y="3959225"/>
          <p14:tracePt t="86187" x="10450513" y="3970338"/>
          <p14:tracePt t="86193" x="10450513" y="3983038"/>
          <p14:tracePt t="86201" x="10437813" y="3983038"/>
          <p14:tracePt t="86209" x="10426700" y="3995738"/>
          <p14:tracePt t="86217" x="10426700" y="4006850"/>
          <p14:tracePt t="86227" x="10426700" y="4019550"/>
          <p14:tracePt t="86251" x="10414000" y="4019550"/>
          <p14:tracePt t="86268" x="10401300" y="4019550"/>
          <p14:tracePt t="86276" x="10401300" y="4032250"/>
          <p14:tracePt t="86288" x="10401300" y="4043363"/>
          <p14:tracePt t="86293" x="10388600" y="4043363"/>
          <p14:tracePt t="86414" x="10388600" y="4019550"/>
          <p14:tracePt t="86421" x="10388600" y="4006850"/>
          <p14:tracePt t="86426" x="10388600" y="3983038"/>
          <p14:tracePt t="86427" x="10401300" y="3959225"/>
          <p14:tracePt t="86434" x="10414000" y="3946525"/>
          <p14:tracePt t="86442" x="10426700" y="3922713"/>
          <p14:tracePt t="86450" x="10426700" y="3897313"/>
          <p14:tracePt t="86459" x="10426700" y="3873500"/>
          <p14:tracePt t="86467" x="10426700" y="3849688"/>
          <p14:tracePt t="86481" x="10426700" y="3836988"/>
          <p14:tracePt t="86488" x="10426700" y="3824288"/>
          <p14:tracePt t="86494" x="10414000" y="3824288"/>
          <p14:tracePt t="86501" x="10414000" y="3813175"/>
          <p14:tracePt t="86508" x="10401300" y="3813175"/>
          <p14:tracePt t="86517" x="10401300" y="3800475"/>
          <p14:tracePt t="86525" x="10388600" y="3787775"/>
          <p14:tracePt t="86533" x="10377488" y="3787775"/>
          <p14:tracePt t="86563" x="10364788" y="3787775"/>
          <p14:tracePt t="86576" x="10352088" y="3787775"/>
          <p14:tracePt t="86583" x="10340975" y="3787775"/>
          <p14:tracePt t="86594" x="10328275" y="3787775"/>
          <p14:tracePt t="86601" x="10315575" y="3787775"/>
          <p14:tracePt t="86607" x="10304463" y="3787775"/>
          <p14:tracePt t="86613" x="10279063" y="3787775"/>
          <p14:tracePt t="86617" x="10279063" y="3800475"/>
          <p14:tracePt t="86625" x="10255250" y="3813175"/>
          <p14:tracePt t="86633" x="10206038" y="3836988"/>
          <p14:tracePt t="86642" x="10169525" y="3873500"/>
          <p14:tracePt t="86650" x="10133013" y="3886200"/>
          <p14:tracePt t="86658" x="10109200" y="3910013"/>
          <p14:tracePt t="86667" x="10096500" y="3922713"/>
          <p14:tracePt t="86675" x="10085388" y="3946525"/>
          <p14:tracePt t="86683" x="10085388" y="3970338"/>
          <p14:tracePt t="86691" x="10085388" y="3983038"/>
          <p14:tracePt t="86701" x="10085388" y="4006850"/>
          <p14:tracePt t="86713" x="10085388" y="4019550"/>
          <p14:tracePt t="86716" x="10085388" y="4043363"/>
          <p14:tracePt t="86728" x="10085388" y="4056063"/>
          <p14:tracePt t="86733" x="10085388" y="4068763"/>
          <p14:tracePt t="86742" x="10085388" y="4081463"/>
          <p14:tracePt t="86750" x="10085388" y="4092575"/>
          <p14:tracePt t="86758" x="10085388" y="4105275"/>
          <p14:tracePt t="86767" x="10109200" y="4117975"/>
          <p14:tracePt t="86775" x="10109200" y="4129088"/>
          <p14:tracePt t="86783" x="10121900" y="4141788"/>
          <p14:tracePt t="86791" x="10133013" y="4154488"/>
          <p14:tracePt t="86800" x="10145713" y="4165600"/>
          <p14:tracePt t="86808" x="10158413" y="4191000"/>
          <p14:tracePt t="86817" x="10169525" y="4202113"/>
          <p14:tracePt t="86826" x="10169525" y="4214813"/>
          <p14:tracePt t="86833" x="10194925" y="4227513"/>
          <p14:tracePt t="86841" x="10194925" y="4238625"/>
          <p14:tracePt t="86850" x="10206038" y="4251325"/>
          <p14:tracePt t="86858" x="10218738" y="4264025"/>
          <p14:tracePt t="86866" x="10231438" y="4275138"/>
          <p14:tracePt t="86875" x="10242550" y="4300538"/>
          <p14:tracePt t="86883" x="10255250" y="4311650"/>
          <p14:tracePt t="86891" x="10255250" y="4324350"/>
          <p14:tracePt t="86900" x="10267950" y="4337050"/>
          <p14:tracePt t="86908" x="10291763" y="4348163"/>
          <p14:tracePt t="86916" x="10291763" y="4373563"/>
          <p14:tracePt t="86924" x="10304463" y="4373563"/>
          <p14:tracePt t="86933" x="10304463" y="4384675"/>
          <p14:tracePt t="86941" x="10315575" y="4384675"/>
          <p14:tracePt t="86968" x="10315575" y="4397375"/>
          <p14:tracePt t="86983" x="10328275" y="4410075"/>
          <p14:tracePt t="87001" x="10340975" y="4410075"/>
          <p14:tracePt t="87009" x="10352088" y="4410075"/>
          <p14:tracePt t="87043" x="10364788" y="4410075"/>
          <p14:tracePt t="87048" x="10364788" y="4421188"/>
          <p14:tracePt t="87068" x="10377488" y="4421188"/>
          <p14:tracePt t="87093" x="10377488" y="4433888"/>
          <p14:tracePt t="87094" x="10388600" y="4433888"/>
          <p14:tracePt t="87103" x="10401300" y="4433888"/>
          <p14:tracePt t="87116" x="10414000" y="4433888"/>
          <p14:tracePt t="87183" x="10426700" y="4433888"/>
          <p14:tracePt t="87193" x="10437813" y="4433888"/>
          <p14:tracePt t="87203" x="10450513" y="4421188"/>
          <p14:tracePt t="87208" x="10463213" y="4421188"/>
          <p14:tracePt t="87213" x="10474325" y="4421188"/>
          <p14:tracePt t="87216" x="10474325" y="4410075"/>
          <p14:tracePt t="87224" x="10474325" y="4397375"/>
          <p14:tracePt t="87233" x="10510838" y="4384675"/>
          <p14:tracePt t="87241" x="10510838" y="4360863"/>
          <p14:tracePt t="87249" x="10536238" y="4324350"/>
          <p14:tracePt t="87258" x="10547350" y="4324350"/>
          <p14:tracePt t="87266" x="10560050" y="4300538"/>
          <p14:tracePt t="87288" x="10572750" y="4287838"/>
          <p14:tracePt t="87321" x="10572750" y="4275138"/>
          <p14:tracePt t="87333" x="10572750" y="4264025"/>
          <p14:tracePt t="87341" x="10572750" y="4251325"/>
          <p14:tracePt t="87343" x="10572750" y="4238625"/>
          <p14:tracePt t="87356" x="10572750" y="4227513"/>
          <p14:tracePt t="87361" x="10572750" y="4202113"/>
          <p14:tracePt t="87373" x="10572750" y="4191000"/>
          <p14:tracePt t="87374" x="10572750" y="4178300"/>
          <p14:tracePt t="87383" x="10572750" y="4165600"/>
          <p14:tracePt t="87391" x="10572750" y="4154488"/>
          <p14:tracePt t="87399" x="10572750" y="4141788"/>
          <p14:tracePt t="87408" x="10572750" y="4129088"/>
          <p14:tracePt t="87416" x="10572750" y="4105275"/>
          <p14:tracePt t="87424" x="10572750" y="4092575"/>
          <p14:tracePt t="87433" x="10572750" y="4081463"/>
          <p14:tracePt t="87441" x="10572750" y="4043363"/>
          <p14:tracePt t="87449" x="10572750" y="4019550"/>
          <p14:tracePt t="87458" x="10572750" y="4006850"/>
          <p14:tracePt t="87466" x="10572750" y="3983038"/>
          <p14:tracePt t="87493" x="10572750" y="3970338"/>
          <p14:tracePt t="87503" x="10572750" y="3959225"/>
          <p14:tracePt t="87516" x="10560050" y="3959225"/>
          <p14:tracePt t="87521" x="10560050" y="3946525"/>
          <p14:tracePt t="87528" x="10547350" y="3946525"/>
          <p14:tracePt t="87536" x="10547350" y="3933825"/>
          <p14:tracePt t="87541" x="10547350" y="3922713"/>
          <p14:tracePt t="87553" x="10547350" y="3910013"/>
          <p14:tracePt t="87557" x="10536238" y="3910013"/>
          <p14:tracePt t="87566" x="10536238" y="3897313"/>
          <p14:tracePt t="87574" x="10536238" y="3886200"/>
          <p14:tracePt t="87582" x="10523538" y="3873500"/>
          <p14:tracePt t="87591" x="10523538" y="3860800"/>
          <p14:tracePt t="87601" x="10523538" y="3849688"/>
          <p14:tracePt t="87607" x="10510838" y="3836988"/>
          <p14:tracePt t="87616" x="10510838" y="3824288"/>
          <p14:tracePt t="87641" x="10499725" y="3813175"/>
          <p14:tracePt t="88368" x="10487025" y="3813175"/>
          <p14:tracePt t="89626" x="10474325" y="3813175"/>
          <p14:tracePt t="89641" x="10463213" y="3813175"/>
          <p14:tracePt t="89663" x="10450513" y="3813175"/>
          <p14:tracePt t="89693" x="10437813" y="3813175"/>
          <p14:tracePt t="89733" x="10426700" y="3813175"/>
          <p14:tracePt t="89796" x="10426700" y="3824288"/>
          <p14:tracePt t="89801" x="10414000" y="3824288"/>
          <p14:tracePt t="89816" x="10401300" y="3824288"/>
          <p14:tracePt t="89833" x="10401300" y="3836988"/>
          <p14:tracePt t="89996" x="10388600" y="3849688"/>
          <p14:tracePt t="90008" x="10377488" y="3849688"/>
          <p14:tracePt t="90013" x="10364788" y="3849688"/>
          <p14:tracePt t="90016" x="10364788" y="3860800"/>
          <p14:tracePt t="90022" x="10364788" y="3873500"/>
          <p14:tracePt t="90030" x="10352088" y="3873500"/>
          <p14:tracePt t="90038" x="10340975" y="3873500"/>
          <p14:tracePt t="90047" x="10340975" y="3886200"/>
          <p14:tracePt t="90055" x="10340975" y="3897313"/>
          <p14:tracePt t="90481" x="10328275" y="3910013"/>
          <p14:tracePt t="90494" x="10315575" y="3910013"/>
          <p14:tracePt t="90501" x="10315575" y="3922713"/>
          <p14:tracePt t="90508" x="10291763" y="3933825"/>
          <p14:tracePt t="90514" x="10279063" y="3946525"/>
          <p14:tracePt t="90521" x="10279063" y="3959225"/>
          <p14:tracePt t="90523" x="10267950" y="3970338"/>
          <p14:tracePt t="90530" x="10255250" y="3970338"/>
          <p14:tracePt t="90538" x="10242550" y="3983038"/>
          <p14:tracePt t="90546" x="10231438" y="3995738"/>
          <p14:tracePt t="90555" x="10218738" y="3995738"/>
          <p14:tracePt t="90563" x="10218738" y="4006850"/>
          <p14:tracePt t="90571" x="10206038" y="4019550"/>
          <p14:tracePt t="90580" x="10194925" y="4032250"/>
          <p14:tracePt t="90591" x="10182225" y="4032250"/>
          <p14:tracePt t="90601" x="10182225" y="4043363"/>
          <p14:tracePt t="90613" x="10182225" y="4056063"/>
          <p14:tracePt t="90621" x="10169525" y="4056063"/>
          <p14:tracePt t="90648" x="10158413" y="4056063"/>
          <p14:tracePt t="90733" x="10158413" y="4068763"/>
          <p14:tracePt t="90743" x="10158413" y="4081463"/>
          <p14:tracePt t="90756" x="10158413" y="4092575"/>
          <p14:tracePt t="91033" x="10158413" y="4105275"/>
          <p14:tracePt t="91035" x="10158413" y="4117975"/>
          <p14:tracePt t="91047" x="10158413" y="4141788"/>
          <p14:tracePt t="91053" x="10158413" y="4154488"/>
          <p14:tracePt t="91055" x="10158413" y="4165600"/>
          <p14:tracePt t="91063" x="10145713" y="4178300"/>
          <p14:tracePt t="91071" x="10145713" y="4202113"/>
          <p14:tracePt t="91079" x="10145713" y="4227513"/>
          <p14:tracePt t="91087" x="10145713" y="4264025"/>
          <p14:tracePt t="91096" x="10145713" y="4287838"/>
          <p14:tracePt t="91104" x="10145713" y="4300538"/>
          <p14:tracePt t="91113" x="10145713" y="4311650"/>
          <p14:tracePt t="91128" x="10145713" y="4324350"/>
          <p14:tracePt t="91136" x="10145713" y="4337050"/>
          <p14:tracePt t="91153" x="10145713" y="4348163"/>
          <p14:tracePt t="91168" x="10145713" y="4360863"/>
          <p14:tracePt t="91176" x="10145713" y="4373563"/>
          <p14:tracePt t="91188" x="10145713" y="4384675"/>
          <p14:tracePt t="91196" x="10145713" y="4397375"/>
          <p14:tracePt t="91201" x="10145713" y="4410075"/>
          <p14:tracePt t="91208" x="10158413" y="4410075"/>
          <p14:tracePt t="91213" x="10158413" y="4421188"/>
          <p14:tracePt t="91221" x="10158413" y="4433888"/>
          <p14:tracePt t="91229" x="10158413" y="4446588"/>
          <p14:tracePt t="91237" x="10158413" y="4457700"/>
          <p14:tracePt t="91256" x="10158413" y="4470400"/>
          <p14:tracePt t="91268" x="10169525" y="4470400"/>
          <p14:tracePt t="91333" x="10182225" y="4470400"/>
          <p14:tracePt t="91334" x="10182225" y="4483100"/>
          <p14:tracePt t="91353" x="10182225" y="4494213"/>
          <p14:tracePt t="91354" x="10194925" y="4494213"/>
          <p14:tracePt t="91374" x="10206038" y="4494213"/>
          <p14:tracePt t="91453" x="10206038" y="4506913"/>
          <p14:tracePt t="91463" x="10218738" y="4506913"/>
          <p14:tracePt t="91501" x="10218738" y="4519613"/>
          <p14:tracePt t="91506" x="10231438" y="4519613"/>
          <p14:tracePt t="91523" x="10231438" y="4530725"/>
          <p14:tracePt t="91596" x="10242550" y="4530725"/>
          <p14:tracePt t="91681" x="10255250" y="4530725"/>
          <p14:tracePt t="91713" x="10267950" y="4530725"/>
          <p14:tracePt t="91728" x="10279063" y="4530725"/>
          <p14:tracePt t="91736" x="10291763" y="4530725"/>
          <p14:tracePt t="91746" x="10304463" y="4530725"/>
          <p14:tracePt t="91747" x="10315575" y="4530725"/>
          <p14:tracePt t="91754" x="10328275" y="4519613"/>
          <p14:tracePt t="91762" x="10340975" y="4519613"/>
          <p14:tracePt t="91770" x="10352088" y="4506913"/>
          <p14:tracePt t="91779" x="10364788" y="4506913"/>
          <p14:tracePt t="91787" x="10377488" y="4506913"/>
          <p14:tracePt t="91795" x="10388600" y="4494213"/>
          <p14:tracePt t="91803" x="10401300" y="4494213"/>
          <p14:tracePt t="91812" x="10414000" y="4483100"/>
          <p14:tracePt t="91881" x="10414000" y="4470400"/>
          <p14:tracePt t="91883" x="10426700" y="4470400"/>
          <p14:tracePt t="91893" x="10426700" y="4457700"/>
          <p14:tracePt t="91901" x="10426700" y="4446588"/>
          <p14:tracePt t="91913" x="10437813" y="4446588"/>
          <p14:tracePt t="91915" x="10437813" y="4433888"/>
          <p14:tracePt t="91923" x="10437813" y="4421188"/>
          <p14:tracePt t="91943" x="10437813" y="4410075"/>
          <p14:tracePt t="91948" x="10437813" y="4397375"/>
          <p14:tracePt t="91953" x="10437813" y="4384675"/>
          <p14:tracePt t="91962" x="10437813" y="4373563"/>
          <p14:tracePt t="91968" x="10437813" y="4360863"/>
          <p14:tracePt t="91974" x="10437813" y="4348163"/>
          <p14:tracePt t="91980" x="10437813" y="4337050"/>
          <p14:tracePt t="91987" x="10437813" y="4324350"/>
          <p14:tracePt t="91995" x="10437813" y="4311650"/>
          <p14:tracePt t="92003" x="10437813" y="4300538"/>
          <p14:tracePt t="92013" x="10437813" y="4287838"/>
          <p14:tracePt t="92020" x="10437813" y="4275138"/>
          <p14:tracePt t="92028" x="10426700" y="4264025"/>
          <p14:tracePt t="92036" x="10426700" y="4238625"/>
          <p14:tracePt t="92048" x="10426700" y="4227513"/>
          <p14:tracePt t="92053" x="10426700" y="4214813"/>
          <p14:tracePt t="92061" x="10414000" y="4202113"/>
          <p14:tracePt t="92076" x="10401300" y="4202113"/>
          <p14:tracePt t="92101" x="10388600" y="4202113"/>
          <p14:tracePt t="92113" x="10388600" y="4191000"/>
          <p14:tracePt t="92123" x="10377488" y="4178300"/>
          <p14:tracePt t="92141" x="10364788" y="4178300"/>
          <p14:tracePt t="92153" x="10364788" y="4165600"/>
          <p14:tracePt t="92201" x="10352088" y="4165600"/>
          <p14:tracePt t="92248" x="10340975" y="4165600"/>
          <p14:tracePt t="92288" x="10328275" y="4165600"/>
          <p14:tracePt t="92293" x="10328275" y="4154488"/>
          <p14:tracePt t="92301" x="10315575" y="4154488"/>
          <p14:tracePt t="92313" x="10304463" y="4154488"/>
          <p14:tracePt t="92393" x="10291763" y="4154488"/>
          <p14:tracePt t="92403" x="10279063" y="4154488"/>
          <p14:tracePt t="92428" x="10267950" y="4154488"/>
          <p14:tracePt t="92436" x="10255250" y="4154488"/>
          <p14:tracePt t="92443" x="10242550" y="4154488"/>
          <p14:tracePt t="92454" x="10231438" y="4154488"/>
          <p14:tracePt t="92461" x="10231438" y="4165600"/>
          <p14:tracePt t="92466" x="10218738" y="4165600"/>
          <p14:tracePt t="92481" x="10206038" y="4178300"/>
          <p14:tracePt t="92482" x="10194925" y="4178300"/>
          <p14:tracePt t="92488" x="10182225" y="4191000"/>
          <p14:tracePt t="92494" x="10169525" y="4191000"/>
          <p14:tracePt t="92503" x="10169525" y="4202113"/>
          <p14:tracePt t="92511" x="10158413" y="4214813"/>
          <p14:tracePt t="92519" x="10133013" y="4227513"/>
          <p14:tracePt t="92528" x="10121900" y="4251325"/>
          <p14:tracePt t="92536" x="10109200" y="4264025"/>
          <p14:tracePt t="92544" x="10096500" y="4275138"/>
          <p14:tracePt t="92553" x="10096500" y="4287838"/>
          <p14:tracePt t="92561" x="10096500" y="4300538"/>
          <p14:tracePt t="92569" x="10085388" y="4311650"/>
          <p14:tracePt t="92581" x="10072688" y="4324350"/>
          <p14:tracePt t="92586" x="10072688" y="4337050"/>
          <p14:tracePt t="92594" x="10072688" y="4348163"/>
          <p14:tracePt t="92603" x="10072688" y="4360863"/>
          <p14:tracePt t="92611" x="10072688" y="4373563"/>
          <p14:tracePt t="92619" x="10072688" y="4384675"/>
          <p14:tracePt t="92628" x="10072688" y="4397375"/>
          <p14:tracePt t="92641" x="10072688" y="4410075"/>
          <p14:tracePt t="92648" x="10072688" y="4421188"/>
          <p14:tracePt t="92656" x="10072688" y="4433888"/>
          <p14:tracePt t="92661" x="10085388" y="4433888"/>
          <p14:tracePt t="92683" x="10096500" y="4433888"/>
          <p14:tracePt t="92688" x="10096500" y="4446588"/>
          <p14:tracePt t="92693" x="10109200" y="4446588"/>
          <p14:tracePt t="92701" x="10109200" y="4457700"/>
          <p14:tracePt t="92708" x="10121900" y="4457700"/>
          <p14:tracePt t="92716" x="10133013" y="4457700"/>
          <p14:tracePt t="92721" x="10145713" y="4457700"/>
          <p14:tracePt t="92733" x="10158413" y="4457700"/>
          <p14:tracePt t="92736" x="10169525" y="4457700"/>
          <p14:tracePt t="92753" x="10182225" y="4457700"/>
          <p14:tracePt t="92762" x="10194925" y="4457700"/>
          <p14:tracePt t="92773" x="10206038" y="4457700"/>
          <p14:tracePt t="92788" x="10218738" y="4457700"/>
          <p14:tracePt t="92793" x="10231438" y="4457700"/>
          <p14:tracePt t="92801" x="10255250" y="4457700"/>
          <p14:tracePt t="92808" x="10267950" y="4457700"/>
          <p14:tracePt t="92814" x="10279063" y="4457700"/>
          <p14:tracePt t="92823" x="10291763" y="4457700"/>
          <p14:tracePt t="92833" x="10304463" y="4457700"/>
          <p14:tracePt t="92841" x="10315575" y="4457700"/>
          <p14:tracePt t="92848" x="10328275" y="4457700"/>
          <p14:tracePt t="92853" x="10328275" y="4446588"/>
          <p14:tracePt t="92861" x="10340975" y="4446588"/>
          <p14:tracePt t="92869" x="10352088" y="4446588"/>
          <p14:tracePt t="92881" x="10364788" y="4433888"/>
          <p14:tracePt t="92888" x="10377488" y="4433888"/>
          <p14:tracePt t="92894" x="10388600" y="4410075"/>
          <p14:tracePt t="92903" x="10401300" y="4410075"/>
          <p14:tracePt t="92911" x="10414000" y="4397375"/>
          <p14:tracePt t="92919" x="10414000" y="4384675"/>
          <p14:tracePt t="92927" x="10414000" y="4360863"/>
          <p14:tracePt t="92936" x="10414000" y="4324350"/>
          <p14:tracePt t="92944" x="10414000" y="4300538"/>
          <p14:tracePt t="92952" x="10414000" y="4287838"/>
          <p14:tracePt t="92961" x="10414000" y="4238625"/>
          <p14:tracePt t="92969" x="10414000" y="4165600"/>
          <p14:tracePt t="92977" x="10414000" y="4129088"/>
          <p14:tracePt t="92986" x="10401300" y="4092575"/>
          <p14:tracePt t="92994" x="10401300" y="4056063"/>
          <p14:tracePt t="93002" x="10388600" y="4043363"/>
          <p14:tracePt t="93011" x="10377488" y="4019550"/>
          <p14:tracePt t="93021" x="10364788" y="4006850"/>
          <p14:tracePt t="93027" x="10364788" y="3995738"/>
          <p14:tracePt t="93036" x="10352088" y="3995738"/>
          <p14:tracePt t="93053" x="10340975" y="3995738"/>
          <p14:tracePt t="93063" x="10328275" y="3995738"/>
          <p14:tracePt t="93068" x="10328275" y="3983038"/>
          <p14:tracePt t="93073" x="10315575" y="3983038"/>
          <p14:tracePt t="93081" x="10304463" y="3983038"/>
          <p14:tracePt t="93086" x="10291763" y="3983038"/>
          <p14:tracePt t="93094" x="10279063" y="3983038"/>
          <p14:tracePt t="93102" x="10255250" y="3970338"/>
          <p14:tracePt t="93111" x="10231438" y="3970338"/>
          <p14:tracePt t="93119" x="10218738" y="3970338"/>
          <p14:tracePt t="93127" x="10182225" y="3970338"/>
          <p14:tracePt t="93135" x="10158413" y="3970338"/>
          <p14:tracePt t="93144" x="10121900" y="3970338"/>
          <p14:tracePt t="93152" x="10109200" y="3983038"/>
          <p14:tracePt t="93161" x="10085388" y="3995738"/>
          <p14:tracePt t="93169" x="10036175" y="4019550"/>
          <p14:tracePt t="93177" x="9999663" y="4032250"/>
          <p14:tracePt t="93185" x="9975850" y="4056063"/>
          <p14:tracePt t="93194" x="9963150" y="4068763"/>
          <p14:tracePt t="93202" x="9939338" y="4105275"/>
          <p14:tracePt t="93210" x="9926638" y="4129088"/>
          <p14:tracePt t="93219" x="9902825" y="4141788"/>
          <p14:tracePt t="93227" x="9890125" y="4165600"/>
          <p14:tracePt t="93235" x="9890125" y="4191000"/>
          <p14:tracePt t="93248" x="9890125" y="4202113"/>
          <p14:tracePt t="96468" x="9902825" y="4191000"/>
          <p14:tracePt t="96473" x="9913938" y="4191000"/>
          <p14:tracePt t="96474" x="9939338" y="4165600"/>
          <p14:tracePt t="96482" x="9975850" y="4154488"/>
          <p14:tracePt t="96491" x="10023475" y="4117975"/>
          <p14:tracePt t="96499" x="10072688" y="4092575"/>
          <p14:tracePt t="96507" x="10109200" y="4068763"/>
          <p14:tracePt t="96516" x="10169525" y="4032250"/>
          <p14:tracePt t="96526" x="10182225" y="4032250"/>
          <p14:tracePt t="96533" x="10194925" y="4019550"/>
          <p14:tracePt t="96541" x="10206038" y="4006850"/>
          <p14:tracePt t="96549" x="10218738" y="4006850"/>
          <p14:tracePt t="96557" x="10231438" y="4006850"/>
          <p14:tracePt t="96566" x="10242550" y="4006850"/>
          <p14:tracePt t="96574" x="10255250" y="3995738"/>
          <p14:tracePt t="96582" x="10267950" y="3983038"/>
          <p14:tracePt t="96591" x="10279063" y="3970338"/>
          <p14:tracePt t="96599" x="10304463" y="3970338"/>
          <p14:tracePt t="96607" x="10328275" y="3959225"/>
          <p14:tracePt t="96616" x="10352088" y="3933825"/>
          <p14:tracePt t="96648" x="10352088" y="3922713"/>
          <p14:tracePt t="96656" x="10352088" y="3910013"/>
          <p14:tracePt t="96668" x="10352088" y="3897313"/>
          <p14:tracePt t="96673" x="10352088" y="3886200"/>
          <p14:tracePt t="96681" x="10352088" y="3873500"/>
          <p14:tracePt t="96688" x="10352088" y="3860800"/>
          <p14:tracePt t="96694" x="10352088" y="3849688"/>
          <p14:tracePt t="96708" x="10340975" y="3836988"/>
          <p14:tracePt t="96713" x="10328275" y="3836988"/>
          <p14:tracePt t="96721" x="10328275" y="3824288"/>
          <p14:tracePt t="96733" x="10315575" y="3824288"/>
          <p14:tracePt t="96743" x="10304463" y="3824288"/>
          <p14:tracePt t="96753" x="10304463" y="3813175"/>
          <p14:tracePt t="96755" x="10291763" y="3813175"/>
          <p14:tracePt t="96761" x="10267950" y="3800475"/>
          <p14:tracePt t="96767" x="10255250" y="3787775"/>
          <p14:tracePt t="96774" x="10242550" y="3787775"/>
          <p14:tracePt t="96782" x="10218738" y="3776663"/>
          <p14:tracePt t="96790" x="10194925" y="3776663"/>
          <p14:tracePt t="96799" x="10169525" y="3763963"/>
          <p14:tracePt t="96807" x="10145713" y="3751263"/>
          <p14:tracePt t="96815" x="10109200" y="3751263"/>
          <p14:tracePt t="96824" x="10096500" y="3751263"/>
          <p14:tracePt t="96832" x="10059988" y="3751263"/>
          <p14:tracePt t="96840" x="9999663" y="3740150"/>
          <p14:tracePt t="96849" x="9926638" y="3727450"/>
          <p14:tracePt t="96857" x="9853613" y="3727450"/>
          <p14:tracePt t="96866" x="9804400" y="3714750"/>
          <p14:tracePt t="96874" x="9645650" y="3690938"/>
          <p14:tracePt t="96882" x="9536113" y="3678238"/>
          <p14:tracePt t="96890" x="9426575" y="3678238"/>
          <p14:tracePt t="96899" x="9329738" y="3667125"/>
          <p14:tracePt t="96907" x="9244013" y="3654425"/>
          <p14:tracePt t="96915" x="9134475" y="3654425"/>
          <p14:tracePt t="96924" x="9050338" y="3654425"/>
          <p14:tracePt t="96932" x="9024938" y="3654425"/>
          <p14:tracePt t="96940" x="8964613" y="3654425"/>
          <p14:tracePt t="96948" x="8928100" y="3654425"/>
          <p14:tracePt t="96963" x="8915400" y="3654425"/>
          <p14:tracePt t="96976" x="8902700" y="3654425"/>
          <p14:tracePt t="96993" x="8891588" y="3654425"/>
          <p14:tracePt t="96994" x="8878888" y="3654425"/>
          <p14:tracePt t="97001" x="8866188" y="3654425"/>
          <p14:tracePt t="97007" x="8842375" y="3654425"/>
          <p14:tracePt t="97015" x="8805863" y="3654425"/>
          <p14:tracePt t="97023" x="8782050" y="3654425"/>
          <p14:tracePt t="97032" x="8745538" y="3654425"/>
          <p14:tracePt t="97040" x="8696325" y="3654425"/>
          <p14:tracePt t="97048" x="8586788" y="3654425"/>
          <p14:tracePt t="97057" x="8489950" y="3654425"/>
          <p14:tracePt t="97065" x="8404225" y="3654425"/>
          <p14:tracePt t="97074" x="8307388" y="3654425"/>
          <p14:tracePt t="97082" x="8221663" y="3654425"/>
          <p14:tracePt t="97090" x="8135938" y="3654425"/>
          <p14:tracePt t="97098" x="8075613" y="3654425"/>
          <p14:tracePt t="97107" x="8013700" y="3654425"/>
          <p14:tracePt t="97115" x="7953375" y="3654425"/>
          <p14:tracePt t="97123" x="7929563" y="3667125"/>
          <p14:tracePt t="97132" x="7904163" y="3667125"/>
          <p14:tracePt t="97140" x="7893050" y="3667125"/>
          <p14:tracePt t="97148" x="7867650" y="3667125"/>
          <p14:tracePt t="97157" x="7843838" y="3678238"/>
          <p14:tracePt t="97173" x="7831138" y="3690938"/>
          <p14:tracePt t="97181" x="7820025" y="3703638"/>
          <p14:tracePt t="97182" x="7807325" y="3703638"/>
          <p14:tracePt t="97193" x="7794625" y="3714750"/>
          <p14:tracePt t="97198" x="7770813" y="3727450"/>
          <p14:tracePt t="97207" x="7758113" y="3727450"/>
          <p14:tracePt t="97215" x="7721600" y="3776663"/>
          <p14:tracePt t="97223" x="7710488" y="3776663"/>
          <p14:tracePt t="97232" x="7697788" y="3787775"/>
          <p14:tracePt t="97240" x="7685088" y="3800475"/>
          <p14:tracePt t="97248" x="7673975" y="3836988"/>
          <p14:tracePt t="97257" x="7673975" y="3849688"/>
          <p14:tracePt t="97265" x="7661275" y="3860800"/>
          <p14:tracePt t="97273" x="7648575" y="3897313"/>
          <p14:tracePt t="97282" x="7648575" y="3922713"/>
          <p14:tracePt t="97290" x="7637463" y="3933825"/>
          <p14:tracePt t="97298" x="7637463" y="3970338"/>
          <p14:tracePt t="97307" x="7637463" y="3983038"/>
          <p14:tracePt t="97315" x="7637463" y="4019550"/>
          <p14:tracePt t="97323" x="7637463" y="4032250"/>
          <p14:tracePt t="97331" x="7637463" y="4043363"/>
          <p14:tracePt t="97340" x="7637463" y="4068763"/>
          <p14:tracePt t="97348" x="7637463" y="4105275"/>
          <p14:tracePt t="97356" x="7637463" y="4129088"/>
          <p14:tracePt t="97365" x="7648575" y="4154488"/>
          <p14:tracePt t="97373" x="7661275" y="4191000"/>
          <p14:tracePt t="97381" x="7685088" y="4214813"/>
          <p14:tracePt t="97390" x="7697788" y="4251325"/>
          <p14:tracePt t="97398" x="7734300" y="4275138"/>
          <p14:tracePt t="97407" x="7758113" y="4300538"/>
          <p14:tracePt t="97415" x="7831138" y="4348163"/>
          <p14:tracePt t="97423" x="7867650" y="4360863"/>
          <p14:tracePt t="97431" x="7916863" y="4384675"/>
          <p14:tracePt t="97440" x="7989888" y="4397375"/>
          <p14:tracePt t="97448" x="8112125" y="4457700"/>
          <p14:tracePt t="97456" x="8331200" y="4506913"/>
          <p14:tracePt t="97465" x="8416925" y="4519613"/>
          <p14:tracePt t="97473" x="8610600" y="4567238"/>
          <p14:tracePt t="97481" x="8928100" y="4616450"/>
          <p14:tracePt t="97490" x="9134475" y="4640263"/>
          <p14:tracePt t="97498" x="9305925" y="4652963"/>
          <p14:tracePt t="97506" x="9426575" y="4652963"/>
          <p14:tracePt t="97515" x="9561513" y="4652963"/>
          <p14:tracePt t="97523" x="9609138" y="4652963"/>
          <p14:tracePt t="97531" x="9671050" y="4652963"/>
          <p14:tracePt t="97540" x="9731375" y="4652963"/>
          <p14:tracePt t="97548" x="9840913" y="4652963"/>
          <p14:tracePt t="97556" x="9913938" y="4652963"/>
          <p14:tracePt t="97565" x="9950450" y="4640263"/>
          <p14:tracePt t="97573" x="10048875" y="4616450"/>
          <p14:tracePt t="97581" x="10182225" y="4567238"/>
          <p14:tracePt t="97590" x="10279063" y="4530725"/>
          <p14:tracePt t="97598" x="10377488" y="4506913"/>
          <p14:tracePt t="97606" x="10450513" y="4483100"/>
          <p14:tracePt t="97615" x="10523538" y="4446588"/>
          <p14:tracePt t="97623" x="10536238" y="4446588"/>
          <p14:tracePt t="97633" x="10547350" y="4446588"/>
          <p14:tracePt t="97639" x="10560050" y="4433888"/>
          <p14:tracePt t="97648" x="10572750" y="4433888"/>
          <p14:tracePt t="97656" x="10596563" y="4410075"/>
          <p14:tracePt t="97664" x="10609263" y="4410075"/>
          <p14:tracePt t="97673" x="10620375" y="4397375"/>
          <p14:tracePt t="97681" x="10656888" y="4384675"/>
          <p14:tracePt t="97689" x="10656888" y="4373563"/>
          <p14:tracePt t="97698" x="10682288" y="4360863"/>
          <p14:tracePt t="97706" x="10693400" y="4348163"/>
          <p14:tracePt t="97714" x="10718800" y="4348163"/>
          <p14:tracePt t="97723" x="10742613" y="4337050"/>
          <p14:tracePt t="97731" x="10766425" y="4337050"/>
          <p14:tracePt t="97739" x="10779125" y="4324350"/>
          <p14:tracePt t="97748" x="10802938" y="4311650"/>
          <p14:tracePt t="97756" x="10815638" y="4311650"/>
          <p14:tracePt t="97765" x="10815638" y="4300538"/>
          <p14:tracePt t="97773" x="10828338" y="4300538"/>
          <p14:tracePt t="97781" x="10839450" y="4287838"/>
          <p14:tracePt t="97793" x="10852150" y="4275138"/>
          <p14:tracePt t="97798" x="10864850" y="4264025"/>
          <p14:tracePt t="97806" x="10875963" y="4251325"/>
          <p14:tracePt t="97814" x="10888663" y="4227513"/>
          <p14:tracePt t="97823" x="10901363" y="4214813"/>
          <p14:tracePt t="97831" x="10901363" y="4202113"/>
          <p14:tracePt t="97840" x="10912475" y="4191000"/>
          <p14:tracePt t="97848" x="10912475" y="4178300"/>
          <p14:tracePt t="97861" x="10912475" y="4165600"/>
          <p14:tracePt t="97873" x="10912475" y="4154488"/>
          <p14:tracePt t="97875" x="10912475" y="4141788"/>
          <p14:tracePt t="97893" x="10912475" y="4129088"/>
          <p14:tracePt t="97894" x="10912475" y="4117975"/>
          <p14:tracePt t="97901" x="10912475" y="4105275"/>
          <p14:tracePt t="97913" x="10901363" y="4092575"/>
          <p14:tracePt t="97921" x="10888663" y="4081463"/>
          <p14:tracePt t="97928" x="10875963" y="4068763"/>
          <p14:tracePt t="97936" x="10864850" y="4056063"/>
          <p14:tracePt t="97940" x="10852150" y="4043363"/>
          <p14:tracePt t="97953" x="10839450" y="4032250"/>
          <p14:tracePt t="97956" x="10828338" y="4032250"/>
          <p14:tracePt t="97964" x="10828338" y="4019550"/>
          <p14:tracePt t="97973" x="10815638" y="4019550"/>
          <p14:tracePt t="97981" x="10802938" y="4006850"/>
          <p14:tracePt t="97989" x="10779125" y="3983038"/>
          <p14:tracePt t="97997" x="10766425" y="3959225"/>
          <p14:tracePt t="98006" x="10729913" y="3946525"/>
          <p14:tracePt t="98014" x="10693400" y="3933825"/>
          <p14:tracePt t="98023" x="10682288" y="3922713"/>
          <p14:tracePt t="98031" x="10645775" y="3910013"/>
          <p14:tracePt t="98039" x="10609263" y="3910013"/>
          <p14:tracePt t="98047" x="10572750" y="3897313"/>
          <p14:tracePt t="98056" x="10560050" y="3886200"/>
          <p14:tracePt t="98064" x="10536238" y="3873500"/>
          <p14:tracePt t="98073" x="10523538" y="3873500"/>
          <p14:tracePt t="98073" x="10499725" y="3873500"/>
          <p14:tracePt t="98081" x="10474325" y="3873500"/>
          <p14:tracePt t="98089" x="10450513" y="3873500"/>
          <p14:tracePt t="98097" x="10401300" y="3860800"/>
          <p14:tracePt t="98106" x="10352088" y="3849688"/>
          <p14:tracePt t="98114" x="10279063" y="3849688"/>
          <p14:tracePt t="98122" x="10267950" y="3836988"/>
          <p14:tracePt t="98131" x="10194925" y="3836988"/>
          <p14:tracePt t="98139" x="10133013" y="3836988"/>
          <p14:tracePt t="98147" x="10048875" y="3836988"/>
          <p14:tracePt t="98156" x="9950450" y="3824288"/>
          <p14:tracePt t="98164" x="9866313" y="3813175"/>
          <p14:tracePt t="98173" x="9817100" y="3813175"/>
          <p14:tracePt t="98173" x="9767888" y="3813175"/>
          <p14:tracePt t="98173" x="9731375" y="3800475"/>
          <p14:tracePt t="98181" x="9683750" y="3800475"/>
          <p14:tracePt t="98189" x="9598025" y="3787775"/>
          <p14:tracePt t="98197" x="9536113" y="3776663"/>
          <p14:tracePt t="98206" x="9488488" y="3776663"/>
          <p14:tracePt t="98214" x="9378950" y="3763963"/>
          <p14:tracePt t="98222" x="9305925" y="3763963"/>
          <p14:tracePt t="98231" x="9207500" y="3763963"/>
          <p14:tracePt t="98239" x="9123363" y="3763963"/>
          <p14:tracePt t="98247" x="8951913" y="3751263"/>
          <p14:tracePt t="98256" x="8842375" y="3751263"/>
          <p14:tracePt t="98264" x="8732838" y="3751263"/>
          <p14:tracePt t="98273" x="8683625" y="3751263"/>
          <p14:tracePt t="98273" x="8647113" y="3751263"/>
          <p14:tracePt t="98274" x="8610600" y="3751263"/>
          <p14:tracePt t="98281" x="8574088" y="3751263"/>
          <p14:tracePt t="98289" x="8537575" y="3751263"/>
          <p14:tracePt t="98297" x="8513763" y="3751263"/>
          <p14:tracePt t="98306" x="8489950" y="3751263"/>
          <p14:tracePt t="98361" x="8477250" y="3751263"/>
          <p14:tracePt t="98373" x="8464550" y="3751263"/>
          <p14:tracePt t="98374" x="8453438" y="3751263"/>
          <p14:tracePt t="98383" x="8440738" y="3751263"/>
          <p14:tracePt t="98393" x="8416925" y="3751263"/>
          <p14:tracePt t="98401" x="8404225" y="3751263"/>
          <p14:tracePt t="98406" x="8391525" y="3751263"/>
          <p14:tracePt t="98414" x="8367713" y="3751263"/>
          <p14:tracePt t="98422" x="8343900" y="3751263"/>
          <p14:tracePt t="98430" x="8307388" y="3763963"/>
          <p14:tracePt t="98439" x="8270875" y="3763963"/>
          <p14:tracePt t="98447" x="8258175" y="3763963"/>
          <p14:tracePt t="98456" x="8245475" y="3763963"/>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E04-3F8A-9D68-7FF9-9D000229C5E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645C4B4-1DF9-C604-1D49-209974BA5EDE}"/>
              </a:ext>
            </a:extLst>
          </p:cNvPr>
          <p:cNvSpPr txBox="1"/>
          <p:nvPr/>
        </p:nvSpPr>
        <p:spPr>
          <a:xfrm>
            <a:off x="348771" y="818748"/>
            <a:ext cx="59301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Selected Model Fusion Approach</a:t>
            </a:r>
          </a:p>
        </p:txBody>
      </p:sp>
      <p:grpSp>
        <p:nvGrpSpPr>
          <p:cNvPr id="19" name="组合 18">
            <a:extLst>
              <a:ext uri="{FF2B5EF4-FFF2-40B4-BE49-F238E27FC236}">
                <a16:creationId xmlns:a16="http://schemas.microsoft.com/office/drawing/2014/main" id="{F89FD092-BC4D-FEE2-3590-924565B2B5C7}"/>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66B6FBB-ADEB-EC18-CB30-3A7B5F08EAE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AABB3AE-8B7B-7020-333B-3C3895071D8D}"/>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5BA51656-1481-1F77-2418-68D23F3B7023}"/>
              </a:ext>
            </a:extLst>
          </p:cNvPr>
          <p:cNvSpPr txBox="1"/>
          <p:nvPr/>
        </p:nvSpPr>
        <p:spPr>
          <a:xfrm>
            <a:off x="1176654" y="295910"/>
            <a:ext cx="3418519"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2. Study Design</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27" name="AutoShape 4">
            <a:extLst>
              <a:ext uri="{FF2B5EF4-FFF2-40B4-BE49-F238E27FC236}">
                <a16:creationId xmlns:a16="http://schemas.microsoft.com/office/drawing/2014/main" id="{E73697D0-A595-DDAD-13CF-FC796C2543FC}"/>
              </a:ext>
            </a:extLst>
          </p:cNvPr>
          <p:cNvSpPr/>
          <p:nvPr/>
        </p:nvSpPr>
        <p:spPr>
          <a:xfrm>
            <a:off x="6356011" y="1331667"/>
            <a:ext cx="525960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39" name="Rectangle 1">
            <a:extLst>
              <a:ext uri="{FF2B5EF4-FFF2-40B4-BE49-F238E27FC236}">
                <a16:creationId xmlns:a16="http://schemas.microsoft.com/office/drawing/2014/main" id="{E8755ADD-5D72-001E-C6AC-A40999BD62F3}"/>
              </a:ext>
            </a:extLst>
          </p:cNvPr>
          <p:cNvSpPr>
            <a:spLocks noChangeArrowheads="1"/>
          </p:cNvSpPr>
          <p:nvPr/>
        </p:nvSpPr>
        <p:spPr bwMode="auto">
          <a:xfrm>
            <a:off x="7658391" y="1341530"/>
            <a:ext cx="27345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Times New Roman" panose="02020603050405020304" pitchFamily="18" charset="0"/>
              </a:rPr>
              <a:t>TALL-Masks [4]</a:t>
            </a:r>
            <a:endPar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AutoShape 7">
            <a:extLst>
              <a:ext uri="{FF2B5EF4-FFF2-40B4-BE49-F238E27FC236}">
                <a16:creationId xmlns:a16="http://schemas.microsoft.com/office/drawing/2014/main" id="{5CFFB72D-0D5B-EFB7-537E-591B5D0C6BFE}"/>
              </a:ext>
            </a:extLst>
          </p:cNvPr>
          <p:cNvSpPr/>
          <p:nvPr/>
        </p:nvSpPr>
        <p:spPr>
          <a:xfrm>
            <a:off x="6465811"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29" name="文本框 28">
            <a:extLst>
              <a:ext uri="{FF2B5EF4-FFF2-40B4-BE49-F238E27FC236}">
                <a16:creationId xmlns:a16="http://schemas.microsoft.com/office/drawing/2014/main" id="{E636A2AC-E22A-A060-85AC-58C378FDE367}"/>
              </a:ext>
            </a:extLst>
          </p:cNvPr>
          <p:cNvSpPr txBox="1"/>
          <p:nvPr/>
        </p:nvSpPr>
        <p:spPr>
          <a:xfrm>
            <a:off x="143967" y="5956475"/>
            <a:ext cx="12269825" cy="523220"/>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[3] </a:t>
            </a:r>
            <a:r>
              <a:rPr lang="en-US" altLang="zh-CN" sz="1400" dirty="0" err="1">
                <a:latin typeface="Times New Roman" panose="02020603050405020304" pitchFamily="18" charset="0"/>
                <a:cs typeface="Times New Roman" panose="02020603050405020304" pitchFamily="18" charset="0"/>
              </a:rPr>
              <a:t>Enneng</a:t>
            </a:r>
            <a:r>
              <a:rPr lang="en-US" altLang="zh-CN" sz="1400" dirty="0">
                <a:latin typeface="Times New Roman" panose="02020603050405020304" pitchFamily="18" charset="0"/>
                <a:cs typeface="Times New Roman" panose="02020603050405020304" pitchFamily="18" charset="0"/>
              </a:rPr>
              <a:t> Yang et al. 2023. </a:t>
            </a:r>
            <a:r>
              <a:rPr lang="en-US" altLang="zh-CN" sz="1400" dirty="0" err="1">
                <a:latin typeface="Times New Roman" panose="02020603050405020304" pitchFamily="18" charset="0"/>
                <a:cs typeface="Times New Roman" panose="02020603050405020304" pitchFamily="18" charset="0"/>
              </a:rPr>
              <a:t>Adamerging</a:t>
            </a:r>
            <a:r>
              <a:rPr lang="en-US" altLang="zh-CN" sz="1400" dirty="0">
                <a:latin typeface="Times New Roman" panose="02020603050405020304" pitchFamily="18" charset="0"/>
                <a:cs typeface="Times New Roman" panose="02020603050405020304" pitchFamily="18" charset="0"/>
              </a:rPr>
              <a:t>: Adaptive model merging for multi-task learning. </a:t>
            </a:r>
            <a:r>
              <a:rPr lang="en-US" altLang="zh-CN" sz="1400" dirty="0" err="1">
                <a:latin typeface="Times New Roman" panose="02020603050405020304" pitchFamily="18" charset="0"/>
                <a:cs typeface="Times New Roman" panose="02020603050405020304" pitchFamily="18" charset="0"/>
              </a:rPr>
              <a:t>arXiv</a:t>
            </a:r>
            <a:r>
              <a:rPr lang="en-US" altLang="zh-CN" sz="1400" dirty="0">
                <a:latin typeface="Times New Roman" panose="02020603050405020304" pitchFamily="18" charset="0"/>
                <a:cs typeface="Times New Roman" panose="02020603050405020304" pitchFamily="18" charset="0"/>
              </a:rPr>
              <a:t> preprint arXiv:2310.02575 (2023).</a:t>
            </a:r>
          </a:p>
          <a:p>
            <a:r>
              <a:rPr lang="en-US" altLang="zh-CN" sz="1400" dirty="0">
                <a:latin typeface="Times New Roman" panose="02020603050405020304" pitchFamily="18" charset="0"/>
                <a:cs typeface="Times New Roman" panose="02020603050405020304" pitchFamily="18" charset="0"/>
              </a:rPr>
              <a:t>[4] Ke Wang et al. Localizing task information for improved model merging and compression. </a:t>
            </a:r>
            <a:r>
              <a:rPr lang="en-US" altLang="zh-CN" sz="1400" dirty="0" err="1">
                <a:latin typeface="Times New Roman" panose="02020603050405020304" pitchFamily="18" charset="0"/>
                <a:cs typeface="Times New Roman" panose="02020603050405020304" pitchFamily="18" charset="0"/>
              </a:rPr>
              <a:t>arXiv</a:t>
            </a:r>
            <a:r>
              <a:rPr lang="en-US" altLang="zh-CN" sz="1400" dirty="0">
                <a:latin typeface="Times New Roman" panose="02020603050405020304" pitchFamily="18" charset="0"/>
                <a:cs typeface="Times New Roman" panose="02020603050405020304" pitchFamily="18" charset="0"/>
              </a:rPr>
              <a:t> preprint arXiv:2405.07813 (2024).</a:t>
            </a:r>
          </a:p>
        </p:txBody>
      </p:sp>
      <p:grpSp>
        <p:nvGrpSpPr>
          <p:cNvPr id="56" name="组合 55">
            <a:extLst>
              <a:ext uri="{FF2B5EF4-FFF2-40B4-BE49-F238E27FC236}">
                <a16:creationId xmlns:a16="http://schemas.microsoft.com/office/drawing/2014/main" id="{2B07B89E-EA8E-2F61-D288-6C9823ACFD83}"/>
              </a:ext>
            </a:extLst>
          </p:cNvPr>
          <p:cNvGrpSpPr/>
          <p:nvPr/>
        </p:nvGrpSpPr>
        <p:grpSpPr>
          <a:xfrm>
            <a:off x="628758" y="1331667"/>
            <a:ext cx="5257980" cy="4443995"/>
            <a:chOff x="649078" y="1331667"/>
            <a:chExt cx="5257980" cy="4443995"/>
          </a:xfrm>
        </p:grpSpPr>
        <p:sp>
          <p:nvSpPr>
            <p:cNvPr id="24" name="AutoShape 4">
              <a:extLst>
                <a:ext uri="{FF2B5EF4-FFF2-40B4-BE49-F238E27FC236}">
                  <a16:creationId xmlns:a16="http://schemas.microsoft.com/office/drawing/2014/main" id="{14315FD5-BB63-3E3A-D351-5404E740FF57}"/>
                </a:ext>
              </a:extLst>
            </p:cNvPr>
            <p:cNvSpPr/>
            <p:nvPr/>
          </p:nvSpPr>
          <p:spPr>
            <a:xfrm>
              <a:off x="649078" y="1331667"/>
              <a:ext cx="525798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23" name="Rectangle 1">
              <a:extLst>
                <a:ext uri="{FF2B5EF4-FFF2-40B4-BE49-F238E27FC236}">
                  <a16:creationId xmlns:a16="http://schemas.microsoft.com/office/drawing/2014/main" id="{0AE21763-E07D-B0D6-EECC-0C1361F8B89C}"/>
                </a:ext>
              </a:extLst>
            </p:cNvPr>
            <p:cNvSpPr>
              <a:spLocks noChangeArrowheads="1"/>
            </p:cNvSpPr>
            <p:nvPr/>
          </p:nvSpPr>
          <p:spPr bwMode="auto">
            <a:xfrm>
              <a:off x="716853" y="1341530"/>
              <a:ext cx="51224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Times New Roman" panose="02020603050405020304" pitchFamily="18" charset="0"/>
                </a:rPr>
                <a:t>Learnable Fusion Coefficients[3]</a:t>
              </a:r>
              <a:endPar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AutoShape 7">
              <a:extLst>
                <a:ext uri="{FF2B5EF4-FFF2-40B4-BE49-F238E27FC236}">
                  <a16:creationId xmlns:a16="http://schemas.microsoft.com/office/drawing/2014/main" id="{087259FF-F4A2-8EE4-2158-9EA1164751F9}"/>
                </a:ext>
              </a:extLst>
            </p:cNvPr>
            <p:cNvSpPr/>
            <p:nvPr/>
          </p:nvSpPr>
          <p:spPr>
            <a:xfrm>
              <a:off x="758068"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42" name="组合 41">
              <a:extLst>
                <a:ext uri="{FF2B5EF4-FFF2-40B4-BE49-F238E27FC236}">
                  <a16:creationId xmlns:a16="http://schemas.microsoft.com/office/drawing/2014/main" id="{0C0C6FD2-B52F-2A6F-84CD-75F953FBCD28}"/>
                </a:ext>
              </a:extLst>
            </p:cNvPr>
            <p:cNvGrpSpPr/>
            <p:nvPr/>
          </p:nvGrpSpPr>
          <p:grpSpPr>
            <a:xfrm>
              <a:off x="1926706" y="1906290"/>
              <a:ext cx="2702724" cy="1876733"/>
              <a:chOff x="775582" y="4321392"/>
              <a:chExt cx="1651569" cy="1142034"/>
            </a:xfrm>
          </p:grpSpPr>
          <p:cxnSp>
            <p:nvCxnSpPr>
              <p:cNvPr id="43" name="直接箭头连接符 42">
                <a:extLst>
                  <a:ext uri="{FF2B5EF4-FFF2-40B4-BE49-F238E27FC236}">
                    <a16:creationId xmlns:a16="http://schemas.microsoft.com/office/drawing/2014/main" id="{A31A3206-FF7B-151D-C445-2C9AB28930BF}"/>
                  </a:ext>
                </a:extLst>
              </p:cNvPr>
              <p:cNvCxnSpPr>
                <a:cxnSpLocks/>
              </p:cNvCxnSpPr>
              <p:nvPr/>
            </p:nvCxnSpPr>
            <p:spPr>
              <a:xfrm flipV="1">
                <a:off x="1165739" y="4321392"/>
                <a:ext cx="643534" cy="846601"/>
              </a:xfrm>
              <a:prstGeom prst="straightConnector1">
                <a:avLst/>
              </a:prstGeom>
              <a:ln w="38100">
                <a:solidFill>
                  <a:srgbClr val="00B0F0">
                    <a:alpha val="50196"/>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C8144DE7-6897-E97C-AE56-EB8F07F8FF69}"/>
                  </a:ext>
                </a:extLst>
              </p:cNvPr>
              <p:cNvCxnSpPr>
                <a:cxnSpLocks/>
              </p:cNvCxnSpPr>
              <p:nvPr/>
            </p:nvCxnSpPr>
            <p:spPr>
              <a:xfrm>
                <a:off x="1165739" y="5167993"/>
                <a:ext cx="1094596" cy="179267"/>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BB3CE67-DABC-911A-135A-46E6D3B2B823}"/>
                      </a:ext>
                    </a:extLst>
                  </p:cNvPr>
                  <p:cNvSpPr txBox="1"/>
                  <p:nvPr/>
                </p:nvSpPr>
                <p:spPr>
                  <a:xfrm>
                    <a:off x="1136480" y="5257627"/>
                    <a:ext cx="82339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𝛼</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45" name="文本框 44">
                    <a:extLst>
                      <a:ext uri="{FF2B5EF4-FFF2-40B4-BE49-F238E27FC236}">
                        <a16:creationId xmlns:a16="http://schemas.microsoft.com/office/drawing/2014/main" id="{CBB3CE67-DABC-911A-135A-46E6D3B2B823}"/>
                      </a:ext>
                    </a:extLst>
                  </p:cNvPr>
                  <p:cNvSpPr txBox="1">
                    <a:spLocks noRot="1" noChangeAspect="1" noMove="1" noResize="1" noEditPoints="1" noAdjustHandles="1" noChangeArrowheads="1" noChangeShapeType="1" noTextEdit="1"/>
                  </p:cNvSpPr>
                  <p:nvPr/>
                </p:nvSpPr>
                <p:spPr>
                  <a:xfrm>
                    <a:off x="1136480" y="5257627"/>
                    <a:ext cx="823390" cy="205799"/>
                  </a:xfrm>
                  <a:prstGeom prst="rect">
                    <a:avLst/>
                  </a:prstGeom>
                  <a:blipFill>
                    <a:blip r:embed="rId5"/>
                    <a:stretch>
                      <a:fillRect b="-8929"/>
                    </a:stretch>
                  </a:blipFill>
                </p:spPr>
                <p:txBody>
                  <a:bodyPr/>
                  <a:lstStyle/>
                  <a:p>
                    <a:r>
                      <a:rPr lang="zh-CN" altLang="en-US">
                        <a:noFill/>
                      </a:rPr>
                      <a:t> </a:t>
                    </a:r>
                  </a:p>
                </p:txBody>
              </p:sp>
            </mc:Fallback>
          </mc:AlternateContent>
          <p:sp>
            <p:nvSpPr>
              <p:cNvPr id="46" name="椭圆 45">
                <a:extLst>
                  <a:ext uri="{FF2B5EF4-FFF2-40B4-BE49-F238E27FC236}">
                    <a16:creationId xmlns:a16="http://schemas.microsoft.com/office/drawing/2014/main" id="{B848737D-BB3C-6FB5-6D4A-E5C95C916749}"/>
                  </a:ext>
                </a:extLst>
              </p:cNvPr>
              <p:cNvSpPr/>
              <p:nvPr/>
            </p:nvSpPr>
            <p:spPr>
              <a:xfrm rot="1274678">
                <a:off x="907239" y="5087458"/>
                <a:ext cx="270000" cy="269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A2BFF05-704A-00C3-EAB3-69DE8438BB7E}"/>
                      </a:ext>
                    </a:extLst>
                  </p:cNvPr>
                  <p:cNvSpPr txBox="1"/>
                  <p:nvPr/>
                </p:nvSpPr>
                <p:spPr>
                  <a:xfrm>
                    <a:off x="775582" y="4624983"/>
                    <a:ext cx="70174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i="1" smtClean="0">
                                  <a:latin typeface="Cambria Math" panose="02040503050406030204" pitchFamily="18" charset="0"/>
                                </a:rPr>
                                <m:t>𝛼</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47" name="文本框 46">
                    <a:extLst>
                      <a:ext uri="{FF2B5EF4-FFF2-40B4-BE49-F238E27FC236}">
                        <a16:creationId xmlns:a16="http://schemas.microsoft.com/office/drawing/2014/main" id="{DA2BFF05-704A-00C3-EAB3-69DE8438BB7E}"/>
                      </a:ext>
                    </a:extLst>
                  </p:cNvPr>
                  <p:cNvSpPr txBox="1">
                    <a:spLocks noRot="1" noChangeAspect="1" noMove="1" noResize="1" noEditPoints="1" noAdjustHandles="1" noChangeArrowheads="1" noChangeShapeType="1" noTextEdit="1"/>
                  </p:cNvSpPr>
                  <p:nvPr/>
                </p:nvSpPr>
                <p:spPr>
                  <a:xfrm>
                    <a:off x="775582" y="4624983"/>
                    <a:ext cx="701740" cy="205799"/>
                  </a:xfrm>
                  <a:prstGeom prst="rect">
                    <a:avLst/>
                  </a:prstGeom>
                  <a:blipFill>
                    <a:blip r:embed="rId6"/>
                    <a:stretch>
                      <a:fillRect r="-1064" b="-10909"/>
                    </a:stretch>
                  </a:blipFill>
                </p:spPr>
                <p:txBody>
                  <a:bodyPr/>
                  <a:lstStyle/>
                  <a:p>
                    <a:r>
                      <a:rPr lang="zh-CN" altLang="en-US">
                        <a:noFill/>
                      </a:rPr>
                      <a:t> </a:t>
                    </a:r>
                  </a:p>
                </p:txBody>
              </p:sp>
            </mc:Fallback>
          </mc:AlternateContent>
          <p:cxnSp>
            <p:nvCxnSpPr>
              <p:cNvPr id="48" name="直接箭头连接符 47">
                <a:extLst>
                  <a:ext uri="{FF2B5EF4-FFF2-40B4-BE49-F238E27FC236}">
                    <a16:creationId xmlns:a16="http://schemas.microsoft.com/office/drawing/2014/main" id="{E5BD7993-DDD4-328E-6928-F583C0EFE28F}"/>
                  </a:ext>
                </a:extLst>
              </p:cNvPr>
              <p:cNvCxnSpPr>
                <a:cxnSpLocks/>
                <a:stCxn id="46" idx="7"/>
              </p:cNvCxnSpPr>
              <p:nvPr/>
            </p:nvCxnSpPr>
            <p:spPr>
              <a:xfrm flipV="1">
                <a:off x="1165739" y="4787927"/>
                <a:ext cx="1176676" cy="380066"/>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a:extLst>
                  <a:ext uri="{FF2B5EF4-FFF2-40B4-BE49-F238E27FC236}">
                    <a16:creationId xmlns:a16="http://schemas.microsoft.com/office/drawing/2014/main" id="{D5C23CA9-7F2B-AC12-E37C-9F69A91F30EE}"/>
                  </a:ext>
                </a:extLst>
              </p:cNvPr>
              <p:cNvCxnSpPr>
                <a:cxnSpLocks/>
                <a:stCxn id="46" idx="7"/>
              </p:cNvCxnSpPr>
              <p:nvPr/>
            </p:nvCxnSpPr>
            <p:spPr>
              <a:xfrm flipV="1">
                <a:off x="1165739" y="4632054"/>
                <a:ext cx="407765" cy="535939"/>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7223EC08-D8E1-3C4C-491F-7D07130DFCE6}"/>
                  </a:ext>
                </a:extLst>
              </p:cNvPr>
              <p:cNvCxnSpPr>
                <a:cxnSpLocks/>
                <a:stCxn id="46" idx="7"/>
              </p:cNvCxnSpPr>
              <p:nvPr/>
            </p:nvCxnSpPr>
            <p:spPr>
              <a:xfrm>
                <a:off x="1165739" y="5167993"/>
                <a:ext cx="853647" cy="145705"/>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cxnSp>
            <p:nvCxnSpPr>
              <p:cNvPr id="51" name="直接箭头连接符 50">
                <a:extLst>
                  <a:ext uri="{FF2B5EF4-FFF2-40B4-BE49-F238E27FC236}">
                    <a16:creationId xmlns:a16="http://schemas.microsoft.com/office/drawing/2014/main" id="{107EFB2F-1FE3-2C7D-7984-F35BF8A5AB36}"/>
                  </a:ext>
                </a:extLst>
              </p:cNvPr>
              <p:cNvCxnSpPr>
                <a:cxnSpLocks/>
              </p:cNvCxnSpPr>
              <p:nvPr/>
            </p:nvCxnSpPr>
            <p:spPr>
              <a:xfrm>
                <a:off x="1552571" y="4620717"/>
                <a:ext cx="853647" cy="145705"/>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52" name="直接箭头连接符 51">
                <a:extLst>
                  <a:ext uri="{FF2B5EF4-FFF2-40B4-BE49-F238E27FC236}">
                    <a16:creationId xmlns:a16="http://schemas.microsoft.com/office/drawing/2014/main" id="{E84249AB-EC23-C730-4FAE-5C7882285CF6}"/>
                  </a:ext>
                </a:extLst>
              </p:cNvPr>
              <p:cNvCxnSpPr>
                <a:cxnSpLocks/>
              </p:cNvCxnSpPr>
              <p:nvPr/>
            </p:nvCxnSpPr>
            <p:spPr>
              <a:xfrm flipV="1">
                <a:off x="2019386" y="4766422"/>
                <a:ext cx="407765" cy="535939"/>
              </a:xfrm>
              <a:prstGeom prst="straightConnector1">
                <a:avLst/>
              </a:prstGeom>
              <a:ln w="38100">
                <a:solidFill>
                  <a:srgbClr val="00B0F0">
                    <a:alpha val="40000"/>
                  </a:srgbClr>
                </a:solidFill>
                <a:prstDash val="dash"/>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2483BE0A-1627-C2EA-0934-36386D039491}"/>
                    </a:ext>
                  </a:extLst>
                </p:cNvPr>
                <p:cNvSpPr txBox="1"/>
                <p:nvPr/>
              </p:nvSpPr>
              <p:spPr>
                <a:xfrm>
                  <a:off x="1236055" y="3715150"/>
                  <a:ext cx="3992833" cy="87145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𝑁</m:t>
                            </m:r>
                          </m:sup>
                          <m:e>
                            <m:sSub>
                              <m:sSubPr>
                                <m:ctrlPr>
                                  <a:rPr lang="en-US" altLang="zh-CN" b="0" i="1" smtClean="0">
                                    <a:latin typeface="Cambria Math" panose="02040503050406030204" pitchFamily="18" charset="0"/>
                                  </a:rPr>
                                </m:ctrlPr>
                              </m:sSub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𝛼</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m:t>
                                </m:r>
                              </m:sub>
                            </m:sSub>
                          </m:e>
                        </m:nary>
                        <m:r>
                          <a:rPr lang="en-US" altLang="zh-CN" b="0" i="1" smtClean="0">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𝐵</m:t>
                            </m:r>
                          </m:e>
                        </m:acc>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=0</m:t>
                            </m:r>
                          </m:sub>
                          <m:sup>
                            <m:r>
                              <a:rPr lang="en-US" altLang="zh-CN" i="1">
                                <a:latin typeface="Cambria Math" panose="02040503050406030204" pitchFamily="18" charset="0"/>
                              </a:rPr>
                              <m:t>𝑁</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𝛽</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i="1">
                                    <a:latin typeface="Cambria Math" panose="02040503050406030204" pitchFamily="18" charset="0"/>
                                  </a:rPr>
                                  <m:t>𝑖</m:t>
                                </m:r>
                              </m:sub>
                            </m:sSub>
                          </m:e>
                        </m:nary>
                      </m:oMath>
                    </m:oMathPara>
                  </a14:m>
                  <a:endParaRPr lang="zh-CN" altLang="en-US" dirty="0"/>
                </a:p>
              </p:txBody>
            </p:sp>
          </mc:Choice>
          <mc:Fallback xmlns="">
            <p:sp>
              <p:nvSpPr>
                <p:cNvPr id="53" name="文本框 52">
                  <a:extLst>
                    <a:ext uri="{FF2B5EF4-FFF2-40B4-BE49-F238E27FC236}">
                      <a16:creationId xmlns:a16="http://schemas.microsoft.com/office/drawing/2014/main" id="{2483BE0A-1627-C2EA-0934-36386D039491}"/>
                    </a:ext>
                  </a:extLst>
                </p:cNvPr>
                <p:cNvSpPr txBox="1">
                  <a:spLocks noRot="1" noChangeAspect="1" noMove="1" noResize="1" noEditPoints="1" noAdjustHandles="1" noChangeArrowheads="1" noChangeShapeType="1" noTextEdit="1"/>
                </p:cNvSpPr>
                <p:nvPr/>
              </p:nvSpPr>
              <p:spPr>
                <a:xfrm>
                  <a:off x="1236055" y="3715150"/>
                  <a:ext cx="3992833" cy="871457"/>
                </a:xfrm>
                <a:prstGeom prst="rect">
                  <a:avLst/>
                </a:prstGeom>
                <a:blipFill>
                  <a:blip r:embed="rId7"/>
                  <a:stretch>
                    <a:fillRect/>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AE058485-A206-ACAE-31C3-76109B5B5FDF}"/>
                </a:ext>
              </a:extLst>
            </p:cNvPr>
            <p:cNvSpPr txBox="1"/>
            <p:nvPr/>
          </p:nvSpPr>
          <p:spPr>
            <a:xfrm>
              <a:off x="940373" y="4598236"/>
              <a:ext cx="4857695" cy="1077218"/>
            </a:xfrm>
            <a:prstGeom prst="rect">
              <a:avLst/>
            </a:prstGeom>
            <a:noFill/>
          </p:spPr>
          <p:txBody>
            <a:bodyPr wrap="square">
              <a:spAutoFit/>
            </a:bodyPr>
            <a:lstStyle/>
            <a:p>
              <a:pPr marL="285750" lvl="0" indent="-285750" eaLnBrk="0" fontAlgn="base" hangingPunct="0">
                <a:spcBef>
                  <a:spcPct val="0"/>
                </a:spcBef>
                <a:spcAft>
                  <a:spcPct val="0"/>
                </a:spcAft>
                <a:buFont typeface="Wingdings" panose="05000000000000000000" pitchFamily="2" charset="2"/>
                <a:buChar char="Ø"/>
              </a:pPr>
              <a:r>
                <a:rPr lang="zh-CN" altLang="zh-CN" sz="1600" dirty="0">
                  <a:latin typeface="微软雅黑" panose="020B0503020204020204" pitchFamily="34" charset="-122"/>
                  <a:ea typeface="微软雅黑" panose="020B0503020204020204" pitchFamily="34" charset="-122"/>
                </a:rPr>
                <a:t>Assign task-specific </a:t>
              </a:r>
              <a:r>
                <a:rPr lang="zh-CN" altLang="zh-CN" sz="1600" b="1" dirty="0">
                  <a:solidFill>
                    <a:srgbClr val="FF0000"/>
                  </a:solidFill>
                  <a:latin typeface="微软雅黑" panose="020B0503020204020204" pitchFamily="34" charset="-122"/>
                  <a:ea typeface="微软雅黑" panose="020B0503020204020204" pitchFamily="34" charset="-122"/>
                </a:rPr>
                <a:t>fusion coefficients to different task vectors</a:t>
              </a:r>
              <a:r>
                <a:rPr lang="zh-CN" altLang="zh-CN" sz="1600" dirty="0">
                  <a:latin typeface="微软雅黑" panose="020B0503020204020204" pitchFamily="34" charset="-122"/>
                  <a:ea typeface="微软雅黑" panose="020B0503020204020204" pitchFamily="34" charset="-122"/>
                </a:rPr>
                <a:t>. </a:t>
              </a:r>
            </a:p>
            <a:p>
              <a:pPr marL="285750" lvl="0" indent="-285750" eaLnBrk="0" fontAlgn="base" hangingPunct="0">
                <a:spcBef>
                  <a:spcPct val="0"/>
                </a:spcBef>
                <a:spcAft>
                  <a:spcPct val="0"/>
                </a:spcAft>
                <a:buFont typeface="Wingdings" panose="05000000000000000000" pitchFamily="2" charset="2"/>
                <a:buChar char="Ø"/>
              </a:pPr>
              <a:r>
                <a:rPr lang="zh-CN" altLang="zh-CN" sz="1600" dirty="0">
                  <a:latin typeface="微软雅黑" panose="020B0503020204020204" pitchFamily="34" charset="-122"/>
                  <a:ea typeface="微软雅黑" panose="020B0503020204020204" pitchFamily="34" charset="-122"/>
                </a:rPr>
                <a:t>Optimize the fusion coefficients through </a:t>
              </a:r>
              <a:r>
                <a:rPr lang="zh-CN" altLang="zh-CN" sz="1600" b="1" dirty="0">
                  <a:solidFill>
                    <a:srgbClr val="FF0000"/>
                  </a:solidFill>
                  <a:latin typeface="微软雅黑" panose="020B0503020204020204" pitchFamily="34" charset="-122"/>
                  <a:ea typeface="微软雅黑" panose="020B0503020204020204" pitchFamily="34" charset="-122"/>
                </a:rPr>
                <a:t>gradient descent</a:t>
              </a:r>
              <a:r>
                <a:rPr lang="zh-CN" altLang="zh-CN" sz="1600" dirty="0">
                  <a:latin typeface="微软雅黑" panose="020B0503020204020204" pitchFamily="34" charset="-122"/>
                  <a:ea typeface="微软雅黑" panose="020B0503020204020204" pitchFamily="34" charset="-122"/>
                </a:rPr>
                <a:t>. </a:t>
              </a:r>
            </a:p>
          </p:txBody>
        </p:sp>
      </p:grpSp>
      <p:grpSp>
        <p:nvGrpSpPr>
          <p:cNvPr id="58" name="组合 57">
            <a:extLst>
              <a:ext uri="{FF2B5EF4-FFF2-40B4-BE49-F238E27FC236}">
                <a16:creationId xmlns:a16="http://schemas.microsoft.com/office/drawing/2014/main" id="{484597C3-AF4B-0BF1-B14F-05AE660DD01F}"/>
              </a:ext>
            </a:extLst>
          </p:cNvPr>
          <p:cNvGrpSpPr/>
          <p:nvPr/>
        </p:nvGrpSpPr>
        <p:grpSpPr>
          <a:xfrm>
            <a:off x="7111386" y="2385821"/>
            <a:ext cx="3632400" cy="804422"/>
            <a:chOff x="9365007" y="2308500"/>
            <a:chExt cx="2378951" cy="913994"/>
          </a:xfrm>
        </p:grpSpPr>
        <p:grpSp>
          <p:nvGrpSpPr>
            <p:cNvPr id="60" name="组合 59">
              <a:extLst>
                <a:ext uri="{FF2B5EF4-FFF2-40B4-BE49-F238E27FC236}">
                  <a16:creationId xmlns:a16="http://schemas.microsoft.com/office/drawing/2014/main" id="{D2E4ECEA-1E5B-0001-52A5-ABA0DFB88326}"/>
                </a:ext>
              </a:extLst>
            </p:cNvPr>
            <p:cNvGrpSpPr/>
            <p:nvPr/>
          </p:nvGrpSpPr>
          <p:grpSpPr>
            <a:xfrm>
              <a:off x="10487617" y="2520371"/>
              <a:ext cx="1093218" cy="515038"/>
              <a:chOff x="5919300" y="5484499"/>
              <a:chExt cx="945453" cy="299600"/>
            </a:xfrm>
          </p:grpSpPr>
          <p:cxnSp>
            <p:nvCxnSpPr>
              <p:cNvPr id="92" name="直接箭头连接符 91">
                <a:extLst>
                  <a:ext uri="{FF2B5EF4-FFF2-40B4-BE49-F238E27FC236}">
                    <a16:creationId xmlns:a16="http://schemas.microsoft.com/office/drawing/2014/main" id="{29A934C1-EE1C-7BBF-D4F2-8D0E40B072BC}"/>
                  </a:ext>
                </a:extLst>
              </p:cNvPr>
              <p:cNvCxnSpPr>
                <a:cxnSpLocks/>
              </p:cNvCxnSpPr>
              <p:nvPr/>
            </p:nvCxnSpPr>
            <p:spPr>
              <a:xfrm flipV="1">
                <a:off x="6864753" y="5484499"/>
                <a:ext cx="0" cy="2996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93" name="直接箭头连接符 92">
                <a:extLst>
                  <a:ext uri="{FF2B5EF4-FFF2-40B4-BE49-F238E27FC236}">
                    <a16:creationId xmlns:a16="http://schemas.microsoft.com/office/drawing/2014/main" id="{A78BD86B-D163-2328-5EE9-6D9D4A08025B}"/>
                  </a:ext>
                </a:extLst>
              </p:cNvPr>
              <p:cNvCxnSpPr>
                <a:cxnSpLocks/>
              </p:cNvCxnSpPr>
              <p:nvPr/>
            </p:nvCxnSpPr>
            <p:spPr>
              <a:xfrm flipV="1">
                <a:off x="5919300" y="5484499"/>
                <a:ext cx="0" cy="29960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94" name="直接箭头连接符 93">
                <a:extLst>
                  <a:ext uri="{FF2B5EF4-FFF2-40B4-BE49-F238E27FC236}">
                    <a16:creationId xmlns:a16="http://schemas.microsoft.com/office/drawing/2014/main" id="{F6266E49-5192-D418-AC7A-9A1822D4555C}"/>
                  </a:ext>
                </a:extLst>
              </p:cNvPr>
              <p:cNvCxnSpPr>
                <a:cxnSpLocks/>
              </p:cNvCxnSpPr>
              <p:nvPr/>
            </p:nvCxnSpPr>
            <p:spPr>
              <a:xfrm flipV="1">
                <a:off x="6743998" y="5484499"/>
                <a:ext cx="0" cy="299599"/>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nvGrpSpPr>
            <p:cNvPr id="79" name="组合 78">
              <a:extLst>
                <a:ext uri="{FF2B5EF4-FFF2-40B4-BE49-F238E27FC236}">
                  <a16:creationId xmlns:a16="http://schemas.microsoft.com/office/drawing/2014/main" id="{7F69C1B4-4DA0-5207-FECB-04B03007C125}"/>
                </a:ext>
              </a:extLst>
            </p:cNvPr>
            <p:cNvGrpSpPr/>
            <p:nvPr/>
          </p:nvGrpSpPr>
          <p:grpSpPr>
            <a:xfrm>
              <a:off x="9673735" y="2308500"/>
              <a:ext cx="304512" cy="726908"/>
              <a:chOff x="5223047" y="5361252"/>
              <a:chExt cx="263353" cy="422846"/>
            </a:xfrm>
          </p:grpSpPr>
          <p:cxnSp>
            <p:nvCxnSpPr>
              <p:cNvPr id="89" name="直接箭头连接符 88">
                <a:extLst>
                  <a:ext uri="{FF2B5EF4-FFF2-40B4-BE49-F238E27FC236}">
                    <a16:creationId xmlns:a16="http://schemas.microsoft.com/office/drawing/2014/main" id="{81D73CE3-A2A0-E625-5F1E-C9AE0A92039A}"/>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90" name="直接箭头连接符 89">
                <a:extLst>
                  <a:ext uri="{FF2B5EF4-FFF2-40B4-BE49-F238E27FC236}">
                    <a16:creationId xmlns:a16="http://schemas.microsoft.com/office/drawing/2014/main" id="{CB69545F-1269-D54A-1971-306F76D445EE}"/>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91" name="直接箭头连接符 90">
                <a:extLst>
                  <a:ext uri="{FF2B5EF4-FFF2-40B4-BE49-F238E27FC236}">
                    <a16:creationId xmlns:a16="http://schemas.microsoft.com/office/drawing/2014/main" id="{EC9AD754-713E-C850-A106-C6A367BDBFA1}"/>
                  </a:ext>
                </a:extLst>
              </p:cNvPr>
              <p:cNvCxnSpPr>
                <a:cxnSpLocks/>
              </p:cNvCxnSpPr>
              <p:nvPr/>
            </p:nvCxnSpPr>
            <p:spPr>
              <a:xfrm flipV="1">
                <a:off x="5486400" y="5377580"/>
                <a:ext cx="0" cy="4065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80" name="组合 79">
              <a:extLst>
                <a:ext uri="{FF2B5EF4-FFF2-40B4-BE49-F238E27FC236}">
                  <a16:creationId xmlns:a16="http://schemas.microsoft.com/office/drawing/2014/main" id="{BFB208C9-66C2-B919-BC4A-649939391C3F}"/>
                </a:ext>
              </a:extLst>
            </p:cNvPr>
            <p:cNvGrpSpPr/>
            <p:nvPr/>
          </p:nvGrpSpPr>
          <p:grpSpPr>
            <a:xfrm>
              <a:off x="10674562" y="2520375"/>
              <a:ext cx="606038" cy="702119"/>
              <a:chOff x="6088597" y="5484499"/>
              <a:chExt cx="524123" cy="408426"/>
            </a:xfrm>
          </p:grpSpPr>
          <p:cxnSp>
            <p:nvCxnSpPr>
              <p:cNvPr id="86" name="直接箭头连接符 85">
                <a:extLst>
                  <a:ext uri="{FF2B5EF4-FFF2-40B4-BE49-F238E27FC236}">
                    <a16:creationId xmlns:a16="http://schemas.microsoft.com/office/drawing/2014/main" id="{772D725C-FB03-FCC9-61D0-B78C7D6C0155}"/>
                  </a:ext>
                </a:extLst>
              </p:cNvPr>
              <p:cNvCxnSpPr>
                <a:cxnSpLocks/>
              </p:cNvCxnSpPr>
              <p:nvPr/>
            </p:nvCxnSpPr>
            <p:spPr>
              <a:xfrm>
                <a:off x="6612720" y="5767769"/>
                <a:ext cx="0" cy="12515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87" name="直接箭头连接符 86">
                <a:extLst>
                  <a:ext uri="{FF2B5EF4-FFF2-40B4-BE49-F238E27FC236}">
                    <a16:creationId xmlns:a16="http://schemas.microsoft.com/office/drawing/2014/main" id="{B6A1788A-28D2-C936-0D59-9F790F23DF3C}"/>
                  </a:ext>
                </a:extLst>
              </p:cNvPr>
              <p:cNvCxnSpPr>
                <a:cxnSpLocks/>
              </p:cNvCxnSpPr>
              <p:nvPr/>
            </p:nvCxnSpPr>
            <p:spPr>
              <a:xfrm flipV="1">
                <a:off x="6088597" y="5686551"/>
                <a:ext cx="0" cy="97547"/>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88" name="直接箭头连接符 87">
                <a:extLst>
                  <a:ext uri="{FF2B5EF4-FFF2-40B4-BE49-F238E27FC236}">
                    <a16:creationId xmlns:a16="http://schemas.microsoft.com/office/drawing/2014/main" id="{6C0E627E-8E65-7324-F01C-0C683FC47349}"/>
                  </a:ext>
                </a:extLst>
              </p:cNvPr>
              <p:cNvCxnSpPr>
                <a:cxnSpLocks/>
              </p:cNvCxnSpPr>
              <p:nvPr/>
            </p:nvCxnSpPr>
            <p:spPr>
              <a:xfrm flipV="1">
                <a:off x="6240595" y="5484499"/>
                <a:ext cx="0" cy="29005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81" name="直接连接符 80">
              <a:extLst>
                <a:ext uri="{FF2B5EF4-FFF2-40B4-BE49-F238E27FC236}">
                  <a16:creationId xmlns:a16="http://schemas.microsoft.com/office/drawing/2014/main" id="{17E0F9CA-B171-CDB6-87B9-73BBAD1AD217}"/>
                </a:ext>
              </a:extLst>
            </p:cNvPr>
            <p:cNvCxnSpPr>
              <a:cxnSpLocks/>
            </p:cNvCxnSpPr>
            <p:nvPr/>
          </p:nvCxnSpPr>
          <p:spPr>
            <a:xfrm>
              <a:off x="9365007" y="3035408"/>
              <a:ext cx="2378951"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95" name="文本框 94">
            <a:extLst>
              <a:ext uri="{FF2B5EF4-FFF2-40B4-BE49-F238E27FC236}">
                <a16:creationId xmlns:a16="http://schemas.microsoft.com/office/drawing/2014/main" id="{B6ACC32F-D58D-80A1-9499-00059A7EB1A6}"/>
              </a:ext>
            </a:extLst>
          </p:cNvPr>
          <p:cNvSpPr txBox="1"/>
          <p:nvPr/>
        </p:nvSpPr>
        <p:spPr>
          <a:xfrm>
            <a:off x="6504021" y="3109981"/>
            <a:ext cx="4003545" cy="369332"/>
          </a:xfrm>
          <a:prstGeom prst="rect">
            <a:avLst/>
          </a:prstGeom>
          <a:noFill/>
        </p:spPr>
        <p:txBody>
          <a:bodyPr wrap="square">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sym typeface="Noto Sans SC"/>
              </a:rPr>
              <a:t>Mask Construction</a:t>
            </a:r>
            <a:endParaRPr lang="en-US" altLang="zh-CN"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95BE026B-9A85-FFAC-E685-64771061DD62}"/>
                  </a:ext>
                </a:extLst>
              </p:cNvPr>
              <p:cNvSpPr txBox="1"/>
              <p:nvPr/>
            </p:nvSpPr>
            <p:spPr>
              <a:xfrm>
                <a:off x="6693357" y="3490523"/>
                <a:ext cx="3342931" cy="4106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𝑚</m:t>
                          </m:r>
                        </m:e>
                        <m:sub>
                          <m:r>
                            <a:rPr lang="en-US" altLang="zh-CN" b="0" i="1" smtClean="0">
                              <a:latin typeface="Cambria Math" panose="02040503050406030204" pitchFamily="18" charset="0"/>
                              <a:ea typeface="Noto Sans SC"/>
                            </a:rPr>
                            <m:t>𝑖</m:t>
                          </m:r>
                        </m:sub>
                      </m:sSub>
                      <m:r>
                        <a:rPr lang="en-US" altLang="zh-CN" b="0" i="1" smtClean="0">
                          <a:latin typeface="Cambria Math" panose="02040503050406030204" pitchFamily="18" charset="0"/>
                          <a:ea typeface="Noto Sans SC"/>
                        </a:rPr>
                        <m:t>=1</m:t>
                      </m:r>
                      <m:d>
                        <m:dPr>
                          <m:begChr m:val="{"/>
                          <m:endChr m:val="}"/>
                          <m:ctrlPr>
                            <a:rPr lang="en-US" altLang="zh-CN" b="0" i="1" smtClean="0">
                              <a:latin typeface="Cambria Math" panose="02040503050406030204" pitchFamily="18" charset="0"/>
                              <a:ea typeface="Noto Sans SC"/>
                            </a:rPr>
                          </m:ctrlPr>
                        </m:dPr>
                        <m:e>
                          <m:d>
                            <m:dPr>
                              <m:begChr m:val="|"/>
                              <m:endChr m:val="|"/>
                              <m:ctrlPr>
                                <a:rPr lang="en-US" altLang="zh-CN" b="0" i="1" smtClean="0">
                                  <a:latin typeface="Cambria Math" panose="02040503050406030204" pitchFamily="18" charset="0"/>
                                  <a:ea typeface="Noto Sans SC"/>
                                </a:rPr>
                              </m:ctrlPr>
                            </m:dPr>
                            <m:e>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𝑖</m:t>
                                  </m:r>
                                </m:sub>
                              </m:sSub>
                            </m:e>
                          </m:d>
                          <m:r>
                            <a:rPr lang="en-US" altLang="zh-CN" b="0" i="1" smtClean="0">
                              <a:latin typeface="Cambria Math" panose="02040503050406030204" pitchFamily="18" charset="0"/>
                              <a:ea typeface="Noto Sans SC"/>
                            </a:rPr>
                            <m:t>≥|</m:t>
                          </m:r>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𝑓𝑢𝑠𝑖𝑜𝑛</m:t>
                              </m:r>
                            </m:sub>
                          </m:sSub>
                          <m:r>
                            <a:rPr lang="en-US" altLang="zh-CN" b="0" i="1" smtClean="0">
                              <a:latin typeface="Cambria Math" panose="02040503050406030204" pitchFamily="18" charset="0"/>
                              <a:ea typeface="Noto Sans SC"/>
                            </a:rPr>
                            <m:t>−</m:t>
                          </m:r>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𝑖</m:t>
                              </m:r>
                            </m:sub>
                          </m:sSub>
                          <m:r>
                            <a:rPr lang="en-US" altLang="zh-CN" b="0" i="1" smtClean="0">
                              <a:latin typeface="Cambria Math" panose="02040503050406030204" pitchFamily="18" charset="0"/>
                              <a:ea typeface="Noto Sans SC"/>
                            </a:rPr>
                            <m:t>|</m:t>
                          </m:r>
                        </m:e>
                      </m:d>
                    </m:oMath>
                  </m:oMathPara>
                </a14:m>
                <a:endParaRPr lang="en-US" altLang="zh-CN" dirty="0">
                  <a:latin typeface="Noto Sans SC"/>
                  <a:ea typeface="Noto Sans SC"/>
                </a:endParaRPr>
              </a:p>
            </p:txBody>
          </p:sp>
        </mc:Choice>
        <mc:Fallback xmlns="">
          <p:sp>
            <p:nvSpPr>
              <p:cNvPr id="98" name="文本框 97">
                <a:extLst>
                  <a:ext uri="{FF2B5EF4-FFF2-40B4-BE49-F238E27FC236}">
                    <a16:creationId xmlns:a16="http://schemas.microsoft.com/office/drawing/2014/main" id="{95BE026B-9A85-FFAC-E685-64771061DD62}"/>
                  </a:ext>
                </a:extLst>
              </p:cNvPr>
              <p:cNvSpPr txBox="1">
                <a:spLocks noRot="1" noChangeAspect="1" noMove="1" noResize="1" noEditPoints="1" noAdjustHandles="1" noChangeArrowheads="1" noChangeShapeType="1" noTextEdit="1"/>
              </p:cNvSpPr>
              <p:nvPr/>
            </p:nvSpPr>
            <p:spPr>
              <a:xfrm>
                <a:off x="6693357" y="3490523"/>
                <a:ext cx="3342931" cy="410690"/>
              </a:xfrm>
              <a:prstGeom prst="rect">
                <a:avLst/>
              </a:prstGeom>
              <a:blipFill>
                <a:blip r:embed="rId8"/>
                <a:stretch>
                  <a:fillRect t="-4478" b="-17910"/>
                </a:stretch>
              </a:blipFill>
            </p:spPr>
            <p:txBody>
              <a:bodyPr/>
              <a:lstStyle/>
              <a:p>
                <a:r>
                  <a:rPr lang="zh-CN" altLang="en-US">
                    <a:noFill/>
                  </a:rPr>
                  <a:t> </a:t>
                </a:r>
              </a:p>
            </p:txBody>
          </p:sp>
        </mc:Fallback>
      </mc:AlternateContent>
      <p:sp>
        <p:nvSpPr>
          <p:cNvPr id="99" name="文本框 98">
            <a:extLst>
              <a:ext uri="{FF2B5EF4-FFF2-40B4-BE49-F238E27FC236}">
                <a16:creationId xmlns:a16="http://schemas.microsoft.com/office/drawing/2014/main" id="{EC0989C0-3A95-5ADA-6D73-7082A9951E37}"/>
              </a:ext>
            </a:extLst>
          </p:cNvPr>
          <p:cNvSpPr txBox="1"/>
          <p:nvPr/>
        </p:nvSpPr>
        <p:spPr>
          <a:xfrm>
            <a:off x="6619461" y="4160122"/>
            <a:ext cx="4812454" cy="738664"/>
          </a:xfrm>
          <a:prstGeom prst="rect">
            <a:avLst/>
          </a:prstGeom>
          <a:noFill/>
        </p:spPr>
        <p:txBody>
          <a:bodyPr wrap="square">
            <a:spAutoFit/>
          </a:bodyPr>
          <a:lstStyle/>
          <a:p>
            <a:pPr algn="just"/>
            <a:r>
              <a:rPr lang="en-US" altLang="zh-CN" sz="1400" dirty="0">
                <a:latin typeface="微软雅黑" panose="020B0503020204020204" pitchFamily="34" charset="-122"/>
                <a:ea typeface="微软雅黑" panose="020B0503020204020204" pitchFamily="34" charset="-122"/>
                <a:sym typeface="Noto Sans SC"/>
              </a:rPr>
              <a:t>If the </a:t>
            </a:r>
            <a:r>
              <a:rPr lang="en-US" altLang="zh-CN" sz="1400" b="1" dirty="0">
                <a:solidFill>
                  <a:srgbClr val="FF0000"/>
                </a:solidFill>
                <a:latin typeface="微软雅黑" panose="020B0503020204020204" pitchFamily="34" charset="-122"/>
                <a:ea typeface="微软雅黑" panose="020B0503020204020204" pitchFamily="34" charset="-122"/>
                <a:sym typeface="Noto Sans SC"/>
              </a:rPr>
              <a:t>gap</a:t>
            </a:r>
            <a:r>
              <a:rPr lang="en-US" altLang="zh-CN" sz="1400" dirty="0">
                <a:latin typeface="微软雅黑" panose="020B0503020204020204" pitchFamily="34" charset="-122"/>
                <a:ea typeface="微软雅黑" panose="020B0503020204020204" pitchFamily="34" charset="-122"/>
                <a:sym typeface="Noto Sans SC"/>
              </a:rPr>
              <a:t> between the fused parameters and task-specific parameters falls </a:t>
            </a:r>
            <a:r>
              <a:rPr lang="en-US" altLang="zh-CN" sz="1400" b="1" dirty="0">
                <a:solidFill>
                  <a:srgbClr val="FF0000"/>
                </a:solidFill>
                <a:latin typeface="微软雅黑" panose="020B0503020204020204" pitchFamily="34" charset="-122"/>
                <a:ea typeface="微软雅黑" panose="020B0503020204020204" pitchFamily="34" charset="-122"/>
                <a:sym typeface="Noto Sans SC"/>
              </a:rPr>
              <a:t>within a certain range</a:t>
            </a:r>
            <a:r>
              <a:rPr lang="en-US" altLang="zh-CN" sz="1400" dirty="0">
                <a:latin typeface="微软雅黑" panose="020B0503020204020204" pitchFamily="34" charset="-122"/>
                <a:ea typeface="微软雅黑" panose="020B0503020204020204" pitchFamily="34" charset="-122"/>
                <a:sym typeface="Noto Sans SC"/>
              </a:rPr>
              <a:t>, they are considered </a:t>
            </a:r>
            <a:r>
              <a:rPr lang="en-US" altLang="zh-CN" sz="1400" b="1" dirty="0">
                <a:solidFill>
                  <a:srgbClr val="FF0000"/>
                </a:solidFill>
                <a:latin typeface="微软雅黑" panose="020B0503020204020204" pitchFamily="34" charset="-122"/>
                <a:ea typeface="微软雅黑" panose="020B0503020204020204" pitchFamily="34" charset="-122"/>
                <a:sym typeface="Noto Sans SC"/>
              </a:rPr>
              <a:t>related</a:t>
            </a:r>
            <a:r>
              <a:rPr lang="en-US" altLang="zh-CN" sz="1400" dirty="0">
                <a:latin typeface="微软雅黑" panose="020B0503020204020204" pitchFamily="34" charset="-122"/>
                <a:ea typeface="微软雅黑" panose="020B0503020204020204" pitchFamily="34" charset="-122"/>
                <a:sym typeface="Noto Sans SC"/>
              </a:rPr>
              <a:t>.</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graphicFrame>
        <p:nvGraphicFramePr>
          <p:cNvPr id="100" name="表格 99">
            <a:extLst>
              <a:ext uri="{FF2B5EF4-FFF2-40B4-BE49-F238E27FC236}">
                <a16:creationId xmlns:a16="http://schemas.microsoft.com/office/drawing/2014/main" id="{82607336-61C4-01C4-5D00-6D7FE6E10D8A}"/>
              </a:ext>
            </a:extLst>
          </p:cNvPr>
          <p:cNvGraphicFramePr>
            <a:graphicFrameLocks noGrp="1"/>
          </p:cNvGraphicFramePr>
          <p:nvPr>
            <p:extLst>
              <p:ext uri="{D42A27DB-BD31-4B8C-83A1-F6EECF244321}">
                <p14:modId xmlns:p14="http://schemas.microsoft.com/office/powerpoint/2010/main" val="4177644006"/>
              </p:ext>
            </p:extLst>
          </p:nvPr>
        </p:nvGraphicFramePr>
        <p:xfrm>
          <a:off x="10563402" y="3428177"/>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287612"/>
                  </a:ext>
                </a:extLst>
              </a:tr>
            </a:tbl>
          </a:graphicData>
        </a:graphic>
      </p:graphicFrame>
      <p:sp>
        <p:nvSpPr>
          <p:cNvPr id="107" name="文本框 106">
            <a:extLst>
              <a:ext uri="{FF2B5EF4-FFF2-40B4-BE49-F238E27FC236}">
                <a16:creationId xmlns:a16="http://schemas.microsoft.com/office/drawing/2014/main" id="{8AA8550E-C795-8305-DB7D-B40B4C0A7D40}"/>
              </a:ext>
            </a:extLst>
          </p:cNvPr>
          <p:cNvSpPr txBox="1"/>
          <p:nvPr/>
        </p:nvSpPr>
        <p:spPr>
          <a:xfrm>
            <a:off x="9741409" y="3400289"/>
            <a:ext cx="815074" cy="307777"/>
          </a:xfrm>
          <a:prstGeom prst="rect">
            <a:avLst/>
          </a:prstGeom>
          <a:noFill/>
        </p:spPr>
        <p:txBody>
          <a:bodyPr wrap="square">
            <a:spAutoFit/>
          </a:bodyPr>
          <a:lstStyle/>
          <a:p>
            <a:pPr algn="r"/>
            <a:r>
              <a:rPr lang="en-US" altLang="zh-CN" sz="1400" b="1" dirty="0">
                <a:solidFill>
                  <a:srgbClr val="333333"/>
                </a:solidFill>
                <a:latin typeface="微软雅黑" panose="020B0503020204020204" pitchFamily="34" charset="-122"/>
                <a:ea typeface="微软雅黑" panose="020B0503020204020204" pitchFamily="34" charset="-122"/>
              </a:rPr>
              <a:t>Task </a:t>
            </a:r>
            <a:r>
              <a:rPr kumimoji="0" lang="en-US" altLang="zh-CN" sz="14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graphicFrame>
        <p:nvGraphicFramePr>
          <p:cNvPr id="110" name="表格 109">
            <a:extLst>
              <a:ext uri="{FF2B5EF4-FFF2-40B4-BE49-F238E27FC236}">
                <a16:creationId xmlns:a16="http://schemas.microsoft.com/office/drawing/2014/main" id="{A8104498-897D-5B86-84C6-15EFA5412479}"/>
              </a:ext>
            </a:extLst>
          </p:cNvPr>
          <p:cNvGraphicFramePr>
            <a:graphicFrameLocks noGrp="1"/>
          </p:cNvGraphicFramePr>
          <p:nvPr>
            <p:extLst>
              <p:ext uri="{D42A27DB-BD31-4B8C-83A1-F6EECF244321}">
                <p14:modId xmlns:p14="http://schemas.microsoft.com/office/powerpoint/2010/main" val="1017273187"/>
              </p:ext>
            </p:extLst>
          </p:nvPr>
        </p:nvGraphicFramePr>
        <p:xfrm>
          <a:off x="10563402" y="3742022"/>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113" name="文本框 112">
            <a:extLst>
              <a:ext uri="{FF2B5EF4-FFF2-40B4-BE49-F238E27FC236}">
                <a16:creationId xmlns:a16="http://schemas.microsoft.com/office/drawing/2014/main" id="{BE2526A9-C817-A5D7-64E2-1C2B22A73FEE}"/>
              </a:ext>
            </a:extLst>
          </p:cNvPr>
          <p:cNvSpPr txBox="1"/>
          <p:nvPr/>
        </p:nvSpPr>
        <p:spPr>
          <a:xfrm>
            <a:off x="9748327" y="3714134"/>
            <a:ext cx="808156" cy="307777"/>
          </a:xfrm>
          <a:prstGeom prst="rect">
            <a:avLst/>
          </a:prstGeom>
          <a:noFill/>
        </p:spPr>
        <p:txBody>
          <a:bodyPr wrap="square">
            <a:spAutoFit/>
          </a:bodyPr>
          <a:lstStyle/>
          <a:p>
            <a:pPr algn="r"/>
            <a:r>
              <a:rPr lang="en-US" altLang="zh-CN" sz="1400" b="1" dirty="0">
                <a:solidFill>
                  <a:srgbClr val="333333"/>
                </a:solidFill>
                <a:latin typeface="微软雅黑" panose="020B0503020204020204" pitchFamily="34" charset="-122"/>
                <a:ea typeface="微软雅黑" panose="020B0503020204020204" pitchFamily="34" charset="-122"/>
              </a:rPr>
              <a:t>Task</a:t>
            </a:r>
            <a:r>
              <a:rPr lang="zh-CN" altLang="en-US" sz="1400" b="1" dirty="0">
                <a:solidFill>
                  <a:srgbClr val="333333"/>
                </a:solidFill>
                <a:latin typeface="微软雅黑" panose="020B0503020204020204" pitchFamily="34" charset="-122"/>
                <a:ea typeface="微软雅黑" panose="020B0503020204020204" pitchFamily="34" charset="-122"/>
              </a:rPr>
              <a:t> </a:t>
            </a:r>
            <a:r>
              <a:rPr lang="en-US" altLang="zh-CN" sz="1400" b="1" dirty="0">
                <a:solidFill>
                  <a:srgbClr val="333333"/>
                </a:solidFill>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sp>
        <p:nvSpPr>
          <p:cNvPr id="114" name="文本框 113">
            <a:extLst>
              <a:ext uri="{FF2B5EF4-FFF2-40B4-BE49-F238E27FC236}">
                <a16:creationId xmlns:a16="http://schemas.microsoft.com/office/drawing/2014/main" id="{0442C4CE-DAE9-2021-C176-5095E97B036C}"/>
              </a:ext>
            </a:extLst>
          </p:cNvPr>
          <p:cNvSpPr txBox="1"/>
          <p:nvPr/>
        </p:nvSpPr>
        <p:spPr>
          <a:xfrm>
            <a:off x="6522314" y="4928910"/>
            <a:ext cx="2806055" cy="369332"/>
          </a:xfrm>
          <a:prstGeom prst="rect">
            <a:avLst/>
          </a:prstGeom>
          <a:noFill/>
        </p:spPr>
        <p:txBody>
          <a:bodyPr wrap="square">
            <a:spAutoFit/>
          </a:bodyPr>
          <a:lstStyle>
            <a:defPPr>
              <a:defRPr lang="zh-CN"/>
            </a:defPPr>
            <a:lvl1pPr marL="285750" indent="-285750">
              <a:buFont typeface="Wingdings" panose="05000000000000000000" pitchFamily="2" charset="2"/>
              <a:buChar char="Ø"/>
              <a:defRPr>
                <a:latin typeface="微软雅黑" panose="020B0503020204020204" pitchFamily="34" charset="-122"/>
                <a:ea typeface="微软雅黑" panose="020B0503020204020204" pitchFamily="34" charset="-122"/>
              </a:defRPr>
            </a:lvl1pPr>
          </a:lstStyle>
          <a:p>
            <a:r>
              <a:rPr lang="en-US" altLang="zh-CN" dirty="0">
                <a:sym typeface="Noto Sans SC"/>
              </a:rPr>
              <a:t>Inference for </a:t>
            </a:r>
            <a:r>
              <a:rPr lang="en-US" altLang="zh-CN">
                <a:sym typeface="Noto Sans SC"/>
              </a:rPr>
              <a:t>task i</a:t>
            </a:r>
            <a:endParaRPr lang="en-US" altLang="zh-CN" dirty="0"/>
          </a:p>
        </p:txBody>
      </p:sp>
      <mc:AlternateContent xmlns:mc="http://schemas.openxmlformats.org/markup-compatibility/2006" xmlns:a14="http://schemas.microsoft.com/office/drawing/2010/main">
        <mc:Choice Requires="a14">
          <p:sp>
            <p:nvSpPr>
              <p:cNvPr id="116" name="文本框 115">
                <a:extLst>
                  <a:ext uri="{FF2B5EF4-FFF2-40B4-BE49-F238E27FC236}">
                    <a16:creationId xmlns:a16="http://schemas.microsoft.com/office/drawing/2014/main" id="{2F956F4C-C222-0E93-D7C5-774FCDB0A4F8}"/>
                  </a:ext>
                </a:extLst>
              </p:cNvPr>
              <p:cNvSpPr txBox="1"/>
              <p:nvPr/>
            </p:nvSpPr>
            <p:spPr>
              <a:xfrm>
                <a:off x="6693357" y="5235368"/>
                <a:ext cx="2406919"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Noto Sans SC"/>
                            </a:rPr>
                          </m:ctrlPr>
                        </m:accPr>
                        <m:e>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𝑖</m:t>
                              </m:r>
                            </m:sub>
                          </m:sSub>
                        </m:e>
                      </m:acc>
                      <m:r>
                        <a:rPr lang="en-US" altLang="zh-CN" b="0" i="1" smtClean="0">
                          <a:latin typeface="Cambria Math" panose="02040503050406030204" pitchFamily="18" charset="0"/>
                          <a:ea typeface="Noto Sans SC"/>
                        </a:rPr>
                        <m:t>=</m:t>
                      </m:r>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𝑚</m:t>
                          </m:r>
                        </m:e>
                        <m:sub>
                          <m:r>
                            <a:rPr lang="en-US" altLang="zh-CN" b="0" i="1" smtClean="0">
                              <a:latin typeface="Cambria Math" panose="02040503050406030204" pitchFamily="18" charset="0"/>
                              <a:ea typeface="Noto Sans SC"/>
                            </a:rPr>
                            <m:t>𝑖</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𝑓𝑢𝑠𝑖𝑜𝑛</m:t>
                          </m:r>
                        </m:sub>
                      </m:sSub>
                    </m:oMath>
                  </m:oMathPara>
                </a14:m>
                <a:endParaRPr lang="en-US" altLang="zh-CN" dirty="0">
                  <a:latin typeface="Noto Sans SC"/>
                  <a:ea typeface="Noto Sans SC"/>
                </a:endParaRPr>
              </a:p>
            </p:txBody>
          </p:sp>
        </mc:Choice>
        <mc:Fallback xmlns="">
          <p:sp>
            <p:nvSpPr>
              <p:cNvPr id="116" name="文本框 115">
                <a:extLst>
                  <a:ext uri="{FF2B5EF4-FFF2-40B4-BE49-F238E27FC236}">
                    <a16:creationId xmlns:a16="http://schemas.microsoft.com/office/drawing/2014/main" id="{2F956F4C-C222-0E93-D7C5-774FCDB0A4F8}"/>
                  </a:ext>
                </a:extLst>
              </p:cNvPr>
              <p:cNvSpPr txBox="1">
                <a:spLocks noRot="1" noChangeAspect="1" noMove="1" noResize="1" noEditPoints="1" noAdjustHandles="1" noChangeArrowheads="1" noChangeShapeType="1" noTextEdit="1"/>
              </p:cNvSpPr>
              <p:nvPr/>
            </p:nvSpPr>
            <p:spPr>
              <a:xfrm>
                <a:off x="6693357" y="5235368"/>
                <a:ext cx="2406919" cy="391582"/>
              </a:xfrm>
              <a:prstGeom prst="rect">
                <a:avLst/>
              </a:prstGeom>
              <a:blipFill>
                <a:blip r:embed="rId9"/>
                <a:stretch>
                  <a:fillRect t="-9375" b="-18750"/>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7262EBE0-FC9B-76C1-B79A-7DB60AA9FFF0}"/>
              </a:ext>
            </a:extLst>
          </p:cNvPr>
          <p:cNvGrpSpPr/>
          <p:nvPr/>
        </p:nvGrpSpPr>
        <p:grpSpPr>
          <a:xfrm>
            <a:off x="6843304" y="1965190"/>
            <a:ext cx="4476098" cy="215444"/>
            <a:chOff x="3669895" y="2002194"/>
            <a:chExt cx="2829468" cy="215444"/>
          </a:xfrm>
        </p:grpSpPr>
        <p:grpSp>
          <p:nvGrpSpPr>
            <p:cNvPr id="10" name="组合 9">
              <a:extLst>
                <a:ext uri="{FF2B5EF4-FFF2-40B4-BE49-F238E27FC236}">
                  <a16:creationId xmlns:a16="http://schemas.microsoft.com/office/drawing/2014/main" id="{E41A3D7D-4B97-2036-83DD-E2CC9E249028}"/>
                </a:ext>
              </a:extLst>
            </p:cNvPr>
            <p:cNvGrpSpPr/>
            <p:nvPr/>
          </p:nvGrpSpPr>
          <p:grpSpPr>
            <a:xfrm>
              <a:off x="3669895" y="2002194"/>
              <a:ext cx="756484" cy="215444"/>
              <a:chOff x="7023971" y="2016325"/>
              <a:chExt cx="756484" cy="215444"/>
            </a:xfrm>
          </p:grpSpPr>
          <p:cxnSp>
            <p:nvCxnSpPr>
              <p:cNvPr id="17" name="直接箭头连接符 16">
                <a:extLst>
                  <a:ext uri="{FF2B5EF4-FFF2-40B4-BE49-F238E27FC236}">
                    <a16:creationId xmlns:a16="http://schemas.microsoft.com/office/drawing/2014/main" id="{DA17569A-5040-3E8C-3296-8BF1F41D60D6}"/>
                  </a:ext>
                </a:extLst>
              </p:cNvPr>
              <p:cNvCxnSpPr>
                <a:cxnSpLocks/>
              </p:cNvCxnSpPr>
              <p:nvPr/>
            </p:nvCxnSpPr>
            <p:spPr>
              <a:xfrm>
                <a:off x="7023971" y="2139435"/>
                <a:ext cx="28800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9DA0624B-4CCA-7A05-3B4E-22F968B71722}"/>
                  </a:ext>
                </a:extLst>
              </p:cNvPr>
              <p:cNvSpPr txBox="1"/>
              <p:nvPr/>
            </p:nvSpPr>
            <p:spPr>
              <a:xfrm>
                <a:off x="7352612" y="2016325"/>
                <a:ext cx="427843" cy="215444"/>
              </a:xfrm>
              <a:prstGeom prst="rect">
                <a:avLst/>
              </a:prstGeom>
              <a:noFill/>
            </p:spPr>
            <p:txBody>
              <a:bodyPr wrap="square" lIns="0" tIns="0" rIns="0" bIns="0">
                <a:spAutoFit/>
              </a:bodyPr>
              <a:lstStyle/>
              <a:p>
                <a:r>
                  <a:rPr lang="en-US" altLang="zh-CN" sz="1400" b="1" dirty="0">
                    <a:latin typeface="微软雅黑" panose="020B0503020204020204" pitchFamily="34" charset="-122"/>
                    <a:ea typeface="微软雅黑" panose="020B0503020204020204" pitchFamily="34" charset="-122"/>
                  </a:rPr>
                  <a:t>Task A</a:t>
                </a:r>
                <a:endParaRPr lang="zh-CN" altLang="en-US" sz="1400" b="1" dirty="0">
                  <a:latin typeface="微软雅黑" panose="020B0503020204020204" pitchFamily="34" charset="-122"/>
                  <a:ea typeface="微软雅黑" panose="020B0503020204020204" pitchFamily="34" charset="-122"/>
                </a:endParaRPr>
              </a:p>
            </p:txBody>
          </p:sp>
        </p:grpSp>
        <p:grpSp>
          <p:nvGrpSpPr>
            <p:cNvPr id="11" name="组合 10">
              <a:extLst>
                <a:ext uri="{FF2B5EF4-FFF2-40B4-BE49-F238E27FC236}">
                  <a16:creationId xmlns:a16="http://schemas.microsoft.com/office/drawing/2014/main" id="{B5235710-08EA-A752-EA4F-EE9DBA117888}"/>
                </a:ext>
              </a:extLst>
            </p:cNvPr>
            <p:cNvGrpSpPr/>
            <p:nvPr/>
          </p:nvGrpSpPr>
          <p:grpSpPr>
            <a:xfrm>
              <a:off x="4455335" y="2002194"/>
              <a:ext cx="780613" cy="215444"/>
              <a:chOff x="7023971" y="2335464"/>
              <a:chExt cx="780613" cy="215444"/>
            </a:xfrm>
          </p:grpSpPr>
          <p:cxnSp>
            <p:nvCxnSpPr>
              <p:cNvPr id="15" name="直接箭头连接符 14">
                <a:extLst>
                  <a:ext uri="{FF2B5EF4-FFF2-40B4-BE49-F238E27FC236}">
                    <a16:creationId xmlns:a16="http://schemas.microsoft.com/office/drawing/2014/main" id="{08D38998-19F8-2ECA-4BE6-224BFA4AD8A3}"/>
                  </a:ext>
                </a:extLst>
              </p:cNvPr>
              <p:cNvCxnSpPr>
                <a:cxnSpLocks/>
              </p:cNvCxnSpPr>
              <p:nvPr/>
            </p:nvCxnSpPr>
            <p:spPr>
              <a:xfrm flipV="1">
                <a:off x="7023971" y="2458574"/>
                <a:ext cx="288000" cy="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523EA1E4-1005-1AD3-58FD-1ECE6CA99966}"/>
                  </a:ext>
                </a:extLst>
              </p:cNvPr>
              <p:cNvSpPr txBox="1"/>
              <p:nvPr/>
            </p:nvSpPr>
            <p:spPr>
              <a:xfrm>
                <a:off x="7352611" y="2335464"/>
                <a:ext cx="451973" cy="215444"/>
              </a:xfrm>
              <a:prstGeom prst="rect">
                <a:avLst/>
              </a:prstGeom>
              <a:noFill/>
            </p:spPr>
            <p:txBody>
              <a:bodyPr wrap="square" lIns="0" tIns="0" rIns="0" bIns="0">
                <a:spAutoFit/>
              </a:bodyPr>
              <a:lstStyle/>
              <a:p>
                <a:r>
                  <a:rPr lang="en-US" altLang="zh-CN" sz="1400" b="1" dirty="0">
                    <a:latin typeface="微软雅黑" panose="020B0503020204020204" pitchFamily="34" charset="-122"/>
                    <a:ea typeface="微软雅黑" panose="020B0503020204020204" pitchFamily="34" charset="-122"/>
                  </a:rPr>
                  <a:t>Task B</a:t>
                </a:r>
                <a:endParaRPr lang="zh-CN" altLang="en-US" sz="1400" b="1" dirty="0">
                  <a:latin typeface="微软雅黑" panose="020B0503020204020204" pitchFamily="34" charset="-122"/>
                  <a:ea typeface="微软雅黑" panose="020B0503020204020204" pitchFamily="34" charset="-122"/>
                </a:endParaRPr>
              </a:p>
            </p:txBody>
          </p:sp>
        </p:grpSp>
        <p:grpSp>
          <p:nvGrpSpPr>
            <p:cNvPr id="12" name="组合 11">
              <a:extLst>
                <a:ext uri="{FF2B5EF4-FFF2-40B4-BE49-F238E27FC236}">
                  <a16:creationId xmlns:a16="http://schemas.microsoft.com/office/drawing/2014/main" id="{4241463C-E542-70DA-A218-B9CE48D94B3A}"/>
                </a:ext>
              </a:extLst>
            </p:cNvPr>
            <p:cNvGrpSpPr/>
            <p:nvPr/>
          </p:nvGrpSpPr>
          <p:grpSpPr>
            <a:xfrm>
              <a:off x="5240775" y="2002194"/>
              <a:ext cx="1258588" cy="215444"/>
              <a:chOff x="7023971" y="2621349"/>
              <a:chExt cx="1258588" cy="215444"/>
            </a:xfrm>
          </p:grpSpPr>
          <p:cxnSp>
            <p:nvCxnSpPr>
              <p:cNvPr id="13" name="直接箭头连接符 12">
                <a:extLst>
                  <a:ext uri="{FF2B5EF4-FFF2-40B4-BE49-F238E27FC236}">
                    <a16:creationId xmlns:a16="http://schemas.microsoft.com/office/drawing/2014/main" id="{F308CAE3-4B0C-2DEA-AFF7-44F03024BF3D}"/>
                  </a:ext>
                </a:extLst>
              </p:cNvPr>
              <p:cNvCxnSpPr>
                <a:cxnSpLocks/>
              </p:cNvCxnSpPr>
              <p:nvPr/>
            </p:nvCxnSpPr>
            <p:spPr>
              <a:xfrm rot="5400000" flipV="1">
                <a:off x="7167971" y="2600459"/>
                <a:ext cx="0" cy="2880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4186E8B1-EB54-E78D-220A-7C40EEAD07E0}"/>
                  </a:ext>
                </a:extLst>
              </p:cNvPr>
              <p:cNvSpPr txBox="1"/>
              <p:nvPr/>
            </p:nvSpPr>
            <p:spPr>
              <a:xfrm>
                <a:off x="7352611" y="2621349"/>
                <a:ext cx="929948" cy="215444"/>
              </a:xfrm>
              <a:prstGeom prst="rect">
                <a:avLst/>
              </a:prstGeom>
              <a:noFill/>
            </p:spPr>
            <p:txBody>
              <a:bodyPr wrap="square" lIns="0" tIns="0" rIns="0" bIns="0">
                <a:spAutoFit/>
              </a:bodyPr>
              <a:lstStyle/>
              <a:p>
                <a:r>
                  <a:rPr lang="en-US" altLang="zh-CN" sz="1400" b="1" dirty="0">
                    <a:latin typeface="微软雅黑" panose="020B0503020204020204" pitchFamily="34" charset="-122"/>
                    <a:ea typeface="微软雅黑" panose="020B0503020204020204" pitchFamily="34" charset="-122"/>
                  </a:rPr>
                  <a:t>Fused Params</a:t>
                </a:r>
                <a:endParaRPr lang="zh-CN" altLang="en-US" sz="1400" b="1" dirty="0">
                  <a:latin typeface="微软雅黑" panose="020B0503020204020204" pitchFamily="34" charset="-122"/>
                  <a:ea typeface="微软雅黑" panose="020B0503020204020204" pitchFamily="34" charset="-122"/>
                </a:endParaRPr>
              </a:p>
            </p:txBody>
          </p:sp>
        </p:grpSp>
      </p:grpSp>
      <p:pic>
        <p:nvPicPr>
          <p:cNvPr id="77" name="音频 76">
            <a:hlinkClick r:id="" action="ppaction://media"/>
            <a:extLst>
              <a:ext uri="{FF2B5EF4-FFF2-40B4-BE49-F238E27FC236}">
                <a16:creationId xmlns:a16="http://schemas.microsoft.com/office/drawing/2014/main" id="{75C8C6D6-E1F3-F4E6-BE0C-55DCF1868494}"/>
              </a:ext>
            </a:extLst>
          </p:cNvPr>
          <p:cNvPicPr>
            <a:picLocks noChangeAspect="1"/>
          </p:cNvPicPr>
          <p:nvPr>
            <a:audioFile r:link="rId2"/>
            <p:extLst>
              <p:ext uri="{DAA4B4D4-6D71-4841-9C94-3DE7FCFB9230}">
                <p14:media xmlns:p14="http://schemas.microsoft.com/office/powerpoint/2010/main" r:embed="rId1"/>
              </p:ext>
            </p:extLst>
          </p:nvPr>
        </p:nvPicPr>
        <p:blipFill>
          <a:blip r:embed="rId10"/>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77821104"/>
      </p:ext>
    </p:extLst>
  </p:cSld>
  <p:clrMapOvr>
    <a:masterClrMapping/>
  </p:clrMapOvr>
  <mc:AlternateContent xmlns:mc="http://schemas.openxmlformats.org/markup-compatibility/2006">
    <mc:Choice xmlns:p14="http://schemas.microsoft.com/office/powerpoint/2010/main" Requires="p14">
      <p:transition spd="slow" p14:dur="2000" advTm="103638"/>
    </mc:Choice>
    <mc:Fallback>
      <p:transition spd="slow" advTm="1036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7"/>
                </p:tgtEl>
              </p:cMediaNode>
            </p:audio>
          </p:childTnLst>
        </p:cTn>
      </p:par>
    </p:tnLst>
  </p:timing>
  <p:extLst>
    <p:ext uri="{3A86A75C-4F4B-4683-9AE1-C65F6400EC91}">
      <p14:laserTraceLst xmlns:p14="http://schemas.microsoft.com/office/powerpoint/2010/main">
        <p14:tracePtLst>
          <p14:tracePt t="1930" x="8221663" y="3763963"/>
          <p14:tracePt t="1931" x="8172450" y="3763963"/>
          <p14:tracePt t="1936" x="8112125" y="3727450"/>
          <p14:tracePt t="1944" x="8002588" y="3690938"/>
          <p14:tracePt t="1952" x="7721600" y="3568700"/>
          <p14:tracePt t="1960" x="7197725" y="3373438"/>
          <p14:tracePt t="1968" x="6845300" y="3216275"/>
          <p14:tracePt t="1977" x="6650038" y="3154363"/>
          <p14:tracePt t="1985" x="6321425" y="3033713"/>
          <p14:tracePt t="1993" x="5857875" y="2851150"/>
          <p14:tracePt t="2002" x="5602288" y="2752725"/>
          <p14:tracePt t="2010" x="5359400" y="2655888"/>
          <p14:tracePt t="2018" x="5054600" y="2520950"/>
          <p14:tracePt t="2026" x="4968875" y="2497138"/>
          <p14:tracePt t="2035" x="4811713" y="2436813"/>
          <p14:tracePt t="2043" x="4676775" y="2374900"/>
          <p14:tracePt t="2052" x="4543425" y="2327275"/>
          <p14:tracePt t="2060" x="4360863" y="2278063"/>
          <p14:tracePt t="2068" x="4238625" y="2228850"/>
          <p14:tracePt t="2077" x="4202113" y="2217738"/>
          <p14:tracePt t="2085" x="4141788" y="2205038"/>
          <p14:tracePt t="2093" x="4092575" y="2205038"/>
          <p14:tracePt t="2101" x="4068763" y="2205038"/>
          <p14:tracePt t="2120" x="4056063" y="2205038"/>
          <p14:tracePt t="2160" x="4043363" y="2205038"/>
          <p14:tracePt t="2177" x="4019550" y="2205038"/>
          <p14:tracePt t="2178" x="4006850" y="2205038"/>
          <p14:tracePt t="2185" x="3995738" y="2205038"/>
          <p14:tracePt t="2193" x="3959225" y="2205038"/>
          <p14:tracePt t="2201" x="3897313" y="2205038"/>
          <p14:tracePt t="2210" x="3836988" y="2205038"/>
          <p14:tracePt t="2218" x="3738563" y="2205038"/>
          <p14:tracePt t="2227" x="3702050" y="2192338"/>
          <p14:tracePt t="2235" x="3654425" y="2179638"/>
          <p14:tracePt t="2243" x="3605213" y="2179638"/>
          <p14:tracePt t="2252" x="3556000" y="2179638"/>
          <p14:tracePt t="2260" x="3508375" y="2168525"/>
          <p14:tracePt t="2268" x="3459163" y="2168525"/>
          <p14:tracePt t="2277" x="3446463" y="2168525"/>
          <p14:tracePt t="2285" x="3398838" y="2168525"/>
          <p14:tracePt t="2293" x="3313113" y="2168525"/>
          <p14:tracePt t="2301" x="3240088" y="2155825"/>
          <p14:tracePt t="2310" x="3141663" y="2132013"/>
          <p14:tracePt t="2318" x="3021013" y="2106613"/>
          <p14:tracePt t="2327" x="2886075" y="2070100"/>
          <p14:tracePt t="2328" x="2838450" y="2058988"/>
          <p14:tracePt t="2335" x="2801938" y="2046288"/>
          <p14:tracePt t="2343" x="2716213" y="2009775"/>
          <p14:tracePt t="2352" x="2655888" y="1973263"/>
          <p14:tracePt t="2360" x="2546350" y="1924050"/>
          <p14:tracePt t="2368" x="2484438" y="1887538"/>
          <p14:tracePt t="2377" x="2447925" y="1863725"/>
          <p14:tracePt t="2385" x="2362200" y="1839913"/>
          <p14:tracePt t="2393" x="2241550" y="1803400"/>
          <p14:tracePt t="2401" x="2155825" y="1790700"/>
          <p14:tracePt t="2410" x="2070100" y="1778000"/>
          <p14:tracePt t="2418" x="2009775" y="1778000"/>
          <p14:tracePt t="2426" x="1949450" y="1778000"/>
          <p14:tracePt t="2435" x="1924050" y="1778000"/>
          <p14:tracePt t="2443" x="1912938" y="1778000"/>
          <p14:tracePt t="2451" x="1900238" y="1790700"/>
          <p14:tracePt t="2460" x="1887538" y="1790700"/>
          <p14:tracePt t="2468" x="1876425" y="1790700"/>
          <p14:tracePt t="2567" x="1863725" y="1790700"/>
          <p14:tracePt t="2572" x="1851025" y="1790700"/>
          <p14:tracePt t="2578" x="1827213" y="1790700"/>
          <p14:tracePt t="2585" x="1803400" y="1790700"/>
          <p14:tracePt t="2593" x="1741488" y="1803400"/>
          <p14:tracePt t="2601" x="1692275" y="1803400"/>
          <p14:tracePt t="2609" x="1644650" y="1803400"/>
          <p14:tracePt t="2618" x="1582738" y="1803400"/>
          <p14:tracePt t="2626" x="1522413" y="1803400"/>
          <p14:tracePt t="2634" x="1425575" y="1803400"/>
          <p14:tracePt t="2643" x="1352550" y="1803400"/>
          <p14:tracePt t="2651" x="1243013" y="1803400"/>
          <p14:tracePt t="2659" x="1120775" y="1803400"/>
          <p14:tracePt t="2668" x="1047750" y="1803400"/>
          <p14:tracePt t="2676" x="998538" y="1803400"/>
          <p14:tracePt t="2685" x="938213" y="1803400"/>
          <p14:tracePt t="2693" x="901700" y="1803400"/>
          <p14:tracePt t="2701" x="876300" y="1803400"/>
          <p14:tracePt t="2765" x="865188" y="1803400"/>
          <p14:tracePt t="2772" x="852488" y="1803400"/>
          <p14:tracePt t="2780" x="839788" y="1814513"/>
          <p14:tracePt t="2792" x="839788" y="1827213"/>
          <p14:tracePt t="2797" x="828675" y="1827213"/>
          <p14:tracePt t="2817" x="815975" y="1827213"/>
          <p14:tracePt t="2837" x="815975" y="1839913"/>
          <p14:tracePt t="2852" x="815975" y="1851025"/>
          <p14:tracePt t="2857" x="803275" y="1851025"/>
          <p14:tracePt t="2865" x="803275" y="1863725"/>
          <p14:tracePt t="3892" x="815975" y="1863725"/>
          <p14:tracePt t="3900" x="828675" y="1863725"/>
          <p14:tracePt t="3905" x="839788" y="1863725"/>
          <p14:tracePt t="3912" x="852488" y="1863725"/>
          <p14:tracePt t="3920" x="852488" y="1851025"/>
          <p14:tracePt t="3927" x="865188" y="1851025"/>
          <p14:tracePt t="3965" x="876300" y="1851025"/>
          <p14:tracePt t="3972" x="876300" y="1839913"/>
          <p14:tracePt t="4000" x="889000" y="1839913"/>
          <p14:tracePt t="4067" x="901700" y="1839913"/>
          <p14:tracePt t="4072" x="912813" y="1839913"/>
          <p14:tracePt t="4077" x="925513" y="1839913"/>
          <p14:tracePt t="4083" x="938213" y="1839913"/>
          <p14:tracePt t="4092" x="962025" y="1851025"/>
          <p14:tracePt t="4100" x="985838" y="1863725"/>
          <p14:tracePt t="4108" x="1011238" y="1863725"/>
          <p14:tracePt t="4117" x="1022350" y="1863725"/>
          <p14:tracePt t="4118" x="1047750" y="1863725"/>
          <p14:tracePt t="4125" x="1058863" y="1863725"/>
          <p14:tracePt t="4133" x="1071563" y="1863725"/>
          <p14:tracePt t="4141" x="1084263" y="1863725"/>
          <p14:tracePt t="4492" x="1096963" y="1863725"/>
          <p14:tracePt t="4500" x="1108075" y="1863725"/>
          <p14:tracePt t="4505" x="1120775" y="1863725"/>
          <p14:tracePt t="4507" x="1133475" y="1863725"/>
          <p14:tracePt t="4516" x="1144588" y="1863725"/>
          <p14:tracePt t="4524" x="1157288" y="1876425"/>
          <p14:tracePt t="4533" x="1169988" y="1876425"/>
          <p14:tracePt t="4541" x="1181100" y="1876425"/>
          <p14:tracePt t="4557" x="1193800" y="1876425"/>
          <p14:tracePt t="4567" x="1206500" y="1876425"/>
          <p14:tracePt t="4577" x="1217613" y="1876425"/>
          <p14:tracePt t="4597" x="1230313" y="1876425"/>
          <p14:tracePt t="4605" x="1243013" y="1863725"/>
          <p14:tracePt t="4617" x="1254125" y="1863725"/>
          <p14:tracePt t="4625" x="1266825" y="1863725"/>
          <p14:tracePt t="4657" x="1279525" y="1863725"/>
          <p14:tracePt t="4665" x="1279525" y="1851025"/>
          <p14:tracePt t="4677" x="1290638" y="1851025"/>
          <p14:tracePt t="4678" x="1303338" y="1851025"/>
          <p14:tracePt t="4687" x="1316038" y="1851025"/>
          <p14:tracePt t="4691" x="1339850" y="1851025"/>
          <p14:tracePt t="4699" x="1376363" y="1851025"/>
          <p14:tracePt t="4707" x="1400175" y="1851025"/>
          <p14:tracePt t="4716" x="1425575" y="1851025"/>
          <p14:tracePt t="4724" x="1449388" y="1851025"/>
          <p14:tracePt t="4732" x="1485900" y="1851025"/>
          <p14:tracePt t="4741" x="1498600" y="1851025"/>
          <p14:tracePt t="4749" x="1509713" y="1851025"/>
          <p14:tracePt t="4757" x="1522413" y="1851025"/>
          <p14:tracePt t="4766" x="1546225" y="1863725"/>
          <p14:tracePt t="4774" x="1558925" y="1863725"/>
          <p14:tracePt t="4782" x="1582738" y="1863725"/>
          <p14:tracePt t="4791" x="1619250" y="1876425"/>
          <p14:tracePt t="4799" x="1668463" y="1900238"/>
          <p14:tracePt t="4807" x="1717675" y="1900238"/>
          <p14:tracePt t="4816" x="1728788" y="1900238"/>
          <p14:tracePt t="4824" x="1790700" y="1900238"/>
          <p14:tracePt t="4832" x="1876425" y="1912938"/>
          <p14:tracePt t="4840" x="1936750" y="1912938"/>
          <p14:tracePt t="4849" x="1985963" y="1912938"/>
          <p14:tracePt t="4857" x="2058988" y="1912938"/>
          <p14:tracePt t="4866" x="2095500" y="1912938"/>
          <p14:tracePt t="4874" x="2168525" y="1912938"/>
          <p14:tracePt t="4882" x="2265363" y="1924050"/>
          <p14:tracePt t="4891" x="2351088" y="1936750"/>
          <p14:tracePt t="4899" x="2497138" y="1936750"/>
          <p14:tracePt t="4907" x="2593975" y="1949450"/>
          <p14:tracePt t="4916" x="2643188" y="1949450"/>
          <p14:tracePt t="4924" x="2740025" y="1949450"/>
          <p14:tracePt t="4932" x="2886075" y="1949450"/>
          <p14:tracePt t="4941" x="3008313" y="1949450"/>
          <p14:tracePt t="4949" x="3154363" y="1949450"/>
          <p14:tracePt t="4957" x="3325813" y="1949450"/>
          <p14:tracePt t="4965" x="3482975" y="1949450"/>
          <p14:tracePt t="4974" x="3654425" y="1949450"/>
          <p14:tracePt t="4982" x="3811588" y="1949450"/>
          <p14:tracePt t="4990" x="3983038" y="1949450"/>
          <p14:tracePt t="4999" x="4287838" y="1949450"/>
          <p14:tracePt t="5007" x="4494213" y="1949450"/>
          <p14:tracePt t="5015" x="4591050" y="1949450"/>
          <p14:tracePt t="5024" x="4786313" y="1949450"/>
          <p14:tracePt t="5032" x="5054600" y="1936750"/>
          <p14:tracePt t="5040" x="5200650" y="1936750"/>
          <p14:tracePt t="5049" x="5370513" y="1936750"/>
          <p14:tracePt t="5057" x="5518150" y="1936750"/>
          <p14:tracePt t="5065" x="5651500" y="1936750"/>
          <p14:tracePt t="5074" x="5784850" y="1936750"/>
          <p14:tracePt t="5082" x="5907088" y="1936750"/>
          <p14:tracePt t="5090" x="6053138" y="1936750"/>
          <p14:tracePt t="5099" x="6224588" y="1949450"/>
          <p14:tracePt t="5107" x="6308725" y="1949450"/>
          <p14:tracePt t="5115" x="6334125" y="1949450"/>
          <p14:tracePt t="5124" x="6394450" y="1949450"/>
          <p14:tracePt t="5132" x="6418263" y="1949450"/>
          <p14:tracePt t="5140" x="6430963" y="1949450"/>
          <p14:tracePt t="5149" x="6454775" y="1949450"/>
          <p14:tracePt t="5338" x="6443663" y="1949450"/>
          <p14:tracePt t="5345" x="6443663" y="1960563"/>
          <p14:tracePt t="5352" x="6430963" y="1960563"/>
          <p14:tracePt t="5358" x="6407150" y="1973263"/>
          <p14:tracePt t="5365" x="6394450" y="1973263"/>
          <p14:tracePt t="5373" x="6357938" y="1985963"/>
          <p14:tracePt t="5382" x="6297613" y="1997075"/>
          <p14:tracePt t="5390" x="6235700" y="2022475"/>
          <p14:tracePt t="5399" x="6151563" y="2046288"/>
          <p14:tracePt t="5407" x="6076950" y="2058988"/>
          <p14:tracePt t="5415" x="5967413" y="2082800"/>
          <p14:tracePt t="5423" x="5846763" y="2095500"/>
          <p14:tracePt t="5432" x="5748338" y="2119313"/>
          <p14:tracePt t="5440" x="5591175" y="2132013"/>
          <p14:tracePt t="5448" x="5492750" y="2155825"/>
          <p14:tracePt t="5457" x="5456238" y="2155825"/>
          <p14:tracePt t="5465" x="5322888" y="2168525"/>
          <p14:tracePt t="5473" x="5260975" y="2179638"/>
          <p14:tracePt t="5482" x="5249863" y="2179638"/>
          <p14:tracePt t="5490" x="5224463" y="2179638"/>
          <p14:tracePt t="5498" x="5200650" y="2192338"/>
          <p14:tracePt t="5507" x="5187950" y="2192338"/>
          <p14:tracePt t="5524" x="5176838" y="2192338"/>
          <p14:tracePt t="5526" x="5164138" y="2192338"/>
          <p14:tracePt t="5537" x="5151438" y="2192338"/>
          <p14:tracePt t="5667" x="5140325" y="2192338"/>
          <p14:tracePt t="5672" x="5127625" y="2192338"/>
          <p14:tracePt t="5685" x="5114925" y="2192338"/>
          <p14:tracePt t="5686" x="5103813" y="2192338"/>
          <p14:tracePt t="5692" x="5091113" y="2192338"/>
          <p14:tracePt t="5698" x="5067300" y="2192338"/>
          <p14:tracePt t="5707" x="5041900" y="2192338"/>
          <p14:tracePt t="5715" x="5005388" y="2192338"/>
          <p14:tracePt t="5723" x="4932363" y="2192338"/>
          <p14:tracePt t="5732" x="4872038" y="2192338"/>
          <p14:tracePt t="5740" x="4786313" y="2192338"/>
          <p14:tracePt t="5748" x="4725988" y="2192338"/>
          <p14:tracePt t="5757" x="4689475" y="2192338"/>
          <p14:tracePt t="5765" x="4591050" y="2192338"/>
          <p14:tracePt t="5773" x="4470400" y="2192338"/>
          <p14:tracePt t="5781" x="4408488" y="2205038"/>
          <p14:tracePt t="5790" x="4360863" y="2205038"/>
          <p14:tracePt t="5798" x="4298950" y="2217738"/>
          <p14:tracePt t="5807" x="4287838" y="2217738"/>
          <p14:tracePt t="5815" x="4275138" y="2228850"/>
          <p14:tracePt t="5823" x="4251325" y="2228850"/>
          <p14:tracePt t="5831" x="4225925" y="2228850"/>
          <p14:tracePt t="5840" x="4202113" y="2241550"/>
          <p14:tracePt t="5848" x="4178300" y="2254250"/>
          <p14:tracePt t="5857" x="4165600" y="2265363"/>
          <p14:tracePt t="5865" x="4152900" y="2265363"/>
          <p14:tracePt t="5873" x="4116388" y="2265363"/>
          <p14:tracePt t="5881" x="4105275" y="2278063"/>
          <p14:tracePt t="5890" x="4092575" y="2290763"/>
          <p14:tracePt t="5898" x="4068763" y="2290763"/>
          <p14:tracePt t="5907" x="4043363" y="2290763"/>
          <p14:tracePt t="5915" x="4019550" y="2301875"/>
          <p14:tracePt t="5923" x="3995738" y="2327275"/>
          <p14:tracePt t="5931" x="3959225" y="2327275"/>
          <p14:tracePt t="5940" x="3910013" y="2338388"/>
          <p14:tracePt t="5948" x="3873500" y="2363788"/>
          <p14:tracePt t="5956" x="3848100" y="2374900"/>
          <p14:tracePt t="5965" x="3800475" y="2400300"/>
          <p14:tracePt t="5973" x="3702050" y="2424113"/>
          <p14:tracePt t="5981" x="3629025" y="2436813"/>
          <p14:tracePt t="5989" x="3568700" y="2460625"/>
          <p14:tracePt t="5998" x="3495675" y="2473325"/>
          <p14:tracePt t="6006" x="3446463" y="2484438"/>
          <p14:tracePt t="6014" x="3409950" y="2497138"/>
          <p14:tracePt t="6023" x="3362325" y="2509838"/>
          <p14:tracePt t="6031" x="3336925" y="2509838"/>
          <p14:tracePt t="6039" x="3325813" y="2509838"/>
          <p14:tracePt t="6048" x="3300413" y="2520950"/>
          <p14:tracePt t="6057" x="3289300" y="2520950"/>
          <p14:tracePt t="6064" x="3276600" y="2533650"/>
          <p14:tracePt t="6073" x="3263900" y="2546350"/>
          <p14:tracePt t="6081" x="3240088" y="2546350"/>
          <p14:tracePt t="6089" x="3227388" y="2546350"/>
          <p14:tracePt t="6098" x="3214688" y="2570163"/>
          <p14:tracePt t="6106" x="3190875" y="2570163"/>
          <p14:tracePt t="6114" x="3178175" y="2582863"/>
          <p14:tracePt t="6123" x="3154363" y="2606675"/>
          <p14:tracePt t="6131" x="3141663" y="2606675"/>
          <p14:tracePt t="6139" x="3117850" y="2630488"/>
          <p14:tracePt t="6148" x="3094038" y="2630488"/>
          <p14:tracePt t="6156" x="3094038" y="2643188"/>
          <p14:tracePt t="6165" x="3068638" y="2655888"/>
          <p14:tracePt t="6173" x="3044825" y="2679700"/>
          <p14:tracePt t="6181" x="3021013" y="2692400"/>
          <p14:tracePt t="6190" x="2995613" y="2716213"/>
          <p14:tracePt t="6198" x="2984500" y="2728913"/>
          <p14:tracePt t="6206" x="2959100" y="2765425"/>
          <p14:tracePt t="6214" x="2947988" y="2801938"/>
          <p14:tracePt t="6223" x="2922588" y="2825750"/>
          <p14:tracePt t="6231" x="2898775" y="2874963"/>
          <p14:tracePt t="6239" x="2874963" y="2924175"/>
          <p14:tracePt t="6248" x="2862263" y="2947988"/>
          <p14:tracePt t="6256" x="2862263" y="2960688"/>
          <p14:tracePt t="6264" x="2849563" y="2984500"/>
          <p14:tracePt t="6273" x="2825750" y="3033713"/>
          <p14:tracePt t="6281" x="2825750" y="3057525"/>
          <p14:tracePt t="6289" x="2825750" y="3081338"/>
          <p14:tracePt t="6298" x="2825750" y="3106738"/>
          <p14:tracePt t="6306" x="2813050" y="3130550"/>
          <p14:tracePt t="6314" x="2801938" y="3143250"/>
          <p14:tracePt t="6323" x="2801938" y="3167063"/>
          <p14:tracePt t="6331" x="2789238" y="3203575"/>
          <p14:tracePt t="6339" x="2789238" y="3240088"/>
          <p14:tracePt t="6347" x="2765425" y="3276600"/>
          <p14:tracePt t="6356" x="2765425" y="3289300"/>
          <p14:tracePt t="6364" x="2752725" y="3313113"/>
          <p14:tracePt t="6372" x="2740025" y="3362325"/>
          <p14:tracePt t="6381" x="2716213" y="3373438"/>
          <p14:tracePt t="6389" x="2716213" y="3398838"/>
          <p14:tracePt t="6397" x="2716213" y="3409950"/>
          <p14:tracePt t="6406" x="2703513" y="3422650"/>
          <p14:tracePt t="6432" x="2703513" y="3435350"/>
          <p14:tracePt t="6467" x="2692400" y="3435350"/>
          <p14:tracePt t="10345" x="2692400" y="3448050"/>
          <p14:tracePt t="10347" x="2692400" y="3459163"/>
          <p14:tracePt t="10360" x="2692400" y="3471863"/>
          <p14:tracePt t="10365" x="2679700" y="3471863"/>
          <p14:tracePt t="10372" x="2679700" y="3484563"/>
          <p14:tracePt t="10412" x="2679700" y="3495675"/>
          <p14:tracePt t="10419" x="2679700" y="3508375"/>
          <p14:tracePt t="10428" x="2679700" y="3521075"/>
          <p14:tracePt t="10437" x="2679700" y="3532188"/>
          <p14:tracePt t="10445" x="2679700" y="3544888"/>
          <p14:tracePt t="10446" x="2679700" y="3557588"/>
          <p14:tracePt t="10457" x="2679700" y="3581400"/>
          <p14:tracePt t="10465" x="2679700" y="3594100"/>
          <p14:tracePt t="10468" x="2679700" y="3605213"/>
          <p14:tracePt t="10477" x="2679700" y="3617913"/>
          <p14:tracePt t="10485" x="2679700" y="3654425"/>
          <p14:tracePt t="10494" x="2679700" y="3678238"/>
          <p14:tracePt t="10502" x="2679700" y="3690938"/>
          <p14:tracePt t="10510" x="2679700" y="3703638"/>
          <p14:tracePt t="10519" x="2679700" y="3727450"/>
          <p14:tracePt t="10527" x="2679700" y="3740150"/>
          <p14:tracePt t="10540" x="2679700" y="3751263"/>
          <p14:tracePt t="10552" x="2679700" y="3763963"/>
          <p14:tracePt t="10565" x="2679700" y="3776663"/>
          <p14:tracePt t="11092" x="2679700" y="3787775"/>
          <p14:tracePt t="11097" x="2667000" y="3800475"/>
          <p14:tracePt t="11105" x="2667000" y="3813175"/>
          <p14:tracePt t="11110" x="2667000" y="3824288"/>
          <p14:tracePt t="11118" x="2655888" y="3836988"/>
          <p14:tracePt t="11127" x="2655888" y="3849688"/>
          <p14:tracePt t="11135" x="2643188" y="3860800"/>
          <p14:tracePt t="11152" x="2630488" y="3860800"/>
          <p14:tracePt t="11160" x="2630488" y="3873500"/>
          <p14:tracePt t="11200" x="2619375" y="3873500"/>
          <p14:tracePt t="11316" x="2619375" y="3886200"/>
          <p14:tracePt t="11325" x="2619375" y="3897313"/>
          <p14:tracePt t="11326" x="2606675" y="3897313"/>
          <p14:tracePt t="11336" x="2593975" y="3897313"/>
          <p14:tracePt t="11344" x="2593975" y="3910013"/>
          <p14:tracePt t="11351" x="2582863" y="3910013"/>
          <p14:tracePt t="11360" x="2570163" y="3922713"/>
          <p14:tracePt t="11368" x="2557463" y="3933825"/>
          <p14:tracePt t="11376" x="2557463" y="3946525"/>
          <p14:tracePt t="11385" x="2557463" y="3959225"/>
          <p14:tracePt t="11393" x="2546350" y="3959225"/>
          <p14:tracePt t="11407" x="2546350" y="3970338"/>
          <p14:tracePt t="11420" x="2546350" y="3983038"/>
          <p14:tracePt t="11457" x="2533650" y="3983038"/>
          <p14:tracePt t="11572" x="2533650" y="3995738"/>
          <p14:tracePt t="11580" x="2533650" y="4006850"/>
          <p14:tracePt t="11585" x="2520950" y="4006850"/>
          <p14:tracePt t="11586" x="2520950" y="4019550"/>
          <p14:tracePt t="11597" x="2520950" y="4032250"/>
          <p14:tracePt t="11601" x="2508250" y="4032250"/>
          <p14:tracePt t="11616" x="2508250" y="4043363"/>
          <p14:tracePt t="12132" x="2497138" y="4043363"/>
          <p14:tracePt t="12205" x="2484438" y="4043363"/>
          <p14:tracePt t="12206" x="2484438" y="4032250"/>
          <p14:tracePt t="12280" x="2471738" y="4019550"/>
          <p14:tracePt t="12605" x="2460625" y="4019550"/>
          <p14:tracePt t="12625" x="2447925" y="4019550"/>
          <p14:tracePt t="12632" x="2435225" y="4019550"/>
          <p14:tracePt t="12645" x="2424113" y="4019550"/>
          <p14:tracePt t="12647" x="2411413" y="4019550"/>
          <p14:tracePt t="12665" x="2398713" y="4019550"/>
          <p14:tracePt t="12667" x="2387600" y="4019550"/>
          <p14:tracePt t="12712" x="2374900" y="4019550"/>
          <p14:tracePt t="12747" x="2362200" y="4019550"/>
          <p14:tracePt t="12757" x="2351088" y="4019550"/>
          <p14:tracePt t="12765" x="2351088" y="4032250"/>
          <p14:tracePt t="12767" x="2338388" y="4032250"/>
          <p14:tracePt t="12776" x="2338388" y="4043363"/>
          <p14:tracePt t="12783" x="2325688" y="4043363"/>
          <p14:tracePt t="12860" x="2314575" y="4043363"/>
          <p14:tracePt t="12865" x="2314575" y="4056063"/>
          <p14:tracePt t="12867" x="2301875" y="4056063"/>
          <p14:tracePt t="12877" x="2289175" y="4068763"/>
          <p14:tracePt t="12900" x="2289175" y="4081463"/>
          <p14:tracePt t="12912" x="2278063" y="4081463"/>
          <p14:tracePt t="12925" x="2278063" y="4092575"/>
          <p14:tracePt t="12927" x="2265363" y="4092575"/>
          <p14:tracePt t="12947" x="2265363" y="4105275"/>
          <p14:tracePt t="12972" x="2265363" y="4117975"/>
          <p14:tracePt t="12977" x="2265363" y="4129088"/>
          <p14:tracePt t="12978" x="2252663" y="4129088"/>
          <p14:tracePt t="12985" x="2252663" y="4141788"/>
          <p14:tracePt t="12997" x="2241550" y="4154488"/>
          <p14:tracePt t="13005" x="2241550" y="4165600"/>
          <p14:tracePt t="13012" x="2228850" y="4165600"/>
          <p14:tracePt t="13027" x="2228850" y="4178300"/>
          <p14:tracePt t="13045" x="2228850" y="4191000"/>
          <p14:tracePt t="13072" x="2228850" y="4202113"/>
          <p14:tracePt t="13077" x="2228850" y="4214813"/>
          <p14:tracePt t="13084" x="2228850" y="4227513"/>
          <p14:tracePt t="13092" x="2228850" y="4238625"/>
          <p14:tracePt t="13099" x="2216150" y="4251325"/>
          <p14:tracePt t="13117" x="2216150" y="4264025"/>
          <p14:tracePt t="13125" x="2205038" y="4275138"/>
          <p14:tracePt t="13132" x="2205038" y="4287838"/>
          <p14:tracePt t="13145" x="2205038" y="4300538"/>
          <p14:tracePt t="13152" x="2205038" y="4311650"/>
          <p14:tracePt t="13165" x="2205038" y="4324350"/>
          <p14:tracePt t="13166" x="2205038" y="4337050"/>
          <p14:tracePt t="13174" x="2205038" y="4348163"/>
          <p14:tracePt t="13184" x="2205038" y="4360863"/>
          <p14:tracePt t="13191" x="2205038" y="4373563"/>
          <p14:tracePt t="13207" x="2205038" y="4384675"/>
          <p14:tracePt t="13211" x="2205038" y="4397375"/>
          <p14:tracePt t="13227" x="2205038" y="4410075"/>
          <p14:tracePt t="13247" x="2205038" y="4421188"/>
          <p14:tracePt t="13258" x="2205038" y="4433888"/>
          <p14:tracePt t="13285" x="2205038" y="4446588"/>
          <p14:tracePt t="13300" x="2205038" y="4457700"/>
          <p14:tracePt t="13312" x="2216150" y="4470400"/>
          <p14:tracePt t="13332" x="2216150" y="4483100"/>
          <p14:tracePt t="13337" x="2216150" y="4494213"/>
          <p14:tracePt t="13341" x="2228850" y="4494213"/>
          <p14:tracePt t="13349" x="2241550" y="4506913"/>
          <p14:tracePt t="13358" x="2241550" y="4519613"/>
          <p14:tracePt t="13366" x="2252663" y="4530725"/>
          <p14:tracePt t="13374" x="2252663" y="4543425"/>
          <p14:tracePt t="13382" x="2265363" y="4556125"/>
          <p14:tracePt t="13391" x="2278063" y="4556125"/>
          <p14:tracePt t="13399" x="2289175" y="4567238"/>
          <p14:tracePt t="13407" x="2289175" y="4579938"/>
          <p14:tracePt t="13417" x="2301875" y="4592638"/>
          <p14:tracePt t="13432" x="2314575" y="4592638"/>
          <p14:tracePt t="13460" x="2314575" y="4603750"/>
          <p14:tracePt t="13465" x="2325688" y="4603750"/>
          <p14:tracePt t="13497" x="2338388" y="4603750"/>
          <p14:tracePt t="13512" x="2351088" y="4603750"/>
          <p14:tracePt t="13520" x="2362200" y="4603750"/>
          <p14:tracePt t="13525" x="2374900" y="4603750"/>
          <p14:tracePt t="13532" x="2374900" y="4616450"/>
          <p14:tracePt t="13537" x="2387600" y="4616450"/>
          <p14:tracePt t="13541" x="2398713" y="4616450"/>
          <p14:tracePt t="13552" x="2411413" y="4616450"/>
          <p14:tracePt t="13558" x="2424113" y="4616450"/>
          <p14:tracePt t="13567" x="2435225" y="4616450"/>
          <p14:tracePt t="13574" x="2447925" y="4616450"/>
          <p14:tracePt t="13582" x="2460625" y="4616450"/>
          <p14:tracePt t="13600" x="2471738" y="4616450"/>
          <p14:tracePt t="13612" x="2484438" y="4616450"/>
          <p14:tracePt t="13687" x="2497138" y="4616450"/>
          <p14:tracePt t="13704" x="2508250" y="4616450"/>
          <p14:tracePt t="13725" x="2520950" y="4616450"/>
          <p14:tracePt t="13737" x="2533650" y="4616450"/>
          <p14:tracePt t="13738" x="2546350" y="4616450"/>
          <p14:tracePt t="13747" x="2557463" y="4603750"/>
          <p14:tracePt t="13751" x="2570163" y="4603750"/>
          <p14:tracePt t="13757" x="2582863" y="4603750"/>
          <p14:tracePt t="13765" x="2606675" y="4592638"/>
          <p14:tracePt t="13774" x="2619375" y="4579938"/>
          <p14:tracePt t="13782" x="2643188" y="4567238"/>
          <p14:tracePt t="13790" x="2655888" y="4556125"/>
          <p14:tracePt t="13799" x="2667000" y="4543425"/>
          <p14:tracePt t="13807" x="2692400" y="4543425"/>
          <p14:tracePt t="13815" x="2703513" y="4530725"/>
          <p14:tracePt t="13824" x="2703513" y="4519613"/>
          <p14:tracePt t="13832" x="2728913" y="4506913"/>
          <p14:tracePt t="13840" x="2740025" y="4506913"/>
          <p14:tracePt t="13849" x="2752725" y="4483100"/>
          <p14:tracePt t="13857" x="2765425" y="4483100"/>
          <p14:tracePt t="13885" x="2765425" y="4470400"/>
          <p14:tracePt t="13900" x="2765425" y="4457700"/>
          <p14:tracePt t="13907" x="2765425" y="4446588"/>
          <p14:tracePt t="13912" x="2776538" y="4446588"/>
          <p14:tracePt t="13927" x="2776538" y="4433888"/>
          <p14:tracePt t="13940" x="2776538" y="4421188"/>
          <p14:tracePt t="13952" x="2776538" y="4410075"/>
          <p14:tracePt t="13959" x="2776538" y="4397375"/>
          <p14:tracePt t="13967" x="2776538" y="4384675"/>
          <p14:tracePt t="13985" x="2776538" y="4373563"/>
          <p14:tracePt t="13986" x="2776538" y="4360863"/>
          <p14:tracePt t="13997" x="2776538" y="4348163"/>
          <p14:tracePt t="14005" x="2776538" y="4337050"/>
          <p14:tracePt t="14007" x="2776538" y="4324350"/>
          <p14:tracePt t="14015" x="2765425" y="4324350"/>
          <p14:tracePt t="14024" x="2765425" y="4311650"/>
          <p14:tracePt t="14032" x="2752725" y="4300538"/>
          <p14:tracePt t="14040" x="2740025" y="4264025"/>
          <p14:tracePt t="14051" x="2740025" y="4251325"/>
          <p14:tracePt t="14058" x="2740025" y="4238625"/>
          <p14:tracePt t="14065" x="2728913" y="4238625"/>
          <p14:tracePt t="14073" x="2716213" y="4214813"/>
          <p14:tracePt t="14082" x="2716213" y="4191000"/>
          <p14:tracePt t="14090" x="2716213" y="4165600"/>
          <p14:tracePt t="14099" x="2703513" y="4141788"/>
          <p14:tracePt t="14107" x="2692400" y="4129088"/>
          <p14:tracePt t="14115" x="2692400" y="4105275"/>
          <p14:tracePt t="14124" x="2692400" y="4092575"/>
          <p14:tracePt t="14132" x="2679700" y="4092575"/>
          <p14:tracePt t="14140" x="2679700" y="4068763"/>
          <p14:tracePt t="14152" x="2679700" y="4056063"/>
          <p14:tracePt t="14158" x="2667000" y="4043363"/>
          <p14:tracePt t="14172" x="2655888" y="4032250"/>
          <p14:tracePt t="14185" x="2655888" y="4019550"/>
          <p14:tracePt t="14200" x="2643188" y="4019550"/>
          <p14:tracePt t="14205" x="2643188" y="4006850"/>
          <p14:tracePt t="14207" x="2630488" y="4006850"/>
          <p14:tracePt t="14217" x="2630488" y="3995738"/>
          <p14:tracePt t="14227" x="2619375" y="3995738"/>
          <p14:tracePt t="14237" x="2606675" y="3983038"/>
          <p14:tracePt t="14245" x="2593975" y="3983038"/>
          <p14:tracePt t="14258" x="2582863" y="3983038"/>
          <p14:tracePt t="14265" x="2570163" y="3983038"/>
          <p14:tracePt t="14285" x="2557463" y="3983038"/>
          <p14:tracePt t="14305" x="2546350" y="3983038"/>
          <p14:tracePt t="14307" x="2546350" y="3970338"/>
          <p14:tracePt t="14315" x="2533650" y="3970338"/>
          <p14:tracePt t="14325" x="2520950" y="3970338"/>
          <p14:tracePt t="14332" x="2508250" y="3970338"/>
          <p14:tracePt t="14340" x="2497138" y="3959225"/>
          <p14:tracePt t="14348" x="2484438" y="3959225"/>
          <p14:tracePt t="14357" x="2471738" y="3959225"/>
          <p14:tracePt t="14365" x="2460625" y="3959225"/>
          <p14:tracePt t="14375" x="2447925" y="3959225"/>
          <p14:tracePt t="14392" x="2435225" y="3959225"/>
          <p14:tracePt t="14400" x="2424113" y="3959225"/>
          <p14:tracePt t="14405" x="2411413" y="3959225"/>
          <p14:tracePt t="14420" x="2398713" y="3959225"/>
          <p14:tracePt t="14427" x="2387600" y="3959225"/>
          <p14:tracePt t="14452" x="2374900" y="3959225"/>
          <p14:tracePt t="14485" x="2362200" y="3959225"/>
          <p14:tracePt t="14500" x="2351088" y="3959225"/>
          <p14:tracePt t="14505" x="2338388" y="3959225"/>
          <p14:tracePt t="14507" x="2325688" y="3970338"/>
          <p14:tracePt t="14517" x="2314575" y="3970338"/>
          <p14:tracePt t="14524" x="2301875" y="3970338"/>
          <p14:tracePt t="14532" x="2301875" y="3983038"/>
          <p14:tracePt t="14540" x="2289175" y="3983038"/>
          <p14:tracePt t="14552" x="2278063" y="3995738"/>
          <p14:tracePt t="14567" x="2265363" y="3995738"/>
          <p14:tracePt t="14585" x="2265363" y="4006850"/>
          <p14:tracePt t="14597" x="2252663" y="4006850"/>
          <p14:tracePt t="14605" x="2241550" y="4006850"/>
          <p14:tracePt t="14692" x="2228850" y="4019550"/>
          <p14:tracePt t="14705" x="2216150" y="4032250"/>
          <p14:tracePt t="14727" x="2205038" y="4032250"/>
          <p14:tracePt t="18217" x="2205038" y="4043363"/>
          <p14:tracePt t="18237" x="2216150" y="4043363"/>
          <p14:tracePt t="18247" x="2228850" y="4043363"/>
          <p14:tracePt t="18267" x="2241550" y="4043363"/>
          <p14:tracePt t="18280" x="2252663" y="4043363"/>
          <p14:tracePt t="18307" x="2265363" y="4043363"/>
          <p14:tracePt t="18325" x="2278063" y="4043363"/>
          <p14:tracePt t="18432" x="2289175" y="4043363"/>
          <p14:tracePt t="18437" x="2301875" y="4043363"/>
          <p14:tracePt t="18445" x="2314575" y="4043363"/>
          <p14:tracePt t="18446" x="2325688" y="4043363"/>
          <p14:tracePt t="18453" x="2338388" y="4043363"/>
          <p14:tracePt t="18461" x="2351088" y="4043363"/>
          <p14:tracePt t="18469" x="2374900" y="4043363"/>
          <p14:tracePt t="18478" x="2374900" y="4056063"/>
          <p14:tracePt t="18486" x="2387600" y="4056063"/>
          <p14:tracePt t="18494" x="2411413" y="4068763"/>
          <p14:tracePt t="18700" x="2411413" y="4081463"/>
          <p14:tracePt t="18725" x="2411413" y="4092575"/>
          <p14:tracePt t="18732" x="2411413" y="4105275"/>
          <p14:tracePt t="18737" x="2411413" y="4117975"/>
          <p14:tracePt t="18745" x="2411413" y="4129088"/>
          <p14:tracePt t="18753" x="2387600" y="4141788"/>
          <p14:tracePt t="18761" x="2387600" y="4154488"/>
          <p14:tracePt t="18769" x="2362200" y="4178300"/>
          <p14:tracePt t="18778" x="2362200" y="4191000"/>
          <p14:tracePt t="18786" x="2325688" y="4214813"/>
          <p14:tracePt t="18794" x="2325688" y="4238625"/>
          <p14:tracePt t="18802" x="2289175" y="4251325"/>
          <p14:tracePt t="18811" x="2289175" y="4264025"/>
          <p14:tracePt t="18819" x="2252663" y="4287838"/>
          <p14:tracePt t="18827" x="2241550" y="4311650"/>
          <p14:tracePt t="18836" x="2228850" y="4311650"/>
          <p14:tracePt t="18844" x="2216150" y="4324350"/>
          <p14:tracePt t="18852" x="2192338" y="4337050"/>
          <p14:tracePt t="18861" x="2192338" y="4348163"/>
          <p14:tracePt t="18869" x="2168525" y="4360863"/>
          <p14:tracePt t="18877" x="2168525" y="4373563"/>
          <p14:tracePt t="18886" x="2155825" y="4384675"/>
          <p14:tracePt t="18894" x="2143125" y="4384675"/>
          <p14:tracePt t="18902" x="2132013" y="4397375"/>
          <p14:tracePt t="18917" x="2132013" y="4410075"/>
          <p14:tracePt t="18925" x="2119313" y="4410075"/>
          <p14:tracePt t="18932" x="2106613" y="4410075"/>
          <p14:tracePt t="18952" x="2095500" y="4421188"/>
          <p14:tracePt t="18965" x="2082800" y="4421188"/>
          <p14:tracePt t="18966" x="2082800" y="4433888"/>
          <p14:tracePt t="18971" x="2070100" y="4433888"/>
          <p14:tracePt t="18977" x="2070100" y="4446588"/>
          <p14:tracePt t="18985" x="2058988" y="4446588"/>
          <p14:tracePt t="18994" x="2046288" y="4457700"/>
          <p14:tracePt t="19002" x="2046288" y="4470400"/>
          <p14:tracePt t="19011" x="2033588" y="4470400"/>
          <p14:tracePt t="19019" x="2009775" y="4483100"/>
          <p14:tracePt t="19027" x="2009775" y="4494213"/>
          <p14:tracePt t="19036" x="1997075" y="4494213"/>
          <p14:tracePt t="19044" x="1985963" y="4506913"/>
          <p14:tracePt t="19052" x="1985963" y="4519613"/>
          <p14:tracePt t="19067" x="1973263" y="4530725"/>
          <p14:tracePt t="19086" x="1960563" y="4530725"/>
          <p14:tracePt t="19096" x="1960563" y="4543425"/>
          <p14:tracePt t="19098" x="1949450" y="4543425"/>
          <p14:tracePt t="19112" x="1949450" y="4556125"/>
          <p14:tracePt t="19117" x="1936750" y="4556125"/>
          <p14:tracePt t="19118" x="1924050" y="4567238"/>
          <p14:tracePt t="19127" x="1912938" y="4579938"/>
          <p14:tracePt t="19135" x="1912938" y="4592638"/>
          <p14:tracePt t="19144" x="1887538" y="4603750"/>
          <p14:tracePt t="19152" x="1863725" y="4640263"/>
          <p14:tracePt t="19160" x="1851025" y="4665663"/>
          <p14:tracePt t="19169" x="1814513" y="4702175"/>
          <p14:tracePt t="19177" x="1803400" y="4725988"/>
          <p14:tracePt t="19185" x="1765300" y="4775200"/>
          <p14:tracePt t="19194" x="1741488" y="4824413"/>
          <p14:tracePt t="19202" x="1717675" y="4860925"/>
          <p14:tracePt t="19210" x="1692275" y="4908550"/>
          <p14:tracePt t="19219" x="1668463" y="4970463"/>
          <p14:tracePt t="19227" x="1655763" y="4981575"/>
          <p14:tracePt t="19235" x="1631950" y="5030788"/>
          <p14:tracePt t="19244" x="1608138" y="5067300"/>
          <p14:tracePt t="19252" x="1595438" y="5127625"/>
          <p14:tracePt t="19260" x="1571625" y="5200650"/>
          <p14:tracePt t="19269" x="1558925" y="5249863"/>
          <p14:tracePt t="19277" x="1558925" y="5273675"/>
          <p14:tracePt t="19285" x="1535113" y="5348288"/>
          <p14:tracePt t="19294" x="1535113" y="5395913"/>
          <p14:tracePt t="19302" x="1522413" y="5432425"/>
          <p14:tracePt t="19310" x="1522413" y="5468938"/>
          <p14:tracePt t="19319" x="1509713" y="5518150"/>
          <p14:tracePt t="19327" x="1509713" y="5530850"/>
          <p14:tracePt t="19335" x="1498600" y="5554663"/>
          <p14:tracePt t="19343" x="1485900" y="5591175"/>
          <p14:tracePt t="19352" x="1485900" y="5614988"/>
          <p14:tracePt t="19360" x="1473200" y="5627688"/>
          <p14:tracePt t="19368" x="1473200" y="5640388"/>
          <p14:tracePt t="19377" x="1473200" y="5651500"/>
          <p14:tracePt t="19385" x="1462088" y="5651500"/>
          <p14:tracePt t="19397" x="1462088" y="5664200"/>
          <p14:tracePt t="19407" x="1462088" y="5676900"/>
          <p14:tracePt t="19417" x="1462088" y="5688013"/>
          <p14:tracePt t="19418" x="1449388" y="5688013"/>
          <p14:tracePt t="19437" x="1449388" y="5700713"/>
          <p14:tracePt t="19447" x="1436688" y="5713413"/>
          <p14:tracePt t="19485" x="1425575" y="5713413"/>
          <p14:tracePt t="19486" x="1425575" y="5724525"/>
          <p14:tracePt t="19512" x="1425575" y="5737225"/>
          <p14:tracePt t="19665" x="1412875" y="5749925"/>
          <p14:tracePt t="19672" x="1400175" y="5749925"/>
          <p14:tracePt t="19678" x="1389063" y="5749925"/>
          <p14:tracePt t="19685" x="1376363" y="5749925"/>
          <p14:tracePt t="19687" x="1376363" y="5761038"/>
          <p14:tracePt t="19693" x="1363663" y="5761038"/>
          <p14:tracePt t="19705" x="1352550" y="5761038"/>
          <p14:tracePt t="19712" x="1352550" y="5773738"/>
          <p14:tracePt t="19718" x="1339850" y="5773738"/>
          <p14:tracePt t="19797" x="1327150" y="5773738"/>
          <p14:tracePt t="19798" x="1316038" y="5786438"/>
          <p14:tracePt t="19807" x="1303338" y="5797550"/>
          <p14:tracePt t="19816" x="1303338" y="5810250"/>
          <p14:tracePt t="19818" x="1290638" y="5810250"/>
          <p14:tracePt t="19826" x="1279525" y="5810250"/>
          <p14:tracePt t="19835" x="1279525" y="5822950"/>
          <p14:tracePt t="20257" x="1290638" y="5822950"/>
          <p14:tracePt t="20277" x="1303338" y="5822950"/>
          <p14:tracePt t="20297" x="1316038" y="5822950"/>
          <p14:tracePt t="20320" x="1316038" y="5810250"/>
          <p14:tracePt t="20327" x="1327150" y="5810250"/>
          <p14:tracePt t="20377" x="1339850" y="5810250"/>
          <p14:tracePt t="20387" x="1352550" y="5810250"/>
          <p14:tracePt t="20412" x="1363663" y="5810250"/>
          <p14:tracePt t="20425" x="1376363" y="5810250"/>
          <p14:tracePt t="20427" x="1389063" y="5810250"/>
          <p14:tracePt t="20445" x="1400175" y="5810250"/>
          <p14:tracePt t="20446" x="1412875" y="5810250"/>
          <p14:tracePt t="20460" x="1425575" y="5810250"/>
          <p14:tracePt t="20467" x="1449388" y="5810250"/>
          <p14:tracePt t="20486" x="1462088" y="5810250"/>
          <p14:tracePt t="20497" x="1473200" y="5810250"/>
          <p14:tracePt t="20540" x="1485900" y="5810250"/>
          <p14:tracePt t="20612" x="1498600" y="5810250"/>
          <p14:tracePt t="20685" x="1509713" y="5810250"/>
          <p14:tracePt t="20692" x="1522413" y="5810250"/>
          <p14:tracePt t="20697" x="1535113" y="5810250"/>
          <p14:tracePt t="20705" x="1546225" y="5810250"/>
          <p14:tracePt t="20709" x="1558925" y="5810250"/>
          <p14:tracePt t="20718" x="1571625" y="5810250"/>
          <p14:tracePt t="20718" x="1582738" y="5822950"/>
          <p14:tracePt t="20725" x="1595438" y="5822950"/>
          <p14:tracePt t="20734" x="1608138" y="5822950"/>
          <p14:tracePt t="20742" x="1619250" y="5834063"/>
          <p14:tracePt t="20750" x="1631950" y="5834063"/>
          <p14:tracePt t="20759" x="1644650" y="5834063"/>
          <p14:tracePt t="20767" x="1655763" y="5834063"/>
          <p14:tracePt t="20787" x="1668463" y="5834063"/>
          <p14:tracePt t="20792" x="1681163" y="5834063"/>
          <p14:tracePt t="20805" x="1692275" y="5834063"/>
          <p14:tracePt t="20806" x="1717675" y="5834063"/>
          <p14:tracePt t="20811" x="1717675" y="5822950"/>
          <p14:tracePt t="20817" x="1728788" y="5822950"/>
          <p14:tracePt t="20825" x="1754188" y="5822950"/>
          <p14:tracePt t="20834" x="1778000" y="5822950"/>
          <p14:tracePt t="20844" x="1790700" y="5810250"/>
          <p14:tracePt t="20932" x="1803400" y="5810250"/>
          <p14:tracePt t="20937" x="1814513" y="5810250"/>
          <p14:tracePt t="20944" x="1827213" y="5810250"/>
          <p14:tracePt t="20950" x="1851025" y="5810250"/>
          <p14:tracePt t="20959" x="1876425" y="5810250"/>
          <p14:tracePt t="20967" x="1912938" y="5810250"/>
          <p14:tracePt t="20975" x="1924050" y="5810250"/>
          <p14:tracePt t="20984" x="1960563" y="5810250"/>
          <p14:tracePt t="20992" x="1997075" y="5822950"/>
          <p14:tracePt t="21000" x="2058988" y="5834063"/>
          <p14:tracePt t="21009" x="2106613" y="5846763"/>
          <p14:tracePt t="21017" x="2143125" y="5859463"/>
          <p14:tracePt t="21025" x="2228850" y="5870575"/>
          <p14:tracePt t="21033" x="2278063" y="5883275"/>
          <p14:tracePt t="21042" x="2338388" y="5883275"/>
          <p14:tracePt t="21050" x="2398713" y="5883275"/>
          <p14:tracePt t="21059" x="2497138" y="5895975"/>
          <p14:tracePt t="21067" x="2520950" y="5895975"/>
          <p14:tracePt t="21075" x="2557463" y="5895975"/>
          <p14:tracePt t="21084" x="2570163" y="5895975"/>
          <p14:tracePt t="21092" x="2582863" y="5895975"/>
          <p14:tracePt t="21107" x="2593975" y="5895975"/>
          <p14:tracePt t="21458" x="2606675" y="5895975"/>
          <p14:tracePt t="21467" x="2619375" y="5895975"/>
          <p14:tracePt t="21477" x="2630488" y="5895975"/>
          <p14:tracePt t="21478" x="2643188" y="5883275"/>
          <p14:tracePt t="21485" x="2655888" y="5883275"/>
          <p14:tracePt t="21492" x="2667000" y="5883275"/>
          <p14:tracePt t="21500" x="2692400" y="5883275"/>
          <p14:tracePt t="21508" x="2716213" y="5883275"/>
          <p14:tracePt t="21520" x="2728913" y="5883275"/>
          <p14:tracePt t="21525" x="2740025" y="5883275"/>
          <p14:tracePt t="21533" x="2752725" y="5883275"/>
          <p14:tracePt t="21547" x="2765425" y="5883275"/>
          <p14:tracePt t="21565" x="2776538" y="5883275"/>
          <p14:tracePt t="21637" x="2776538" y="5870575"/>
          <p14:tracePt t="23637" x="2789238" y="5870575"/>
          <p14:tracePt t="23638" x="2813050" y="5870575"/>
          <p14:tracePt t="23648" x="2838450" y="5859463"/>
          <p14:tracePt t="23657" x="2862263" y="5846763"/>
          <p14:tracePt t="23665" x="2898775" y="5834063"/>
          <p14:tracePt t="23673" x="2947988" y="5834063"/>
          <p14:tracePt t="23681" x="2971800" y="5822950"/>
          <p14:tracePt t="23689" x="2995613" y="5810250"/>
          <p14:tracePt t="23698" x="3008313" y="5797550"/>
          <p14:tracePt t="23706" x="3021013" y="5797550"/>
          <p14:tracePt t="23732" x="3032125" y="5797550"/>
          <p14:tracePt t="23745" x="3044825" y="5797550"/>
          <p14:tracePt t="23747" x="3057525" y="5797550"/>
          <p14:tracePt t="23752" x="3057525" y="5786438"/>
          <p14:tracePt t="23756" x="3068638" y="5786438"/>
          <p14:tracePt t="23764" x="3094038" y="5786438"/>
          <p14:tracePt t="23773" x="3154363" y="5749925"/>
          <p14:tracePt t="23781" x="3190875" y="5737225"/>
          <p14:tracePt t="23789" x="3252788" y="5724525"/>
          <p14:tracePt t="23798" x="3313113" y="5713413"/>
          <p14:tracePt t="23806" x="3362325" y="5688013"/>
          <p14:tracePt t="23814" x="3446463" y="5664200"/>
          <p14:tracePt t="23823" x="3556000" y="5640388"/>
          <p14:tracePt t="23831" x="3690938" y="5603875"/>
          <p14:tracePt t="23839" x="3946525" y="5541963"/>
          <p14:tracePt t="23848" x="4202113" y="5494338"/>
          <p14:tracePt t="23856" x="4348163" y="5481638"/>
          <p14:tracePt t="23864" x="4689475" y="5432425"/>
          <p14:tracePt t="23873" x="5260975" y="5359400"/>
          <p14:tracePt t="23881" x="5627688" y="5335588"/>
          <p14:tracePt t="23889" x="5930900" y="5299075"/>
          <p14:tracePt t="23898" x="6188075" y="5262563"/>
          <p14:tracePt t="23906" x="6334125" y="5237163"/>
          <p14:tracePt t="23914" x="6454775" y="5213350"/>
          <p14:tracePt t="23922" x="6527800" y="5189538"/>
          <p14:tracePt t="23931" x="6600825" y="5140325"/>
          <p14:tracePt t="23939" x="6686550" y="5080000"/>
          <p14:tracePt t="23947" x="6735763" y="5030788"/>
          <p14:tracePt t="23956" x="6759575" y="5018088"/>
          <p14:tracePt t="23964" x="6783388" y="4957763"/>
          <p14:tracePt t="23972" x="6832600" y="4884738"/>
          <p14:tracePt t="23981" x="6869113" y="4835525"/>
          <p14:tracePt t="23989" x="6918325" y="4799013"/>
          <p14:tracePt t="23997" x="6991350" y="4738688"/>
          <p14:tracePt t="24006" x="7064375" y="4689475"/>
          <p14:tracePt t="24014" x="7150100" y="4640263"/>
          <p14:tracePt t="24022" x="7234238" y="4567238"/>
          <p14:tracePt t="24031" x="7343775" y="4494213"/>
          <p14:tracePt t="24039" x="7502525" y="4373563"/>
          <p14:tracePt t="24047" x="7612063" y="4264025"/>
          <p14:tracePt t="24056" x="7648575" y="4202113"/>
          <p14:tracePt t="24064" x="7747000" y="4117975"/>
          <p14:tracePt t="24072" x="7843838" y="3995738"/>
          <p14:tracePt t="24081" x="7893050" y="3922713"/>
          <p14:tracePt t="24089" x="7916863" y="3860800"/>
          <p14:tracePt t="24097" x="7940675" y="3813175"/>
          <p14:tracePt t="24106" x="7953375" y="3787775"/>
          <p14:tracePt t="24114" x="7953375" y="3763963"/>
          <p14:tracePt t="24122" x="7953375" y="3740150"/>
          <p14:tracePt t="24131" x="7953375" y="3727450"/>
          <p14:tracePt t="24237" x="7953375" y="3714750"/>
          <p14:tracePt t="24250" x="7953375" y="3690938"/>
          <p14:tracePt t="24251" x="7940675" y="3667125"/>
          <p14:tracePt t="24256" x="7929563" y="3641725"/>
          <p14:tracePt t="24264" x="7916863" y="3617913"/>
          <p14:tracePt t="24272" x="7893050" y="3521075"/>
          <p14:tracePt t="24281" x="7880350" y="3448050"/>
          <p14:tracePt t="24289" x="7856538" y="3386138"/>
          <p14:tracePt t="24297" x="7843838" y="3313113"/>
          <p14:tracePt t="24305" x="7820025" y="3263900"/>
          <p14:tracePt t="24314" x="7807325" y="3203575"/>
          <p14:tracePt t="24322" x="7807325" y="3167063"/>
          <p14:tracePt t="24330" x="7794625" y="3154363"/>
          <p14:tracePt t="24339" x="7794625" y="3130550"/>
          <p14:tracePt t="24352" x="7794625" y="3117850"/>
          <p14:tracePt t="24397" x="7783513" y="3117850"/>
          <p14:tracePt t="24457" x="7794625" y="3117850"/>
          <p14:tracePt t="24464" x="7794625" y="3106738"/>
          <p14:tracePt t="24473" x="7794625" y="3094038"/>
          <p14:tracePt t="24480" x="7807325" y="3094038"/>
          <p14:tracePt t="24491" x="7820025" y="3094038"/>
          <p14:tracePt t="24499" x="7820025" y="3081338"/>
          <p14:tracePt t="24517" x="7831138" y="3070225"/>
          <p14:tracePt t="24527" x="7831138" y="3057525"/>
          <p14:tracePt t="24577" x="7831138" y="3044825"/>
          <p14:tracePt t="24578" x="7843838" y="3044825"/>
          <p14:tracePt t="24589" x="7856538" y="3033713"/>
          <p14:tracePt t="24605" x="7867650" y="3021013"/>
          <p14:tracePt t="24606" x="7867650" y="3008313"/>
          <p14:tracePt t="24613" x="7880350" y="3008313"/>
          <p14:tracePt t="24624" x="7893050" y="2997200"/>
          <p14:tracePt t="24632" x="7904163" y="2997200"/>
          <p14:tracePt t="24640" x="7916863" y="2997200"/>
          <p14:tracePt t="24652" x="7929563" y="2997200"/>
          <p14:tracePt t="24663" x="7929563" y="2984500"/>
          <p14:tracePt t="24677" x="7940675" y="2984500"/>
          <p14:tracePt t="24685" x="7953375" y="2971800"/>
          <p14:tracePt t="24688" x="7966075" y="2971800"/>
          <p14:tracePt t="24697" x="7977188" y="2971800"/>
          <p14:tracePt t="24705" x="8002588" y="2947988"/>
          <p14:tracePt t="24713" x="8013700" y="2947988"/>
          <p14:tracePt t="24722" x="8039100" y="2935288"/>
          <p14:tracePt t="24730" x="8050213" y="2924175"/>
          <p14:tracePt t="24738" x="8062913" y="2911475"/>
          <p14:tracePt t="24747" x="8075613" y="2911475"/>
          <p14:tracePt t="24757" x="8086725" y="2911475"/>
          <p14:tracePt t="24787" x="8086725" y="2898775"/>
          <p14:tracePt t="24792" x="8099425" y="2898775"/>
          <p14:tracePt t="24797" x="8112125" y="2887663"/>
          <p14:tracePt t="24806" x="8123238" y="2887663"/>
          <p14:tracePt t="24820" x="8135938" y="2887663"/>
          <p14:tracePt t="24825" x="8135938" y="2874963"/>
          <p14:tracePt t="24830" x="8148638" y="2862263"/>
          <p14:tracePt t="24838" x="8159750" y="2851150"/>
          <p14:tracePt t="24860" x="8159750" y="2838450"/>
          <p14:tracePt t="24872" x="8172450" y="2838450"/>
          <p14:tracePt t="24880" x="8172450" y="2825750"/>
          <p14:tracePt t="24892" x="8185150" y="2825750"/>
          <p14:tracePt t="24899" x="8185150" y="2814638"/>
          <p14:tracePt t="24912" x="8185150" y="2801938"/>
          <p14:tracePt t="24925" x="8185150" y="2789238"/>
          <p14:tracePt t="24926" x="8196263" y="2789238"/>
          <p14:tracePt t="24938" x="8208963" y="2789238"/>
          <p14:tracePt t="24946" x="8208963" y="2776538"/>
          <p14:tracePt t="24955" x="8208963" y="2765425"/>
          <p14:tracePt t="24967" x="8221663" y="2752725"/>
          <p14:tracePt t="25019" x="8221663" y="2740025"/>
          <p14:tracePt t="25027" x="8221663" y="2728913"/>
          <p14:tracePt t="25037" x="8221663" y="2716213"/>
          <p14:tracePt t="25038" x="8221663" y="2703513"/>
          <p14:tracePt t="25046" x="8232775" y="2692400"/>
          <p14:tracePt t="25055" x="8245475" y="2643188"/>
          <p14:tracePt t="25063" x="8245475" y="2619375"/>
          <p14:tracePt t="25072" x="8245475" y="2582863"/>
          <p14:tracePt t="25080" x="8245475" y="2509838"/>
          <p14:tracePt t="25088" x="8232775" y="2473325"/>
          <p14:tracePt t="25097" x="8232775" y="2447925"/>
          <p14:tracePt t="25098" x="8221663" y="2424113"/>
          <p14:tracePt t="25105" x="8208963" y="2387600"/>
          <p14:tracePt t="25113" x="8185150" y="2363788"/>
          <p14:tracePt t="25121" x="8172450" y="2338388"/>
          <p14:tracePt t="25130" x="8148638" y="2301875"/>
          <p14:tracePt t="25138" x="8123238" y="2278063"/>
          <p14:tracePt t="25147" x="8112125" y="2254250"/>
          <p14:tracePt t="25148" x="8099425" y="2254250"/>
          <p14:tracePt t="25157" x="8086725" y="2241550"/>
          <p14:tracePt t="25163" x="8075613" y="2228850"/>
          <p14:tracePt t="25172" x="8062913" y="2217738"/>
          <p14:tracePt t="25180" x="8039100" y="2192338"/>
          <p14:tracePt t="25188" x="8013700" y="2179638"/>
          <p14:tracePt t="25197" x="8013700" y="2168525"/>
          <p14:tracePt t="25205" x="8002588" y="2168525"/>
          <p14:tracePt t="25213" x="7977188" y="2155825"/>
          <p14:tracePt t="25221" x="7977188" y="2143125"/>
          <p14:tracePt t="25237" x="7977188" y="2132013"/>
          <p14:tracePt t="25238" x="7966075" y="2132013"/>
          <p14:tracePt t="25272" x="7953375" y="2132013"/>
          <p14:tracePt t="25292" x="7953375" y="2119313"/>
          <p14:tracePt t="25299" x="7940675" y="2106613"/>
          <p14:tracePt t="25317" x="7940675" y="2095500"/>
          <p14:tracePt t="25327" x="7929563" y="2082800"/>
          <p14:tracePt t="25340" x="7929563" y="2070100"/>
          <p14:tracePt t="25365" x="7929563" y="2058988"/>
          <p14:tracePt t="25385" x="7929563" y="2046288"/>
          <p14:tracePt t="25432" x="7929563" y="2033588"/>
          <p14:tracePt t="25457" x="7929563" y="2022475"/>
          <p14:tracePt t="25472" x="7940675" y="2022475"/>
          <p14:tracePt t="25477" x="7940675" y="2009775"/>
          <p14:tracePt t="25527" x="7953375" y="2009775"/>
          <p14:tracePt t="25552" x="7966075" y="2009775"/>
          <p14:tracePt t="25567" x="7977188" y="1997075"/>
          <p14:tracePt t="25577" x="7989888" y="1997075"/>
          <p14:tracePt t="25578" x="7989888" y="1985963"/>
          <p14:tracePt t="25592" x="8002588" y="1985963"/>
          <p14:tracePt t="25600" x="8013700" y="1985963"/>
          <p14:tracePt t="25607" x="8026400" y="1985963"/>
          <p14:tracePt t="25625" x="8026400" y="1973263"/>
          <p14:tracePt t="25631" x="8039100" y="1973263"/>
          <p14:tracePt t="25640" x="8050213" y="1973263"/>
          <p14:tracePt t="25645" x="8050213" y="1960563"/>
          <p14:tracePt t="25656" x="8062913" y="1960563"/>
          <p14:tracePt t="25665" x="8062913" y="1949450"/>
          <p14:tracePt t="25666" x="8075613" y="1949450"/>
          <p14:tracePt t="25687" x="8086725" y="1949450"/>
          <p14:tracePt t="25705" x="8086725" y="1936750"/>
          <p14:tracePt t="25852" x="8099425" y="1936750"/>
          <p14:tracePt t="25867" x="8112125" y="1936750"/>
          <p14:tracePt t="25885" x="8112125" y="1924050"/>
          <p14:tracePt t="25892" x="8123238" y="1924050"/>
          <p14:tracePt t="25904" x="8135938" y="1924050"/>
          <p14:tracePt t="26107" x="8148638" y="1924050"/>
          <p14:tracePt t="26117" x="8159750" y="1924050"/>
          <p14:tracePt t="26125" x="8172450" y="1924050"/>
          <p14:tracePt t="26127" x="8172450" y="1912938"/>
          <p14:tracePt t="26137" x="8185150" y="1912938"/>
          <p14:tracePt t="26138" x="8196263" y="1912938"/>
          <p14:tracePt t="26152" x="8208963" y="1912938"/>
          <p14:tracePt t="26157" x="8221663" y="1912938"/>
          <p14:tracePt t="26162" x="8232775" y="1900238"/>
          <p14:tracePt t="26170" x="8245475" y="1900238"/>
          <p14:tracePt t="26179" x="8281988" y="1887538"/>
          <p14:tracePt t="26187" x="8307388" y="1887538"/>
          <p14:tracePt t="26195" x="8318500" y="1876425"/>
          <p14:tracePt t="26204" x="8343900" y="1863725"/>
          <p14:tracePt t="26212" x="8416925" y="1851025"/>
          <p14:tracePt t="26220" x="8453438" y="1839913"/>
          <p14:tracePt t="26229" x="8526463" y="1827213"/>
          <p14:tracePt t="26237" x="8574088" y="1827213"/>
          <p14:tracePt t="26245" x="8636000" y="1827213"/>
          <p14:tracePt t="26254" x="8672513" y="1827213"/>
          <p14:tracePt t="26262" x="8720138" y="1814513"/>
          <p14:tracePt t="26270" x="8745538" y="1814513"/>
          <p14:tracePt t="26279" x="8769350" y="1814513"/>
          <p14:tracePt t="26287" x="8782050" y="1814513"/>
          <p14:tracePt t="26295" x="8782050" y="1803400"/>
          <p14:tracePt t="26312" x="8793163" y="1803400"/>
          <p14:tracePt t="26380" x="8805863" y="1803400"/>
          <p14:tracePt t="26385" x="8818563" y="1803400"/>
          <p14:tracePt t="26397" x="8829675" y="1803400"/>
          <p14:tracePt t="26398" x="8842375" y="1803400"/>
          <p14:tracePt t="26412" x="8855075" y="1803400"/>
          <p14:tracePt t="26420" x="8866188" y="1803400"/>
          <p14:tracePt t="26425" x="8878888" y="1803400"/>
          <p14:tracePt t="26432" x="8891588" y="1803400"/>
          <p14:tracePt t="26438" x="8915400" y="1803400"/>
          <p14:tracePt t="26445" x="8939213" y="1803400"/>
          <p14:tracePt t="26454" x="8964613" y="1803400"/>
          <p14:tracePt t="26462" x="9001125" y="1803400"/>
          <p14:tracePt t="26470" x="9061450" y="1803400"/>
          <p14:tracePt t="26478" x="9134475" y="1803400"/>
          <p14:tracePt t="26487" x="9159875" y="1803400"/>
          <p14:tracePt t="26495" x="9183688" y="1803400"/>
          <p14:tracePt t="26503" x="9220200" y="1803400"/>
          <p14:tracePt t="26512" x="9232900" y="1803400"/>
          <p14:tracePt t="26820" x="9244013" y="1803400"/>
          <p14:tracePt t="26832" x="9256713" y="1803400"/>
          <p14:tracePt t="26838" x="9256713" y="1814513"/>
          <p14:tracePt t="26847" x="9269413" y="1814513"/>
          <p14:tracePt t="26857" x="9280525" y="1814513"/>
          <p14:tracePt t="26865" x="9293225" y="1814513"/>
          <p14:tracePt t="26866" x="9305925" y="1814513"/>
          <p14:tracePt t="26872" x="9317038" y="1814513"/>
          <p14:tracePt t="26880" x="9329738" y="1814513"/>
          <p14:tracePt t="26887" x="9353550" y="1814513"/>
          <p14:tracePt t="26895" x="9366250" y="1814513"/>
          <p14:tracePt t="26903" x="9378950" y="1814513"/>
          <p14:tracePt t="26911" x="9402763" y="1814513"/>
          <p14:tracePt t="26920" x="9451975" y="1827213"/>
          <p14:tracePt t="26928" x="9475788" y="1839913"/>
          <p14:tracePt t="26936" x="9499600" y="1839913"/>
          <p14:tracePt t="26945" x="9525000" y="1839913"/>
          <p14:tracePt t="26953" x="9572625" y="1851025"/>
          <p14:tracePt t="26961" x="9598025" y="1863725"/>
          <p14:tracePt t="26970" x="9609138" y="1876425"/>
          <p14:tracePt t="26978" x="9634538" y="1876425"/>
          <p14:tracePt t="26986" x="9645650" y="1876425"/>
          <p14:tracePt t="26995" x="9658350" y="1876425"/>
          <p14:tracePt t="27003" x="9671050" y="1876425"/>
          <p14:tracePt t="27017" x="9683750" y="1887538"/>
          <p14:tracePt t="27025" x="9694863" y="1887538"/>
          <p14:tracePt t="27037" x="9694863" y="1900238"/>
          <p14:tracePt t="27045" x="9707563" y="1900238"/>
          <p14:tracePt t="27052" x="9720263" y="1900238"/>
          <p14:tracePt t="27057" x="9731375" y="1900238"/>
          <p14:tracePt t="27070" x="9744075" y="1900238"/>
          <p14:tracePt t="27071" x="9756775" y="1900238"/>
          <p14:tracePt t="27078" x="9767888" y="1900238"/>
          <p14:tracePt t="27086" x="9780588" y="1900238"/>
          <p14:tracePt t="27094" x="9793288" y="1900238"/>
          <p14:tracePt t="27165" x="9804400" y="1900238"/>
          <p14:tracePt t="27166" x="9817100" y="1912938"/>
          <p14:tracePt t="27179" x="9829800" y="1912938"/>
          <p14:tracePt t="27186" x="9840913" y="1912938"/>
          <p14:tracePt t="27194" x="9853613" y="1912938"/>
          <p14:tracePt t="27204" x="9866313" y="1912938"/>
          <p14:tracePt t="27212" x="9877425" y="1912938"/>
          <p14:tracePt t="27220" x="9890125" y="1912938"/>
          <p14:tracePt t="27228" x="9913938" y="1912938"/>
          <p14:tracePt t="27236" x="9913938" y="1924050"/>
          <p14:tracePt t="27245" x="9950450" y="1924050"/>
          <p14:tracePt t="27253" x="9986963" y="1936750"/>
          <p14:tracePt t="27261" x="10036175" y="1936750"/>
          <p14:tracePt t="27269" x="10072688" y="1949450"/>
          <p14:tracePt t="27278" x="10121900" y="1960563"/>
          <p14:tracePt t="27286" x="10158413" y="1960563"/>
          <p14:tracePt t="27294" x="10182225" y="1973263"/>
          <p14:tracePt t="27303" x="10194925" y="1973263"/>
          <p14:tracePt t="27311" x="10231438" y="1985963"/>
          <p14:tracePt t="27319" x="10242550" y="1985963"/>
          <p14:tracePt t="27328" x="10267950" y="1985963"/>
          <p14:tracePt t="27340" x="10279063" y="1985963"/>
          <p14:tracePt t="27345" x="10291763" y="1985963"/>
          <p14:tracePt t="27357" x="10304463" y="1985963"/>
          <p14:tracePt t="27365" x="10315575" y="1985963"/>
          <p14:tracePt t="27385" x="10328275" y="1985963"/>
          <p14:tracePt t="27500" x="10340975" y="1985963"/>
          <p14:tracePt t="27517" x="10352088" y="1985963"/>
          <p14:tracePt t="27518" x="10352088" y="1997075"/>
          <p14:tracePt t="27527" x="10364788" y="1997075"/>
          <p14:tracePt t="27537" x="10377488" y="2009775"/>
          <p14:tracePt t="27545" x="10388600" y="2009775"/>
          <p14:tracePt t="27552" x="10401300" y="2009775"/>
          <p14:tracePt t="27557" x="10414000" y="2009775"/>
          <p14:tracePt t="27577" x="10426700" y="2022475"/>
          <p14:tracePt t="27817" x="10426700" y="2033588"/>
          <p14:tracePt t="27940" x="10437813" y="2033588"/>
          <p14:tracePt t="27952" x="10437813" y="2046288"/>
          <p14:tracePt t="27965" x="10450513" y="2070100"/>
          <p14:tracePt t="27966" x="10450513" y="2082800"/>
          <p14:tracePt t="27972" x="10463213" y="2082800"/>
          <p14:tracePt t="27978" x="10474325" y="2119313"/>
          <p14:tracePt t="27985" x="10474325" y="2132013"/>
          <p14:tracePt t="27994" x="10499725" y="2179638"/>
          <p14:tracePt t="28002" x="10510838" y="2228850"/>
          <p14:tracePt t="28010" x="10536238" y="2278063"/>
          <p14:tracePt t="28019" x="10572750" y="2387600"/>
          <p14:tracePt t="28027" x="10572750" y="2400300"/>
          <p14:tracePt t="28035" x="10596563" y="2484438"/>
          <p14:tracePt t="28044" x="10669588" y="2606675"/>
          <p14:tracePt t="28052" x="10742613" y="2740025"/>
          <p14:tracePt t="28060" x="10864850" y="2960688"/>
          <p14:tracePt t="28069" x="10937875" y="3094038"/>
          <p14:tracePt t="28077" x="10985500" y="3167063"/>
          <p14:tracePt t="28085" x="11071225" y="3362325"/>
          <p14:tracePt t="28093" x="11120438" y="3448050"/>
          <p14:tracePt t="28102" x="11144250" y="3508375"/>
          <p14:tracePt t="28110" x="11156950" y="3544888"/>
          <p14:tracePt t="28245" x="11169650" y="3544888"/>
          <p14:tracePt t="28257" x="11169650" y="3532188"/>
          <p14:tracePt t="28265" x="11169650" y="3521075"/>
          <p14:tracePt t="28266" x="11169650" y="3508375"/>
          <p14:tracePt t="28272" x="11169650" y="3495675"/>
          <p14:tracePt t="28278" x="11169650" y="3484563"/>
          <p14:tracePt t="28285" x="11169650" y="3471863"/>
          <p14:tracePt t="28293" x="11169650" y="3459163"/>
          <p14:tracePt t="28302" x="11169650" y="3435350"/>
          <p14:tracePt t="28310" x="11169650" y="3422650"/>
          <p14:tracePt t="28318" x="11169650" y="3398838"/>
          <p14:tracePt t="28327" x="11169650" y="3386138"/>
          <p14:tracePt t="28335" x="11169650" y="3373438"/>
          <p14:tracePt t="28343" x="11169650" y="3349625"/>
          <p14:tracePt t="28352" x="11169650" y="3336925"/>
          <p14:tracePt t="28360" x="11169650" y="3300413"/>
          <p14:tracePt t="28368" x="11169650" y="3276600"/>
          <p14:tracePt t="28378" x="11169650" y="3263900"/>
          <p14:tracePt t="28386" x="11169650" y="3252788"/>
          <p14:tracePt t="28407" x="11169650" y="3240088"/>
          <p14:tracePt t="28412" x="11169650" y="3227388"/>
          <p14:tracePt t="28425" x="11169650" y="3216275"/>
          <p14:tracePt t="28440" x="11169650" y="3203575"/>
          <p14:tracePt t="28447" x="11169650" y="3190875"/>
          <p14:tracePt t="28520" x="11169650" y="3179763"/>
          <p14:tracePt t="28527" x="11169650" y="3167063"/>
          <p14:tracePt t="28540" x="11169650" y="3154363"/>
          <p14:tracePt t="28560" x="11156950" y="3154363"/>
          <p14:tracePt t="28617" x="11144250" y="3143250"/>
          <p14:tracePt t="28627" x="11144250" y="3130550"/>
          <p14:tracePt t="28632" x="11133138" y="3130550"/>
          <p14:tracePt t="28640" x="11120438" y="3130550"/>
          <p14:tracePt t="28660" x="11107738" y="3130550"/>
          <p14:tracePt t="28672" x="11107738" y="3117850"/>
          <p14:tracePt t="28680" x="11095038" y="3117850"/>
          <p14:tracePt t="28705" x="11083925" y="3117850"/>
          <p14:tracePt t="28725" x="11071225" y="3117850"/>
          <p14:tracePt t="28732" x="11058525" y="3117850"/>
          <p14:tracePt t="28740" x="11058525" y="3106738"/>
          <p14:tracePt t="28747" x="11047413" y="3106738"/>
          <p14:tracePt t="28757" x="11034713" y="3106738"/>
          <p14:tracePt t="28765" x="11034713" y="3094038"/>
          <p14:tracePt t="28768" x="11022013" y="3094038"/>
          <p14:tracePt t="28807" x="11010900" y="3094038"/>
          <p14:tracePt t="28847" x="10998200" y="3094038"/>
          <p14:tracePt t="28932" x="10985500" y="3094038"/>
          <p14:tracePt t="28945" x="10974388" y="3094038"/>
          <p14:tracePt t="28946" x="10961688" y="3094038"/>
          <p14:tracePt t="28958" x="10948988" y="3094038"/>
          <p14:tracePt t="28965" x="10937875" y="3094038"/>
          <p14:tracePt t="28977" x="10912475" y="3094038"/>
          <p14:tracePt t="28985" x="10888663" y="3094038"/>
          <p14:tracePt t="28987" x="10888663" y="3081338"/>
          <p14:tracePt t="28993" x="10875963" y="3081338"/>
          <p14:tracePt t="29001" x="10852150" y="3081338"/>
          <p14:tracePt t="29009" x="10839450" y="3081338"/>
          <p14:tracePt t="29018" x="10828338" y="3081338"/>
          <p14:tracePt t="29026" x="10802938" y="3081338"/>
          <p14:tracePt t="29045" x="10791825" y="3081338"/>
          <p14:tracePt t="29057" x="10779125" y="3081338"/>
          <p14:tracePt t="29077" x="10766425" y="3081338"/>
          <p14:tracePt t="29120" x="10755313" y="3081338"/>
          <p14:tracePt t="29136" x="10742613" y="3081338"/>
          <p14:tracePt t="29180" x="10729913" y="3081338"/>
          <p14:tracePt t="29200" x="10718800" y="3081338"/>
          <p14:tracePt t="29211" x="10706100" y="3081338"/>
          <p14:tracePt t="29232" x="10693400" y="3081338"/>
          <p14:tracePt t="29240" x="10682288" y="3081338"/>
          <p14:tracePt t="29244" x="10682288" y="3094038"/>
          <p14:tracePt t="29252" x="10669588" y="3094038"/>
          <p14:tracePt t="29257" x="10669588" y="3106738"/>
          <p14:tracePt t="29259" x="10656888" y="3106738"/>
          <p14:tracePt t="29267" x="10645775" y="3117850"/>
          <p14:tracePt t="29276" x="10633075" y="3117850"/>
          <p14:tracePt t="29284" x="10620375" y="3117850"/>
          <p14:tracePt t="29292" x="10609263" y="3117850"/>
          <p14:tracePt t="29301" x="10596563" y="3117850"/>
          <p14:tracePt t="29309" x="10583863" y="3130550"/>
          <p14:tracePt t="29317" x="10572750" y="3143250"/>
          <p14:tracePt t="29326" x="10560050" y="3143250"/>
          <p14:tracePt t="29336" x="10547350" y="3143250"/>
          <p14:tracePt t="29342" x="10536238" y="3143250"/>
          <p14:tracePt t="29351" x="10523538" y="3154363"/>
          <p14:tracePt t="29359" x="10487025" y="3179763"/>
          <p14:tracePt t="29367" x="10463213" y="3179763"/>
          <p14:tracePt t="29376" x="10450513" y="3190875"/>
          <p14:tracePt t="29384" x="10426700" y="3190875"/>
          <p14:tracePt t="29392" x="10388600" y="3216275"/>
          <p14:tracePt t="29401" x="10364788" y="3227388"/>
          <p14:tracePt t="29409" x="10340975" y="3240088"/>
          <p14:tracePt t="29418" x="10328275" y="3263900"/>
          <p14:tracePt t="29418" x="10304463" y="3276600"/>
          <p14:tracePt t="29426" x="10291763" y="3276600"/>
          <p14:tracePt t="29434" x="10267950" y="3313113"/>
          <p14:tracePt t="29442" x="10242550" y="3325813"/>
          <p14:tracePt t="29451" x="10218738" y="3362325"/>
          <p14:tracePt t="29459" x="10194925" y="3398838"/>
          <p14:tracePt t="29467" x="10169525" y="3422650"/>
          <p14:tracePt t="29475" x="10158413" y="3435350"/>
          <p14:tracePt t="29484" x="10158413" y="3459163"/>
          <p14:tracePt t="29492" x="10145713" y="3484563"/>
          <p14:tracePt t="29501" x="10133013" y="3508375"/>
          <p14:tracePt t="29509" x="10133013" y="3521075"/>
          <p14:tracePt t="29517" x="10133013" y="3532188"/>
          <p14:tracePt t="29526" x="10133013" y="3557588"/>
          <p14:tracePt t="29534" x="10133013" y="3581400"/>
          <p14:tracePt t="29542" x="10133013" y="3605213"/>
          <p14:tracePt t="29550" x="10133013" y="3617913"/>
          <p14:tracePt t="29559" x="10133013" y="3641725"/>
          <p14:tracePt t="29567" x="10133013" y="3667125"/>
          <p14:tracePt t="29575" x="10133013" y="3678238"/>
          <p14:tracePt t="29584" x="10133013" y="3703638"/>
          <p14:tracePt t="29592" x="10133013" y="3727450"/>
          <p14:tracePt t="29600" x="10133013" y="3751263"/>
          <p14:tracePt t="29609" x="10133013" y="3776663"/>
          <p14:tracePt t="29617" x="10133013" y="3813175"/>
          <p14:tracePt t="29625" x="10133013" y="3836988"/>
          <p14:tracePt t="29634" x="10133013" y="3860800"/>
          <p14:tracePt t="29642" x="10145713" y="3897313"/>
          <p14:tracePt t="29650" x="10158413" y="3933825"/>
          <p14:tracePt t="29659" x="10169525" y="4006850"/>
          <p14:tracePt t="29667" x="10194925" y="4056063"/>
          <p14:tracePt t="29675" x="10206038" y="4081463"/>
          <p14:tracePt t="29684" x="10231438" y="4129088"/>
          <p14:tracePt t="29692" x="10255250" y="4191000"/>
          <p14:tracePt t="29700" x="10267950" y="4238625"/>
          <p14:tracePt t="29709" x="10291763" y="4264025"/>
          <p14:tracePt t="29717" x="10304463" y="4287838"/>
          <p14:tracePt t="29725" x="10304463" y="4311650"/>
          <p14:tracePt t="29734" x="10315575" y="4324350"/>
          <p14:tracePt t="29742" x="10328275" y="4337050"/>
          <p14:tracePt t="29750" x="10340975" y="4348163"/>
          <p14:tracePt t="29759" x="10364788" y="4373563"/>
          <p14:tracePt t="29767" x="10377488" y="4384675"/>
          <p14:tracePt t="29775" x="10388600" y="4397375"/>
          <p14:tracePt t="29784" x="10401300" y="4410075"/>
          <p14:tracePt t="29792" x="10450513" y="4421188"/>
          <p14:tracePt t="29800" x="10487025" y="4433888"/>
          <p14:tracePt t="29809" x="10523538" y="4446588"/>
          <p14:tracePt t="29817" x="10547350" y="4446588"/>
          <p14:tracePt t="29825" x="10583863" y="4457700"/>
          <p14:tracePt t="29834" x="10645775" y="4470400"/>
          <p14:tracePt t="29842" x="10682288" y="4470400"/>
          <p14:tracePt t="29850" x="10718800" y="4470400"/>
          <p14:tracePt t="29859" x="10802938" y="4483100"/>
          <p14:tracePt t="29867" x="10852150" y="4483100"/>
          <p14:tracePt t="29875" x="10888663" y="4483100"/>
          <p14:tracePt t="29883" x="10937875" y="4483100"/>
          <p14:tracePt t="29892" x="10985500" y="4494213"/>
          <p14:tracePt t="29900" x="11034713" y="4494213"/>
          <p14:tracePt t="29908" x="11071225" y="4506913"/>
          <p14:tracePt t="29917" x="11083925" y="4506913"/>
          <p14:tracePt t="29925" x="11144250" y="4519613"/>
          <p14:tracePt t="29933" x="11169650" y="4519613"/>
          <p14:tracePt t="29942" x="11193463" y="4519613"/>
          <p14:tracePt t="29950" x="11206163" y="4519613"/>
          <p14:tracePt t="29958" x="11253788" y="4519613"/>
          <p14:tracePt t="29967" x="11279188" y="4519613"/>
          <p14:tracePt t="29975" x="11315700" y="4506913"/>
          <p14:tracePt t="29983" x="11352213" y="4506913"/>
          <p14:tracePt t="29992" x="11388725" y="4506913"/>
          <p14:tracePt t="30000" x="11436350" y="4483100"/>
          <p14:tracePt t="30008" x="11472863" y="4470400"/>
          <p14:tracePt t="30017" x="11509375" y="4470400"/>
          <p14:tracePt t="30025" x="11509375" y="4457700"/>
          <p14:tracePt t="30033" x="11534775" y="4433888"/>
          <p14:tracePt t="30042" x="11571288" y="4433888"/>
          <p14:tracePt t="30050" x="11595100" y="4410075"/>
          <p14:tracePt t="30058" x="11631613" y="4384675"/>
          <p14:tracePt t="30067" x="11655425" y="4373563"/>
          <p14:tracePt t="30075" x="11668125" y="4360863"/>
          <p14:tracePt t="30083" x="11691938" y="4348163"/>
          <p14:tracePt t="30092" x="11704638" y="4324350"/>
          <p14:tracePt t="30100" x="11728450" y="4311650"/>
          <p14:tracePt t="30108" x="11753850" y="4287838"/>
          <p14:tracePt t="30117" x="11764963" y="4275138"/>
          <p14:tracePt t="30125" x="11777663" y="4251325"/>
          <p14:tracePt t="30133" x="11790363" y="4227513"/>
          <p14:tracePt t="30142" x="11790363" y="4202113"/>
          <p14:tracePt t="30150" x="11814175" y="4154488"/>
          <p14:tracePt t="30158" x="11839575" y="4117975"/>
          <p14:tracePt t="30167" x="11850688" y="4092575"/>
          <p14:tracePt t="30175" x="11863388" y="4043363"/>
          <p14:tracePt t="30183" x="11876088" y="3983038"/>
          <p14:tracePt t="30192" x="11876088" y="3946525"/>
          <p14:tracePt t="30200" x="11876088" y="3897313"/>
          <p14:tracePt t="30208" x="11876088" y="3860800"/>
          <p14:tracePt t="30217" x="11876088" y="3836988"/>
          <p14:tracePt t="30225" x="11863388" y="3824288"/>
          <p14:tracePt t="30233" x="11850688" y="3787775"/>
          <p14:tracePt t="30242" x="11826875" y="3763963"/>
          <p14:tracePt t="30250" x="11826875" y="3740150"/>
          <p14:tracePt t="30258" x="11801475" y="3703638"/>
          <p14:tracePt t="30267" x="11790363" y="3703638"/>
          <p14:tracePt t="30275" x="11777663" y="3678238"/>
          <p14:tracePt t="30283" x="11764963" y="3654425"/>
          <p14:tracePt t="30291" x="11728450" y="3630613"/>
          <p14:tracePt t="30300" x="11691938" y="3594100"/>
          <p14:tracePt t="30308" x="11668125" y="3581400"/>
          <p14:tracePt t="30317" x="11644313" y="3568700"/>
          <p14:tracePt t="30325" x="11618913" y="3557588"/>
          <p14:tracePt t="30333" x="11545888" y="3532188"/>
          <p14:tracePt t="30341" x="11522075" y="3521075"/>
          <p14:tracePt t="30350" x="11472863" y="3508375"/>
          <p14:tracePt t="30358" x="11388725" y="3495675"/>
          <p14:tracePt t="30367" x="11363325" y="3495675"/>
          <p14:tracePt t="30375" x="11290300" y="3471863"/>
          <p14:tracePt t="30383" x="11229975" y="3471863"/>
          <p14:tracePt t="30391" x="11180763" y="3471863"/>
          <p14:tracePt t="30400" x="11107738" y="3459163"/>
          <p14:tracePt t="30408" x="11083925" y="3448050"/>
          <p14:tracePt t="30417" x="11071225" y="3448050"/>
          <p14:tracePt t="30417" x="11058525" y="3448050"/>
          <p14:tracePt t="30417" x="11034713" y="3448050"/>
          <p14:tracePt t="30426" x="11022013" y="3435350"/>
          <p14:tracePt t="30433" x="11010900" y="3435350"/>
          <p14:tracePt t="30441" x="10985500" y="3435350"/>
          <p14:tracePt t="30450" x="10961688" y="3435350"/>
          <p14:tracePt t="30458" x="10925175" y="3435350"/>
          <p14:tracePt t="30466" x="10912475" y="3435350"/>
          <p14:tracePt t="30476" x="10888663" y="3435350"/>
          <p14:tracePt t="30484" x="10875963" y="3435350"/>
          <p14:tracePt t="30497" x="10864850" y="3435350"/>
          <p14:tracePt t="30505" x="10852150" y="3435350"/>
          <p14:tracePt t="30527" x="10839450" y="3435350"/>
          <p14:tracePt t="30640" x="10828338" y="3435350"/>
          <p14:tracePt t="30645" x="10815638" y="3435350"/>
          <p14:tracePt t="30649" x="10802938" y="3435350"/>
          <p14:tracePt t="30658" x="10766425" y="3448050"/>
          <p14:tracePt t="30666" x="10742613" y="3484563"/>
          <p14:tracePt t="30674" x="10706100" y="3508375"/>
          <p14:tracePt t="30683" x="10706100" y="3532188"/>
          <p14:tracePt t="33612" x="10693400" y="3532188"/>
          <p14:tracePt t="33618" x="10669588" y="3521075"/>
          <p14:tracePt t="33624" x="10645775" y="3521075"/>
          <p14:tracePt t="33630" x="10620375" y="3508375"/>
          <p14:tracePt t="33638" x="10536238" y="3448050"/>
          <p14:tracePt t="33647" x="10499725" y="3422650"/>
          <p14:tracePt t="33655" x="10401300" y="3362325"/>
          <p14:tracePt t="33663" x="10279063" y="3289300"/>
          <p14:tracePt t="33672" x="10133013" y="3203575"/>
          <p14:tracePt t="33680" x="9939338" y="3081338"/>
          <p14:tracePt t="33688" x="9817100" y="2984500"/>
          <p14:tracePt t="33697" x="9756775" y="2935288"/>
          <p14:tracePt t="33705" x="9645650" y="2825750"/>
          <p14:tracePt t="33713" x="9512300" y="2619375"/>
          <p14:tracePt t="33721" x="9439275" y="2520950"/>
          <p14:tracePt t="33730" x="9378950" y="2436813"/>
          <p14:tracePt t="33738" x="9293225" y="2363788"/>
          <p14:tracePt t="33746" x="9244013" y="2351088"/>
          <p14:tracePt t="33755" x="9134475" y="2338388"/>
          <p14:tracePt t="33763" x="8964613" y="2338388"/>
          <p14:tracePt t="33772" x="8756650" y="2363788"/>
          <p14:tracePt t="33780" x="8416925" y="2484438"/>
          <p14:tracePt t="33788" x="8135938" y="2593975"/>
          <p14:tracePt t="33796" x="8026400" y="2667000"/>
          <p14:tracePt t="34192" x="8026400" y="2655888"/>
          <p14:tracePt t="34197" x="8039100" y="2643188"/>
          <p14:tracePt t="34198" x="8050213" y="2643188"/>
          <p14:tracePt t="34205" x="8062913" y="2619375"/>
          <p14:tracePt t="34213" x="8086725" y="2570163"/>
          <p14:tracePt t="34221" x="8099425" y="2520950"/>
          <p14:tracePt t="34229" x="8123238" y="2484438"/>
          <p14:tracePt t="34238" x="8123238" y="2436813"/>
          <p14:tracePt t="34246" x="8123238" y="2400300"/>
          <p14:tracePt t="34254" x="8123238" y="2363788"/>
          <p14:tracePt t="34263" x="8159750" y="2338388"/>
          <p14:tracePt t="34271" x="8159750" y="2314575"/>
          <p14:tracePt t="34279" x="8172450" y="2301875"/>
          <p14:tracePt t="34340" x="8172450" y="2314575"/>
          <p14:tracePt t="34347" x="8172450" y="2338388"/>
          <p14:tracePt t="34351" x="8185150" y="2338388"/>
          <p14:tracePt t="34356" x="8185150" y="2351088"/>
          <p14:tracePt t="34363" x="8196263" y="2351088"/>
          <p14:tracePt t="34371" x="8208963" y="2363788"/>
          <p14:tracePt t="34379" x="8221663" y="2374900"/>
          <p14:tracePt t="34392" x="8221663" y="2387600"/>
          <p14:tracePt t="34400" x="8232775" y="2387600"/>
          <p14:tracePt t="34405" x="8245475" y="2387600"/>
          <p14:tracePt t="34418" x="8258175" y="2400300"/>
          <p14:tracePt t="34425" x="8270875" y="2400300"/>
          <p14:tracePt t="34429" x="8281988" y="2400300"/>
          <p14:tracePt t="34438" x="8281988" y="2411413"/>
          <p14:tracePt t="34477" x="8307388" y="2424113"/>
          <p14:tracePt t="34478" x="8318500" y="2424113"/>
          <p14:tracePt t="34487" x="8367713" y="2436813"/>
          <p14:tracePt t="34496" x="8391525" y="2460625"/>
          <p14:tracePt t="34504" x="8440738" y="2473325"/>
          <p14:tracePt t="34505" x="8464550" y="2497138"/>
          <p14:tracePt t="34512" x="8489950" y="2509838"/>
          <p14:tracePt t="34521" x="8501063" y="2509838"/>
          <p14:tracePt t="34529" x="8513763" y="2509838"/>
          <p14:tracePt t="34537" x="8526463" y="2509838"/>
          <p14:tracePt t="34546" x="8537575" y="2509838"/>
          <p14:tracePt t="34554" x="8537575" y="2520950"/>
          <p14:tracePt t="34562" x="8562975" y="2520950"/>
          <p14:tracePt t="34571" x="8574088" y="2533650"/>
          <p14:tracePt t="34579" x="8599488" y="2533650"/>
          <p14:tracePt t="34587" x="8610600" y="2546350"/>
          <p14:tracePt t="34596" x="8623300" y="2546350"/>
          <p14:tracePt t="34604" x="8647113" y="2557463"/>
          <p14:tracePt t="34612" x="8672513" y="2570163"/>
          <p14:tracePt t="34625" x="8672513" y="2582863"/>
          <p14:tracePt t="34629" x="8683625" y="2582863"/>
          <p14:tracePt t="34638" x="8683625" y="2593975"/>
          <p14:tracePt t="37112" x="8696325" y="2593975"/>
          <p14:tracePt t="37119" x="8709025" y="2593975"/>
          <p14:tracePt t="37125" x="8720138" y="2593975"/>
          <p14:tracePt t="37127" x="8732838" y="2593975"/>
          <p14:tracePt t="37135" x="8745538" y="2593975"/>
          <p14:tracePt t="37144" x="8756650" y="2593975"/>
          <p14:tracePt t="37152" x="8769350" y="2593975"/>
          <p14:tracePt t="37160" x="8782050" y="2593975"/>
          <p14:tracePt t="37220" x="8793163" y="2593975"/>
          <p14:tracePt t="37237" x="8805863" y="2593975"/>
          <p14:tracePt t="52407" x="8805863" y="2619375"/>
          <p14:tracePt t="52417" x="8805863" y="2630488"/>
          <p14:tracePt t="52474" x="8793163" y="2630488"/>
          <p14:tracePt t="52530" x="8793163" y="2643188"/>
          <p14:tracePt t="52535" x="8793163" y="2655888"/>
          <p14:tracePt t="52545" x="8782050" y="2655888"/>
          <p14:tracePt t="52554" x="8782050" y="2667000"/>
          <p14:tracePt t="52562" x="8782050" y="2679700"/>
          <p14:tracePt t="52570" x="8769350" y="2692400"/>
          <p14:tracePt t="52587" x="8769350" y="2716213"/>
          <p14:tracePt t="52596" x="8756650" y="2716213"/>
          <p14:tracePt t="52606" x="8756650" y="2728913"/>
          <p14:tracePt t="52612" x="8756650" y="2740025"/>
          <p14:tracePt t="52620" x="8756650" y="2752725"/>
          <p14:tracePt t="52629" x="8756650" y="2776538"/>
          <p14:tracePt t="52637" x="8745538" y="2789238"/>
          <p14:tracePt t="52645" x="8732838" y="2789238"/>
          <p14:tracePt t="52654" x="8732838" y="2814638"/>
          <p14:tracePt t="52662" x="8732838" y="2838450"/>
          <p14:tracePt t="52670" x="8720138" y="2851150"/>
          <p14:tracePt t="52679" x="8720138" y="2874963"/>
          <p14:tracePt t="52697" x="8720138" y="2887663"/>
          <p14:tracePt t="52742" x="8720138" y="2898775"/>
          <p14:tracePt t="52762" x="8720138" y="2911475"/>
          <p14:tracePt t="52787" x="8720138" y="2924175"/>
          <p14:tracePt t="52796" x="8720138" y="2935288"/>
          <p14:tracePt t="52809" x="8720138" y="2947988"/>
          <p14:tracePt t="52817" x="8720138" y="2960688"/>
          <p14:tracePt t="52821" x="8720138" y="2971800"/>
          <p14:tracePt t="52828" x="8720138" y="2984500"/>
          <p14:tracePt t="52835" x="8720138" y="2997200"/>
          <p14:tracePt t="52847" x="8720138" y="3008313"/>
          <p14:tracePt t="52853" x="8720138" y="3021013"/>
          <p14:tracePt t="52862" x="8732838" y="3021013"/>
          <p14:tracePt t="52870" x="8732838" y="3044825"/>
          <p14:tracePt t="52878" x="8745538" y="3057525"/>
          <p14:tracePt t="52895" x="8745538" y="3070225"/>
          <p14:tracePt t="52896" x="8745538" y="3081338"/>
          <p14:tracePt t="52907" x="8756650" y="3081338"/>
          <p14:tracePt t="52920" x="8769350" y="3094038"/>
          <p14:tracePt t="52928" x="8769350" y="3117850"/>
          <p14:tracePt t="52937" x="8782050" y="3130550"/>
          <p14:tracePt t="52945" x="8793163" y="3143250"/>
          <p14:tracePt t="52953" x="8805863" y="3154363"/>
          <p14:tracePt t="52962" x="8805863" y="3167063"/>
          <p14:tracePt t="52970" x="8818563" y="3179763"/>
          <p14:tracePt t="52978" x="8829675" y="3190875"/>
          <p14:tracePt t="52987" x="8829675" y="3203575"/>
          <p14:tracePt t="52995" x="8842375" y="3216275"/>
          <p14:tracePt t="53003" x="8866188" y="3227388"/>
          <p14:tracePt t="53011" x="8866188" y="3240088"/>
          <p14:tracePt t="53020" x="8891588" y="3252788"/>
          <p14:tracePt t="53028" x="8915400" y="3263900"/>
          <p14:tracePt t="53037" x="8928100" y="3276600"/>
          <p14:tracePt t="53045" x="8928100" y="3289300"/>
          <p14:tracePt t="53053" x="8951913" y="3289300"/>
          <p14:tracePt t="53062" x="8951913" y="3300413"/>
          <p14:tracePt t="53070" x="8977313" y="3300413"/>
          <p14:tracePt t="53078" x="8988425" y="3313113"/>
          <p14:tracePt t="53087" x="8988425" y="3325813"/>
          <p14:tracePt t="53095" x="9013825" y="3325813"/>
          <p14:tracePt t="53107" x="9024938" y="3336925"/>
          <p14:tracePt t="53111" x="9037638" y="3336925"/>
          <p14:tracePt t="53120" x="9061450" y="3349625"/>
          <p14:tracePt t="53128" x="9097963" y="3349625"/>
          <p14:tracePt t="53136" x="9123363" y="3349625"/>
          <p14:tracePt t="53145" x="9159875" y="3349625"/>
          <p14:tracePt t="53153" x="9183688" y="3349625"/>
          <p14:tracePt t="53161" x="9196388" y="3349625"/>
          <p14:tracePt t="53170" x="9220200" y="3336925"/>
          <p14:tracePt t="53178" x="9232900" y="3336925"/>
          <p14:tracePt t="53187" x="9256713" y="3336925"/>
          <p14:tracePt t="53196" x="9269413" y="3336925"/>
          <p14:tracePt t="53203" x="9280525" y="3336925"/>
          <p14:tracePt t="53211" x="9280525" y="3325813"/>
          <p14:tracePt t="53220" x="9293225" y="3325813"/>
          <p14:tracePt t="53228" x="9329738" y="3313113"/>
          <p14:tracePt t="53236" x="9342438" y="3300413"/>
          <p14:tracePt t="53245" x="9353550" y="3289300"/>
          <p14:tracePt t="53253" x="9378950" y="3276600"/>
          <p14:tracePt t="53261" x="9402763" y="3263900"/>
          <p14:tracePt t="53270" x="9402763" y="3252788"/>
          <p14:tracePt t="53278" x="9415463" y="3252788"/>
          <p14:tracePt t="53290" x="9426575" y="3252788"/>
          <p14:tracePt t="53307" x="9426575" y="3240088"/>
          <p14:tracePt t="53308" x="9439275" y="3240088"/>
          <p14:tracePt t="53317" x="9439275" y="3227388"/>
          <p14:tracePt t="53328" x="9439275" y="3216275"/>
          <p14:tracePt t="53336" x="9451975" y="3203575"/>
          <p14:tracePt t="53345" x="9451975" y="3190875"/>
          <p14:tracePt t="53361" x="9475788" y="3106738"/>
          <p14:tracePt t="53369" x="9475788" y="3070225"/>
          <p14:tracePt t="53378" x="9475788" y="3057525"/>
          <p14:tracePt t="53386" x="9475788" y="3021013"/>
          <p14:tracePt t="53394" x="9475788" y="3008313"/>
          <p14:tracePt t="53403" x="9475788" y="2971800"/>
          <p14:tracePt t="53411" x="9475788" y="2960688"/>
          <p14:tracePt t="53428" x="9475788" y="2924175"/>
          <p14:tracePt t="53436" x="9475788" y="2898775"/>
          <p14:tracePt t="53444" x="9475788" y="2887663"/>
          <p14:tracePt t="53461" x="9475788" y="2851150"/>
          <p14:tracePt t="53470" x="9475788" y="2825750"/>
          <p14:tracePt t="53478" x="9475788" y="2801938"/>
          <p14:tracePt t="53494" x="9475788" y="2765425"/>
          <p14:tracePt t="53503" x="9463088" y="2740025"/>
          <p14:tracePt t="53511" x="9463088" y="2728913"/>
          <p14:tracePt t="53528" x="9451975" y="2692400"/>
          <p14:tracePt t="53536" x="9451975" y="2679700"/>
          <p14:tracePt t="53544" x="9439275" y="2667000"/>
          <p14:tracePt t="53561" x="9426575" y="2643188"/>
          <p14:tracePt t="53569" x="9426575" y="2630488"/>
          <p14:tracePt t="53578" x="9415463" y="2619375"/>
          <p14:tracePt t="53590" x="9415463" y="2606675"/>
          <p14:tracePt t="53595" x="9402763" y="2593975"/>
          <p14:tracePt t="53603" x="9402763" y="2582863"/>
          <p14:tracePt t="53611" x="9402763" y="2570163"/>
          <p14:tracePt t="53619" x="9390063" y="2557463"/>
          <p14:tracePt t="53628" x="9378950" y="2557463"/>
          <p14:tracePt t="53636" x="9378950" y="2533650"/>
          <p14:tracePt t="53644" x="9366250" y="2520950"/>
          <p14:tracePt t="53653" x="9353550" y="2509838"/>
          <p14:tracePt t="53661" x="9353550" y="2497138"/>
          <p14:tracePt t="53670" x="9342438" y="2497138"/>
          <p14:tracePt t="53678" x="9342438" y="2484438"/>
          <p14:tracePt t="53686" x="9329738" y="2473325"/>
          <p14:tracePt t="53694" x="9329738" y="2460625"/>
          <p14:tracePt t="53702" x="9317038" y="2460625"/>
          <p14:tracePt t="53717" x="9317038" y="2447925"/>
          <p14:tracePt t="53727" x="9305925" y="2447925"/>
          <p14:tracePt t="53728" x="9305925" y="2436813"/>
          <p14:tracePt t="53736" x="9293225" y="2436813"/>
          <p14:tracePt t="53769" x="9280525" y="2436813"/>
          <p14:tracePt t="53781" x="9280525" y="2424113"/>
          <p14:tracePt t="53786" x="9269413" y="2424113"/>
          <p14:tracePt t="53795" x="9256713" y="2411413"/>
          <p14:tracePt t="53802" x="9244013" y="2400300"/>
          <p14:tracePt t="53807" x="9232900" y="2400300"/>
          <p14:tracePt t="53811" x="9220200" y="2400300"/>
          <p14:tracePt t="53819" x="9196388" y="2387600"/>
          <p14:tracePt t="53827" x="9183688" y="2374900"/>
          <p14:tracePt t="53836" x="9159875" y="2363788"/>
          <p14:tracePt t="53844" x="9147175" y="2351088"/>
          <p14:tracePt t="53852" x="9134475" y="2338388"/>
          <p14:tracePt t="53861" x="9097963" y="2338388"/>
          <p14:tracePt t="53869" x="9074150" y="2314575"/>
          <p14:tracePt t="53877" x="9061450" y="2314575"/>
          <p14:tracePt t="53886" x="9050338" y="2314575"/>
          <p14:tracePt t="53894" x="9024938" y="2314575"/>
          <p14:tracePt t="53902" x="9013825" y="2301875"/>
          <p14:tracePt t="53911" x="9001125" y="2301875"/>
          <p14:tracePt t="53921" x="8988425" y="2301875"/>
          <p14:tracePt t="53927" x="8988425" y="2290763"/>
          <p14:tracePt t="53936" x="8964613" y="2290763"/>
          <p14:tracePt t="53944" x="8964613" y="2278063"/>
          <p14:tracePt t="53952" x="8939213" y="2278063"/>
          <p14:tracePt t="53967" x="8928100" y="2278063"/>
          <p14:tracePt t="53969" x="8915400" y="2278063"/>
          <p14:tracePt t="53982" x="8915400" y="2265363"/>
          <p14:tracePt t="53986" x="8902700" y="2265363"/>
          <p14:tracePt t="54047" x="8891588" y="2265363"/>
          <p14:tracePt t="54082" x="8878888" y="2265363"/>
          <p14:tracePt t="54470" x="8891588" y="2254250"/>
          <p14:tracePt t="54482" x="8902700" y="2254250"/>
          <p14:tracePt t="54490" x="8915400" y="2254250"/>
          <p14:tracePt t="54516" x="8928100" y="2254250"/>
          <p14:tracePt t="54797" x="8928100" y="2241550"/>
          <p14:tracePt t="54810" x="8939213" y="2241550"/>
          <p14:tracePt t="54887" x="8951913" y="2241550"/>
          <p14:tracePt t="54915" x="8951913" y="2228850"/>
          <p14:tracePt t="54916" x="8964613" y="2228850"/>
          <p14:tracePt t="54922" x="8977313" y="2228850"/>
          <p14:tracePt t="54927" x="8988425" y="2228850"/>
          <p14:tracePt t="54935" x="8988425" y="2217738"/>
          <p14:tracePt t="54943" x="9013825" y="2217738"/>
          <p14:tracePt t="54951" x="9024938" y="2217738"/>
          <p14:tracePt t="54960" x="9037638" y="2217738"/>
          <p14:tracePt t="54968" x="9074150" y="2205038"/>
          <p14:tracePt t="54976" x="9074150" y="2192338"/>
          <p14:tracePt t="54985" x="9110663" y="2192338"/>
          <p14:tracePt t="54993" x="9123363" y="2192338"/>
          <p14:tracePt t="55001" x="9147175" y="2192338"/>
          <p14:tracePt t="55010" x="9170988" y="2192338"/>
          <p14:tracePt t="55018" x="9183688" y="2192338"/>
          <p14:tracePt t="55035" x="9196388" y="2192338"/>
          <p14:tracePt t="55054" x="9207500" y="2192338"/>
          <p14:tracePt t="55075" x="9220200" y="2192338"/>
          <p14:tracePt t="55082" x="9232900" y="2192338"/>
          <p14:tracePt t="55087" x="9244013" y="2192338"/>
          <p14:tracePt t="55094" x="9256713" y="2192338"/>
          <p14:tracePt t="55101" x="9269413" y="2192338"/>
          <p14:tracePt t="55110" x="9293225" y="2192338"/>
          <p14:tracePt t="55118" x="9317038" y="2192338"/>
          <p14:tracePt t="55126" x="9329738" y="2192338"/>
          <p14:tracePt t="55235" x="9342438" y="2192338"/>
          <p14:tracePt t="55267" x="9353550" y="2192338"/>
          <p14:tracePt t="55307" x="9353550" y="2179638"/>
          <p14:tracePt t="55308" x="9366250" y="2179638"/>
          <p14:tracePt t="55326" x="9378950" y="2179638"/>
          <p14:tracePt t="55342" x="9390063" y="2179638"/>
          <p14:tracePt t="55375" x="9390063" y="2168525"/>
          <p14:tracePt t="55386" x="9402763" y="2168525"/>
          <p14:tracePt t="55388" x="9415463" y="2168525"/>
          <p14:tracePt t="55397" x="9426575" y="2168525"/>
          <p14:tracePt t="55402" x="9451975" y="2168525"/>
          <p14:tracePt t="55409" x="9475788" y="2168525"/>
          <p14:tracePt t="55418" x="9499600" y="2168525"/>
          <p14:tracePt t="55426" x="9512300" y="2168525"/>
          <p14:tracePt t="55434" x="9536113" y="2168525"/>
          <p14:tracePt t="55443" x="9561513" y="2168525"/>
          <p14:tracePt t="55451" x="9585325" y="2168525"/>
          <p14:tracePt t="55459" x="9598025" y="2168525"/>
          <p14:tracePt t="55468" x="9609138" y="2168525"/>
          <p14:tracePt t="55476" x="9621838" y="2179638"/>
          <p14:tracePt t="55486" x="9634538" y="2179638"/>
          <p14:tracePt t="55494" x="9645650" y="2179638"/>
          <p14:tracePt t="55534" x="9658350" y="2179638"/>
          <p14:tracePt t="55547" x="9671050" y="2179638"/>
          <p14:tracePt t="55562" x="9683750" y="2179638"/>
          <p14:tracePt t="55567" x="9694863" y="2179638"/>
          <p14:tracePt t="55568" x="9707563" y="2179638"/>
          <p14:tracePt t="55576" x="9720263" y="2192338"/>
          <p14:tracePt t="55584" x="9731375" y="2192338"/>
          <p14:tracePt t="55593" x="9756775" y="2205038"/>
          <p14:tracePt t="55601" x="9767888" y="2205038"/>
          <p14:tracePt t="55609" x="9793288" y="2217738"/>
          <p14:tracePt t="55617" x="9804400" y="2228850"/>
          <p14:tracePt t="55626" x="9804400" y="2241550"/>
          <p14:tracePt t="55635" x="9829800" y="2241550"/>
          <p14:tracePt t="55642" x="9853613" y="2265363"/>
          <p14:tracePt t="55651" x="9877425" y="2290763"/>
          <p14:tracePt t="55659" x="9913938" y="2314575"/>
          <p14:tracePt t="55667" x="9950450" y="2338388"/>
          <p14:tracePt t="55676" x="9963150" y="2351088"/>
          <p14:tracePt t="55684" x="9986963" y="2374900"/>
          <p14:tracePt t="55692" x="9999663" y="2387600"/>
          <p14:tracePt t="55701" x="10012363" y="2387600"/>
          <p14:tracePt t="55728" x="10012363" y="2400300"/>
          <p14:tracePt t="55736" x="10023475" y="2400300"/>
          <p14:tracePt t="55742" x="10023475" y="2411413"/>
          <p14:tracePt t="55750" x="10036175" y="2411413"/>
          <p14:tracePt t="55761" x="10048875" y="2411413"/>
          <p14:tracePt t="55796" x="10059988" y="2424113"/>
          <p14:tracePt t="55807" x="10072688" y="2424113"/>
          <p14:tracePt t="55815" x="10072688" y="2436813"/>
          <p14:tracePt t="55822" x="10085388" y="2447925"/>
          <p14:tracePt t="55830" x="10096500" y="2447925"/>
          <p14:tracePt t="55836" x="10109200" y="2447925"/>
          <p14:tracePt t="55847" x="10109200" y="2460625"/>
          <p14:tracePt t="55848" x="10121900" y="2460625"/>
          <p14:tracePt t="55862" x="10133013" y="2473325"/>
          <p14:tracePt t="55868" x="10145713" y="2473325"/>
          <p14:tracePt t="55875" x="10158413" y="2473325"/>
          <p14:tracePt t="55882" x="10169525" y="2473325"/>
          <p14:tracePt t="55886" x="10182225" y="2473325"/>
          <p14:tracePt t="55892" x="10194925" y="2473325"/>
          <p14:tracePt t="55900" x="10218738" y="2484438"/>
          <p14:tracePt t="55909" x="10255250" y="2484438"/>
          <p14:tracePt t="55917" x="10267950" y="2484438"/>
          <p14:tracePt t="55925" x="10279063" y="2484438"/>
          <p14:tracePt t="55934" x="10291763" y="2484438"/>
          <p14:tracePt t="55942" x="10328275" y="2484438"/>
          <p14:tracePt t="55950" x="10340975" y="2484438"/>
          <p14:tracePt t="55961" x="10352088" y="2484438"/>
          <p14:tracePt t="55995" x="10364788" y="2484438"/>
          <p14:tracePt t="56122" x="10377488" y="2484438"/>
          <p14:tracePt t="56135" x="10388600" y="2484438"/>
          <p14:tracePt t="56147" x="10401300" y="2484438"/>
          <p14:tracePt t="56157" x="10414000" y="2484438"/>
          <p14:tracePt t="56175" x="10426700" y="2484438"/>
          <p14:tracePt t="56202" x="10437813" y="2484438"/>
          <p14:tracePt t="56217" x="10450513" y="2484438"/>
          <p14:tracePt t="56317" x="10463213" y="2484438"/>
          <p14:tracePt t="56326" x="10474325" y="2473325"/>
          <p14:tracePt t="56357" x="10487025" y="2473325"/>
          <p14:tracePt t="56369" x="10499725" y="2473325"/>
          <p14:tracePt t="56390" x="10499725" y="2460625"/>
          <p14:tracePt t="56396" x="10510838" y="2460625"/>
          <p14:tracePt t="56406" x="10523538" y="2460625"/>
          <p14:tracePt t="56414" x="10536238" y="2460625"/>
          <p14:tracePt t="56435" x="10536238" y="2447925"/>
          <p14:tracePt t="56436" x="10547350" y="2447925"/>
          <p14:tracePt t="57157" x="10560050" y="2447925"/>
          <p14:tracePt t="57257" x="10560050" y="2436813"/>
          <p14:tracePt t="57442" x="10547350" y="2436813"/>
          <p14:tracePt t="57450" x="10547350" y="2424113"/>
          <p14:tracePt t="57455" x="10536238" y="2424113"/>
          <p14:tracePt t="57462" x="10523538" y="2424113"/>
          <p14:tracePt t="57467" x="10510838" y="2424113"/>
          <p14:tracePt t="57476" x="10499725" y="2424113"/>
          <p14:tracePt t="57482" x="10487025" y="2424113"/>
          <p14:tracePt t="57491" x="10487025" y="2411413"/>
          <p14:tracePt t="57499" x="10474325" y="2411413"/>
          <p14:tracePt t="57507" x="10463213" y="2411413"/>
          <p14:tracePt t="57516" x="10463213" y="2400300"/>
          <p14:tracePt t="57524" x="10450513" y="2400300"/>
          <p14:tracePt t="57532" x="10437813" y="2400300"/>
          <p14:tracePt t="57541" x="10426700" y="2400300"/>
          <p14:tracePt t="57577" x="10414000" y="2400300"/>
          <p14:tracePt t="57587" x="10401300" y="2400300"/>
          <p14:tracePt t="57607" x="10388600" y="2400300"/>
          <p14:tracePt t="57615" x="10377488" y="2400300"/>
          <p14:tracePt t="57757" x="10364788" y="2400300"/>
          <p14:tracePt t="57777" x="10352088" y="2400300"/>
          <p14:tracePt t="57787" x="10340975" y="2400300"/>
          <p14:tracePt t="57797" x="10340975" y="2411413"/>
          <p14:tracePt t="57802" x="10328275" y="2411413"/>
          <p14:tracePt t="57807" x="10315575" y="2411413"/>
          <p14:tracePt t="57815" x="10304463" y="2411413"/>
          <p14:tracePt t="57830" x="10291763" y="2424113"/>
          <p14:tracePt t="57837" x="10279063" y="2424113"/>
          <p14:tracePt t="57847" x="10279063" y="2436813"/>
          <p14:tracePt t="57848" x="10267950" y="2436813"/>
          <p14:tracePt t="57857" x="10255250" y="2447925"/>
          <p14:tracePt t="57865" x="10242550" y="2447925"/>
          <p14:tracePt t="57874" x="10242550" y="2460625"/>
          <p14:tracePt t="57882" x="10231438" y="2473325"/>
          <p14:tracePt t="57890" x="10218738" y="2473325"/>
          <p14:tracePt t="57899" x="10218738" y="2484438"/>
          <p14:tracePt t="57907" x="10218738" y="2497138"/>
          <p14:tracePt t="57915" x="10218738" y="2509838"/>
          <p14:tracePt t="57923" x="10206038" y="2520950"/>
          <p14:tracePt t="57932" x="10206038" y="2533650"/>
          <p14:tracePt t="57940" x="10194925" y="2546350"/>
          <p14:tracePt t="57949" x="10194925" y="2557463"/>
          <p14:tracePt t="57957" x="10182225" y="2570163"/>
          <p14:tracePt t="57965" x="10182225" y="2582863"/>
          <p14:tracePt t="57973" x="10182225" y="2593975"/>
          <p14:tracePt t="57982" x="10182225" y="2619375"/>
          <p14:tracePt t="57990" x="10182225" y="2630488"/>
          <p14:tracePt t="57998" x="10182225" y="2655888"/>
          <p14:tracePt t="58008" x="10182225" y="2679700"/>
          <p14:tracePt t="58016" x="10182225" y="2692400"/>
          <p14:tracePt t="58026" x="10182225" y="2703513"/>
          <p14:tracePt t="58032" x="10182225" y="2716213"/>
          <p14:tracePt t="58041" x="10182225" y="2740025"/>
          <p14:tracePt t="58048" x="10182225" y="2752725"/>
          <p14:tracePt t="58057" x="10194925" y="2776538"/>
          <p14:tracePt t="58065" x="10206038" y="2776538"/>
          <p14:tracePt t="58073" x="10206038" y="2814638"/>
          <p14:tracePt t="58082" x="10206038" y="2825750"/>
          <p14:tracePt t="58090" x="10231438" y="2862263"/>
          <p14:tracePt t="58098" x="10242550" y="2887663"/>
          <p14:tracePt t="58107" x="10242550" y="2898775"/>
          <p14:tracePt t="58115" x="10255250" y="2935288"/>
          <p14:tracePt t="58123" x="10279063" y="2960688"/>
          <p14:tracePt t="58132" x="10279063" y="2971800"/>
          <p14:tracePt t="58140" x="10291763" y="2984500"/>
          <p14:tracePt t="58148" x="10304463" y="3008313"/>
          <p14:tracePt t="58157" x="10304463" y="3021013"/>
          <p14:tracePt t="58165" x="10315575" y="3021013"/>
          <p14:tracePt t="58173" x="10340975" y="3044825"/>
          <p14:tracePt t="58182" x="10364788" y="3057525"/>
          <p14:tracePt t="58190" x="10377488" y="3081338"/>
          <p14:tracePt t="58198" x="10388600" y="3081338"/>
          <p14:tracePt t="58207" x="10414000" y="3081338"/>
          <p14:tracePt t="58215" x="10426700" y="3094038"/>
          <p14:tracePt t="58223" x="10437813" y="3106738"/>
          <p14:tracePt t="58232" x="10463213" y="3106738"/>
          <p14:tracePt t="58240" x="10474325" y="3117850"/>
          <p14:tracePt t="58248" x="10487025" y="3117850"/>
          <p14:tracePt t="58257" x="10499725" y="3117850"/>
          <p14:tracePt t="58270" x="10510838" y="3117850"/>
          <p14:tracePt t="58276" x="10523538" y="3117850"/>
          <p14:tracePt t="58287" x="10536238" y="3117850"/>
          <p14:tracePt t="58290" x="10547350" y="3117850"/>
          <p14:tracePt t="58298" x="10560050" y="3117850"/>
          <p14:tracePt t="58306" x="10572750" y="3117850"/>
          <p14:tracePt t="58315" x="10620375" y="3094038"/>
          <p14:tracePt t="58323" x="10645775" y="3094038"/>
          <p14:tracePt t="58331" x="10669588" y="3070225"/>
          <p14:tracePt t="58340" x="10693400" y="3057525"/>
          <p14:tracePt t="58348" x="10729913" y="3033713"/>
          <p14:tracePt t="58357" x="10729913" y="3021013"/>
          <p14:tracePt t="58365" x="10729913" y="3008313"/>
          <p14:tracePt t="58373" x="10742613" y="2997200"/>
          <p14:tracePt t="58381" x="10742613" y="2960688"/>
          <p14:tracePt t="58390" x="10755313" y="2898775"/>
          <p14:tracePt t="58398" x="10755313" y="2851150"/>
          <p14:tracePt t="58407" x="10755313" y="2825750"/>
          <p14:tracePt t="58415" x="10742613" y="2776538"/>
          <p14:tracePt t="58423" x="10718800" y="2692400"/>
          <p14:tracePt t="58431" x="10706100" y="2643188"/>
          <p14:tracePt t="58440" x="10682288" y="2582863"/>
          <p14:tracePt t="58448" x="10633075" y="2484438"/>
          <p14:tracePt t="58456" x="10620375" y="2460625"/>
          <p14:tracePt t="58465" x="10583863" y="2411413"/>
          <p14:tracePt t="58473" x="10547350" y="2374900"/>
          <p14:tracePt t="58482" x="10536238" y="2351088"/>
          <p14:tracePt t="58490" x="10499725" y="2327275"/>
          <p14:tracePt t="58498" x="10487025" y="2314575"/>
          <p14:tracePt t="58506" x="10474325" y="2314575"/>
          <p14:tracePt t="58515" x="10463213" y="2314575"/>
          <p14:tracePt t="58523" x="10426700" y="2301875"/>
          <p14:tracePt t="58531" x="10401300" y="2301875"/>
          <p14:tracePt t="58539" x="10364788" y="2301875"/>
          <p14:tracePt t="58548" x="10340975" y="2301875"/>
          <p14:tracePt t="58556" x="10315575" y="2301875"/>
          <p14:tracePt t="58565" x="10291763" y="2301875"/>
          <p14:tracePt t="58573" x="10267950" y="2301875"/>
          <p14:tracePt t="58581" x="10231438" y="2301875"/>
          <p14:tracePt t="58590" x="10206038" y="2301875"/>
          <p14:tracePt t="58598" x="10194925" y="2301875"/>
          <p14:tracePt t="58607" x="10182225" y="2314575"/>
          <p14:tracePt t="58615" x="10169525" y="2314575"/>
          <p14:tracePt t="58623" x="10158413" y="2327275"/>
          <p14:tracePt t="58631" x="10133013" y="2338388"/>
          <p14:tracePt t="58639" x="10121900" y="2351088"/>
          <p14:tracePt t="58648" x="10096500" y="2363788"/>
          <p14:tracePt t="58656" x="10085388" y="2374900"/>
          <p14:tracePt t="58664" x="10072688" y="2374900"/>
          <p14:tracePt t="58673" x="10059988" y="2400300"/>
          <p14:tracePt t="58682" x="10059988" y="2411413"/>
          <p14:tracePt t="58689" x="10048875" y="2424113"/>
          <p14:tracePt t="58698" x="10048875" y="2436813"/>
          <p14:tracePt t="58716" x="10048875" y="2447925"/>
          <p14:tracePt t="58932" x="10036175" y="2447925"/>
          <p14:tracePt t="58936" x="10023475" y="2447925"/>
          <p14:tracePt t="58941" x="10023475" y="2460625"/>
          <p14:tracePt t="58948" x="9999663" y="2460625"/>
          <p14:tracePt t="58956" x="9975850" y="2473325"/>
          <p14:tracePt t="58964" x="9950450" y="2473325"/>
          <p14:tracePt t="58973" x="9926638" y="2473325"/>
          <p14:tracePt t="58981" x="9913938" y="2473325"/>
          <p14:tracePt t="58994" x="9913938" y="2484438"/>
          <p14:tracePt t="62983" x="9890125" y="2484438"/>
          <p14:tracePt t="62987" x="9877425" y="2484438"/>
          <p14:tracePt t="62989" x="9840913" y="2484438"/>
          <p14:tracePt t="62994" x="9817100" y="2484438"/>
          <p14:tracePt t="63002" x="9731375" y="2509838"/>
          <p14:tracePt t="63010" x="9572625" y="2533650"/>
          <p14:tracePt t="63019" x="9415463" y="2593975"/>
          <p14:tracePt t="63027" x="9280525" y="2630488"/>
          <p14:tracePt t="63035" x="9207500" y="2655888"/>
          <p14:tracePt t="63044" x="9159875" y="2667000"/>
          <p14:tracePt t="63052" x="9147175" y="2679700"/>
          <p14:tracePt t="63060" x="9086850" y="2692400"/>
          <p14:tracePt t="63069" x="9001125" y="2703513"/>
          <p14:tracePt t="63077" x="8951913" y="2716213"/>
          <p14:tracePt t="63085" x="8928100" y="2728913"/>
          <p14:tracePt t="63094" x="8866188" y="2740025"/>
          <p14:tracePt t="63102" x="8805863" y="2776538"/>
          <p14:tracePt t="63110" x="8782050" y="2776538"/>
          <p14:tracePt t="63119" x="8782050" y="2789238"/>
          <p14:tracePt t="63149" x="8769350" y="2789238"/>
          <p14:tracePt t="63161" x="8756650" y="2789238"/>
          <p14:tracePt t="63175" x="8745538" y="2789238"/>
          <p14:tracePt t="63176" x="8745538" y="2801938"/>
          <p14:tracePt t="63190" x="8732838" y="2801938"/>
          <p14:tracePt t="63194" x="8720138" y="2801938"/>
          <p14:tracePt t="63202" x="8696325" y="2814638"/>
          <p14:tracePt t="63210" x="8672513" y="2825750"/>
          <p14:tracePt t="63218" x="8647113" y="2838450"/>
          <p14:tracePt t="63227" x="8623300" y="2851150"/>
          <p14:tracePt t="63235" x="8574088" y="2874963"/>
          <p14:tracePt t="63243" x="8526463" y="2911475"/>
          <p14:tracePt t="63252" x="8464550" y="2947988"/>
          <p14:tracePt t="63260" x="8404225" y="2997200"/>
          <p14:tracePt t="63268" x="8281988" y="3094038"/>
          <p14:tracePt t="63277" x="8232775" y="3130550"/>
          <p14:tracePt t="63285" x="8086725" y="3240088"/>
          <p14:tracePt t="63293" x="7966075" y="3349625"/>
          <p14:tracePt t="63302" x="7831138" y="3484563"/>
          <p14:tracePt t="63310" x="7661275" y="3667125"/>
          <p14:tracePt t="63319" x="7564438" y="3763963"/>
          <p14:tracePt t="63327" x="7526338" y="3824288"/>
          <p14:tracePt t="63335" x="7429500" y="3922713"/>
          <p14:tracePt t="63343" x="7392988" y="3983038"/>
          <p14:tracePt t="63352" x="7343775" y="4032250"/>
          <p14:tracePt t="63360" x="7319963" y="4043363"/>
          <p14:tracePt t="63368" x="7270750" y="4081463"/>
          <p14:tracePt t="63377" x="7259638" y="4092575"/>
          <p14:tracePt t="63385" x="7234238" y="4105275"/>
          <p14:tracePt t="63393" x="7223125" y="4117975"/>
          <p14:tracePt t="63402" x="7197725" y="4117975"/>
          <p14:tracePt t="63410" x="7197725" y="4129088"/>
          <p14:tracePt t="63515" x="7186613" y="4129088"/>
          <p14:tracePt t="63517" x="7186613" y="4141788"/>
          <p14:tracePt t="63521" x="7173913" y="4141788"/>
          <p14:tracePt t="63529" x="7173913" y="4154488"/>
          <p14:tracePt t="63535" x="7161213" y="4154488"/>
          <p14:tracePt t="63543" x="7150100" y="4154488"/>
          <p14:tracePt t="63551" x="7137400" y="4165600"/>
          <p14:tracePt t="63560" x="7137400" y="4178300"/>
          <p14:tracePt t="63568" x="7124700" y="4178300"/>
          <p14:tracePt t="63577" x="7113588" y="4178300"/>
          <p14:tracePt t="63585" x="7113588" y="4191000"/>
          <p14:tracePt t="63593" x="7088188" y="4202113"/>
          <p14:tracePt t="63601" x="7077075" y="4202113"/>
          <p14:tracePt t="63610" x="7077075" y="4214813"/>
          <p14:tracePt t="63618" x="7064375" y="4214813"/>
          <p14:tracePt t="63681" x="7051675" y="4214813"/>
          <p14:tracePt t="64342" x="7064375" y="4214813"/>
          <p14:tracePt t="64355" x="7077075" y="4214813"/>
          <p14:tracePt t="64356" x="7088188" y="4214813"/>
          <p14:tracePt t="64382" x="7100888" y="4214813"/>
          <p14:tracePt t="64414" x="7113588" y="4214813"/>
          <p14:tracePt t="64422" x="7124700" y="4214813"/>
          <p14:tracePt t="64427" x="7137400" y="4214813"/>
          <p14:tracePt t="64435" x="7161213" y="4214813"/>
          <p14:tracePt t="64442" x="7173913" y="4214813"/>
          <p14:tracePt t="64451" x="7197725" y="4202113"/>
          <p14:tracePt t="64459" x="7210425" y="4202113"/>
          <p14:tracePt t="64467" x="7234238" y="4191000"/>
          <p14:tracePt t="64476" x="7246938" y="4191000"/>
          <p14:tracePt t="64497" x="7259638" y="4191000"/>
          <p14:tracePt t="64521" x="7270750" y="4191000"/>
          <p14:tracePt t="64526" x="7270750" y="4178300"/>
          <p14:tracePt t="64528" x="7283450" y="4178300"/>
          <p14:tracePt t="64534" x="7296150" y="4178300"/>
          <p14:tracePt t="64542" x="7296150" y="4165600"/>
          <p14:tracePt t="64551" x="7307263" y="4165600"/>
          <p14:tracePt t="64559" x="7319963" y="4165600"/>
          <p14:tracePt t="64634" x="7332663" y="4165600"/>
          <p14:tracePt t="64636" x="7343775" y="4165600"/>
          <p14:tracePt t="64642" x="7356475" y="4165600"/>
          <p14:tracePt t="64650" x="7356475" y="4154488"/>
          <p14:tracePt t="64659" x="7369175" y="4154488"/>
          <p14:tracePt t="64667" x="7380288" y="4154488"/>
          <p14:tracePt t="64681" x="7392988" y="4154488"/>
          <p14:tracePt t="64694" x="7405688" y="4154488"/>
          <p14:tracePt t="64701" x="7416800" y="4154488"/>
          <p14:tracePt t="64706" x="7429500" y="4154488"/>
          <p14:tracePt t="64709" x="7442200" y="4154488"/>
          <p14:tracePt t="64718" x="7453313" y="4154488"/>
          <p14:tracePt t="64726" x="7478713" y="4154488"/>
          <p14:tracePt t="64734" x="7489825" y="4154488"/>
          <p14:tracePt t="64742" x="7539038" y="4154488"/>
          <p14:tracePt t="64750" x="7564438" y="4154488"/>
          <p14:tracePt t="64759" x="7600950" y="4154488"/>
          <p14:tracePt t="64767" x="7624763" y="4154488"/>
          <p14:tracePt t="64775" x="7648575" y="4154488"/>
          <p14:tracePt t="64787" x="7661275" y="4154488"/>
          <p14:tracePt t="64997" x="7673975" y="4154488"/>
          <p14:tracePt t="65001" x="7673975" y="4141788"/>
          <p14:tracePt t="65008" x="7685088" y="4141788"/>
          <p14:tracePt t="65017" x="7697788" y="4141788"/>
          <p14:tracePt t="65025" x="7710488" y="4141788"/>
          <p14:tracePt t="65033" x="7721600" y="4141788"/>
          <p14:tracePt t="65042" x="7747000" y="4129088"/>
          <p14:tracePt t="65050" x="7758113" y="4129088"/>
          <p14:tracePt t="65059" x="7770813" y="4129088"/>
          <p14:tracePt t="65067" x="7783513" y="4129088"/>
          <p14:tracePt t="65127" x="7783513" y="4117975"/>
          <p14:tracePt t="65142" x="7794625" y="4117975"/>
          <p14:tracePt t="65156" x="7807325" y="4117975"/>
          <p14:tracePt t="65175" x="7807325" y="4105275"/>
          <p14:tracePt t="65181" x="7820025" y="4105275"/>
          <p14:tracePt t="65196" x="7831138" y="4105275"/>
          <p14:tracePt t="65206" x="7843838" y="4105275"/>
          <p14:tracePt t="65237" x="7856538" y="4105275"/>
          <p14:tracePt t="65246" x="7867650" y="4105275"/>
          <p14:tracePt t="65257" x="7880350" y="4105275"/>
          <p14:tracePt t="65261" x="7893050" y="4105275"/>
          <p14:tracePt t="65267" x="7904163" y="4105275"/>
          <p14:tracePt t="65283" x="7929563" y="4105275"/>
          <p14:tracePt t="65296" x="7940675" y="4105275"/>
          <p14:tracePt t="65306" x="7953375" y="4105275"/>
          <p14:tracePt t="65322" x="7966075" y="4105275"/>
          <p14:tracePt t="65326" x="7977188" y="4105275"/>
          <p14:tracePt t="65337" x="7989888" y="4105275"/>
          <p14:tracePt t="65350" x="7989888" y="4092575"/>
          <p14:tracePt t="65454" x="8002588" y="4092575"/>
          <p14:tracePt t="65568" x="8013700" y="4092575"/>
          <p14:tracePt t="65582" x="8026400" y="4092575"/>
          <p14:tracePt t="65588" x="8039100" y="4092575"/>
          <p14:tracePt t="65591" x="8050213" y="4092575"/>
          <p14:tracePt t="65599" x="8075613" y="4092575"/>
          <p14:tracePt t="65608" x="8112125" y="4081463"/>
          <p14:tracePt t="65617" x="8123238" y="4081463"/>
          <p14:tracePt t="65625" x="8135938" y="4081463"/>
          <p14:tracePt t="65633" x="8159750" y="4081463"/>
          <p14:tracePt t="65641" x="8172450" y="4081463"/>
          <p14:tracePt t="65650" x="8185150" y="4081463"/>
          <p14:tracePt t="65658" x="8196263" y="4068763"/>
          <p14:tracePt t="65667" x="8208963" y="4068763"/>
          <p14:tracePt t="65675" x="8221663" y="4068763"/>
          <p14:tracePt t="65683" x="8232775" y="4068763"/>
          <p14:tracePt t="65694" x="8245475" y="4068763"/>
          <p14:tracePt t="65699" x="8258175" y="4068763"/>
          <p14:tracePt t="65708" x="8281988" y="4056063"/>
          <p14:tracePt t="65716" x="8294688" y="4056063"/>
          <p14:tracePt t="65724" x="8307388" y="4056063"/>
          <p14:tracePt t="65733" x="8331200" y="4043363"/>
          <p14:tracePt t="65741" x="8343900" y="4043363"/>
          <p14:tracePt t="65749" x="8355013" y="4043363"/>
          <p14:tracePt t="65774" x="8367713" y="4043363"/>
          <p14:tracePt t="65782" x="8380413" y="4043363"/>
          <p14:tracePt t="65787" x="8391525" y="4043363"/>
          <p14:tracePt t="65795" x="8404225" y="4043363"/>
          <p14:tracePt t="65799" x="8428038" y="4056063"/>
          <p14:tracePt t="65808" x="8440738" y="4068763"/>
          <p14:tracePt t="65816" x="8464550" y="4068763"/>
          <p14:tracePt t="65824" x="8489950" y="4081463"/>
          <p14:tracePt t="65833" x="8513763" y="4081463"/>
          <p14:tracePt t="65841" x="8526463" y="4081463"/>
          <p14:tracePt t="65849" x="8550275" y="4092575"/>
          <p14:tracePt t="65858" x="8562975" y="4092575"/>
          <p14:tracePt t="65866" x="8574088" y="4092575"/>
          <p14:tracePt t="65867" x="8586788" y="4092575"/>
          <p14:tracePt t="65875" x="8610600" y="4092575"/>
          <p14:tracePt t="65883" x="8623300" y="4092575"/>
          <p14:tracePt t="65891" x="8647113" y="4092575"/>
          <p14:tracePt t="65899" x="8672513" y="4092575"/>
          <p14:tracePt t="65908" x="8683625" y="4092575"/>
          <p14:tracePt t="65916" x="8709025" y="4092575"/>
          <p14:tracePt t="65924" x="8720138" y="4092575"/>
          <p14:tracePt t="65933" x="8732838" y="4092575"/>
          <p14:tracePt t="65941" x="8745538" y="4092575"/>
          <p14:tracePt t="65969" x="8756650" y="4092575"/>
          <p14:tracePt t="65986" x="8769350" y="4092575"/>
          <p14:tracePt t="65996" x="8782050" y="4092575"/>
          <p14:tracePt t="66006" x="8793163" y="4092575"/>
          <p14:tracePt t="66008" x="8805863" y="4092575"/>
          <p14:tracePt t="66022" x="8818563" y="4092575"/>
          <p14:tracePt t="66029" x="8829675" y="4092575"/>
          <p14:tracePt t="66036" x="8842375" y="4092575"/>
          <p14:tracePt t="66046" x="8855075" y="4092575"/>
          <p14:tracePt t="66049" x="8866188" y="4092575"/>
          <p14:tracePt t="66057" x="8891588" y="4092575"/>
          <p14:tracePt t="66066" x="8915400" y="4092575"/>
          <p14:tracePt t="66075" x="8939213" y="4092575"/>
          <p14:tracePt t="66082" x="8988425" y="4105275"/>
          <p14:tracePt t="66091" x="9024938" y="4117975"/>
          <p14:tracePt t="66099" x="9061450" y="4129088"/>
          <p14:tracePt t="66108" x="9110663" y="4129088"/>
          <p14:tracePt t="66116" x="9159875" y="4141788"/>
          <p14:tracePt t="66124" x="9196388" y="4141788"/>
          <p14:tracePt t="66132" x="9207500" y="4141788"/>
          <p14:tracePt t="66150" x="9207500" y="4154488"/>
          <p14:tracePt t="66201" x="9220200" y="4154488"/>
          <p14:tracePt t="66367" x="9232900" y="4154488"/>
          <p14:tracePt t="66375" x="9244013" y="4154488"/>
          <p14:tracePt t="66381" x="9256713" y="4154488"/>
          <p14:tracePt t="66386" x="9269413" y="4154488"/>
          <p14:tracePt t="66395" x="9280525" y="4141788"/>
          <p14:tracePt t="66399" x="9305925" y="4141788"/>
          <p14:tracePt t="66408" x="9329738" y="4129088"/>
          <p14:tracePt t="66416" x="9342438" y="4129088"/>
          <p14:tracePt t="66424" x="9390063" y="4129088"/>
          <p14:tracePt t="66432" x="9415463" y="4129088"/>
          <p14:tracePt t="66440" x="9439275" y="4129088"/>
          <p14:tracePt t="66449" x="9475788" y="4117975"/>
          <p14:tracePt t="66457" x="9488488" y="4105275"/>
          <p14:tracePt t="66465" x="9499600" y="4105275"/>
          <p14:tracePt t="66474" x="9512300" y="4105275"/>
          <p14:tracePt t="66482" x="9525000" y="4105275"/>
          <p14:tracePt t="66494" x="9525000" y="4092575"/>
          <p14:tracePt t="66607" x="9536113" y="4092575"/>
          <p14:tracePt t="66617" x="9548813" y="4092575"/>
          <p14:tracePt t="66646" x="9561513" y="4092575"/>
          <p14:tracePt t="66654" x="9572625" y="4092575"/>
          <p14:tracePt t="66661" x="9585325" y="4092575"/>
          <p14:tracePt t="66677" x="9598025" y="4092575"/>
          <p14:tracePt t="66682" x="9609138" y="4092575"/>
          <p14:tracePt t="66694" x="9621838" y="4092575"/>
          <p14:tracePt t="66701" x="9634538" y="4092575"/>
          <p14:tracePt t="66707" x="9645650" y="4092575"/>
          <p14:tracePt t="66717" x="9671050" y="4092575"/>
          <p14:tracePt t="66727" x="9683750" y="4092575"/>
          <p14:tracePt t="66737" x="9694863" y="4092575"/>
          <p14:tracePt t="66742" x="9707563" y="4092575"/>
          <p14:tracePt t="70189" x="9694863" y="4092575"/>
          <p14:tracePt t="70195" x="9683750" y="4092575"/>
          <p14:tracePt t="70203" x="9671050" y="4092575"/>
          <p14:tracePt t="70208" x="9658350" y="4092575"/>
          <p14:tracePt t="70212" x="9645650" y="4092575"/>
          <p14:tracePt t="70220" x="9598025" y="4092575"/>
          <p14:tracePt t="70229" x="9548813" y="4092575"/>
          <p14:tracePt t="70237" x="9512300" y="4092575"/>
          <p14:tracePt t="70245" x="9475788" y="4092575"/>
          <p14:tracePt t="70254" x="9451975" y="4092575"/>
          <p14:tracePt t="70262" x="9415463" y="4105275"/>
          <p14:tracePt t="70270" x="9378950" y="4105275"/>
          <p14:tracePt t="70279" x="9353550" y="4105275"/>
          <p14:tracePt t="70287" x="9342438" y="4105275"/>
          <p14:tracePt t="70295" x="9329738" y="4105275"/>
          <p14:tracePt t="70303" x="9317038" y="4105275"/>
          <p14:tracePt t="70312" x="9305925" y="4105275"/>
          <p14:tracePt t="70320" x="9280525" y="4092575"/>
          <p14:tracePt t="70328" x="9280525" y="4068763"/>
          <p14:tracePt t="70337" x="9256713" y="4043363"/>
          <p14:tracePt t="70345" x="9244013" y="4006850"/>
          <p14:tracePt t="70354" x="9244013" y="3983038"/>
          <p14:tracePt t="70362" x="9244013" y="3970338"/>
          <p14:tracePt t="70370" x="9244013" y="3922713"/>
          <p14:tracePt t="70378" x="9244013" y="3886200"/>
          <p14:tracePt t="70387" x="9244013" y="3860800"/>
          <p14:tracePt t="70395" x="9244013" y="3800475"/>
          <p14:tracePt t="70403" x="9269413" y="3763963"/>
          <p14:tracePt t="70412" x="9293225" y="3703638"/>
          <p14:tracePt t="70420" x="9305925" y="3667125"/>
          <p14:tracePt t="70428" x="9329738" y="3594100"/>
          <p14:tracePt t="70437" x="9342438" y="3544888"/>
          <p14:tracePt t="70445" x="9378950" y="3471863"/>
          <p14:tracePt t="70453" x="9402763" y="3435350"/>
          <p14:tracePt t="70462" x="9439275" y="3373438"/>
          <p14:tracePt t="70470" x="9475788" y="3313113"/>
          <p14:tracePt t="70478" x="9499600" y="3289300"/>
          <p14:tracePt t="70487" x="9512300" y="3263900"/>
          <p14:tracePt t="70495" x="9561513" y="3203575"/>
          <p14:tracePt t="70503" x="9585325" y="3154363"/>
          <p14:tracePt t="70512" x="9598025" y="3094038"/>
          <p14:tracePt t="70520" x="9609138" y="3033713"/>
          <p14:tracePt t="70528" x="9621838" y="2960688"/>
          <p14:tracePt t="70536" x="9621838" y="2898775"/>
          <p14:tracePt t="70545" x="9634538" y="2851150"/>
          <p14:tracePt t="70553" x="9634538" y="2801938"/>
          <p14:tracePt t="70561" x="9634538" y="2765425"/>
          <p14:tracePt t="70570" x="9634538" y="2740025"/>
          <p14:tracePt t="70578" x="9634538" y="2728913"/>
          <p14:tracePt t="70703" x="9621838" y="2728913"/>
          <p14:tracePt t="70857" x="9621838" y="2716213"/>
          <p14:tracePt t="70869" x="9621838" y="2703513"/>
          <p14:tracePt t="70878" x="9621838" y="2692400"/>
          <p14:tracePt t="70887" x="9609138" y="2692400"/>
          <p14:tracePt t="70895" x="9609138" y="2679700"/>
          <p14:tracePt t="70902" x="9609138" y="2667000"/>
          <p14:tracePt t="70909" x="9598025" y="2667000"/>
          <p14:tracePt t="70917" x="9598025" y="2655888"/>
          <p14:tracePt t="70948" x="9598025" y="2643188"/>
          <p14:tracePt t="70957" x="9585325" y="2643188"/>
          <p14:tracePt t="70978" x="9572625" y="2630488"/>
          <p14:tracePt t="70999" x="9572625" y="2619375"/>
          <p14:tracePt t="71017" x="9572625" y="2606675"/>
          <p14:tracePt t="71102" x="9572625" y="2593975"/>
          <p14:tracePt t="71109" x="9572625" y="2582863"/>
          <p14:tracePt t="71123" x="9572625" y="2570163"/>
          <p14:tracePt t="71129" x="9585325" y="2557463"/>
          <p14:tracePt t="71134" x="9585325" y="2546350"/>
          <p14:tracePt t="71149" x="9585325" y="2533650"/>
          <p14:tracePt t="71162" x="9585325" y="2520950"/>
          <p14:tracePt t="71407" x="9598025" y="2520950"/>
          <p14:tracePt t="71417" x="9598025" y="2509838"/>
          <p14:tracePt t="71457" x="9598025" y="2497138"/>
          <p14:tracePt t="71462" x="9598025" y="2484438"/>
          <p14:tracePt t="71487" x="9598025" y="2473325"/>
          <p14:tracePt t="71495" x="9598025" y="2460625"/>
          <p14:tracePt t="71522" x="9598025" y="2447925"/>
          <p14:tracePt t="71537" x="9598025" y="2436813"/>
          <p14:tracePt t="71549" x="9598025" y="2424113"/>
          <p14:tracePt t="71589" x="9598025" y="2411413"/>
          <p14:tracePt t="71840" x="9585325" y="2400300"/>
          <p14:tracePt t="71855" x="9572625" y="2400300"/>
          <p14:tracePt t="71857" x="9572625" y="2387600"/>
          <p14:tracePt t="71870" x="9572625" y="2374900"/>
          <p14:tracePt t="71878" x="9572625" y="2363788"/>
          <p14:tracePt t="71888" x="9561513" y="2363788"/>
          <p14:tracePt t="71928" x="9548813" y="2363788"/>
          <p14:tracePt t="72037" x="9548813" y="2351088"/>
          <p14:tracePt t="72077" x="9548813" y="2338388"/>
          <p14:tracePt t="72330" x="9536113" y="2338388"/>
          <p14:tracePt t="72350" x="9536113" y="2351088"/>
          <p14:tracePt t="72355" x="9525000" y="2351088"/>
          <p14:tracePt t="72387" x="9512300" y="2351088"/>
          <p14:tracePt t="72389" x="9512300" y="2363788"/>
          <p14:tracePt t="72402" x="9499600" y="2363788"/>
          <p14:tracePt t="72410" x="9488488" y="2374900"/>
          <p14:tracePt t="72422" x="9475788" y="2387600"/>
          <p14:tracePt t="72427" x="9463088" y="2387600"/>
          <p14:tracePt t="72435" x="9451975" y="2387600"/>
          <p14:tracePt t="72442" x="9451975" y="2400300"/>
          <p14:tracePt t="72447" x="9439275" y="2400300"/>
          <p14:tracePt t="72454" x="9426575" y="2400300"/>
          <p14:tracePt t="72460" x="9426575" y="2411413"/>
          <p14:tracePt t="72469" x="9415463" y="2411413"/>
          <p14:tracePt t="72469" x="9402763" y="2411413"/>
          <p14:tracePt t="72476" x="9390063" y="2424113"/>
          <p14:tracePt t="72487" x="9378950" y="2424113"/>
          <p14:tracePt t="72493" x="9378950" y="2436813"/>
          <p14:tracePt t="72501" x="9366250" y="2436813"/>
          <p14:tracePt t="72510" x="9353550" y="2447925"/>
          <p14:tracePt t="72518" x="9329738" y="2447925"/>
          <p14:tracePt t="72535" x="9329738" y="2460625"/>
          <p14:tracePt t="72543" x="9317038" y="2460625"/>
          <p14:tracePt t="72582" x="9317038" y="2473325"/>
          <p14:tracePt t="72587" x="9305925" y="2473325"/>
          <p14:tracePt t="72602" x="9305925" y="2484438"/>
          <p14:tracePt t="72610" x="9293225" y="2497138"/>
          <p14:tracePt t="72618" x="9293225" y="2509838"/>
          <p14:tracePt t="72627" x="9280525" y="2509838"/>
          <p14:tracePt t="72642" x="9280525" y="2520950"/>
          <p14:tracePt t="72647" x="9269413" y="2520950"/>
          <p14:tracePt t="72662" x="9269413" y="2533650"/>
          <p14:tracePt t="72682" x="9256713" y="2546350"/>
          <p14:tracePt t="72689" x="9256713" y="2557463"/>
          <p14:tracePt t="72694" x="9256713" y="2570163"/>
          <p14:tracePt t="72701" x="9244013" y="2570163"/>
          <p14:tracePt t="72710" x="9244013" y="2593975"/>
          <p14:tracePt t="72718" x="9232900" y="2630488"/>
          <p14:tracePt t="72726" x="9220200" y="2630488"/>
          <p14:tracePt t="72735" x="9207500" y="2655888"/>
          <p14:tracePt t="72743" x="9207500" y="2679700"/>
          <p14:tracePt t="72751" x="9196388" y="2692400"/>
          <p14:tracePt t="72759" x="9196388" y="2716213"/>
          <p14:tracePt t="72769" x="9196388" y="2740025"/>
          <p14:tracePt t="72776" x="9196388" y="2752725"/>
          <p14:tracePt t="72784" x="9196388" y="2765425"/>
          <p14:tracePt t="72793" x="9196388" y="2789238"/>
          <p14:tracePt t="72801" x="9196388" y="2814638"/>
          <p14:tracePt t="72809" x="9196388" y="2851150"/>
          <p14:tracePt t="72818" x="9196388" y="2874963"/>
          <p14:tracePt t="72826" x="9196388" y="2898775"/>
          <p14:tracePt t="72834" x="9196388" y="2924175"/>
          <p14:tracePt t="72843" x="9207500" y="2960688"/>
          <p14:tracePt t="72851" x="9207500" y="2997200"/>
          <p14:tracePt t="72859" x="9220200" y="3021013"/>
          <p14:tracePt t="72868" x="9220200" y="3033713"/>
          <p14:tracePt t="72876" x="9232900" y="3057525"/>
          <p14:tracePt t="72884" x="9244013" y="3070225"/>
          <p14:tracePt t="72893" x="9244013" y="3081338"/>
          <p14:tracePt t="72902" x="9244013" y="3094038"/>
          <p14:tracePt t="72910" x="9256713" y="3106738"/>
          <p14:tracePt t="72918" x="9256713" y="3117850"/>
          <p14:tracePt t="72927" x="9269413" y="3117850"/>
          <p14:tracePt t="72935" x="9269413" y="3130550"/>
          <p14:tracePt t="72947" x="9269413" y="3143250"/>
          <p14:tracePt t="72962" x="9280525" y="3143250"/>
          <p14:tracePt t="72974" x="9280525" y="3154363"/>
          <p14:tracePt t="73002" x="9293225" y="3154363"/>
          <p14:tracePt t="73047" x="9305925" y="3154363"/>
          <p14:tracePt t="73057" x="9317038" y="3154363"/>
          <p14:tracePt t="73062" x="9329738" y="3154363"/>
          <p14:tracePt t="73068" x="9353550" y="3154363"/>
          <p14:tracePt t="73076" x="9366250" y="3154363"/>
          <p14:tracePt t="73084" x="9402763" y="3154363"/>
          <p14:tracePt t="73093" x="9451975" y="3154363"/>
          <p14:tracePt t="73101" x="9488488" y="3143250"/>
          <p14:tracePt t="73109" x="9548813" y="3130550"/>
          <p14:tracePt t="73118" x="9561513" y="3117850"/>
          <p14:tracePt t="73126" x="9572625" y="3117850"/>
          <p14:tracePt t="73134" x="9598025" y="3106738"/>
          <p14:tracePt t="73135" x="9609138" y="3106738"/>
          <p14:tracePt t="73143" x="9609138" y="3094038"/>
          <p14:tracePt t="73151" x="9634538" y="3081338"/>
          <p14:tracePt t="73159" x="9645650" y="3081338"/>
          <p14:tracePt t="73168" x="9671050" y="3057525"/>
          <p14:tracePt t="73176" x="9683750" y="3057525"/>
          <p14:tracePt t="73184" x="9707563" y="3044825"/>
          <p14:tracePt t="73192" x="9744075" y="3008313"/>
          <p14:tracePt t="73201" x="9767888" y="2984500"/>
          <p14:tracePt t="73209" x="9804400" y="2935288"/>
          <p14:tracePt t="73217" x="9804400" y="2911475"/>
          <p14:tracePt t="73226" x="9817100" y="2874963"/>
          <p14:tracePt t="73234" x="9829800" y="2825750"/>
          <p14:tracePt t="73242" x="9840913" y="2765425"/>
          <p14:tracePt t="73251" x="9840913" y="2692400"/>
          <p14:tracePt t="73259" x="9840913" y="2655888"/>
          <p14:tracePt t="73267" x="9840913" y="2643188"/>
          <p14:tracePt t="73276" x="9840913" y="2606675"/>
          <p14:tracePt t="73284" x="9840913" y="2570163"/>
          <p14:tracePt t="73292" x="9829800" y="2546350"/>
          <p14:tracePt t="73301" x="9804400" y="2533650"/>
          <p14:tracePt t="73309" x="9793288" y="2497138"/>
          <p14:tracePt t="73318" x="9780588" y="2497138"/>
          <p14:tracePt t="73326" x="9780588" y="2484438"/>
          <p14:tracePt t="73334" x="9767888" y="2484438"/>
          <p14:tracePt t="73342" x="9767888" y="2473325"/>
          <p14:tracePt t="73362" x="9756775" y="2473325"/>
          <p14:tracePt t="73374" x="9744075" y="2473325"/>
          <p14:tracePt t="73382" x="9731375" y="2473325"/>
          <p14:tracePt t="73397" x="9720263" y="2473325"/>
          <p14:tracePt t="73402" x="9707563" y="2473325"/>
          <p14:tracePt t="73407" x="9707563" y="2460625"/>
          <p14:tracePt t="73418" x="9707563" y="2447925"/>
          <p14:tracePt t="73422" x="9694863" y="2447925"/>
          <p14:tracePt t="73427" x="9683750" y="2447925"/>
          <p14:tracePt t="73434" x="9683750" y="2436813"/>
          <p14:tracePt t="73443" x="9671050" y="2436813"/>
          <p14:tracePt t="73450" x="9658350" y="2436813"/>
          <p14:tracePt t="73459" x="9645650" y="2436813"/>
          <p14:tracePt t="73469" x="9634538" y="2436813"/>
          <p14:tracePt t="73509" x="9621838" y="2436813"/>
          <p14:tracePt t="73522" x="9621838" y="2424113"/>
          <p14:tracePt t="73527" x="9598025" y="2424113"/>
          <p14:tracePt t="73534" x="9585325" y="2424113"/>
          <p14:tracePt t="73537" x="9585325" y="2411413"/>
          <p14:tracePt t="73543" x="9572625" y="2411413"/>
          <p14:tracePt t="73550" x="9561513" y="2411413"/>
          <p14:tracePt t="73559" x="9548813" y="2411413"/>
          <p14:tracePt t="73747" x="9548813" y="2400300"/>
          <p14:tracePt t="74735" x="9536113" y="2400300"/>
          <p14:tracePt t="74877" x="9525000" y="2400300"/>
          <p14:tracePt t="75108" x="9512300" y="2400300"/>
          <p14:tracePt t="75195" x="9499600" y="2400300"/>
          <p14:tracePt t="75223" x="9488488" y="2400300"/>
          <p14:tracePt t="75243" x="9475788" y="2400300"/>
          <p14:tracePt t="75250" x="9463088" y="2400300"/>
          <p14:tracePt t="75263" x="9451975" y="2400300"/>
          <p14:tracePt t="75267" x="9439275" y="2411413"/>
          <p14:tracePt t="75278" x="9439275" y="2424113"/>
          <p14:tracePt t="75283" x="9426575" y="2424113"/>
          <p14:tracePt t="75289" x="9415463" y="2424113"/>
          <p14:tracePt t="75297" x="9402763" y="2424113"/>
          <p14:tracePt t="76018" x="9390063" y="2424113"/>
          <p14:tracePt t="76022" x="9390063" y="2436813"/>
          <p14:tracePt t="76028" x="9378950" y="2436813"/>
          <p14:tracePt t="76031" x="9378950" y="2447925"/>
          <p14:tracePt t="76040" x="9366250" y="2460625"/>
          <p14:tracePt t="76048" x="9353550" y="2460625"/>
          <p14:tracePt t="76056" x="9342438" y="2484438"/>
          <p14:tracePt t="76065" x="9329738" y="2497138"/>
          <p14:tracePt t="76073" x="9317038" y="2520950"/>
          <p14:tracePt t="76083" x="9317038" y="2533650"/>
          <p14:tracePt t="76090" x="9305925" y="2546350"/>
          <p14:tracePt t="76098" x="9293225" y="2557463"/>
          <p14:tracePt t="76106" x="9293225" y="2570163"/>
          <p14:tracePt t="76115" x="9280525" y="2570163"/>
          <p14:tracePt t="76123" x="9280525" y="2582863"/>
          <p14:tracePt t="76207" x="9280525" y="2593975"/>
          <p14:tracePt t="76209" x="9280525" y="2606675"/>
          <p14:tracePt t="76215" x="9269413" y="2606675"/>
          <p14:tracePt t="76223" x="9269413" y="2630488"/>
          <p14:tracePt t="76231" x="9269413" y="2655888"/>
          <p14:tracePt t="76239" x="9256713" y="2667000"/>
          <p14:tracePt t="76248" x="9256713" y="2703513"/>
          <p14:tracePt t="76256" x="9256713" y="2728913"/>
          <p14:tracePt t="76265" x="9244013" y="2752725"/>
          <p14:tracePt t="76273" x="9244013" y="2801938"/>
          <p14:tracePt t="76281" x="9244013" y="2851150"/>
          <p14:tracePt t="76289" x="9256713" y="2935288"/>
          <p14:tracePt t="76298" x="9256713" y="2947988"/>
          <p14:tracePt t="76306" x="9280525" y="3008313"/>
          <p14:tracePt t="76314" x="9305925" y="3057525"/>
          <p14:tracePt t="76323" x="9329738" y="3106738"/>
          <p14:tracePt t="76331" x="9342438" y="3167063"/>
          <p14:tracePt t="76339" x="9366250" y="3190875"/>
          <p14:tracePt t="76348" x="9378950" y="3216275"/>
          <p14:tracePt t="76356" x="9402763" y="3263900"/>
          <p14:tracePt t="76364" x="9426575" y="3289300"/>
          <p14:tracePt t="76373" x="9439275" y="3300413"/>
          <p14:tracePt t="76381" x="9451975" y="3325813"/>
          <p14:tracePt t="76390" x="9475788" y="3349625"/>
          <p14:tracePt t="76398" x="9488488" y="3349625"/>
          <p14:tracePt t="76406" x="9488488" y="3362325"/>
          <p14:tracePt t="76414" x="9499600" y="3362325"/>
          <p14:tracePt t="76427" x="9512300" y="3362325"/>
          <p14:tracePt t="76434" x="9525000" y="3362325"/>
          <p14:tracePt t="76442" x="9536113" y="3362325"/>
          <p14:tracePt t="76448" x="9548813" y="3362325"/>
          <p14:tracePt t="76456" x="9572625" y="3362325"/>
          <p14:tracePt t="76464" x="9585325" y="3362325"/>
          <p14:tracePt t="76473" x="9609138" y="3362325"/>
          <p14:tracePt t="76481" x="9634538" y="3362325"/>
          <p14:tracePt t="76490" x="9645650" y="3362325"/>
          <p14:tracePt t="76490" x="9658350" y="3362325"/>
          <p14:tracePt t="76498" x="9671050" y="3362325"/>
          <p14:tracePt t="76506" x="9683750" y="3349625"/>
          <p14:tracePt t="76514" x="9707563" y="3336925"/>
          <p14:tracePt t="76523" x="9707563" y="3325813"/>
          <p14:tracePt t="76531" x="9744075" y="3313113"/>
          <p14:tracePt t="76539" x="9756775" y="3289300"/>
          <p14:tracePt t="76548" x="9767888" y="3276600"/>
          <p14:tracePt t="76556" x="9780588" y="3240088"/>
          <p14:tracePt t="76564" x="9793288" y="3216275"/>
          <p14:tracePt t="76572" x="9804400" y="3167063"/>
          <p14:tracePt t="76581" x="9804400" y="3117850"/>
          <p14:tracePt t="76589" x="9817100" y="3057525"/>
          <p14:tracePt t="76597" x="9817100" y="3033713"/>
          <p14:tracePt t="76606" x="9817100" y="2997200"/>
          <p14:tracePt t="76614" x="9817100" y="2947988"/>
          <p14:tracePt t="76615" x="9817100" y="2935288"/>
          <p14:tracePt t="76622" x="9817100" y="2924175"/>
          <p14:tracePt t="76631" x="9817100" y="2887663"/>
          <p14:tracePt t="76639" x="9817100" y="2862263"/>
          <p14:tracePt t="76647" x="9817100" y="2851150"/>
          <p14:tracePt t="76656" x="9817100" y="2814638"/>
          <p14:tracePt t="76664" x="9817100" y="2789238"/>
          <p14:tracePt t="76672" x="9817100" y="2765425"/>
          <p14:tracePt t="76681" x="9804400" y="2740025"/>
          <p14:tracePt t="76689" x="9793288" y="2703513"/>
          <p14:tracePt t="76697" x="9793288" y="2679700"/>
          <p14:tracePt t="76706" x="9780588" y="2667000"/>
          <p14:tracePt t="76714" x="9767888" y="2630488"/>
          <p14:tracePt t="76722" x="9756775" y="2619375"/>
          <p14:tracePt t="76731" x="9731375" y="2593975"/>
          <p14:tracePt t="76739" x="9731375" y="2582863"/>
          <p14:tracePt t="76748" x="9720263" y="2570163"/>
          <p14:tracePt t="76748" x="9707563" y="2570163"/>
          <p14:tracePt t="76757" x="9694863" y="2546350"/>
          <p14:tracePt t="76767" x="9683750" y="2546350"/>
          <p14:tracePt t="76772" x="9671050" y="2533650"/>
          <p14:tracePt t="76781" x="9658350" y="2520950"/>
          <p14:tracePt t="76789" x="9634538" y="2509838"/>
          <p14:tracePt t="76797" x="9609138" y="2497138"/>
          <p14:tracePt t="76806" x="9585325" y="2484438"/>
          <p14:tracePt t="76814" x="9561513" y="2484438"/>
          <p14:tracePt t="76822" x="9536113" y="2473325"/>
          <p14:tracePt t="76831" x="9512300" y="2460625"/>
          <p14:tracePt t="76839" x="9499600" y="2460625"/>
          <p14:tracePt t="76848" x="9488488" y="2460625"/>
          <p14:tracePt t="77049" x="9475788" y="2460625"/>
          <p14:tracePt t="77057" x="9463088" y="2460625"/>
          <p14:tracePt t="77067" x="9451975" y="2460625"/>
          <p14:tracePt t="77069" x="9439275" y="2460625"/>
          <p14:tracePt t="77077" x="9415463" y="2460625"/>
          <p14:tracePt t="77082" x="9402763" y="2460625"/>
          <p14:tracePt t="77089" x="9378950" y="2460625"/>
          <p14:tracePt t="77097" x="9342438" y="2447925"/>
          <p14:tracePt t="77105" x="9280525" y="2436813"/>
          <p14:tracePt t="77114" x="9232900" y="2436813"/>
          <p14:tracePt t="77122" x="9183688" y="2424113"/>
          <p14:tracePt t="77130" x="9110663" y="2411413"/>
          <p14:tracePt t="77139" x="9074150" y="2400300"/>
          <p14:tracePt t="77147" x="9061450" y="2400300"/>
          <p14:tracePt t="77155" x="9037638" y="2400300"/>
          <p14:tracePt t="77309" x="9024938" y="2400300"/>
          <p14:tracePt t="77347" x="9013825" y="2400300"/>
          <p14:tracePt t="77357" x="9001125" y="2400300"/>
          <p14:tracePt t="77367" x="8988425" y="2400300"/>
          <p14:tracePt t="77369" x="8988425" y="2387600"/>
          <p14:tracePt t="77374" x="8977313" y="2387600"/>
          <p14:tracePt t="77382" x="8964613" y="2387600"/>
          <p14:tracePt t="77389" x="8939213" y="2387600"/>
          <p14:tracePt t="77397" x="8928100" y="2387600"/>
          <p14:tracePt t="77405" x="8902700" y="2387600"/>
          <p14:tracePt t="77413" x="8891588" y="2387600"/>
          <p14:tracePt t="77422" x="8878888" y="2387600"/>
          <p14:tracePt t="77430" x="8842375" y="2387600"/>
          <p14:tracePt t="77438" x="8829675" y="2400300"/>
          <p14:tracePt t="77447" x="8818563" y="2400300"/>
          <p14:tracePt t="77455" x="8782050" y="2411413"/>
          <p14:tracePt t="77463" x="8769350" y="2424113"/>
          <p14:tracePt t="77472" x="8756650" y="2436813"/>
          <p14:tracePt t="77480" x="8745538" y="2436813"/>
          <p14:tracePt t="77488" x="8732838" y="2436813"/>
          <p14:tracePt t="77748" x="8720138" y="2436813"/>
          <p14:tracePt t="77757" x="8709025" y="2447925"/>
          <p14:tracePt t="77763" x="8696325" y="2447925"/>
          <p14:tracePt t="77768" x="8696325" y="2460625"/>
          <p14:tracePt t="77771" x="8683625" y="2460625"/>
          <p14:tracePt t="77780" x="8659813" y="2460625"/>
          <p14:tracePt t="77788" x="8647113" y="2484438"/>
          <p14:tracePt t="77789" x="8636000" y="2484438"/>
          <p14:tracePt t="77796" x="8636000" y="2497138"/>
          <p14:tracePt t="77805" x="8623300" y="2509838"/>
          <p14:tracePt t="77813" x="8610600" y="2520950"/>
          <p14:tracePt t="77821" x="8599488" y="2520950"/>
          <p14:tracePt t="77830" x="8586788" y="2557463"/>
          <p14:tracePt t="77842" x="8574088" y="2570163"/>
          <p14:tracePt t="77847" x="8574088" y="2582863"/>
          <p14:tracePt t="77855" x="8574088" y="2593975"/>
          <p14:tracePt t="77863" x="8574088" y="2606675"/>
          <p14:tracePt t="77871" x="8562975" y="2619375"/>
          <p14:tracePt t="77880" x="8550275" y="2643188"/>
          <p14:tracePt t="77888" x="8550275" y="2655888"/>
          <p14:tracePt t="77896" x="8550275" y="2667000"/>
          <p14:tracePt t="77907" x="8537575" y="2679700"/>
          <p14:tracePt t="77914" x="8537575" y="2692400"/>
          <p14:tracePt t="77921" x="8526463" y="2692400"/>
          <p14:tracePt t="77930" x="8526463" y="2703513"/>
          <p14:tracePt t="77938" x="8513763" y="2728913"/>
          <p14:tracePt t="77947" x="8501063" y="2728913"/>
          <p14:tracePt t="77955" x="8489950" y="2740025"/>
          <p14:tracePt t="77963" x="8477250" y="2765425"/>
          <p14:tracePt t="77971" x="8464550" y="2765425"/>
          <p14:tracePt t="77979" x="8464550" y="2776538"/>
          <p14:tracePt t="77988" x="8453438" y="2789238"/>
          <p14:tracePt t="77996" x="8440738" y="2801938"/>
          <p14:tracePt t="78004" x="8428038" y="2825750"/>
          <p14:tracePt t="78013" x="8428038" y="2851150"/>
          <p14:tracePt t="78021" x="8428038" y="2874963"/>
          <p14:tracePt t="78029" x="8404225" y="2924175"/>
          <p14:tracePt t="78038" x="8404225" y="2960688"/>
          <p14:tracePt t="78046" x="8404225" y="2984500"/>
          <p14:tracePt t="78054" x="8391525" y="3021013"/>
          <p14:tracePt t="78063" x="8391525" y="3057525"/>
          <p14:tracePt t="78071" x="8391525" y="3117850"/>
          <p14:tracePt t="78079" x="8391525" y="3143250"/>
          <p14:tracePt t="78088" x="8391525" y="3167063"/>
          <p14:tracePt t="78097" x="8391525" y="3179763"/>
          <p14:tracePt t="78107" x="8391525" y="3190875"/>
          <p14:tracePt t="78113" x="8404225" y="3190875"/>
          <p14:tracePt t="78154" x="8404225" y="3203575"/>
          <p14:tracePt t="78167" x="8404225" y="3216275"/>
          <p14:tracePt t="78169" x="8416925" y="3216275"/>
          <p14:tracePt t="78174" x="8416925" y="3227388"/>
          <p14:tracePt t="78179" x="8428038" y="3227388"/>
          <p14:tracePt t="78188" x="8440738" y="3227388"/>
          <p14:tracePt t="78196" x="8453438" y="3240088"/>
          <p14:tracePt t="78204" x="8464550" y="3252788"/>
          <p14:tracePt t="78213" x="8477250" y="3263900"/>
          <p14:tracePt t="78221" x="8501063" y="3276600"/>
          <p14:tracePt t="78229" x="8526463" y="3289300"/>
          <p14:tracePt t="78237" x="8526463" y="3300413"/>
          <p14:tracePt t="78246" x="8550275" y="3300413"/>
          <p14:tracePt t="78254" x="8562975" y="3313113"/>
          <p14:tracePt t="78274" x="8574088" y="3313113"/>
          <p14:tracePt t="78288" x="8586788" y="3313113"/>
          <p14:tracePt t="78309" x="8599488" y="3313113"/>
          <p14:tracePt t="78314" x="8610600" y="3313113"/>
          <p14:tracePt t="78330" x="8623300" y="3313113"/>
          <p14:tracePt t="78334" x="8636000" y="3313113"/>
          <p14:tracePt t="78338" x="8647113" y="3313113"/>
          <p14:tracePt t="78349" x="8659813" y="3313113"/>
          <p14:tracePt t="78355" x="8672513" y="3313113"/>
          <p14:tracePt t="78367" x="8683625" y="3313113"/>
          <p14:tracePt t="78374" x="8696325" y="3313113"/>
          <p14:tracePt t="78379" x="8709025" y="3313113"/>
          <p14:tracePt t="78387" x="8709025" y="3300413"/>
          <p14:tracePt t="78396" x="8745538" y="3289300"/>
          <p14:tracePt t="78404" x="8769350" y="3276600"/>
          <p14:tracePt t="78412" x="8782050" y="3263900"/>
          <p14:tracePt t="78421" x="8805863" y="3252788"/>
          <p14:tracePt t="78429" x="8818563" y="3227388"/>
          <p14:tracePt t="78438" x="8829675" y="3216275"/>
          <p14:tracePt t="78446" x="8829675" y="3190875"/>
          <p14:tracePt t="78455" x="8842375" y="3167063"/>
          <p14:tracePt t="78455" x="8855075" y="3154363"/>
          <p14:tracePt t="78462" x="8855075" y="3130550"/>
          <p14:tracePt t="78471" x="8878888" y="3106738"/>
          <p14:tracePt t="78479" x="8891588" y="3070225"/>
          <p14:tracePt t="78488" x="8891588" y="3057525"/>
          <p14:tracePt t="78496" x="8902700" y="3033713"/>
          <p14:tracePt t="78504" x="8902700" y="3008313"/>
          <p14:tracePt t="78512" x="8915400" y="2997200"/>
          <p14:tracePt t="78521" x="8928100" y="2971800"/>
          <p14:tracePt t="78529" x="8928100" y="2935288"/>
          <p14:tracePt t="78537" x="8928100" y="2924175"/>
          <p14:tracePt t="78546" x="8939213" y="2898775"/>
          <p14:tracePt t="78554" x="8951913" y="2862263"/>
          <p14:tracePt t="78562" x="8964613" y="2838450"/>
          <p14:tracePt t="78571" x="8988425" y="2801938"/>
          <p14:tracePt t="78579" x="9001125" y="2776538"/>
          <p14:tracePt t="78587" x="9024938" y="2765425"/>
          <p14:tracePt t="78596" x="9061450" y="2716213"/>
          <p14:tracePt t="78604" x="9097963" y="2692400"/>
          <p14:tracePt t="78612" x="9110663" y="2667000"/>
          <p14:tracePt t="78621" x="9123363" y="2643188"/>
          <p14:tracePt t="78629" x="9134475" y="2593975"/>
          <p14:tracePt t="78637" x="9134475" y="2582863"/>
          <p14:tracePt t="78646" x="9134475" y="2570163"/>
          <p14:tracePt t="78654" x="9134475" y="2546350"/>
          <p14:tracePt t="78662" x="9134475" y="2533650"/>
          <p14:tracePt t="78670" x="9134475" y="2520950"/>
          <p14:tracePt t="78679" x="9134475" y="2509838"/>
          <p14:tracePt t="78687" x="9134475" y="2497138"/>
          <p14:tracePt t="78695" x="9134475" y="2484438"/>
          <p14:tracePt t="78710" x="9123363" y="2473325"/>
          <p14:tracePt t="78714" x="9123363" y="2460625"/>
          <p14:tracePt t="78722" x="9123363" y="2447925"/>
          <p14:tracePt t="78729" x="9097963" y="2424113"/>
          <p14:tracePt t="78738" x="9086850" y="2400300"/>
          <p14:tracePt t="78745" x="9086850" y="2387600"/>
          <p14:tracePt t="78754" x="9050338" y="2374900"/>
          <p14:tracePt t="78762" x="9037638" y="2351088"/>
          <p14:tracePt t="78770" x="9001125" y="2314575"/>
          <p14:tracePt t="78779" x="8988425" y="2301875"/>
          <p14:tracePt t="78787" x="8977313" y="2301875"/>
          <p14:tracePt t="78795" x="8951913" y="2290763"/>
          <p14:tracePt t="78807" x="8951913" y="2278063"/>
          <p14:tracePt t="78812" x="8939213" y="2278063"/>
          <p14:tracePt t="78857" x="8928100" y="2278063"/>
          <p14:tracePt t="78934" x="8915400" y="2278063"/>
          <p14:tracePt t="78937" x="8902700" y="2278063"/>
          <p14:tracePt t="78947" x="8891588" y="2278063"/>
          <p14:tracePt t="78949" x="8878888" y="2278063"/>
          <p14:tracePt t="78954" x="8866188" y="2290763"/>
          <p14:tracePt t="78962" x="8855075" y="2301875"/>
          <p14:tracePt t="78970" x="8805863" y="2338388"/>
          <p14:tracePt t="78979" x="8769350" y="2363788"/>
          <p14:tracePt t="78987" x="8769350" y="2374900"/>
          <p14:tracePt t="78995" x="8720138" y="2436813"/>
          <p14:tracePt t="79003" x="8696325" y="2460625"/>
          <p14:tracePt t="79012" x="8659813" y="2509838"/>
          <p14:tracePt t="79020" x="8647113" y="2533650"/>
          <p14:tracePt t="79029" x="8623300" y="2570163"/>
          <p14:tracePt t="79037" x="8610600" y="2582863"/>
          <p14:tracePt t="79045" x="8610600" y="2593975"/>
          <p14:tracePt t="79053" x="8599488" y="2619375"/>
          <p14:tracePt t="79062" x="8586788" y="2619375"/>
          <p14:tracePt t="79070" x="8574088" y="2655888"/>
          <p14:tracePt t="79078" x="8574088" y="2667000"/>
          <p14:tracePt t="79087" x="8574088" y="2679700"/>
          <p14:tracePt t="79095" x="8574088" y="2716213"/>
          <p14:tracePt t="79103" x="8574088" y="2740025"/>
          <p14:tracePt t="79112" x="8574088" y="2752725"/>
          <p14:tracePt t="79120" x="8574088" y="2789238"/>
          <p14:tracePt t="79129" x="8574088" y="2801938"/>
          <p14:tracePt t="79137" x="8574088" y="2814638"/>
          <p14:tracePt t="79145" x="8574088" y="2825750"/>
          <p14:tracePt t="79153" x="8574088" y="2851150"/>
          <p14:tracePt t="79162" x="8586788" y="2862263"/>
          <p14:tracePt t="79170" x="8599488" y="2887663"/>
          <p14:tracePt t="79178" x="8610600" y="2911475"/>
          <p14:tracePt t="79187" x="8623300" y="2911475"/>
          <p14:tracePt t="79195" x="8636000" y="2935288"/>
          <p14:tracePt t="79203" x="8659813" y="2960688"/>
          <p14:tracePt t="79212" x="8672513" y="2984500"/>
          <p14:tracePt t="79220" x="8696325" y="3021013"/>
          <p14:tracePt t="79228" x="8709025" y="3033713"/>
          <p14:tracePt t="79237" x="8720138" y="3044825"/>
          <p14:tracePt t="79245" x="8732838" y="3070225"/>
          <p14:tracePt t="79253" x="8745538" y="3081338"/>
          <p14:tracePt t="79262" x="8756650" y="3081338"/>
          <p14:tracePt t="79270" x="8769350" y="3094038"/>
          <p14:tracePt t="79278" x="8782050" y="3106738"/>
          <p14:tracePt t="79287" x="8793163" y="3106738"/>
          <p14:tracePt t="79297" x="8793163" y="3117850"/>
          <p14:tracePt t="79303" x="8805863" y="3117850"/>
          <p14:tracePt t="79314" x="8805863" y="3130550"/>
          <p14:tracePt t="79322" x="8818563" y="3130550"/>
          <p14:tracePt t="79329" x="8829675" y="3130550"/>
          <p14:tracePt t="79337" x="8829675" y="3143250"/>
          <p14:tracePt t="79349" x="8842375" y="3143250"/>
          <p14:tracePt t="79357" x="8855075" y="3143250"/>
          <p14:tracePt t="79370" x="8855075" y="3154363"/>
          <p14:tracePt t="79422" x="8866188" y="3154363"/>
          <p14:tracePt t="79448" x="8878888" y="3154363"/>
          <p14:tracePt t="79450" x="8891588" y="3154363"/>
          <p14:tracePt t="79457" x="8902700" y="3154363"/>
          <p14:tracePt t="79467" x="8915400" y="3143250"/>
          <p14:tracePt t="79470" x="8915400" y="3130550"/>
          <p14:tracePt t="79478" x="8928100" y="3117850"/>
          <p14:tracePt t="79486" x="8951913" y="3117850"/>
          <p14:tracePt t="79494" x="8964613" y="3106738"/>
          <p14:tracePt t="79503" x="9001125" y="3070225"/>
          <p14:tracePt t="79511" x="9013825" y="3044825"/>
          <p14:tracePt t="79520" x="9037638" y="3021013"/>
          <p14:tracePt t="79528" x="9061450" y="2997200"/>
          <p14:tracePt t="79536" x="9061450" y="2984500"/>
          <p14:tracePt t="79545" x="9074150" y="2960688"/>
          <p14:tracePt t="79553" x="9074150" y="2935288"/>
          <p14:tracePt t="79561" x="9086850" y="2924175"/>
          <p14:tracePt t="79570" x="9097963" y="2887663"/>
          <p14:tracePt t="79578" x="9097963" y="2851150"/>
          <p14:tracePt t="79586" x="9097963" y="2838450"/>
          <p14:tracePt t="79595" x="9097963" y="2825750"/>
          <p14:tracePt t="79603" x="9110663" y="2776538"/>
          <p14:tracePt t="79611" x="9110663" y="2752725"/>
          <p14:tracePt t="79620" x="9110663" y="2716213"/>
          <p14:tracePt t="79628" x="9110663" y="2679700"/>
          <p14:tracePt t="79636" x="9110663" y="2655888"/>
          <p14:tracePt t="79645" x="9110663" y="2619375"/>
          <p14:tracePt t="79653" x="9110663" y="2593975"/>
          <p14:tracePt t="79661" x="9110663" y="2557463"/>
          <p14:tracePt t="79669" x="9110663" y="2520950"/>
          <p14:tracePt t="79678" x="9110663" y="2484438"/>
          <p14:tracePt t="79687" x="9110663" y="2460625"/>
          <p14:tracePt t="79694" x="9097963" y="2447925"/>
          <p14:tracePt t="79703" x="9086850" y="2436813"/>
          <p14:tracePt t="79711" x="9074150" y="2424113"/>
          <p14:tracePt t="79722" x="9074150" y="2411413"/>
          <p14:tracePt t="79777" x="9061450" y="2411413"/>
          <p14:tracePt t="79797" x="9050338" y="2411413"/>
          <p14:tracePt t="79808" x="9037638" y="2411413"/>
          <p14:tracePt t="79817" x="9024938" y="2411413"/>
          <p14:tracePt t="79828" x="9013825" y="2411413"/>
          <p14:tracePt t="79834" x="9001125" y="2411413"/>
          <p14:tracePt t="79837" x="8988425" y="2411413"/>
          <p14:tracePt t="79847" x="8964613" y="2411413"/>
          <p14:tracePt t="79853" x="8951913" y="2411413"/>
          <p14:tracePt t="79861" x="8902700" y="2424113"/>
          <p14:tracePt t="79869" x="8842375" y="2447925"/>
          <p14:tracePt t="79878" x="8829675" y="2447925"/>
          <p14:tracePt t="79886" x="8782050" y="2460625"/>
          <p14:tracePt t="79894" x="8745538" y="2460625"/>
          <p14:tracePt t="79903" x="8720138" y="2473325"/>
          <p14:tracePt t="79911" x="8683625" y="2484438"/>
          <p14:tracePt t="79922" x="8672513" y="2484438"/>
          <p14:tracePt t="79937" x="8672513" y="2497138"/>
          <p14:tracePt t="79982" x="8659813" y="2497138"/>
          <p14:tracePt t="79988" x="8647113" y="2497138"/>
          <p14:tracePt t="79995" x="8623300" y="2509838"/>
          <p14:tracePt t="79997" x="8610600" y="2533650"/>
          <p14:tracePt t="80003" x="8574088" y="2546350"/>
          <p14:tracePt t="80011" x="8501063" y="2582863"/>
          <p14:tracePt t="80019" x="8464550" y="2593975"/>
          <p14:tracePt t="80028" x="8428038" y="2606675"/>
          <p14:tracePt t="80036" x="8416925" y="2606675"/>
          <p14:tracePt t="82529" x="8428038" y="2606675"/>
          <p14:tracePt t="82535" x="8428038" y="2619375"/>
          <p14:tracePt t="82550" x="8440738" y="2619375"/>
          <p14:tracePt t="82607" x="8440738" y="2630488"/>
          <p14:tracePt t="82737" x="8453438" y="2643188"/>
          <p14:tracePt t="82743" x="8464550" y="2667000"/>
          <p14:tracePt t="82747" x="8464550" y="2692400"/>
          <p14:tracePt t="82750" x="8477250" y="2703513"/>
          <p14:tracePt t="82758" x="8489950" y="2728913"/>
          <p14:tracePt t="82767" x="8489950" y="2740025"/>
          <p14:tracePt t="82775" x="8513763" y="2789238"/>
          <p14:tracePt t="82784" x="8526463" y="2801938"/>
          <p14:tracePt t="82792" x="8537575" y="2838450"/>
          <p14:tracePt t="82800" x="8550275" y="2862263"/>
          <p14:tracePt t="82808" x="8574088" y="2887663"/>
          <p14:tracePt t="82816" x="8586788" y="2911475"/>
          <p14:tracePt t="82825" x="8610600" y="2935288"/>
          <p14:tracePt t="82833" x="8623300" y="2947988"/>
          <p14:tracePt t="82841" x="8636000" y="2971800"/>
          <p14:tracePt t="82850" x="8647113" y="2984500"/>
          <p14:tracePt t="82858" x="8672513" y="2997200"/>
          <p14:tracePt t="82868" x="8672513" y="3008313"/>
          <p14:tracePt t="82875" x="8683625" y="3008313"/>
          <p14:tracePt t="82883" x="8696325" y="3021013"/>
          <p14:tracePt t="82897" x="8696325" y="3033713"/>
          <p14:tracePt t="82907" x="8709025" y="3033713"/>
          <p14:tracePt t="82914" x="8720138" y="3033713"/>
          <p14:tracePt t="82922" x="8732838" y="3033713"/>
          <p14:tracePt t="82928" x="8745538" y="3044825"/>
          <p14:tracePt t="82934" x="8756650" y="3044825"/>
          <p14:tracePt t="82941" x="8756650" y="3057525"/>
          <p14:tracePt t="82950" x="8805863" y="3057525"/>
          <p14:tracePt t="82958" x="8842375" y="3070225"/>
          <p14:tracePt t="82966" x="8855075" y="3070225"/>
          <p14:tracePt t="82975" x="8891588" y="3094038"/>
          <p14:tracePt t="82983" x="8964613" y="3117850"/>
          <p14:tracePt t="82991" x="9013825" y="3130550"/>
          <p14:tracePt t="83000" x="9061450" y="3130550"/>
          <p14:tracePt t="83008" x="9134475" y="3143250"/>
          <p14:tracePt t="83016" x="9183688" y="3154363"/>
          <p14:tracePt t="83025" x="9244013" y="3154363"/>
          <p14:tracePt t="83033" x="9317038" y="3154363"/>
          <p14:tracePt t="83041" x="9366250" y="3154363"/>
          <p14:tracePt t="83050" x="9451975" y="3143250"/>
          <p14:tracePt t="83058" x="9488488" y="3143250"/>
          <p14:tracePt t="83066" x="9512300" y="3130550"/>
          <p14:tracePt t="83075" x="9561513" y="3117850"/>
          <p14:tracePt t="83083" x="9609138" y="3094038"/>
          <p14:tracePt t="83091" x="9634538" y="3094038"/>
          <p14:tracePt t="83100" x="9634538" y="3081338"/>
          <p14:tracePt t="83108" x="9658350" y="3081338"/>
          <p14:tracePt t="83116" x="9658350" y="3070225"/>
          <p14:tracePt t="83125" x="9671050" y="3070225"/>
          <p14:tracePt t="83133" x="9671050" y="3057525"/>
          <p14:tracePt t="83142" x="9683750" y="3044825"/>
          <p14:tracePt t="83150" x="9694863" y="3033713"/>
          <p14:tracePt t="83158" x="9707563" y="3008313"/>
          <p14:tracePt t="83166" x="9720263" y="2997200"/>
          <p14:tracePt t="83174" x="9731375" y="2997200"/>
          <p14:tracePt t="83183" x="9744075" y="2971800"/>
          <p14:tracePt t="83191" x="9756775" y="2971800"/>
          <p14:tracePt t="83227" x="9756775" y="2960688"/>
          <p14:tracePt t="83242" x="9767888" y="2960688"/>
          <p14:tracePt t="83247" x="9767888" y="2947988"/>
          <p14:tracePt t="83254" x="9767888" y="2924175"/>
          <p14:tracePt t="83258" x="9767888" y="2911475"/>
          <p14:tracePt t="83266" x="9767888" y="2898775"/>
          <p14:tracePt t="83274" x="9767888" y="2862263"/>
          <p14:tracePt t="83283" x="9756775" y="2776538"/>
          <p14:tracePt t="83291" x="9744075" y="2716213"/>
          <p14:tracePt t="83299" x="9744075" y="2667000"/>
          <p14:tracePt t="83308" x="9720263" y="2606675"/>
          <p14:tracePt t="83316" x="9707563" y="2546350"/>
          <p14:tracePt t="83324" x="9683750" y="2473325"/>
          <p14:tracePt t="83333" x="9658350" y="2436813"/>
          <p14:tracePt t="83341" x="9645650" y="2411413"/>
          <p14:tracePt t="83349" x="9621838" y="2374900"/>
          <p14:tracePt t="83367" x="9621838" y="2363788"/>
          <p14:tracePt t="83375" x="9609138" y="2363788"/>
          <p14:tracePt t="83377" x="9609138" y="2351088"/>
          <p14:tracePt t="83388" x="9598025" y="2351088"/>
          <p14:tracePt t="83394" x="9598025" y="2338388"/>
          <p14:tracePt t="83399" x="9598025" y="2327275"/>
          <p14:tracePt t="83408" x="9585325" y="2314575"/>
          <p14:tracePt t="83416" x="9561513" y="2290763"/>
          <p14:tracePt t="83424" x="9548813" y="2278063"/>
          <p14:tracePt t="83433" x="9536113" y="2254250"/>
          <p14:tracePt t="83441" x="9512300" y="2241550"/>
          <p14:tracePt t="83449" x="9499600" y="2228850"/>
          <p14:tracePt t="83458" x="9499600" y="2217738"/>
          <p14:tracePt t="83466" x="9488488" y="2205038"/>
          <p14:tracePt t="83474" x="9475788" y="2205038"/>
          <p14:tracePt t="83482" x="9475788" y="2192338"/>
          <p14:tracePt t="83491" x="9463088" y="2192338"/>
          <p14:tracePt t="83508" x="9451975" y="2192338"/>
          <p14:tracePt t="83522" x="9439275" y="2192338"/>
          <p14:tracePt t="83529" x="9439275" y="2179638"/>
          <p14:tracePt t="83538" x="9426575" y="2179638"/>
          <p14:tracePt t="83542" x="9426575" y="2168525"/>
          <p14:tracePt t="83549" x="9415463" y="2168525"/>
          <p14:tracePt t="83562" x="9402763" y="2168525"/>
          <p14:tracePt t="83569" x="9390063" y="2168525"/>
          <p14:tracePt t="83575" x="9378950" y="2155825"/>
          <p14:tracePt t="83587" x="9366250" y="2155825"/>
          <p14:tracePt t="83591" x="9353550" y="2143125"/>
          <p14:tracePt t="83602" x="9342438" y="2143125"/>
          <p14:tracePt t="83608" x="9342438" y="2132013"/>
          <p14:tracePt t="83616" x="9329738" y="2132013"/>
          <p14:tracePt t="83668" x="9317038" y="2132013"/>
          <p14:tracePt t="83677" x="9305925" y="2132013"/>
          <p14:tracePt t="83687" x="9293225" y="2132013"/>
          <p14:tracePt t="83689" x="9293225" y="2119313"/>
          <p14:tracePt t="83694" x="9280525" y="2119313"/>
          <p14:tracePt t="83702" x="9269413" y="2119313"/>
          <p14:tracePt t="83708" x="9269413" y="2106613"/>
          <p14:tracePt t="83716" x="9256713" y="2106613"/>
          <p14:tracePt t="83727" x="9244013" y="2106613"/>
          <p14:tracePt t="83734" x="9232900" y="2106613"/>
          <p14:tracePt t="83747" x="9220200" y="2106613"/>
          <p14:tracePt t="83754" x="9207500" y="2106613"/>
          <p14:tracePt t="83767" x="9196388" y="2106613"/>
          <p14:tracePt t="83768" x="9183688" y="2106613"/>
          <p14:tracePt t="83775" x="9170988" y="2106613"/>
          <p14:tracePt t="83783" x="9159875" y="2106613"/>
          <p14:tracePt t="83791" x="9147175" y="2106613"/>
          <p14:tracePt t="83799" x="9123363" y="2106613"/>
          <p14:tracePt t="83807" x="9110663" y="2106613"/>
          <p14:tracePt t="83816" x="9086850" y="2106613"/>
          <p14:tracePt t="83824" x="9050338" y="2106613"/>
          <p14:tracePt t="83832" x="9037638" y="2106613"/>
          <p14:tracePt t="83841" x="9013825" y="2106613"/>
          <p14:tracePt t="83849" x="8988425" y="2106613"/>
          <p14:tracePt t="84235" x="8988425" y="2119313"/>
          <p14:tracePt t="84257" x="9001125" y="2119313"/>
          <p14:tracePt t="84278" x="9013825" y="2119313"/>
          <p14:tracePt t="84287" x="9024938" y="2119313"/>
          <p14:tracePt t="84302" x="9037638" y="2132013"/>
          <p14:tracePt t="84307" x="9050338" y="2132013"/>
          <p14:tracePt t="84309" x="9061450" y="2132013"/>
          <p14:tracePt t="84317" x="9074150" y="2132013"/>
          <p14:tracePt t="84327" x="9086850" y="2132013"/>
          <p14:tracePt t="84334" x="9097963" y="2143125"/>
          <p14:tracePt t="84340" x="9110663" y="2143125"/>
          <p14:tracePt t="84349" x="9134475" y="2155825"/>
          <p14:tracePt t="84357" x="9159875" y="2155825"/>
          <p14:tracePt t="84365" x="9207500" y="2179638"/>
          <p14:tracePt t="84373" x="9256713" y="2179638"/>
          <p14:tracePt t="84382" x="9293225" y="2192338"/>
          <p14:tracePt t="84390" x="9353550" y="2205038"/>
          <p14:tracePt t="84398" x="9415463" y="2205038"/>
          <p14:tracePt t="84407" x="9426575" y="2205038"/>
          <p14:tracePt t="84415" x="9475788" y="2205038"/>
          <p14:tracePt t="84423" x="9499600" y="2205038"/>
          <p14:tracePt t="84432" x="9525000" y="2205038"/>
          <p14:tracePt t="84440" x="9561513" y="2217738"/>
          <p14:tracePt t="84448" x="9585325" y="2217738"/>
          <p14:tracePt t="84457" x="9621838" y="2217738"/>
          <p14:tracePt t="84465" x="9671050" y="2228850"/>
          <p14:tracePt t="84473" x="9707563" y="2241550"/>
          <p14:tracePt t="84482" x="9756775" y="2254250"/>
          <p14:tracePt t="84490" x="9817100" y="2278063"/>
          <p14:tracePt t="84498" x="9853613" y="2278063"/>
          <p14:tracePt t="84507" x="9866313" y="2278063"/>
          <p14:tracePt t="84515" x="9890125" y="2290763"/>
          <p14:tracePt t="84523" x="9913938" y="2314575"/>
          <p14:tracePt t="84532" x="9939338" y="2314575"/>
          <p14:tracePt t="84540" x="9963150" y="2338388"/>
          <p14:tracePt t="84548" x="9999663" y="2363788"/>
          <p14:tracePt t="84556" x="10023475" y="2387600"/>
          <p14:tracePt t="84565" x="10059988" y="2411413"/>
          <p14:tracePt t="84573" x="10096500" y="2447925"/>
          <p14:tracePt t="84582" x="10121900" y="2473325"/>
          <p14:tracePt t="84590" x="10194925" y="2509838"/>
          <p14:tracePt t="84598" x="10231438" y="2533650"/>
          <p14:tracePt t="84607" x="10255250" y="2546350"/>
          <p14:tracePt t="84615" x="10291763" y="2582863"/>
          <p14:tracePt t="84623" x="10304463" y="2606675"/>
          <p14:tracePt t="84632" x="10315575" y="2619375"/>
          <p14:tracePt t="84640" x="10328275" y="2643188"/>
          <p14:tracePt t="84648" x="10340975" y="2643188"/>
          <p14:tracePt t="84656" x="10352088" y="2667000"/>
          <p14:tracePt t="84667" x="10352088" y="2679700"/>
          <p14:tracePt t="84673" x="10364788" y="2692400"/>
          <p14:tracePt t="84681" x="10364788" y="2703513"/>
          <p14:tracePt t="84690" x="10377488" y="2728913"/>
          <p14:tracePt t="84698" x="10388600" y="2740025"/>
          <p14:tracePt t="84707" x="10388600" y="2752725"/>
          <p14:tracePt t="84715" x="10414000" y="2776538"/>
          <p14:tracePt t="84723" x="10414000" y="2801938"/>
          <p14:tracePt t="84731" x="10426700" y="2801938"/>
          <p14:tracePt t="84740" x="10437813" y="2825750"/>
          <p14:tracePt t="84748" x="10450513" y="2838450"/>
          <p14:tracePt t="84756" x="10463213" y="2862263"/>
          <p14:tracePt t="84765" x="10474325" y="2887663"/>
          <p14:tracePt t="84773" x="10510838" y="2898775"/>
          <p14:tracePt t="84781" x="10523538" y="2935288"/>
          <p14:tracePt t="84790" x="10547350" y="2971800"/>
          <p14:tracePt t="84798" x="10572750" y="2997200"/>
          <p14:tracePt t="84806" x="10583863" y="3008313"/>
          <p14:tracePt t="84814" x="10596563" y="3008313"/>
          <p14:tracePt t="84823" x="10596563" y="3021013"/>
          <p14:tracePt t="84867" x="10596563" y="3033713"/>
          <p14:tracePt t="84877" x="10609263" y="3033713"/>
          <p14:tracePt t="84888" x="10609263" y="3044825"/>
          <p14:tracePt t="84889" x="10609263" y="3070225"/>
          <p14:tracePt t="84897" x="10620375" y="3070225"/>
          <p14:tracePt t="84903" x="10620375" y="3081338"/>
          <p14:tracePt t="84907" x="10620375" y="3106738"/>
          <p14:tracePt t="84915" x="10620375" y="3117850"/>
          <p14:tracePt t="84923" x="10620375" y="3130550"/>
          <p14:tracePt t="84931" x="10620375" y="3167063"/>
          <p14:tracePt t="84940" x="10620375" y="3179763"/>
          <p14:tracePt t="84948" x="10620375" y="3190875"/>
          <p14:tracePt t="84956" x="10633075" y="3203575"/>
          <p14:tracePt t="84967" x="10633075" y="3216275"/>
          <p14:tracePt t="85054" x="10633075" y="3227388"/>
          <p14:tracePt t="85177" x="10645775" y="3240088"/>
          <p14:tracePt t="85182" x="10645775" y="3252788"/>
          <p14:tracePt t="85187" x="10645775" y="3263900"/>
          <p14:tracePt t="85194" x="10656888" y="3263900"/>
          <p14:tracePt t="85198" x="10669588" y="3263900"/>
          <p14:tracePt t="85206" x="10669588" y="3276600"/>
          <p14:tracePt t="85214" x="10682288" y="3289300"/>
          <p14:tracePt t="85223" x="10682288" y="3300413"/>
          <p14:tracePt t="85231" x="10693400" y="3313113"/>
          <p14:tracePt t="85239" x="10693400" y="3325813"/>
          <p14:tracePt t="85248" x="10706100" y="3325813"/>
          <p14:tracePt t="85256" x="10706100" y="3336925"/>
          <p14:tracePt t="85267" x="10706100" y="3349625"/>
          <p14:tracePt t="85294" x="10718800" y="3349625"/>
          <p14:tracePt t="85382" x="10729913" y="3349625"/>
          <p14:tracePt t="85547" x="10742613" y="3349625"/>
          <p14:tracePt t="85614" x="10755313" y="3336925"/>
          <p14:tracePt t="85643" x="10766425" y="3336925"/>
          <p14:tracePt t="85682" x="10779125" y="3336925"/>
          <p14:tracePt t="85694" x="10779125" y="3349625"/>
          <p14:tracePt t="85698" x="10791825" y="3349625"/>
          <p14:tracePt t="85709" x="10802938" y="3349625"/>
          <p14:tracePt t="85729" x="10815638" y="3349625"/>
          <p14:tracePt t="85808" x="10828338" y="3349625"/>
          <p14:tracePt t="85917" x="10828338" y="3362325"/>
          <p14:tracePt t="85923" x="10839450" y="3373438"/>
          <p14:tracePt t="85934" x="10839450" y="3386138"/>
          <p14:tracePt t="85937" x="10852150" y="3386138"/>
          <p14:tracePt t="85949" x="10852150" y="3398838"/>
          <p14:tracePt t="85954" x="10852150" y="3409950"/>
          <p14:tracePt t="85969" x="10852150" y="3422650"/>
          <p14:tracePt t="85974" x="10864850" y="3422650"/>
          <p14:tracePt t="85988" x="10864850" y="3435350"/>
          <p14:tracePt t="86114" x="10864850" y="3422650"/>
          <p14:tracePt t="86134" x="10864850" y="3409950"/>
          <p14:tracePt t="86155" x="10864850" y="3398838"/>
          <p14:tracePt t="86169" x="10852150" y="3398838"/>
          <p14:tracePt t="86174" x="10839450" y="3398838"/>
          <p14:tracePt t="86189" x="10828338" y="3398838"/>
          <p14:tracePt t="86194" x="10815638" y="3398838"/>
          <p14:tracePt t="86203" x="10802938" y="3398838"/>
          <p14:tracePt t="86207" x="10791825" y="3398838"/>
          <p14:tracePt t="86213" x="10779125" y="3398838"/>
          <p14:tracePt t="86222" x="10755313" y="3398838"/>
          <p14:tracePt t="86230" x="10718800" y="3386138"/>
          <p14:tracePt t="86238" x="10693400" y="3386138"/>
          <p14:tracePt t="86247" x="10682288" y="3386138"/>
          <p14:tracePt t="86255" x="10645775" y="3386138"/>
          <p14:tracePt t="86263" x="10596563" y="3373438"/>
          <p14:tracePt t="86272" x="10560050" y="3362325"/>
          <p14:tracePt t="86280" x="10523538" y="3349625"/>
          <p14:tracePt t="86288" x="10474325" y="3349625"/>
          <p14:tracePt t="86297" x="10414000" y="3336925"/>
          <p14:tracePt t="86305" x="10401300" y="3325813"/>
          <p14:tracePt t="86313" x="10364788" y="3325813"/>
          <p14:tracePt t="86322" x="10340975" y="3313113"/>
          <p14:tracePt t="86330" x="10304463" y="3300413"/>
          <p14:tracePt t="86342" x="10291763" y="3289300"/>
          <p14:tracePt t="86347" x="10279063" y="3289300"/>
          <p14:tracePt t="86355" x="10267950" y="3276600"/>
          <p14:tracePt t="86363" x="10267950" y="3263900"/>
          <p14:tracePt t="86371" x="10242550" y="3263900"/>
          <p14:tracePt t="86389" x="10231438" y="3263900"/>
          <p14:tracePt t="86395" x="10218738" y="3263900"/>
          <p14:tracePt t="86397" x="10206038" y="3252788"/>
          <p14:tracePt t="86407" x="10194925" y="3252788"/>
          <p14:tracePt t="86413" x="10182225" y="3240088"/>
          <p14:tracePt t="86421" x="10169525" y="3240088"/>
          <p14:tracePt t="86430" x="10145713" y="3240088"/>
          <p14:tracePt t="86438" x="10121900" y="3227388"/>
          <p14:tracePt t="86446" x="10109200" y="3227388"/>
          <p14:tracePt t="86457" x="10096500" y="3227388"/>
          <p14:tracePt t="86467" x="10085388" y="3227388"/>
          <p14:tracePt t="86477" x="10072688" y="3227388"/>
          <p14:tracePt t="86489" x="10059988" y="3227388"/>
          <p14:tracePt t="86523" x="10048875" y="3227388"/>
          <p14:tracePt t="86534" x="10036175" y="3227388"/>
          <p14:tracePt t="86537" x="10023475" y="3227388"/>
          <p14:tracePt t="86547" x="10012363" y="3227388"/>
          <p14:tracePt t="86548" x="9999663" y="3227388"/>
          <p14:tracePt t="86562" x="9986963" y="3227388"/>
          <p14:tracePt t="86567" x="9975850" y="3227388"/>
          <p14:tracePt t="86571" x="9963150" y="3227388"/>
          <p14:tracePt t="86582" x="9950450" y="3227388"/>
          <p14:tracePt t="86588" x="9939338" y="3227388"/>
          <p14:tracePt t="86603" x="9926638" y="3227388"/>
          <p14:tracePt t="86607" x="9913938" y="3227388"/>
          <p14:tracePt t="86613" x="9902825" y="3227388"/>
          <p14:tracePt t="86622" x="9890125" y="3227388"/>
          <p14:tracePt t="86630" x="9877425" y="3227388"/>
          <p14:tracePt t="86638" x="9853613" y="3227388"/>
          <p14:tracePt t="86646" x="9840913" y="3227388"/>
          <p14:tracePt t="86655" x="9817100" y="3227388"/>
          <p14:tracePt t="86663" x="9780588" y="3227388"/>
          <p14:tracePt t="86671" x="9756775" y="3227388"/>
          <p14:tracePt t="86679" x="9744075" y="3240088"/>
          <p14:tracePt t="86688" x="9731375" y="3252788"/>
          <p14:tracePt t="86696" x="9720263" y="3252788"/>
          <p14:tracePt t="86704" x="9707563" y="3263900"/>
          <p14:tracePt t="86713" x="9707563" y="3276600"/>
          <p14:tracePt t="86721" x="9683750" y="3289300"/>
          <p14:tracePt t="86729" x="9683750" y="3313113"/>
          <p14:tracePt t="86738" x="9671050" y="3325813"/>
          <p14:tracePt t="86746" x="9671050" y="3336925"/>
          <p14:tracePt t="86754" x="9658350" y="3336925"/>
          <p14:tracePt t="86763" x="9658350" y="3349625"/>
          <p14:tracePt t="86771" x="9658350" y="3362325"/>
          <p14:tracePt t="86780" x="9658350" y="3373438"/>
          <p14:tracePt t="86794" x="9658350" y="3386138"/>
          <p14:tracePt t="86802" x="9658350" y="3398838"/>
          <p14:tracePt t="86822" x="9658350" y="3409950"/>
          <p14:tracePt t="86830" x="9658350" y="3422650"/>
          <p14:tracePt t="86837" x="9658350" y="3435350"/>
          <p14:tracePt t="86847" x="9671050" y="3435350"/>
          <p14:tracePt t="86848" x="9671050" y="3448050"/>
          <p14:tracePt t="86855" x="9683750" y="3459163"/>
          <p14:tracePt t="86863" x="9694863" y="3471863"/>
          <p14:tracePt t="86871" x="9707563" y="3495675"/>
          <p14:tracePt t="86879" x="9720263" y="3495675"/>
          <p14:tracePt t="86888" x="9731375" y="3508375"/>
          <p14:tracePt t="86896" x="9756775" y="3532188"/>
          <p14:tracePt t="86904" x="9767888" y="3532188"/>
          <p14:tracePt t="86913" x="9780588" y="3544888"/>
          <p14:tracePt t="86921" x="9804400" y="3557588"/>
          <p14:tracePt t="86929" x="9866313" y="3568700"/>
          <p14:tracePt t="86938" x="9890125" y="3581400"/>
          <p14:tracePt t="86938" x="9913938" y="3581400"/>
          <p14:tracePt t="86946" x="9926638" y="3581400"/>
          <p14:tracePt t="86954" x="9986963" y="3594100"/>
          <p14:tracePt t="86963" x="10023475" y="3617913"/>
          <p14:tracePt t="86971" x="10096500" y="3641725"/>
          <p14:tracePt t="86979" x="10145713" y="3654425"/>
          <p14:tracePt t="86987" x="10169525" y="3667125"/>
          <p14:tracePt t="86996" x="10231438" y="3667125"/>
          <p14:tracePt t="87004" x="10255250" y="3678238"/>
          <p14:tracePt t="87013" x="10291763" y="3690938"/>
          <p14:tracePt t="87021" x="10315575" y="3703638"/>
          <p14:tracePt t="87029" x="10340975" y="3703638"/>
          <p14:tracePt t="87038" x="10352088" y="3703638"/>
          <p14:tracePt t="87087" x="10364788" y="3703638"/>
          <p14:tracePt t="87089" x="10377488" y="3703638"/>
          <p14:tracePt t="87109" x="10388600" y="3703638"/>
          <p14:tracePt t="87114" x="10401300" y="3703638"/>
          <p14:tracePt t="87121" x="10414000" y="3703638"/>
          <p14:tracePt t="87129" x="10437813" y="3703638"/>
          <p14:tracePt t="87138" x="10450513" y="3703638"/>
          <p14:tracePt t="87146" x="10474325" y="3703638"/>
          <p14:tracePt t="87155" x="10510838" y="3703638"/>
          <p14:tracePt t="87163" x="10536238" y="3703638"/>
          <p14:tracePt t="87171" x="10596563" y="3690938"/>
          <p14:tracePt t="87179" x="10620375" y="3667125"/>
          <p14:tracePt t="87187" x="10645775" y="3667125"/>
          <p14:tracePt t="87196" x="10693400" y="3617913"/>
          <p14:tracePt t="87204" x="10718800" y="3605213"/>
          <p14:tracePt t="87212" x="10729913" y="3581400"/>
          <p14:tracePt t="87221" x="10755313" y="3568700"/>
          <p14:tracePt t="87229" x="10755313" y="3557588"/>
          <p14:tracePt t="87237" x="10766425" y="3544888"/>
          <p14:tracePt t="87246" x="10766425" y="3532188"/>
          <p14:tracePt t="87254" x="10766425" y="3521075"/>
          <p14:tracePt t="87263" x="10766425" y="3508375"/>
          <p14:tracePt t="87271" x="10766425" y="3495675"/>
          <p14:tracePt t="87279" x="10766425" y="3484563"/>
          <p14:tracePt t="87288" x="10766425" y="3471863"/>
          <p14:tracePt t="87288" x="10766425" y="3459163"/>
          <p14:tracePt t="87297" x="10755313" y="3459163"/>
          <p14:tracePt t="87307" x="10742613" y="3448050"/>
          <p14:tracePt t="87312" x="10742613" y="3435350"/>
          <p14:tracePt t="87321" x="10729913" y="3422650"/>
          <p14:tracePt t="87329" x="10718800" y="3422650"/>
          <p14:tracePt t="87337" x="10706100" y="3409950"/>
          <p14:tracePt t="87346" x="10706100" y="3398838"/>
          <p14:tracePt t="87354" x="10693400" y="3398838"/>
          <p14:tracePt t="87362" x="10682288" y="3398838"/>
          <p14:tracePt t="87370" x="10656888" y="3373438"/>
          <p14:tracePt t="87379" x="10645775" y="3362325"/>
          <p14:tracePt t="87387" x="10620375" y="3362325"/>
          <p14:tracePt t="87396" x="10596563" y="3336925"/>
          <p14:tracePt t="87404" x="10583863" y="3336925"/>
          <p14:tracePt t="87412" x="10560050" y="3325813"/>
          <p14:tracePt t="87420" x="10560050" y="3313113"/>
          <p14:tracePt t="87429" x="10547350" y="3313113"/>
          <p14:tracePt t="87437" x="10536238" y="3313113"/>
          <p14:tracePt t="87445" x="10536238" y="3300413"/>
          <p14:tracePt t="87568" x="10547350" y="3300413"/>
          <p14:tracePt t="87589" x="10560050" y="3300413"/>
          <p14:tracePt t="87603" x="10572750" y="3313113"/>
          <p14:tracePt t="87617" x="10583863" y="3313113"/>
          <p14:tracePt t="87627" x="10583863" y="3325813"/>
          <p14:tracePt t="87629" x="10596563" y="3325813"/>
          <p14:tracePt t="87642" x="10609263" y="3325813"/>
          <p14:tracePt t="87655" x="10620375" y="3325813"/>
          <p14:tracePt t="87657" x="10633075" y="3336925"/>
          <p14:tracePt t="87669" x="10645775" y="3336925"/>
          <p14:tracePt t="87675" x="10645775" y="3349625"/>
          <p14:tracePt t="87679" x="10656888" y="3349625"/>
          <p14:tracePt t="87688" x="10669588" y="3349625"/>
          <p14:tracePt t="87695" x="10669588" y="3362325"/>
          <p14:tracePt t="87704" x="10693400" y="3362325"/>
          <p14:tracePt t="87712" x="10706100" y="3373438"/>
          <p14:tracePt t="87720" x="10718800" y="3386138"/>
          <p14:tracePt t="87729" x="10729913" y="3386138"/>
          <p14:tracePt t="87737" x="10742613" y="3386138"/>
          <p14:tracePt t="87749" x="10755313" y="3386138"/>
          <p14:tracePt t="87777" x="10766425" y="3386138"/>
          <p14:tracePt t="87782" x="10779125" y="3386138"/>
          <p14:tracePt t="87794" x="10791825" y="3386138"/>
          <p14:tracePt t="87797" x="10802938" y="3386138"/>
          <p14:tracePt t="87803" x="10815638" y="3386138"/>
          <p14:tracePt t="87812" x="10828338" y="3386138"/>
          <p14:tracePt t="87820" x="10839450" y="3386138"/>
          <p14:tracePt t="87829" x="10875963" y="3386138"/>
          <p14:tracePt t="87837" x="10888663" y="3386138"/>
          <p14:tracePt t="87845" x="10901363" y="3398838"/>
          <p14:tracePt t="87853" x="10925175" y="3398838"/>
          <p14:tracePt t="87862" x="10937875" y="3398838"/>
          <p14:tracePt t="87870" x="10961688" y="3398838"/>
          <p14:tracePt t="87878" x="10974388" y="3398838"/>
          <p14:tracePt t="87887" x="10985500" y="3398838"/>
          <p14:tracePt t="87895" x="10998200" y="3398838"/>
          <p14:tracePt t="87903" x="11010900" y="3398838"/>
          <p14:tracePt t="87912" x="11022013" y="3398838"/>
          <p14:tracePt t="87929" x="11034713" y="3398838"/>
          <p14:tracePt t="88117" x="11034713" y="3386138"/>
          <p14:tracePt t="88122" x="11034713" y="3373438"/>
          <p14:tracePt t="88128" x="11034713" y="3362325"/>
          <p14:tracePt t="88137" x="11022013" y="3362325"/>
          <p14:tracePt t="88145" x="11010900" y="3336925"/>
          <p14:tracePt t="88153" x="10998200" y="3336925"/>
          <p14:tracePt t="88162" x="10985500" y="3325813"/>
          <p14:tracePt t="88170" x="10974388" y="3313113"/>
          <p14:tracePt t="88187" x="10974388" y="3300413"/>
          <p14:tracePt t="88197" x="10961688" y="3300413"/>
          <p14:tracePt t="88209" x="10948988" y="3300413"/>
          <p14:tracePt t="88227" x="10937875" y="3300413"/>
          <p14:tracePt t="88237" x="10925175" y="3300413"/>
          <p14:tracePt t="88262" x="10912475" y="3289300"/>
          <p14:tracePt t="88309" x="10901363" y="3289300"/>
          <p14:tracePt t="88327" x="10888663" y="3289300"/>
          <p14:tracePt t="88329" x="10888663" y="3300413"/>
          <p14:tracePt t="88337" x="10875963" y="3313113"/>
          <p14:tracePt t="88345" x="10875963" y="3325813"/>
          <p14:tracePt t="88353" x="10864850" y="3325813"/>
          <p14:tracePt t="88361" x="10852150" y="3336925"/>
          <p14:tracePt t="88370" x="10828338" y="3362325"/>
          <p14:tracePt t="88382" x="10828338" y="3373438"/>
          <p14:tracePt t="88389" x="10815638" y="3386138"/>
          <p14:tracePt t="88402" x="10802938" y="3386138"/>
          <p14:tracePt t="88407" x="10802938" y="3398838"/>
          <p14:tracePt t="88414" x="10802938" y="3409950"/>
          <p14:tracePt t="88422" x="10802938" y="3422650"/>
          <p14:tracePt t="88428" x="10802938" y="3435350"/>
          <p14:tracePt t="88436" x="10802938" y="3448050"/>
          <p14:tracePt t="88445" x="10802938" y="3471863"/>
          <p14:tracePt t="88453" x="10802938" y="3484563"/>
          <p14:tracePt t="88461" x="10802938" y="3495675"/>
          <p14:tracePt t="88470" x="10802938" y="3508375"/>
          <p14:tracePt t="88478" x="10802938" y="3532188"/>
          <p14:tracePt t="88489" x="10802938" y="3544888"/>
          <p14:tracePt t="88495" x="10802938" y="3557588"/>
          <p14:tracePt t="88503" x="10815638" y="3557588"/>
          <p14:tracePt t="88511" x="10815638" y="3568700"/>
          <p14:tracePt t="88519" x="10815638" y="3594100"/>
          <p14:tracePt t="88528" x="10828338" y="3594100"/>
          <p14:tracePt t="88536" x="10839450" y="3605213"/>
          <p14:tracePt t="88544" x="10852150" y="3617913"/>
          <p14:tracePt t="88557" x="10864850" y="3630613"/>
          <p14:tracePt t="88562" x="10875963" y="3630613"/>
          <p14:tracePt t="88569" x="10875963" y="3641725"/>
          <p14:tracePt t="88578" x="10888663" y="3654425"/>
          <p14:tracePt t="88586" x="10901363" y="3654425"/>
          <p14:tracePt t="88594" x="10912475" y="3667125"/>
          <p14:tracePt t="88603" x="10948988" y="3678238"/>
          <p14:tracePt t="88611" x="10974388" y="3690938"/>
          <p14:tracePt t="88619" x="10985500" y="3703638"/>
          <p14:tracePt t="88628" x="10998200" y="3714750"/>
          <p14:tracePt t="88636" x="11010900" y="3714750"/>
          <p14:tracePt t="88647" x="11022013" y="3714750"/>
          <p14:tracePt t="88657" x="11034713" y="3714750"/>
          <p14:tracePt t="88682" x="11047413" y="3714750"/>
          <p14:tracePt t="88687" x="11058525" y="3714750"/>
          <p14:tracePt t="88697" x="11071225" y="3714750"/>
          <p14:tracePt t="88703" x="11083925" y="3714750"/>
          <p14:tracePt t="88708" x="11095038" y="3714750"/>
          <p14:tracePt t="88714" x="11107738" y="3714750"/>
          <p14:tracePt t="88719" x="11120438" y="3714750"/>
          <p14:tracePt t="88728" x="11144250" y="3703638"/>
          <p14:tracePt t="88736" x="11156950" y="3703638"/>
          <p14:tracePt t="88744" x="11180763" y="3690938"/>
          <p14:tracePt t="88753" x="11193463" y="3690938"/>
          <p14:tracePt t="88761" x="11217275" y="3667125"/>
          <p14:tracePt t="88769" x="11242675" y="3630613"/>
          <p14:tracePt t="88777" x="11253788" y="3617913"/>
          <p14:tracePt t="88786" x="11266488" y="3581400"/>
          <p14:tracePt t="88794" x="11266488" y="3557588"/>
          <p14:tracePt t="88802" x="11266488" y="3521075"/>
          <p14:tracePt t="88811" x="11279188" y="3471863"/>
          <p14:tracePt t="88819" x="11279188" y="3448050"/>
          <p14:tracePt t="88827" x="11279188" y="3422650"/>
          <p14:tracePt t="88836" x="11279188" y="3386138"/>
          <p14:tracePt t="88844" x="11253788" y="3373438"/>
          <p14:tracePt t="88853" x="11242675" y="3362325"/>
          <p14:tracePt t="88861" x="11242675" y="3349625"/>
          <p14:tracePt t="88874" x="11229975" y="3349625"/>
          <p14:tracePt t="88878" x="11217275" y="3349625"/>
          <p14:tracePt t="88889" x="11206163" y="3336925"/>
          <p14:tracePt t="88895" x="11193463" y="3336925"/>
          <p14:tracePt t="88902" x="11180763" y="3336925"/>
          <p14:tracePt t="88911" x="11156950" y="3325813"/>
          <p14:tracePt t="88919" x="11120438" y="3313113"/>
          <p14:tracePt t="88927" x="11107738" y="3313113"/>
          <p14:tracePt t="88936" x="11071225" y="3300413"/>
          <p14:tracePt t="88944" x="11047413" y="3300413"/>
          <p14:tracePt t="88952" x="11034713" y="3289300"/>
          <p14:tracePt t="88961" x="11010900" y="3289300"/>
          <p14:tracePt t="88969" x="10998200" y="3289300"/>
          <p14:tracePt t="89007" x="10985500" y="3289300"/>
          <p14:tracePt t="89017" x="10974388" y="3289300"/>
          <p14:tracePt t="89037" x="10961688" y="3289300"/>
          <p14:tracePt t="89042" x="10961688" y="3300413"/>
          <p14:tracePt t="89054" x="10948988" y="3300413"/>
          <p14:tracePt t="89062" x="10937875" y="3300413"/>
          <p14:tracePt t="89069" x="10937875" y="3313113"/>
          <p14:tracePt t="89074" x="10925175" y="3325813"/>
          <p14:tracePt t="89082" x="10912475" y="3325813"/>
          <p14:tracePt t="89088" x="10901363" y="3336925"/>
          <p14:tracePt t="89097" x="10888663" y="3349625"/>
          <p14:tracePt t="89108" x="10875963" y="3349625"/>
          <p14:tracePt t="89117" x="10875963" y="3362325"/>
          <p14:tracePt t="89434" x="10864850" y="3362325"/>
          <p14:tracePt t="89437" x="10852150" y="3362325"/>
          <p14:tracePt t="89448" x="10852150" y="3349625"/>
          <p14:tracePt t="89454" x="10839450" y="3349625"/>
          <p14:tracePt t="89460" x="10828338" y="3336925"/>
          <p14:tracePt t="89469" x="10815638" y="3336925"/>
          <p14:tracePt t="89477" x="10791825" y="3313113"/>
          <p14:tracePt t="89485" x="10779125" y="3300413"/>
          <p14:tracePt t="89494" x="10742613" y="3300413"/>
          <p14:tracePt t="89502" x="10742613" y="3276600"/>
          <p14:tracePt t="89510" x="10706100" y="3276600"/>
          <p14:tracePt t="89519" x="10706100" y="3263900"/>
          <p14:tracePt t="89547" x="10693400" y="3263900"/>
          <p14:tracePt t="89557" x="10682288" y="3263900"/>
          <p14:tracePt t="89602" x="10682288" y="3276600"/>
          <p14:tracePt t="89609" x="10669588" y="3276600"/>
          <p14:tracePt t="89722" x="10656888" y="3276600"/>
          <p14:tracePt t="89742" x="10645775" y="3276600"/>
          <p14:tracePt t="89754" x="10633075" y="3276600"/>
          <p14:tracePt t="89757" x="10620375" y="3276600"/>
          <p14:tracePt t="89762" x="10609263" y="3263900"/>
          <p14:tracePt t="89768" x="10583863" y="3263900"/>
          <p14:tracePt t="89777" x="10536238" y="3240088"/>
          <p14:tracePt t="89785" x="10499725" y="3227388"/>
          <p14:tracePt t="89793" x="10474325" y="3216275"/>
          <p14:tracePt t="89802" x="10450513" y="3203575"/>
          <p14:tracePt t="89810" x="10426700" y="3190875"/>
          <p14:tracePt t="89818" x="10426700" y="3179763"/>
          <p14:tracePt t="92314" x="10414000" y="3179763"/>
          <p14:tracePt t="92323" x="10388600" y="3179763"/>
          <p14:tracePt t="92327" x="10364788" y="3179763"/>
          <p14:tracePt t="92333" x="10328275" y="3190875"/>
          <p14:tracePt t="92341" x="10267950" y="3216275"/>
          <p14:tracePt t="92349" x="10121900" y="3289300"/>
          <p14:tracePt t="92358" x="10072688" y="3313113"/>
          <p14:tracePt t="92366" x="9999663" y="3349625"/>
          <p14:tracePt t="92374" x="9963150" y="3386138"/>
          <p14:tracePt t="92383" x="9939338" y="3409950"/>
          <p14:tracePt t="92391" x="9926638" y="3435350"/>
          <p14:tracePt t="92399" x="9913938" y="3448050"/>
          <p14:tracePt t="92408" x="9913938" y="3459163"/>
          <p14:tracePt t="92737" x="9877425" y="3484563"/>
          <p14:tracePt t="92742" x="9853613" y="3508375"/>
          <p14:tracePt t="92749" x="9731375" y="3630613"/>
          <p14:tracePt t="92757" x="9658350" y="3703638"/>
          <p14:tracePt t="92765" x="9463088" y="3897313"/>
          <p14:tracePt t="92774" x="9280525" y="4081463"/>
          <p14:tracePt t="92782" x="9097963" y="4287838"/>
          <p14:tracePt t="92790" x="8829675" y="4592638"/>
          <p14:tracePt t="92799" x="8696325" y="4738688"/>
          <p14:tracePt t="92807" x="8623300" y="4799013"/>
          <p14:tracePt t="92815" x="8477250" y="4957763"/>
          <p14:tracePt t="92824" x="8391525" y="5054600"/>
          <p14:tracePt t="92832" x="8307388" y="5140325"/>
          <p14:tracePt t="92840" x="8245475" y="5213350"/>
          <p14:tracePt t="92848" x="8208963" y="5262563"/>
          <p14:tracePt t="92857" x="8196263" y="5286375"/>
          <p14:tracePt t="93028" x="8185150" y="5286375"/>
          <p14:tracePt t="93114" x="8208963" y="5286375"/>
          <p14:tracePt t="93122" x="8221663" y="5286375"/>
          <p14:tracePt t="93127" x="8245475" y="5273675"/>
          <p14:tracePt t="93134" x="8270875" y="5273675"/>
          <p14:tracePt t="93140" x="8281988" y="5262563"/>
          <p14:tracePt t="93148" x="8331200" y="5249863"/>
          <p14:tracePt t="93157" x="8391525" y="5226050"/>
          <p14:tracePt t="93165" x="8440738" y="5200650"/>
          <p14:tracePt t="93173" x="8477250" y="5200650"/>
          <p14:tracePt t="93182" x="8501063" y="5189538"/>
          <p14:tracePt t="93190" x="8526463" y="5189538"/>
          <p14:tracePt t="93198" x="8526463" y="5176838"/>
          <p14:tracePt t="93207" x="8537575" y="5176838"/>
          <p14:tracePt t="93874" x="8537575" y="5164138"/>
          <p14:tracePt t="93876" x="8550275" y="5164138"/>
          <p14:tracePt t="93882" x="8562975" y="5164138"/>
          <p14:tracePt t="93889" x="8599488" y="5153025"/>
          <p14:tracePt t="93898" x="8610600" y="5127625"/>
          <p14:tracePt t="93906" x="8636000" y="5116513"/>
          <p14:tracePt t="93914" x="8647113" y="5116513"/>
          <p14:tracePt t="93922" x="8683625" y="5103813"/>
          <p14:tracePt t="93931" x="8709025" y="5091113"/>
          <p14:tracePt t="93939" x="8732838" y="5080000"/>
          <p14:tracePt t="93948" x="8793163" y="5043488"/>
          <p14:tracePt t="93956" x="8842375" y="5018088"/>
          <p14:tracePt t="93964" x="8915400" y="4981575"/>
          <p14:tracePt t="93972" x="8977313" y="4945063"/>
          <p14:tracePt t="93981" x="9061450" y="4908550"/>
          <p14:tracePt t="93989" x="9159875" y="4848225"/>
          <p14:tracePt t="93998" x="9196388" y="4835525"/>
          <p14:tracePt t="94006" x="9269413" y="4799013"/>
          <p14:tracePt t="94014" x="9317038" y="4787900"/>
          <p14:tracePt t="94022" x="9378950" y="4751388"/>
          <p14:tracePt t="94031" x="9439275" y="4714875"/>
          <p14:tracePt t="94039" x="9451975" y="4702175"/>
          <p14:tracePt t="94047" x="9463088" y="4702175"/>
          <p14:tracePt t="94056" x="9475788" y="4702175"/>
          <p14:tracePt t="94064" x="9488488" y="4689475"/>
          <p14:tracePt t="94072" x="9499600" y="4689475"/>
          <p14:tracePt t="94082" x="9512300" y="4678363"/>
          <p14:tracePt t="94089" x="9525000" y="4665663"/>
          <p14:tracePt t="94097" x="9536113" y="4652963"/>
          <p14:tracePt t="94106" x="9536113" y="4640263"/>
          <p14:tracePt t="94114" x="9561513" y="4616450"/>
          <p14:tracePt t="94122" x="9572625" y="4579938"/>
          <p14:tracePt t="94131" x="9609138" y="4530725"/>
          <p14:tracePt t="94139" x="9621838" y="4494213"/>
          <p14:tracePt t="94147" x="9634538" y="4470400"/>
          <p14:tracePt t="94156" x="9671050" y="4410075"/>
          <p14:tracePt t="94164" x="9683750" y="4384675"/>
          <p14:tracePt t="94172" x="9694863" y="4360863"/>
          <p14:tracePt t="94181" x="9707563" y="4324350"/>
          <p14:tracePt t="94189" x="9720263" y="4287838"/>
          <p14:tracePt t="94198" x="9731375" y="4275138"/>
          <p14:tracePt t="94206" x="9744075" y="4264025"/>
          <p14:tracePt t="94214" x="9744075" y="4251325"/>
          <p14:tracePt t="94222" x="9780588" y="4227513"/>
          <p14:tracePt t="94231" x="9817100" y="4214813"/>
          <p14:tracePt t="94239" x="9840913" y="4191000"/>
          <p14:tracePt t="94247" x="9853613" y="4191000"/>
          <p14:tracePt t="94256" x="9890125" y="4165600"/>
          <p14:tracePt t="94264" x="9913938" y="4154488"/>
          <p14:tracePt t="94272" x="9926638" y="4154488"/>
          <p14:tracePt t="94281" x="9950450" y="4141788"/>
          <p14:tracePt t="94289" x="9963150" y="4129088"/>
          <p14:tracePt t="94297" x="9975850" y="4129088"/>
          <p14:tracePt t="94306" x="9986963" y="4117975"/>
          <p14:tracePt t="94314" x="9999663" y="4105275"/>
          <p14:tracePt t="94315" x="10012363" y="4105275"/>
          <p14:tracePt t="94323" x="10012363" y="4092575"/>
          <p14:tracePt t="94337" x="10023475" y="4092575"/>
          <p14:tracePt t="94349" x="10036175" y="4092575"/>
          <p14:tracePt t="94354" x="10048875" y="4092575"/>
          <p14:tracePt t="94357" x="10048875" y="4081463"/>
          <p14:tracePt t="94364" x="10059988" y="4068763"/>
          <p14:tracePt t="94372" x="10085388" y="4056063"/>
          <p14:tracePt t="94381" x="10109200" y="4043363"/>
          <p14:tracePt t="94389" x="10121900" y="4032250"/>
          <p14:tracePt t="94397" x="10158413" y="4019550"/>
          <p14:tracePt t="94406" x="10169525" y="4006850"/>
          <p14:tracePt t="94414" x="10182225" y="3995738"/>
          <p14:tracePt t="94423" x="10194925" y="3995738"/>
          <p14:tracePt t="94431" x="10206038" y="3995738"/>
          <p14:tracePt t="94439" x="10218738" y="3983038"/>
          <p14:tracePt t="94449" x="10218738" y="3970338"/>
          <p14:tracePt t="94457" x="10231438" y="3970338"/>
          <p14:tracePt t="94464" x="10242550" y="3959225"/>
          <p14:tracePt t="94557" x="10255250" y="3959225"/>
          <p14:tracePt t="94629" x="10267950" y="3959225"/>
          <p14:tracePt t="94657" x="10279063" y="3959225"/>
          <p14:tracePt t="94694" x="10291763" y="3959225"/>
          <p14:tracePt t="94702" x="10315575" y="3959225"/>
          <p14:tracePt t="94708" x="10328275" y="3959225"/>
          <p14:tracePt t="94714" x="10340975" y="3959225"/>
          <p14:tracePt t="94722" x="10364788" y="3946525"/>
          <p14:tracePt t="94730" x="10388600" y="3933825"/>
          <p14:tracePt t="94739" x="10437813" y="3922713"/>
          <p14:tracePt t="94747" x="10450513" y="3910013"/>
          <p14:tracePt t="94755" x="10499725" y="3897313"/>
          <p14:tracePt t="94764" x="10523538" y="3886200"/>
          <p14:tracePt t="94772" x="10536238" y="3886200"/>
          <p14:tracePt t="94780" x="10547350" y="3886200"/>
          <p14:tracePt t="94788" x="10560050" y="3873500"/>
          <p14:tracePt t="94797" x="10583863" y="3873500"/>
          <p14:tracePt t="94805" x="10596563" y="3873500"/>
          <p14:tracePt t="94813" x="10620375" y="3860800"/>
          <p14:tracePt t="94822" x="10669588" y="3849688"/>
          <p14:tracePt t="94830" x="10766425" y="3813175"/>
          <p14:tracePt t="94838" x="10802938" y="3787775"/>
          <p14:tracePt t="94847" x="10828338" y="3787775"/>
          <p14:tracePt t="94855" x="10864850" y="3763963"/>
          <p14:tracePt t="94863" x="10875963" y="3763963"/>
          <p14:tracePt t="95397" x="10888663" y="3763963"/>
          <p14:tracePt t="95405" x="10901363" y="3763963"/>
          <p14:tracePt t="95414" x="10912475" y="3751263"/>
          <p14:tracePt t="95416" x="10925175" y="3751263"/>
          <p14:tracePt t="95422" x="10937875" y="3751263"/>
          <p14:tracePt t="95430" x="10948988" y="3740150"/>
          <p14:tracePt t="95438" x="10961688" y="3740150"/>
          <p14:tracePt t="95446" x="10974388" y="3740150"/>
          <p14:tracePt t="95455" x="10985500" y="3740150"/>
          <p14:tracePt t="95514" x="10998200" y="3740150"/>
          <p14:tracePt t="95534" x="11010900" y="3740150"/>
          <p14:tracePt t="95549" x="11022013" y="3740150"/>
          <p14:tracePt t="95569" x="11034713" y="3740150"/>
          <p14:tracePt t="95577" x="11047413" y="3740150"/>
          <p14:tracePt t="95588" x="11071225" y="3740150"/>
          <p14:tracePt t="95596" x="11083925" y="3740150"/>
          <p14:tracePt t="95605" x="11095038" y="3740150"/>
          <p14:tracePt t="95613" x="11120438" y="3740150"/>
          <p14:tracePt t="95621" x="11133138" y="3740150"/>
          <p14:tracePt t="95634" x="11144250" y="3740150"/>
          <p14:tracePt t="95789" x="11156950" y="3740150"/>
          <p14:tracePt t="95894" x="11169650" y="3740150"/>
          <p14:tracePt t="96762" x="11169650" y="3751263"/>
          <p14:tracePt t="97377" x="11144250" y="3740150"/>
          <p14:tracePt t="97382" x="11120438" y="3727450"/>
          <p14:tracePt t="97387" x="11083925" y="3690938"/>
          <p14:tracePt t="97394" x="11071225" y="3678238"/>
          <p14:tracePt t="97403" x="10985500" y="3594100"/>
          <p14:tracePt t="97411" x="10925175" y="3521075"/>
          <p14:tracePt t="97419" x="10864850" y="3459163"/>
          <p14:tracePt t="97428" x="10791825" y="3398838"/>
          <p14:tracePt t="97436" x="10718800" y="3325813"/>
          <p14:tracePt t="97444" x="10633075" y="3263900"/>
          <p14:tracePt t="97453" x="10547350" y="3190875"/>
          <p14:tracePt t="97461" x="10474325" y="3130550"/>
          <p14:tracePt t="97469" x="10426700" y="3094038"/>
          <p14:tracePt t="97478" x="10377488" y="3044825"/>
          <p14:tracePt t="97486" x="10364788" y="3021013"/>
          <p14:tracePt t="97494" x="10340975" y="2997200"/>
          <p14:tracePt t="97503" x="10328275" y="2997200"/>
          <p14:tracePt t="97511" x="10328275" y="2984500"/>
          <p14:tracePt t="97627" x="10315575" y="2984500"/>
          <p14:tracePt t="97637" x="10304463" y="2971800"/>
          <p14:tracePt t="97643" x="10291763" y="2960688"/>
          <p14:tracePt t="97647" x="10279063" y="2935288"/>
          <p14:tracePt t="97652" x="10267950" y="2924175"/>
          <p14:tracePt t="97661" x="10242550" y="2887663"/>
          <p14:tracePt t="97669" x="10169525" y="2825750"/>
          <p14:tracePt t="97678" x="10158413" y="2814638"/>
          <p14:tracePt t="97686" x="10121900" y="2765425"/>
          <p14:tracePt t="97694" x="10072688" y="2728913"/>
          <p14:tracePt t="97702" x="10048875" y="2679700"/>
          <p14:tracePt t="97711" x="9975850" y="2619375"/>
          <p14:tracePt t="97719" x="9950450" y="2557463"/>
          <p14:tracePt t="97727" x="9926638" y="2533650"/>
          <p14:tracePt t="97736" x="9853613" y="2473325"/>
          <p14:tracePt t="97744" x="9829800" y="2447925"/>
          <p14:tracePt t="97752" x="9804400" y="2411413"/>
          <p14:tracePt t="97761" x="9767888" y="2387600"/>
          <p14:tracePt t="97769" x="9720263" y="2351088"/>
          <p14:tracePt t="97777" x="9694863" y="2327275"/>
          <p14:tracePt t="97786" x="9683750" y="2327275"/>
          <p14:tracePt t="97794" x="9671050" y="2314575"/>
          <p14:tracePt t="97802" x="9645650" y="2314575"/>
          <p14:tracePt t="97904" x="9645650" y="2301875"/>
          <p14:tracePt t="97909" x="9634538" y="2301875"/>
          <p14:tracePt t="97914" x="9621838" y="2301875"/>
          <p14:tracePt t="97922" x="9609138" y="2301875"/>
          <p14:tracePt t="97928" x="9609138" y="2290763"/>
          <p14:tracePt t="97936" x="9598025" y="2290763"/>
          <p14:tracePt t="97944" x="9585325" y="2290763"/>
          <p14:tracePt t="97952" x="9561513" y="2278063"/>
          <p14:tracePt t="97960" x="9536113" y="2254250"/>
          <p14:tracePt t="97969" x="9488488" y="2241550"/>
          <p14:tracePt t="97977" x="9463088" y="2228850"/>
          <p14:tracePt t="97985" x="9402763" y="2192338"/>
          <p14:tracePt t="97994" x="9342438" y="2179638"/>
          <p14:tracePt t="98002" x="9256713" y="2155825"/>
          <p14:tracePt t="98010" x="9097963" y="2119313"/>
          <p14:tracePt t="98019" x="8977313" y="2095500"/>
          <p14:tracePt t="98027" x="8928100" y="2082800"/>
          <p14:tracePt t="98028" x="8855075" y="2058988"/>
          <p14:tracePt t="98036" x="8818563" y="2058988"/>
          <p14:tracePt t="98044" x="8782050" y="2058988"/>
          <p14:tracePt t="98052" x="8756650" y="2058988"/>
          <p14:tracePt t="98060" x="8745538" y="2058988"/>
          <p14:tracePt t="98069" x="8732838" y="2058988"/>
          <p14:tracePt t="98334" x="8720138" y="2058988"/>
          <p14:tracePt t="98347" x="8709025" y="2058988"/>
          <p14:tracePt t="98362" x="8696325" y="2058988"/>
          <p14:tracePt t="98384" x="8683625" y="2058988"/>
          <p14:tracePt t="98389" x="8672513" y="2058988"/>
          <p14:tracePt t="98402" x="8659813" y="2058988"/>
          <p14:tracePt t="98407" x="8647113" y="2058988"/>
          <p14:tracePt t="98410" x="8636000" y="2058988"/>
          <p14:tracePt t="98418" x="8623300" y="2058988"/>
          <p14:tracePt t="98427" x="8610600" y="2058988"/>
          <p14:tracePt t="98435" x="8562975" y="2058988"/>
          <p14:tracePt t="98436" x="8537575" y="2070100"/>
          <p14:tracePt t="98444" x="8526463" y="2070100"/>
          <p14:tracePt t="98452" x="8501063" y="2070100"/>
          <p14:tracePt t="98460" x="8477250" y="2070100"/>
          <p14:tracePt t="98468" x="8453438" y="2082800"/>
          <p14:tracePt t="98477" x="8440738" y="2082800"/>
          <p14:tracePt t="98502" x="8428038" y="2082800"/>
          <p14:tracePt t="98514" x="8416925" y="2095500"/>
          <p14:tracePt t="98522" x="8416925" y="2106613"/>
          <p14:tracePt t="98527" x="8404225" y="2106613"/>
          <p14:tracePt t="98529" x="8391525" y="2106613"/>
          <p14:tracePt t="98535" x="8391525" y="2119313"/>
          <p14:tracePt t="98544" x="8380413" y="2132013"/>
          <p14:tracePt t="98555" x="8367713" y="2132013"/>
          <p14:tracePt t="98569" x="8355013" y="2132013"/>
          <p14:tracePt t="98577" x="8355013" y="2143125"/>
          <p14:tracePt t="98582" x="8343900" y="2143125"/>
          <p14:tracePt t="98589" x="8331200" y="2155825"/>
          <p14:tracePt t="98605" x="8318500" y="2155825"/>
          <p14:tracePt t="98609" x="8318500" y="2168525"/>
          <p14:tracePt t="98614" x="8307388" y="2168525"/>
          <p14:tracePt t="98627" x="8294688" y="2168525"/>
          <p14:tracePt t="98634" x="8281988" y="2179638"/>
          <p14:tracePt t="98637" x="8270875" y="2179638"/>
          <p14:tracePt t="98643" x="8270875" y="2192338"/>
          <p14:tracePt t="98654" x="8258175" y="2192338"/>
          <p14:tracePt t="98660" x="8258175" y="2205038"/>
          <p14:tracePt t="98668" x="8245475" y="2217738"/>
          <p14:tracePt t="98676" x="8221663" y="2228850"/>
          <p14:tracePt t="98685" x="8208963" y="2241550"/>
          <p14:tracePt t="98693" x="8185150" y="2254250"/>
          <p14:tracePt t="98701" x="8159750" y="2265363"/>
          <p14:tracePt t="98710" x="8123238" y="2290763"/>
          <p14:tracePt t="98718" x="8099425" y="2290763"/>
          <p14:tracePt t="98727" x="8086725" y="2301875"/>
          <p14:tracePt t="98735" x="8062913" y="2327275"/>
          <p14:tracePt t="98743" x="8050213" y="2338388"/>
          <p14:tracePt t="98751" x="8050213" y="2351088"/>
          <p14:tracePt t="99182" x="8039100" y="2351088"/>
          <p14:tracePt t="99187" x="8039100" y="2363788"/>
          <p14:tracePt t="99194" x="8026400" y="2374900"/>
          <p14:tracePt t="99202" x="8013700" y="2374900"/>
          <p14:tracePt t="99210" x="8013700" y="2387600"/>
          <p14:tracePt t="99218" x="8013700" y="2411413"/>
          <p14:tracePt t="99227" x="8002588" y="2411413"/>
          <p14:tracePt t="99234" x="8002588" y="2424113"/>
          <p14:tracePt t="99243" x="8002588" y="2436813"/>
          <p14:tracePt t="99251" x="7989888" y="2473325"/>
          <p14:tracePt t="99259" x="7989888" y="2484438"/>
          <p14:tracePt t="99268" x="7989888" y="2497138"/>
          <p14:tracePt t="99276" x="7977188" y="2509838"/>
          <p14:tracePt t="99302" x="7977188" y="2520950"/>
          <p14:tracePt t="99364" x="7966075" y="2533650"/>
          <p14:tracePt t="99377" x="7953375" y="2546350"/>
          <p14:tracePt t="99385" x="7953375" y="2557463"/>
          <p14:tracePt t="99402" x="7953375" y="2570163"/>
          <p14:tracePt t="99407" x="7953375" y="2582863"/>
          <p14:tracePt t="99409" x="7940675" y="2582863"/>
          <p14:tracePt t="99418" x="7940675" y="2593975"/>
          <p14:tracePt t="99427" x="7929563" y="2593975"/>
          <p14:tracePt t="99434" x="7929563" y="2606675"/>
          <p14:tracePt t="99442" x="7929563" y="2619375"/>
          <p14:tracePt t="99451" x="7929563" y="2643188"/>
          <p14:tracePt t="99459" x="7929563" y="2667000"/>
          <p14:tracePt t="99468" x="7929563" y="2679700"/>
          <p14:tracePt t="99476" x="7929563" y="2740025"/>
          <p14:tracePt t="99484" x="7929563" y="2765425"/>
          <p14:tracePt t="99492" x="7929563" y="2789238"/>
          <p14:tracePt t="99501" x="7929563" y="2825750"/>
          <p14:tracePt t="99509" x="7929563" y="2862263"/>
          <p14:tracePt t="99517" x="7929563" y="2887663"/>
          <p14:tracePt t="99526" x="7929563" y="2911475"/>
          <p14:tracePt t="99534" x="7929563" y="2935288"/>
          <p14:tracePt t="99535" x="7929563" y="2947988"/>
          <p14:tracePt t="99543" x="7929563" y="2960688"/>
          <p14:tracePt t="99551" x="7929563" y="2984500"/>
          <p14:tracePt t="99559" x="7929563" y="3008313"/>
          <p14:tracePt t="99568" x="7940675" y="3033713"/>
          <p14:tracePt t="99587" x="7940675" y="3044825"/>
          <p14:tracePt t="99724" x="7953375" y="3044825"/>
          <p14:tracePt t="99734" x="7966075" y="3044825"/>
          <p14:tracePt t="99743" x="7977188" y="3044825"/>
          <p14:tracePt t="99754" x="7989888" y="3044825"/>
          <p14:tracePt t="99756" x="8002588" y="3044825"/>
          <p14:tracePt t="99768" x="8013700" y="3044825"/>
          <p14:tracePt t="99770" x="8026400" y="3044825"/>
          <p14:tracePt t="99775" x="8039100" y="3044825"/>
          <p14:tracePt t="99784" x="8050213" y="3044825"/>
          <p14:tracePt t="99792" x="8075613" y="3044825"/>
          <p14:tracePt t="99800" x="8099425" y="3044825"/>
          <p14:tracePt t="99809" x="8135938" y="3033713"/>
          <p14:tracePt t="99818" x="8148638" y="3033713"/>
          <p14:tracePt t="99818" x="8159750" y="3021013"/>
          <p14:tracePt t="99825" x="8172450" y="3021013"/>
          <p14:tracePt t="99834" x="8208963" y="3008313"/>
          <p14:tracePt t="99842" x="8221663" y="3008313"/>
          <p14:tracePt t="99850" x="8245475" y="2984500"/>
          <p14:tracePt t="99859" x="8270875" y="2984500"/>
          <p14:tracePt t="99867" x="8281988" y="2984500"/>
          <p14:tracePt t="99868" x="8307388" y="2971800"/>
          <p14:tracePt t="99875" x="8318500" y="2960688"/>
          <p14:tracePt t="99884" x="8331200" y="2960688"/>
          <p14:tracePt t="99892" x="8343900" y="2935288"/>
          <p14:tracePt t="99900" x="8367713" y="2924175"/>
          <p14:tracePt t="99908" x="8391525" y="2887663"/>
          <p14:tracePt t="99917" x="8428038" y="2862263"/>
          <p14:tracePt t="99925" x="8440738" y="2838450"/>
          <p14:tracePt t="99934" x="8453438" y="2814638"/>
          <p14:tracePt t="99942" x="8464550" y="2789238"/>
          <p14:tracePt t="99950" x="8477250" y="2740025"/>
          <p14:tracePt t="99959" x="8477250" y="2716213"/>
          <p14:tracePt t="99967" x="8477250" y="2703513"/>
          <p14:tracePt t="99975" x="8489950" y="2679700"/>
          <p14:tracePt t="99984" x="8489950" y="2655888"/>
          <p14:tracePt t="99992" x="8489950" y="2630488"/>
          <p14:tracePt t="100000" x="8489950" y="2606675"/>
          <p14:tracePt t="100009" x="8489950" y="2593975"/>
          <p14:tracePt t="100017" x="8489950" y="2582863"/>
          <p14:tracePt t="100025" x="8489950" y="2570163"/>
          <p14:tracePt t="100034" x="8489950" y="2557463"/>
          <p14:tracePt t="100042" x="8489950" y="2546350"/>
          <p14:tracePt t="100050" x="8489950" y="2520950"/>
          <p14:tracePt t="100058" x="8477250" y="2497138"/>
          <p14:tracePt t="100067" x="8477250" y="2484438"/>
          <p14:tracePt t="100075" x="8453438" y="2460625"/>
          <p14:tracePt t="100083" x="8453438" y="2436813"/>
          <p14:tracePt t="100092" x="8440738" y="2424113"/>
          <p14:tracePt t="100100" x="8428038" y="2400300"/>
          <p14:tracePt t="100109" x="8428038" y="2374900"/>
          <p14:tracePt t="100117" x="8416925" y="2351088"/>
          <p14:tracePt t="100125" x="8404225" y="2338388"/>
          <p14:tracePt t="100133" x="8391525" y="2327275"/>
          <p14:tracePt t="100142" x="8380413" y="2301875"/>
          <p14:tracePt t="100150" x="8367713" y="2278063"/>
          <p14:tracePt t="100158" x="8355013" y="2265363"/>
          <p14:tracePt t="100167" x="8343900" y="2265363"/>
          <p14:tracePt t="100175" x="8343900" y="2254250"/>
          <p14:tracePt t="100183" x="8331200" y="2241550"/>
          <p14:tracePt t="100194" x="8331200" y="2228850"/>
          <p14:tracePt t="100200" x="8318500" y="2217738"/>
          <p14:tracePt t="100208" x="8307388" y="2205038"/>
          <p14:tracePt t="100217" x="8294688" y="2179638"/>
          <p14:tracePt t="100225" x="8281988" y="2179638"/>
          <p14:tracePt t="100233" x="8270875" y="2155825"/>
          <p14:tracePt t="100242" x="8245475" y="2143125"/>
          <p14:tracePt t="100250" x="8232775" y="2143125"/>
          <p14:tracePt t="100258" x="8221663" y="2143125"/>
          <p14:tracePt t="100267" x="8221663" y="2132013"/>
          <p14:tracePt t="100294" x="8208963" y="2132013"/>
          <p14:tracePt t="100307" x="8185150" y="2132013"/>
          <p14:tracePt t="100314" x="8159750" y="2143125"/>
          <p14:tracePt t="100316" x="8135938" y="2155825"/>
          <p14:tracePt t="100325" x="8123238" y="2168525"/>
          <p14:tracePt t="100333" x="8075613" y="2205038"/>
          <p14:tracePt t="100342" x="8039100" y="2217738"/>
          <p14:tracePt t="100350" x="7989888" y="2254250"/>
          <p14:tracePt t="100358" x="7940675" y="2265363"/>
          <p14:tracePt t="100367" x="7929563" y="2265363"/>
          <p14:tracePt t="100375" x="7893050" y="2301875"/>
          <p14:tracePt t="100383" x="7880350" y="2301875"/>
          <p14:tracePt t="100391" x="7867650" y="2314575"/>
          <p14:tracePt t="100400" x="7867650" y="2327275"/>
          <p14:tracePt t="100408" x="7856538" y="2327275"/>
          <p14:tracePt t="100417" x="7856538" y="2338388"/>
          <p14:tracePt t="100425" x="7856538" y="2363788"/>
          <p14:tracePt t="100433" x="7856538" y="2374900"/>
          <p14:tracePt t="100441" x="7856538" y="2387600"/>
          <p14:tracePt t="100450" x="7856538" y="2400300"/>
          <p14:tracePt t="100458" x="7867650" y="2424113"/>
          <p14:tracePt t="100466" x="7880350" y="2424113"/>
          <p14:tracePt t="100475" x="7940675" y="2473325"/>
          <p14:tracePt t="100483" x="7989888" y="2484438"/>
          <p14:tracePt t="100491" x="8050213" y="2497138"/>
          <p14:tracePt t="100500" x="8112125" y="2509838"/>
          <p14:tracePt t="100508" x="8196263" y="2509838"/>
          <p14:tracePt t="100509" x="8258175" y="2509838"/>
          <p14:tracePt t="100516" x="8294688" y="2509838"/>
          <p14:tracePt t="100525" x="8404225" y="2509838"/>
          <p14:tracePt t="100533" x="8513763" y="2509838"/>
          <p14:tracePt t="100541" x="8636000" y="2509838"/>
          <p14:tracePt t="100550" x="8782050" y="2509838"/>
          <p14:tracePt t="100558" x="8878888" y="2509838"/>
          <p14:tracePt t="100566" x="8915400" y="2509838"/>
          <p14:tracePt t="100575" x="9013825" y="2509838"/>
          <p14:tracePt t="100583" x="9050338" y="2509838"/>
          <p14:tracePt t="100591" x="9074150" y="2497138"/>
          <p14:tracePt t="100600" x="9097963" y="2484438"/>
          <p14:tracePt t="100608" x="9134475" y="2484438"/>
          <p14:tracePt t="100616" x="9170988" y="2473325"/>
          <p14:tracePt t="100625" x="9196388" y="2473325"/>
          <p14:tracePt t="100633" x="9244013" y="2460625"/>
          <p14:tracePt t="100641" x="9280525" y="2447925"/>
          <p14:tracePt t="100650" x="9353550" y="2447925"/>
          <p14:tracePt t="100658" x="9390063" y="2436813"/>
          <p14:tracePt t="100667" x="9415463" y="2436813"/>
          <p14:tracePt t="100674" x="9426575" y="2436813"/>
          <p14:tracePt t="100683" x="9463088" y="2436813"/>
          <p14:tracePt t="100691" x="9488488" y="2436813"/>
          <p14:tracePt t="100700" x="9499600" y="2436813"/>
          <p14:tracePt t="100708" x="9525000" y="2436813"/>
          <p14:tracePt t="100849" x="9512300" y="2436813"/>
          <p14:tracePt t="100862" x="9499600" y="2436813"/>
          <p14:tracePt t="100867" x="9488488" y="2436813"/>
          <p14:tracePt t="100868" x="9475788" y="2436813"/>
          <p14:tracePt t="100875" x="9463088" y="2436813"/>
          <p14:tracePt t="100883" x="9451975" y="2436813"/>
          <p14:tracePt t="100891" x="9451975" y="2447925"/>
          <p14:tracePt t="100899" x="9426575" y="2447925"/>
          <p14:tracePt t="100908" x="9415463" y="2460625"/>
          <p14:tracePt t="100916" x="9378950" y="2473325"/>
          <p14:tracePt t="100924" x="9366250" y="2484438"/>
          <p14:tracePt t="100933" x="9342438" y="2497138"/>
          <p14:tracePt t="100941" x="9317038" y="2509838"/>
          <p14:tracePt t="100949" x="9293225" y="2533650"/>
          <p14:tracePt t="100958" x="9280525" y="2546350"/>
          <p14:tracePt t="100966" x="9269413" y="2546350"/>
          <p14:tracePt t="100974" x="9256713" y="2570163"/>
          <p14:tracePt t="100983" x="9256713" y="2582863"/>
          <p14:tracePt t="100991" x="9256713" y="2606675"/>
          <p14:tracePt t="100999" x="9256713" y="2619375"/>
          <p14:tracePt t="101007" x="9256713" y="2630488"/>
          <p14:tracePt t="101016" x="9256713" y="2655888"/>
          <p14:tracePt t="101024" x="9256713" y="2667000"/>
          <p14:tracePt t="101034" x="9256713" y="2679700"/>
          <p14:tracePt t="101041" x="9256713" y="2692400"/>
          <p14:tracePt t="101049" x="9256713" y="2728913"/>
          <p14:tracePt t="101058" x="9256713" y="2765425"/>
          <p14:tracePt t="101066" x="9256713" y="2789238"/>
          <p14:tracePt t="101074" x="9280525" y="2825750"/>
          <p14:tracePt t="101082" x="9305925" y="2874963"/>
          <p14:tracePt t="101091" x="9342438" y="2947988"/>
          <p14:tracePt t="101099" x="9366250" y="2984500"/>
          <p14:tracePt t="101107" x="9378950" y="3008313"/>
          <p14:tracePt t="101116" x="9415463" y="3057525"/>
          <p14:tracePt t="101124" x="9426575" y="3070225"/>
          <p14:tracePt t="101133" x="9439275" y="3081338"/>
          <p14:tracePt t="101141" x="9439275" y="3094038"/>
          <p14:tracePt t="101149" x="9451975" y="3094038"/>
          <p14:tracePt t="101157" x="9463088" y="3094038"/>
          <p14:tracePt t="101177" x="9475788" y="3094038"/>
          <p14:tracePt t="101189" x="9488488" y="3106738"/>
          <p14:tracePt t="101194" x="9499600" y="3106738"/>
          <p14:tracePt t="101204" x="9512300" y="3106738"/>
          <p14:tracePt t="101209" x="9525000" y="3106738"/>
          <p14:tracePt t="101217" x="9536113" y="3106738"/>
          <p14:tracePt t="101224" x="9561513" y="3106738"/>
          <p14:tracePt t="101232" x="9572625" y="3094038"/>
          <p14:tracePt t="101241" x="9609138" y="3081338"/>
          <p14:tracePt t="101249" x="9645650" y="3070225"/>
          <p14:tracePt t="101257" x="9694863" y="3057525"/>
          <p14:tracePt t="101266" x="9694863" y="3044825"/>
          <p14:tracePt t="101274" x="9731375" y="3033713"/>
          <p14:tracePt t="101275" x="9756775" y="3021013"/>
          <p14:tracePt t="101283" x="9767888" y="3008313"/>
          <p14:tracePt t="101291" x="9793288" y="2997200"/>
          <p14:tracePt t="101299" x="9804400" y="2997200"/>
          <p14:tracePt t="101307" x="9817100" y="2984500"/>
          <p14:tracePt t="101316" x="9829800" y="2960688"/>
          <p14:tracePt t="101324" x="9840913" y="2947988"/>
          <p14:tracePt t="101332" x="9840913" y="2935288"/>
          <p14:tracePt t="101341" x="9853613" y="2911475"/>
          <p14:tracePt t="101349" x="9866313" y="2862263"/>
          <p14:tracePt t="101357" x="9866313" y="2825750"/>
          <p14:tracePt t="101367" x="9866313" y="2789238"/>
          <p14:tracePt t="101374" x="9866313" y="2776538"/>
          <p14:tracePt t="101382" x="9866313" y="2740025"/>
          <p14:tracePt t="101391" x="9853613" y="2679700"/>
          <p14:tracePt t="101399" x="9840913" y="2643188"/>
          <p14:tracePt t="101407" x="9840913" y="2619375"/>
          <p14:tracePt t="101415" x="9817100" y="2570163"/>
          <p14:tracePt t="101424" x="9804400" y="2546350"/>
          <p14:tracePt t="101432" x="9793288" y="2533650"/>
          <p14:tracePt t="101441" x="9767888" y="2497138"/>
          <p14:tracePt t="101449" x="9756775" y="2497138"/>
          <p14:tracePt t="101457" x="9731375" y="2473325"/>
          <p14:tracePt t="101467" x="9707563" y="2473325"/>
          <p14:tracePt t="101474" x="9694863" y="2473325"/>
          <p14:tracePt t="101482" x="9683750" y="2473325"/>
          <p14:tracePt t="101490" x="9645650" y="2460625"/>
          <p14:tracePt t="101499" x="9621838" y="2460625"/>
          <p14:tracePt t="101507" x="9609138" y="2460625"/>
          <p14:tracePt t="101516" x="9585325" y="2460625"/>
          <p14:tracePt t="101524" x="9561513" y="2460625"/>
          <p14:tracePt t="101532" x="9536113" y="2460625"/>
          <p14:tracePt t="101540" x="9512300" y="2460625"/>
          <p14:tracePt t="101549" x="9499600" y="2460625"/>
          <p14:tracePt t="101558" x="9488488" y="2460625"/>
          <p14:tracePt t="101565" x="9488488" y="2473325"/>
          <p14:tracePt t="101762" x="9475788" y="2473325"/>
          <p14:tracePt t="101777" x="9463088" y="2484438"/>
          <p14:tracePt t="101783" x="9451975" y="2484438"/>
          <p14:tracePt t="101787" x="9439275" y="2484438"/>
          <p14:tracePt t="101797" x="9426575" y="2484438"/>
          <p14:tracePt t="101808" x="9415463" y="2484438"/>
          <p14:tracePt t="101822" x="9415463" y="2497138"/>
          <p14:tracePt t="101827" x="9402763" y="2497138"/>
          <p14:tracePt t="101834" x="9390063" y="2509838"/>
          <p14:tracePt t="101847" x="9378950" y="2509838"/>
          <p14:tracePt t="101849" x="9378950" y="2520950"/>
          <p14:tracePt t="101857" x="9366250" y="2533650"/>
          <p14:tracePt t="101869" x="9366250" y="2546350"/>
          <p14:tracePt t="101914" x="9353550" y="2546350"/>
          <p14:tracePt t="101994" x="9342438" y="2546350"/>
          <p14:tracePt t="101996" x="9317038" y="2546350"/>
          <p14:tracePt t="102002" x="9305925" y="2546350"/>
          <p14:tracePt t="102007" x="9280525" y="2546350"/>
          <p14:tracePt t="102016" x="9232900" y="2546350"/>
          <p14:tracePt t="102016" x="9196388" y="2533650"/>
          <p14:tracePt t="102023" x="9170988" y="2533650"/>
          <p14:tracePt t="102032" x="9159875" y="2520950"/>
          <p14:tracePt t="102040" x="9147175" y="2520950"/>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A9A3-B7D5-D66C-DF3D-958A1BED726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A57C403-44B7-8C41-D374-302370F20A5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D6138B-3BA3-B2FA-311E-8351BE8EF1F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F190DEEB-27EF-0758-FD8D-9159EDC2955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33E8D68-F8E3-0DD6-4417-FD754B353F30}"/>
              </a:ext>
            </a:extLst>
          </p:cNvPr>
          <p:cNvSpPr txBox="1"/>
          <p:nvPr/>
        </p:nvSpPr>
        <p:spPr>
          <a:xfrm>
            <a:off x="1176655" y="295910"/>
            <a:ext cx="3283584"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2. Study Design</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13" name="AutoShape 14">
            <a:extLst>
              <a:ext uri="{FF2B5EF4-FFF2-40B4-BE49-F238E27FC236}">
                <a16:creationId xmlns:a16="http://schemas.microsoft.com/office/drawing/2014/main" id="{8B0A2F89-CC4B-255E-E222-480B26B064C6}"/>
              </a:ext>
            </a:extLst>
          </p:cNvPr>
          <p:cNvSpPr/>
          <p:nvPr/>
        </p:nvSpPr>
        <p:spPr>
          <a:xfrm>
            <a:off x="1011553" y="1981158"/>
            <a:ext cx="5116505" cy="3903011"/>
          </a:xfrm>
          <a:prstGeom prst="roundRect">
            <a:avLst>
              <a:gd name="adj" fmla="val 2857"/>
            </a:avLst>
          </a:prstGeom>
          <a:solidFill>
            <a:srgbClr val="F9FAFB">
              <a:alpha val="100000"/>
            </a:srgbClr>
          </a:solidFill>
          <a:ln w="12700" cap="flat" cmpd="sng">
            <a:solidFill>
              <a:schemeClr val="tx1"/>
            </a:solidFill>
            <a:prstDash val="solid"/>
            <a:round/>
          </a:ln>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2000"/>
          </a:p>
        </p:txBody>
      </p:sp>
      <p:sp>
        <p:nvSpPr>
          <p:cNvPr id="15" name="AutoShape 16">
            <a:extLst>
              <a:ext uri="{FF2B5EF4-FFF2-40B4-BE49-F238E27FC236}">
                <a16:creationId xmlns:a16="http://schemas.microsoft.com/office/drawing/2014/main" id="{9EC3F0C2-A37D-5ECB-F398-7ACADA0FAD3F}"/>
              </a:ext>
            </a:extLst>
          </p:cNvPr>
          <p:cNvSpPr/>
          <p:nvPr/>
        </p:nvSpPr>
        <p:spPr>
          <a:xfrm>
            <a:off x="1156542" y="2108159"/>
            <a:ext cx="4826527" cy="460424"/>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altLang="zh-CN" sz="2400" b="1"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Research questions</a:t>
            </a:r>
            <a:r>
              <a:rPr lang="en-US" sz="2400" b="1"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 (RQs)</a:t>
            </a:r>
            <a:endParaRPr lang="en-US" dirty="0">
              <a:solidFill>
                <a:schemeClr val="tx1"/>
              </a:solidFill>
              <a:latin typeface="微软雅黑" panose="020B0503020204020204" pitchFamily="34" charset="-122"/>
              <a:ea typeface="微软雅黑" panose="020B0503020204020204" pitchFamily="34" charset="-122"/>
            </a:endParaRPr>
          </a:p>
        </p:txBody>
      </p:sp>
      <p:sp>
        <p:nvSpPr>
          <p:cNvPr id="17" name="AutoShape 17">
            <a:extLst>
              <a:ext uri="{FF2B5EF4-FFF2-40B4-BE49-F238E27FC236}">
                <a16:creationId xmlns:a16="http://schemas.microsoft.com/office/drawing/2014/main" id="{5F38F254-BA87-1742-DB98-F72141D5C5D7}"/>
              </a:ext>
            </a:extLst>
          </p:cNvPr>
          <p:cNvSpPr/>
          <p:nvPr/>
        </p:nvSpPr>
        <p:spPr>
          <a:xfrm>
            <a:off x="1156542" y="2740456"/>
            <a:ext cx="4939458" cy="3053119"/>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spcBef>
                <a:spcPts val="500"/>
              </a:spcBef>
              <a:spcAft>
                <a:spcPts val="1000"/>
              </a:spcAft>
              <a:defRPr/>
            </a:pPr>
            <a:r>
              <a:rPr lang="en-US" sz="1800" b="1" i="0" u="none" strike="noStrike" dirty="0">
                <a:solidFill>
                  <a:srgbClr val="3B82F6"/>
                </a:solidFill>
                <a:latin typeface="微软雅黑" panose="020B0503020204020204" pitchFamily="34" charset="-122"/>
                <a:ea typeface="微软雅黑" panose="020B0503020204020204" pitchFamily="34" charset="-122"/>
                <a:cs typeface="Noto Sans SC"/>
                <a:sym typeface="Noto Sans SC"/>
              </a:rPr>
              <a:t>RQ1: </a:t>
            </a:r>
            <a:r>
              <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How does multi-PL fusion perform within the same task?</a:t>
            </a:r>
          </a:p>
          <a:p>
            <a:pPr indent="0" algn="l">
              <a:lnSpc>
                <a:spcPct val="108333"/>
              </a:lnSpc>
              <a:spcBef>
                <a:spcPts val="500"/>
              </a:spcBef>
              <a:spcAft>
                <a:spcPts val="1000"/>
              </a:spcAft>
              <a:defRPr/>
            </a:pPr>
            <a:r>
              <a:rPr lang="en-US" sz="1800" b="1" i="0" u="none" strike="noStrike" dirty="0">
                <a:solidFill>
                  <a:srgbClr val="3B82F6"/>
                </a:solidFill>
                <a:latin typeface="微软雅黑" panose="020B0503020204020204" pitchFamily="34" charset="-122"/>
                <a:ea typeface="微软雅黑" panose="020B0503020204020204" pitchFamily="34" charset="-122"/>
                <a:cs typeface="Noto Sans SC"/>
                <a:sym typeface="Noto Sans SC"/>
              </a:rPr>
              <a:t>RQ2: </a:t>
            </a:r>
            <a:r>
              <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How does fusion perform across multiple SE tasks within the same PL?</a:t>
            </a:r>
          </a:p>
          <a:p>
            <a:pPr indent="0" algn="l">
              <a:lnSpc>
                <a:spcPct val="108333"/>
              </a:lnSpc>
              <a:spcBef>
                <a:spcPts val="500"/>
              </a:spcBef>
              <a:spcAft>
                <a:spcPts val="1000"/>
              </a:spcAft>
              <a:defRPr/>
            </a:pPr>
            <a:r>
              <a:rPr lang="en-US" sz="1800" b="1" i="0" u="none" strike="noStrike" dirty="0">
                <a:solidFill>
                  <a:srgbClr val="3B82F6"/>
                </a:solidFill>
                <a:latin typeface="微软雅黑" panose="020B0503020204020204" pitchFamily="34" charset="-122"/>
                <a:ea typeface="微软雅黑" panose="020B0503020204020204" pitchFamily="34" charset="-122"/>
                <a:cs typeface="Noto Sans SC"/>
                <a:sym typeface="Noto Sans SC"/>
              </a:rPr>
              <a:t>RQ3: </a:t>
            </a:r>
            <a:r>
              <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How does fusion perform across multiple tasks and multiple PL</a:t>
            </a:r>
            <a:r>
              <a:rPr lang="en-US" altLang="zh-CN"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s</a:t>
            </a:r>
            <a:r>
              <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a:t>
            </a:r>
          </a:p>
          <a:p>
            <a:pPr>
              <a:lnSpc>
                <a:spcPct val="108333"/>
              </a:lnSpc>
              <a:spcBef>
                <a:spcPts val="500"/>
              </a:spcBef>
              <a:spcAft>
                <a:spcPts val="1000"/>
              </a:spcAft>
              <a:defRPr/>
            </a:pPr>
            <a:r>
              <a:rPr lang="en-US" sz="1800" b="1" i="0" u="none" strike="noStrike" dirty="0">
                <a:solidFill>
                  <a:srgbClr val="3B82F6"/>
                </a:solidFill>
                <a:latin typeface="微软雅黑" panose="020B0503020204020204" pitchFamily="34" charset="-122"/>
                <a:ea typeface="微软雅黑" panose="020B0503020204020204" pitchFamily="34" charset="-122"/>
                <a:cs typeface="Noto Sans SC"/>
                <a:sym typeface="Noto Sans SC"/>
              </a:rPr>
              <a:t>RQ4: </a:t>
            </a:r>
            <a:r>
              <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How can we </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improve</a:t>
            </a:r>
            <a:r>
              <a:rPr lang="en-US" sz="18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 the performance of model fusion techniques for SE tasks?</a:t>
            </a:r>
          </a:p>
        </p:txBody>
      </p:sp>
      <p:sp>
        <p:nvSpPr>
          <p:cNvPr id="34" name="文本框 33">
            <a:extLst>
              <a:ext uri="{FF2B5EF4-FFF2-40B4-BE49-F238E27FC236}">
                <a16:creationId xmlns:a16="http://schemas.microsoft.com/office/drawing/2014/main" id="{0ABE4750-0F18-AF90-E247-7FFEA26459C7}"/>
              </a:ext>
            </a:extLst>
          </p:cNvPr>
          <p:cNvSpPr txBox="1"/>
          <p:nvPr/>
        </p:nvSpPr>
        <p:spPr>
          <a:xfrm>
            <a:off x="7499625" y="1897358"/>
            <a:ext cx="3407702" cy="338554"/>
          </a:xfrm>
          <a:prstGeom prst="rect">
            <a:avLst/>
          </a:prstGeom>
          <a:noFill/>
        </p:spPr>
        <p:txBody>
          <a:bodyPr wrap="square">
            <a:spAutoFit/>
          </a:bodyPr>
          <a:lstStyle/>
          <a:p>
            <a:pPr algn="ctr"/>
            <a:r>
              <a:rPr lang="en-US" altLang="zh-CN" sz="160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 Dataset statistics for RQ1.</a:t>
            </a:r>
            <a:endParaRPr lang="zh-CN" altLang="en-US" sz="16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4F3F710B-B2AD-E0E9-4A0B-1C0A7EC4EBEA}"/>
              </a:ext>
            </a:extLst>
          </p:cNvPr>
          <p:cNvSpPr txBox="1"/>
          <p:nvPr/>
        </p:nvSpPr>
        <p:spPr>
          <a:xfrm>
            <a:off x="7250169" y="3942680"/>
            <a:ext cx="3906613" cy="338554"/>
          </a:xfrm>
          <a:prstGeom prst="rect">
            <a:avLst/>
          </a:prstGeom>
          <a:noFill/>
        </p:spPr>
        <p:txBody>
          <a:bodyPr wrap="square">
            <a:spAutoFit/>
          </a:bodyPr>
          <a:lstStyle/>
          <a:p>
            <a:pPr algn="ctr"/>
            <a:r>
              <a:rPr lang="en-US" altLang="zh-CN" sz="1600" dirty="0">
                <a:latin typeface="微软雅黑" panose="020B0503020204020204" pitchFamily="34" charset="-122"/>
                <a:ea typeface="微软雅黑" panose="020B0503020204020204" pitchFamily="34" charset="-122"/>
                <a:cs typeface="Noto Sans SC"/>
                <a:sym typeface="Noto Sans SC"/>
              </a:rPr>
              <a:t> Dataset statistics for RQ2 and RQ3.</a:t>
            </a:r>
            <a:endParaRPr lang="zh-CN" altLang="en-US" sz="1600" dirty="0">
              <a:latin typeface="微软雅黑" panose="020B0503020204020204" pitchFamily="34" charset="-122"/>
              <a:ea typeface="微软雅黑" panose="020B0503020204020204" pitchFamily="34" charset="-122"/>
            </a:endParaRPr>
          </a:p>
        </p:txBody>
      </p:sp>
      <p:sp>
        <p:nvSpPr>
          <p:cNvPr id="2" name="AutoShape 7">
            <a:extLst>
              <a:ext uri="{FF2B5EF4-FFF2-40B4-BE49-F238E27FC236}">
                <a16:creationId xmlns:a16="http://schemas.microsoft.com/office/drawing/2014/main" id="{927AA2DD-BFEE-23D7-D494-BEB3C329B9E7}"/>
              </a:ext>
            </a:extLst>
          </p:cNvPr>
          <p:cNvSpPr/>
          <p:nvPr/>
        </p:nvSpPr>
        <p:spPr>
          <a:xfrm>
            <a:off x="1409805" y="2604144"/>
            <a:ext cx="432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9DCB7F8-77B0-B5F3-3858-0501E4B00931}"/>
                  </a:ext>
                </a:extLst>
              </p:cNvPr>
              <p:cNvSpPr txBox="1"/>
              <p:nvPr/>
            </p:nvSpPr>
            <p:spPr>
              <a:xfrm>
                <a:off x="2425185" y="5990472"/>
                <a:ext cx="7341630" cy="530210"/>
              </a:xfrm>
              <a:prstGeom prst="rect">
                <a:avLst/>
              </a:prstGeom>
              <a:solidFill>
                <a:schemeClr val="accent4">
                  <a:lumMod val="20000"/>
                  <a:lumOff val="80000"/>
                </a:schemeClr>
              </a:solidFill>
            </p:spPr>
            <p:txBody>
              <a:bodyPr wrap="square" lIns="0" tIns="0" rIns="0" bIns="0">
                <a:spAutoFit/>
              </a:bodyPr>
              <a:lstStyle/>
              <a:p>
                <a:pPr lvl="0" algn="ctr">
                  <a:defRPr/>
                </a:pP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Normalized Accuracy</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(Metric for Model Fusion)</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𝑁</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𝐴𝑐𝑐</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𝑆</m:t>
                            </m:r>
                          </m:e>
                          <m:sub>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𝑓𝑢𝑠𝑖𝑜𝑛</m:t>
                            </m:r>
                          </m:sub>
                        </m:sSub>
                      </m:num>
                      <m:den>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𝑆</m:t>
                            </m:r>
                          </m:e>
                          <m:sub>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𝑓𝑡</m:t>
                            </m:r>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ub>
                        </m:sSub>
                      </m:den>
                    </m:f>
                  </m:oMath>
                </a14:m>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F9DCB7F8-77B0-B5F3-3858-0501E4B00931}"/>
                  </a:ext>
                </a:extLst>
              </p:cNvPr>
              <p:cNvSpPr txBox="1">
                <a:spLocks noRot="1" noChangeAspect="1" noMove="1" noResize="1" noEditPoints="1" noAdjustHandles="1" noChangeArrowheads="1" noChangeShapeType="1" noTextEdit="1"/>
              </p:cNvSpPr>
              <p:nvPr/>
            </p:nvSpPr>
            <p:spPr>
              <a:xfrm>
                <a:off x="2425185" y="5990472"/>
                <a:ext cx="7341630" cy="530210"/>
              </a:xfrm>
              <a:prstGeom prst="rect">
                <a:avLst/>
              </a:prstGeom>
              <a:blipFill>
                <a:blip r:embed="rId5"/>
                <a:stretch>
                  <a:fillRect b="-1149"/>
                </a:stretch>
              </a:blipFill>
            </p:spPr>
            <p:txBody>
              <a:bodyPr/>
              <a:lstStyle/>
              <a:p>
                <a:r>
                  <a:rPr lang="zh-CN" altLang="en-US">
                    <a:noFill/>
                  </a:rPr>
                  <a:t> </a:t>
                </a:r>
              </a:p>
            </p:txBody>
          </p:sp>
        </mc:Fallback>
      </mc:AlternateContent>
      <p:sp>
        <p:nvSpPr>
          <p:cNvPr id="18" name="AutoShape 3">
            <a:extLst>
              <a:ext uri="{FF2B5EF4-FFF2-40B4-BE49-F238E27FC236}">
                <a16:creationId xmlns:a16="http://schemas.microsoft.com/office/drawing/2014/main" id="{9F78EDE9-E4AD-CBF7-D58D-40B3B57B5658}"/>
              </a:ext>
            </a:extLst>
          </p:cNvPr>
          <p:cNvSpPr/>
          <p:nvPr/>
        </p:nvSpPr>
        <p:spPr>
          <a:xfrm>
            <a:off x="614775" y="1107785"/>
            <a:ext cx="11414665" cy="7786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l">
              <a:lnSpc>
                <a:spcPct val="125000"/>
              </a:lnSpc>
              <a:buFont typeface="Arial" panose="020B0604020202020204" pitchFamily="34" charset="0"/>
              <a:buChar char="•"/>
              <a:defRPr/>
            </a:pPr>
            <a:r>
              <a:rPr lang="en-US" altLang="zh-CN" sz="18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Three program understanding tasks </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a:t>
            </a:r>
            <a:r>
              <a:rPr lang="en-US" altLang="zh-CN" sz="18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code search</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a:t>
            </a:r>
            <a:r>
              <a:rPr lang="zh-CN" altLang="en-US" sz="1800" dirty="0">
                <a:solidFill>
                  <a:schemeClr val="tx1"/>
                </a:solidFill>
                <a:latin typeface="微软雅黑" panose="020B0503020204020204" pitchFamily="34" charset="-122"/>
                <a:ea typeface="微软雅黑" panose="020B0503020204020204" pitchFamily="34" charset="-122"/>
                <a:cs typeface="Noto Sans SC"/>
                <a:sym typeface="Noto Sans SC"/>
              </a:rPr>
              <a:t> </a:t>
            </a:r>
            <a:r>
              <a:rPr lang="en-US" altLang="zh-CN" sz="18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vulnerability detection and clone detection</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a:t>
            </a:r>
            <a:endParaRPr lang="en-US" altLang="zh-CN" sz="18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endParaRPr>
          </a:p>
          <a:p>
            <a:pPr marL="285750" indent="-285750" algn="l">
              <a:lnSpc>
                <a:spcPct val="125000"/>
              </a:lnSpc>
              <a:buFont typeface="Arial" panose="020B0604020202020204" pitchFamily="34" charset="0"/>
              <a:buChar char="•"/>
              <a:defRPr/>
            </a:pPr>
            <a:r>
              <a:rPr lang="en-US" altLang="zh-CN" sz="18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Three program generation tasks (</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code generation,</a:t>
            </a:r>
            <a:r>
              <a:rPr lang="zh-CN" altLang="en-US" sz="1800" dirty="0">
                <a:solidFill>
                  <a:schemeClr val="tx1"/>
                </a:solidFill>
                <a:latin typeface="微软雅黑" panose="020B0503020204020204" pitchFamily="34" charset="-122"/>
                <a:ea typeface="微软雅黑" panose="020B0503020204020204" pitchFamily="34" charset="-122"/>
                <a:cs typeface="Noto Sans SC"/>
                <a:sym typeface="Noto Sans SC"/>
              </a:rPr>
              <a:t> </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code repair</a:t>
            </a:r>
            <a:r>
              <a:rPr lang="zh-CN" altLang="en-US" sz="1800" dirty="0">
                <a:solidFill>
                  <a:schemeClr val="tx1"/>
                </a:solidFill>
                <a:latin typeface="微软雅黑" panose="020B0503020204020204" pitchFamily="34" charset="-122"/>
                <a:ea typeface="微软雅黑" panose="020B0503020204020204" pitchFamily="34" charset="-122"/>
                <a:cs typeface="Noto Sans SC"/>
                <a:sym typeface="Noto Sans SC"/>
              </a:rPr>
              <a:t> </a:t>
            </a:r>
            <a:r>
              <a:rPr lang="en-US" altLang="zh-CN" sz="1800" dirty="0">
                <a:solidFill>
                  <a:schemeClr val="tx1"/>
                </a:solidFill>
                <a:latin typeface="微软雅黑" panose="020B0503020204020204" pitchFamily="34" charset="-122"/>
                <a:ea typeface="微软雅黑" panose="020B0503020204020204" pitchFamily="34" charset="-122"/>
                <a:cs typeface="Noto Sans SC"/>
                <a:sym typeface="Noto Sans SC"/>
              </a:rPr>
              <a:t>and code summarization</a:t>
            </a:r>
            <a:r>
              <a:rPr lang="en-US" altLang="zh-CN" sz="18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a:t>
            </a:r>
            <a:endParaRPr lang="en-US" sz="1200" dirty="0">
              <a:solidFill>
                <a:schemeClr val="tx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EC9FAC57-0FD1-720F-F653-9E91AD4F211F}"/>
              </a:ext>
            </a:extLst>
          </p:cNvPr>
          <p:cNvSpPr txBox="1"/>
          <p:nvPr/>
        </p:nvSpPr>
        <p:spPr>
          <a:xfrm>
            <a:off x="348771" y="818748"/>
            <a:ext cx="59301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Experiment Settings</a:t>
            </a:r>
          </a:p>
        </p:txBody>
      </p:sp>
      <p:graphicFrame>
        <p:nvGraphicFramePr>
          <p:cNvPr id="10" name="表格 9">
            <a:extLst>
              <a:ext uri="{FF2B5EF4-FFF2-40B4-BE49-F238E27FC236}">
                <a16:creationId xmlns:a16="http://schemas.microsoft.com/office/drawing/2014/main" id="{90C2BB11-6981-DF41-E60B-36715A8C2A1E}"/>
              </a:ext>
            </a:extLst>
          </p:cNvPr>
          <p:cNvGraphicFramePr>
            <a:graphicFrameLocks noGrp="1"/>
          </p:cNvGraphicFramePr>
          <p:nvPr>
            <p:extLst>
              <p:ext uri="{D42A27DB-BD31-4B8C-83A1-F6EECF244321}">
                <p14:modId xmlns:p14="http://schemas.microsoft.com/office/powerpoint/2010/main" val="1954447095"/>
              </p:ext>
            </p:extLst>
          </p:nvPr>
        </p:nvGraphicFramePr>
        <p:xfrm>
          <a:off x="6381321" y="2218483"/>
          <a:ext cx="5268595" cy="1706880"/>
        </p:xfrm>
        <a:graphic>
          <a:graphicData uri="http://schemas.openxmlformats.org/drawingml/2006/table">
            <a:tbl>
              <a:tblPr firstRow="1" firstCol="1" bandRow="1"/>
              <a:tblGrid>
                <a:gridCol w="877570">
                  <a:extLst>
                    <a:ext uri="{9D8B030D-6E8A-4147-A177-3AD203B41FA5}">
                      <a16:colId xmlns:a16="http://schemas.microsoft.com/office/drawing/2014/main" val="1499585015"/>
                    </a:ext>
                  </a:extLst>
                </a:gridCol>
                <a:gridCol w="878205">
                  <a:extLst>
                    <a:ext uri="{9D8B030D-6E8A-4147-A177-3AD203B41FA5}">
                      <a16:colId xmlns:a16="http://schemas.microsoft.com/office/drawing/2014/main" val="42782059"/>
                    </a:ext>
                  </a:extLst>
                </a:gridCol>
                <a:gridCol w="878205">
                  <a:extLst>
                    <a:ext uri="{9D8B030D-6E8A-4147-A177-3AD203B41FA5}">
                      <a16:colId xmlns:a16="http://schemas.microsoft.com/office/drawing/2014/main" val="721496474"/>
                    </a:ext>
                  </a:extLst>
                </a:gridCol>
                <a:gridCol w="878205">
                  <a:extLst>
                    <a:ext uri="{9D8B030D-6E8A-4147-A177-3AD203B41FA5}">
                      <a16:colId xmlns:a16="http://schemas.microsoft.com/office/drawing/2014/main" val="2970874124"/>
                    </a:ext>
                  </a:extLst>
                </a:gridCol>
                <a:gridCol w="878205">
                  <a:extLst>
                    <a:ext uri="{9D8B030D-6E8A-4147-A177-3AD203B41FA5}">
                      <a16:colId xmlns:a16="http://schemas.microsoft.com/office/drawing/2014/main" val="81233736"/>
                    </a:ext>
                  </a:extLst>
                </a:gridCol>
                <a:gridCol w="878205">
                  <a:extLst>
                    <a:ext uri="{9D8B030D-6E8A-4147-A177-3AD203B41FA5}">
                      <a16:colId xmlns:a16="http://schemas.microsoft.com/office/drawing/2014/main" val="2155846685"/>
                    </a:ext>
                  </a:extLst>
                </a:gridCol>
              </a:tblGrid>
              <a:tr h="0">
                <a:tc rowSpan="2">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Task</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Code Search</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gridSpan="2">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Code Repair</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val="2836896980"/>
                  </a:ext>
                </a:extLst>
              </a:tr>
              <a:tr h="0">
                <a:tc vMerge="1">
                  <a:txBody>
                    <a:bodyPr/>
                    <a:lstStyle/>
                    <a:p>
                      <a:endParaRPr lang="zh-CN" altLang="en-US"/>
                    </a:p>
                  </a:txBody>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Validation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6533365"/>
                  </a:ext>
                </a:extLst>
              </a:tr>
              <a:tr h="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Python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412,178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23,107</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22,176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461,356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710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00180607"/>
                  </a:ext>
                </a:extLst>
              </a:tr>
              <a:tr h="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Java</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454,451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15,328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26,909</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574,448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716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4087175955"/>
                  </a:ext>
                </a:extLst>
              </a:tr>
              <a:tr h="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Javascript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123,889</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8,253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6,483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8,861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183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4212262898"/>
                  </a:ext>
                </a:extLst>
              </a:tr>
              <a:tr h="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Go</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317,832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14,242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14,291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13,085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294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725795989"/>
                  </a:ext>
                </a:extLst>
              </a:tr>
              <a:tr h="0">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Ruby</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48,791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2,209</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2,279</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5,153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343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113084423"/>
                  </a:ext>
                </a:extLst>
              </a:tr>
              <a:tr h="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PHP</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523,712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26,015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28,391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3,595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191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6214673"/>
                  </a:ext>
                </a:extLst>
              </a:tr>
            </a:tbl>
          </a:graphicData>
        </a:graphic>
      </p:graphicFrame>
      <p:graphicFrame>
        <p:nvGraphicFramePr>
          <p:cNvPr id="12" name="表格 11">
            <a:extLst>
              <a:ext uri="{FF2B5EF4-FFF2-40B4-BE49-F238E27FC236}">
                <a16:creationId xmlns:a16="http://schemas.microsoft.com/office/drawing/2014/main" id="{7B34D8E8-322F-DEA3-8378-51B27FCEE4F3}"/>
              </a:ext>
            </a:extLst>
          </p:cNvPr>
          <p:cNvGraphicFramePr>
            <a:graphicFrameLocks noGrp="1"/>
          </p:cNvGraphicFramePr>
          <p:nvPr>
            <p:extLst>
              <p:ext uri="{D42A27DB-BD31-4B8C-83A1-F6EECF244321}">
                <p14:modId xmlns:p14="http://schemas.microsoft.com/office/powerpoint/2010/main" val="2011901245"/>
              </p:ext>
            </p:extLst>
          </p:nvPr>
        </p:nvGraphicFramePr>
        <p:xfrm>
          <a:off x="6381320" y="4241928"/>
          <a:ext cx="5268594" cy="1493520"/>
        </p:xfrm>
        <a:graphic>
          <a:graphicData uri="http://schemas.openxmlformats.org/drawingml/2006/table">
            <a:tbl>
              <a:tblPr firstRow="1" firstCol="1" bandRow="1"/>
              <a:tblGrid>
                <a:gridCol w="1831293">
                  <a:extLst>
                    <a:ext uri="{9D8B030D-6E8A-4147-A177-3AD203B41FA5}">
                      <a16:colId xmlns:a16="http://schemas.microsoft.com/office/drawing/2014/main" val="1924059002"/>
                    </a:ext>
                  </a:extLst>
                </a:gridCol>
                <a:gridCol w="746760">
                  <a:extLst>
                    <a:ext uri="{9D8B030D-6E8A-4147-A177-3AD203B41FA5}">
                      <a16:colId xmlns:a16="http://schemas.microsoft.com/office/drawing/2014/main" val="1410880337"/>
                    </a:ext>
                  </a:extLst>
                </a:gridCol>
                <a:gridCol w="896847">
                  <a:extLst>
                    <a:ext uri="{9D8B030D-6E8A-4147-A177-3AD203B41FA5}">
                      <a16:colId xmlns:a16="http://schemas.microsoft.com/office/drawing/2014/main" val="1506985574"/>
                    </a:ext>
                  </a:extLst>
                </a:gridCol>
                <a:gridCol w="896847">
                  <a:extLst>
                    <a:ext uri="{9D8B030D-6E8A-4147-A177-3AD203B41FA5}">
                      <a16:colId xmlns:a16="http://schemas.microsoft.com/office/drawing/2014/main" val="1578374855"/>
                    </a:ext>
                  </a:extLst>
                </a:gridCol>
                <a:gridCol w="896847">
                  <a:extLst>
                    <a:ext uri="{9D8B030D-6E8A-4147-A177-3AD203B41FA5}">
                      <a16:colId xmlns:a16="http://schemas.microsoft.com/office/drawing/2014/main" val="308806829"/>
                    </a:ext>
                  </a:extLst>
                </a:gridCol>
              </a:tblGrid>
              <a:tr h="21336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buNone/>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Language</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Train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Validation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Test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1275741"/>
                  </a:ext>
                </a:extLst>
              </a:tr>
              <a:tr h="213360">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Code Search</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rowSpan="3">
                  <a:txBody>
                    <a:bodyPr/>
                    <a:lstStyle/>
                    <a:p>
                      <a:pPr indent="0" algn="ctr">
                        <a:buNone/>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Java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412,178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23,107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22,176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262577"/>
                  </a:ext>
                </a:extLst>
              </a:tr>
              <a:tr h="213360">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Vulnerability Detection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vMerge="1">
                  <a:txBody>
                    <a:bodyPr/>
                    <a:lstStyle/>
                    <a:p>
                      <a:pPr indent="127000" algn="ctr">
                        <a:buNone/>
                      </a:pP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70,008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7,825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7,135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3591772013"/>
                  </a:ext>
                </a:extLst>
              </a:tr>
              <a:tr h="213360">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Clone Detection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vMerge="1">
                  <a:txBody>
                    <a:bodyPr/>
                    <a:lstStyle/>
                    <a:p>
                      <a:pPr indent="127000" algn="ctr">
                        <a:buNone/>
                      </a:pP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901,058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415,416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415,416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7356057"/>
                  </a:ext>
                </a:extLst>
              </a:tr>
              <a:tr h="213360">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Code Generation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rowSpan="3">
                  <a:txBody>
                    <a:bodyPr/>
                    <a:lstStyle/>
                    <a:p>
                      <a:pPr indent="0" algn="ctr">
                        <a:buNone/>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Python</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50,661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164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32659013"/>
                  </a:ext>
                </a:extLst>
              </a:tr>
              <a:tr h="21336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Code Repair</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vMerge="1">
                  <a:txBody>
                    <a:bodyPr/>
                    <a:lstStyle/>
                    <a:p>
                      <a:pPr indent="127000" algn="ctr">
                        <a:buNone/>
                      </a:pP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461,356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710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4263001442"/>
                  </a:ext>
                </a:extLst>
              </a:tr>
              <a:tr h="213360">
                <a:tc>
                  <a:txBody>
                    <a:bodyPr/>
                    <a:lstStyle/>
                    <a:p>
                      <a:pPr indent="127000" algn="ctr">
                        <a:buNone/>
                      </a:pPr>
                      <a:r>
                        <a:rPr lang="en-US" sz="1400" kern="100">
                          <a:effectLst/>
                          <a:latin typeface="Times New Roman" panose="02020603050405020304" pitchFamily="18" charset="0"/>
                          <a:ea typeface="宋体" panose="02010600030101010101" pitchFamily="2" charset="-122"/>
                          <a:cs typeface="Times New Roman" panose="02020603050405020304" pitchFamily="18" charset="0"/>
                        </a:rPr>
                        <a:t>Code Summarization</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vMerge="1">
                  <a:txBody>
                    <a:bodyPr/>
                    <a:lstStyle/>
                    <a:p>
                      <a:pPr indent="127000" algn="ctr">
                        <a:buNone/>
                      </a:pP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251,820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13,914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US" sz="1400" kern="100" dirty="0">
                          <a:effectLst/>
                          <a:latin typeface="Times New Roman" panose="02020603050405020304" pitchFamily="18" charset="0"/>
                          <a:ea typeface="宋体" panose="02010600030101010101" pitchFamily="2" charset="-122"/>
                          <a:cs typeface="Times New Roman" panose="02020603050405020304" pitchFamily="18" charset="0"/>
                        </a:rPr>
                        <a:t>14,918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7804342"/>
                  </a:ext>
                </a:extLst>
              </a:tr>
            </a:tbl>
          </a:graphicData>
        </a:graphic>
      </p:graphicFrame>
      <p:pic>
        <p:nvPicPr>
          <p:cNvPr id="94" name="音频 93">
            <a:hlinkClick r:id="" action="ppaction://media"/>
            <a:extLst>
              <a:ext uri="{FF2B5EF4-FFF2-40B4-BE49-F238E27FC236}">
                <a16:creationId xmlns:a16="http://schemas.microsoft.com/office/drawing/2014/main" id="{272D347E-28ED-69F9-D125-48472A89102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77913343"/>
      </p:ext>
    </p:extLst>
  </p:cSld>
  <p:clrMapOvr>
    <a:masterClrMapping/>
  </p:clrMapOvr>
  <mc:AlternateContent xmlns:mc="http://schemas.openxmlformats.org/markup-compatibility/2006">
    <mc:Choice xmlns:p14="http://schemas.microsoft.com/office/powerpoint/2010/main" Requires="p14">
      <p:transition spd="slow" p14:dur="2000" advTm="129583"/>
    </mc:Choice>
    <mc:Fallback>
      <p:transition spd="slow" advTm="1295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4"/>
                </p:tgtEl>
              </p:cMediaNode>
            </p:audio>
          </p:childTnLst>
        </p:cTn>
      </p:par>
    </p:tnLst>
  </p:timing>
  <p:extLst>
    <p:ext uri="{3A86A75C-4F4B-4683-9AE1-C65F6400EC91}">
      <p14:laserTraceLst xmlns:p14="http://schemas.microsoft.com/office/powerpoint/2010/main">
        <p14:tracePtLst>
          <p14:tracePt t="196" x="2241550" y="803275"/>
          <p14:tracePt t="1306" x="2228850" y="803275"/>
          <p14:tracePt t="1311" x="2216150" y="803275"/>
          <p14:tracePt t="1319" x="2205038" y="815975"/>
          <p14:tracePt t="1326" x="2192338" y="815975"/>
          <p14:tracePt t="1334" x="2179638" y="815975"/>
          <p14:tracePt t="1342" x="2179638" y="839788"/>
          <p14:tracePt t="1351" x="2143125" y="852488"/>
          <p14:tracePt t="1359" x="2119313" y="865188"/>
          <p14:tracePt t="1367" x="2095500" y="876300"/>
          <p14:tracePt t="1376" x="2082800" y="889000"/>
          <p14:tracePt t="1377" x="2058988" y="912813"/>
          <p14:tracePt t="1385" x="2046288" y="912813"/>
          <p14:tracePt t="1392" x="2009775" y="938213"/>
          <p14:tracePt t="1401" x="1997075" y="950913"/>
          <p14:tracePt t="1409" x="1985963" y="962025"/>
          <p14:tracePt t="1417" x="1973263" y="974725"/>
          <p14:tracePt t="1426" x="1960563" y="987425"/>
          <p14:tracePt t="1439" x="1949450" y="987425"/>
          <p14:tracePt t="1444" x="1936750" y="998538"/>
          <p14:tracePt t="1451" x="1936750" y="1011238"/>
          <p14:tracePt t="1459" x="1924050" y="1023938"/>
          <p14:tracePt t="1467" x="1912938" y="1023938"/>
          <p14:tracePt t="1476" x="1900238" y="1023938"/>
          <p14:tracePt t="1496" x="1900238" y="1035050"/>
          <p14:tracePt t="1514" x="1887538" y="1035050"/>
          <p14:tracePt t="1544" x="1887538" y="1047750"/>
          <p14:tracePt t="1666" x="1876425" y="1047750"/>
          <p14:tracePt t="1677" x="1863725" y="1047750"/>
          <p14:tracePt t="1686" x="1851025" y="1047750"/>
          <p14:tracePt t="1694" x="1839913" y="1060450"/>
          <p14:tracePt t="1706" x="1827213" y="1071563"/>
          <p14:tracePt t="1717" x="1827213" y="1084263"/>
          <p14:tracePt t="1726" x="1814513" y="1084263"/>
          <p14:tracePt t="1751" x="1803400" y="1084263"/>
          <p14:tracePt t="1766" x="1790700" y="1096963"/>
          <p14:tracePt t="1794" x="1790700" y="1108075"/>
          <p14:tracePt t="1806" x="1778000" y="1108075"/>
          <p14:tracePt t="2026" x="1765300" y="1108075"/>
          <p14:tracePt t="2106" x="1754188" y="1108075"/>
          <p14:tracePt t="2134" x="1741488" y="1108075"/>
          <p14:tracePt t="2146" x="1728788" y="1108075"/>
          <p14:tracePt t="2161" x="1717675" y="1108075"/>
          <p14:tracePt t="2171" x="1704975" y="1108075"/>
          <p14:tracePt t="2176" x="1704975" y="1120775"/>
          <p14:tracePt t="2186" x="1692275" y="1120775"/>
          <p14:tracePt t="2204" x="1681163" y="1120775"/>
          <p14:tracePt t="2211" x="1668463" y="1120775"/>
          <p14:tracePt t="2224" x="1655763" y="1120775"/>
          <p14:tracePt t="2226" x="1644650" y="1120775"/>
          <p14:tracePt t="2233" x="1631950" y="1120775"/>
          <p14:tracePt t="2244" x="1619250" y="1120775"/>
          <p14:tracePt t="2250" x="1608138" y="1120775"/>
          <p14:tracePt t="2264" x="1595438" y="1120775"/>
          <p14:tracePt t="2271" x="1582738" y="1120775"/>
          <p14:tracePt t="2279" x="1571625" y="1120775"/>
          <p14:tracePt t="2285" x="1558925" y="1120775"/>
          <p14:tracePt t="2294" x="1546225" y="1120775"/>
          <p14:tracePt t="2306" x="1535113" y="1120775"/>
          <p14:tracePt t="2324" x="1522413" y="1133475"/>
          <p14:tracePt t="2351" x="1509713" y="1133475"/>
          <p14:tracePt t="2371" x="1498600" y="1133475"/>
          <p14:tracePt t="2391" x="1485900" y="1133475"/>
          <p14:tracePt t="2506" x="1498600" y="1133475"/>
          <p14:tracePt t="2517" x="1522413" y="1133475"/>
          <p14:tracePt t="2524" x="1535113" y="1133475"/>
          <p14:tracePt t="2531" x="1558925" y="1133475"/>
          <p14:tracePt t="2537" x="1582738" y="1133475"/>
          <p14:tracePt t="2544" x="1595438" y="1133475"/>
          <p14:tracePt t="2551" x="1608138" y="1133475"/>
          <p14:tracePt t="2559" x="1631950" y="1133475"/>
          <p14:tracePt t="2571" x="1655763" y="1133475"/>
          <p14:tracePt t="2576" x="1668463" y="1133475"/>
          <p14:tracePt t="2586" x="1681163" y="1133475"/>
          <p14:tracePt t="2606" x="1692275" y="1133475"/>
          <p14:tracePt t="2645" x="1704975" y="1133475"/>
          <p14:tracePt t="2651" x="1717675" y="1133475"/>
          <p14:tracePt t="2664" x="1728788" y="1133475"/>
          <p14:tracePt t="2679" x="1741488" y="1133475"/>
          <p14:tracePt t="2704" x="1754188" y="1133475"/>
          <p14:tracePt t="2739" x="1765300" y="1133475"/>
          <p14:tracePt t="2744" x="1778000" y="1133475"/>
          <p14:tracePt t="2749" x="1790700" y="1133475"/>
          <p14:tracePt t="2758" x="1803400" y="1133475"/>
          <p14:tracePt t="2767" x="1814513" y="1133475"/>
          <p14:tracePt t="2786" x="1827213" y="1133475"/>
          <p14:tracePt t="3274" x="1814513" y="1133475"/>
          <p14:tracePt t="3284" x="1803400" y="1133475"/>
          <p14:tracePt t="3291" x="1778000" y="1133475"/>
          <p14:tracePt t="3296" x="1765300" y="1133475"/>
          <p14:tracePt t="3304" x="1754188" y="1133475"/>
          <p14:tracePt t="3311" x="1741488" y="1133475"/>
          <p14:tracePt t="3316" x="1728788" y="1144588"/>
          <p14:tracePt t="3334" x="1717675" y="1144588"/>
          <p14:tracePt t="3344" x="1704975" y="1144588"/>
          <p14:tracePt t="3356" x="1692275" y="1144588"/>
          <p14:tracePt t="3358" x="1681163" y="1144588"/>
          <p14:tracePt t="3365" x="1668463" y="1144588"/>
          <p14:tracePt t="3374" x="1655763" y="1157288"/>
          <p14:tracePt t="3382" x="1644650" y="1157288"/>
          <p14:tracePt t="3390" x="1619250" y="1169988"/>
          <p14:tracePt t="3399" x="1595438" y="1169988"/>
          <p14:tracePt t="3407" x="1571625" y="1169988"/>
          <p14:tracePt t="3431" x="1558925" y="1169988"/>
          <p14:tracePt t="3436" x="1558925" y="1181100"/>
          <p14:tracePt t="3446" x="1546225" y="1181100"/>
          <p14:tracePt t="3459" x="1535113" y="1193800"/>
          <p14:tracePt t="3464" x="1522413" y="1193800"/>
          <p14:tracePt t="3471" x="1509713" y="1193800"/>
          <p14:tracePt t="3476" x="1498600" y="1206500"/>
          <p14:tracePt t="3482" x="1485900" y="1206500"/>
          <p14:tracePt t="3490" x="1473200" y="1206500"/>
          <p14:tracePt t="3499" x="1449388" y="1206500"/>
          <p14:tracePt t="3507" x="1436688" y="1206500"/>
          <p14:tracePt t="3515" x="1436688" y="1217613"/>
          <p14:tracePt t="3524" x="1425575" y="1217613"/>
          <p14:tracePt t="3851" x="1436688" y="1217613"/>
          <p14:tracePt t="3856" x="1449388" y="1217613"/>
          <p14:tracePt t="3864" x="1473200" y="1217613"/>
          <p14:tracePt t="3871" x="1485900" y="1217613"/>
          <p14:tracePt t="3876" x="1509713" y="1206500"/>
          <p14:tracePt t="3884" x="1522413" y="1206500"/>
          <p14:tracePt t="3890" x="1535113" y="1206500"/>
          <p14:tracePt t="3898" x="1558925" y="1206500"/>
          <p14:tracePt t="3907" x="1571625" y="1206500"/>
          <p14:tracePt t="3915" x="1595438" y="1206500"/>
          <p14:tracePt t="3923" x="1619250" y="1206500"/>
          <p14:tracePt t="3931" x="1668463" y="1206500"/>
          <p14:tracePt t="3940" x="1704975" y="1193800"/>
          <p14:tracePt t="3948" x="1754188" y="1193800"/>
          <p14:tracePt t="3956" x="1814513" y="1181100"/>
          <p14:tracePt t="3965" x="1876425" y="1181100"/>
          <p14:tracePt t="3973" x="1912938" y="1181100"/>
          <p14:tracePt t="3982" x="1960563" y="1181100"/>
          <p14:tracePt t="3990" x="1960563" y="1169988"/>
          <p14:tracePt t="3998" x="1973263" y="1169988"/>
          <p14:tracePt t="4014" x="1985963" y="1169988"/>
          <p14:tracePt t="4164" x="1997075" y="1169988"/>
          <p14:tracePt t="4176" x="2009775" y="1169988"/>
          <p14:tracePt t="4184" x="2022475" y="1169988"/>
          <p14:tracePt t="4191" x="2033588" y="1169988"/>
          <p14:tracePt t="4196" x="2046288" y="1169988"/>
          <p14:tracePt t="4207" x="2058988" y="1169988"/>
          <p14:tracePt t="4225" x="2070100" y="1169988"/>
          <p14:tracePt t="4274" x="2082800" y="1169988"/>
          <p14:tracePt t="4284" x="2095500" y="1169988"/>
          <p14:tracePt t="4286" x="2119313" y="1169988"/>
          <p14:tracePt t="4296" x="2132013" y="1169988"/>
          <p14:tracePt t="4298" x="2143125" y="1169988"/>
          <p14:tracePt t="4311" x="2155825" y="1169988"/>
          <p14:tracePt t="4319" x="2168525" y="1169988"/>
          <p14:tracePt t="4339" x="2168525" y="1181100"/>
          <p14:tracePt t="4396" x="2179638" y="1181100"/>
          <p14:tracePt t="8346" x="2168525" y="1181100"/>
          <p14:tracePt t="8351" x="2155825" y="1193800"/>
          <p14:tracePt t="8356" x="2155825" y="1206500"/>
          <p14:tracePt t="8361" x="2132013" y="1206500"/>
          <p14:tracePt t="8369" x="2106613" y="1217613"/>
          <p14:tracePt t="8377" x="2058988" y="1243013"/>
          <p14:tracePt t="8386" x="2009775" y="1279525"/>
          <p14:tracePt t="8387" x="1985963" y="1290638"/>
          <p14:tracePt t="8394" x="1949450" y="1303338"/>
          <p14:tracePt t="8402" x="1900238" y="1339850"/>
          <p14:tracePt t="8411" x="1839913" y="1376363"/>
          <p14:tracePt t="8419" x="1765300" y="1436688"/>
          <p14:tracePt t="8427" x="1692275" y="1485900"/>
          <p14:tracePt t="8436" x="1668463" y="1509713"/>
          <p14:tracePt t="8444" x="1619250" y="1546225"/>
          <p14:tracePt t="8452" x="1571625" y="1571625"/>
          <p14:tracePt t="8461" x="1546225" y="1584325"/>
          <p14:tracePt t="8469" x="1546225" y="1595438"/>
          <p14:tracePt t="8544" x="1535113" y="1595438"/>
          <p14:tracePt t="9079" x="1546225" y="1595438"/>
          <p14:tracePt t="9084" x="1558925" y="1595438"/>
          <p14:tracePt t="9086" x="1571625" y="1595438"/>
          <p14:tracePt t="9099" x="1582738" y="1595438"/>
          <p14:tracePt t="9104" x="1595438" y="1595438"/>
          <p14:tracePt t="9139" x="1608138" y="1595438"/>
          <p14:tracePt t="9159" x="1619250" y="1595438"/>
          <p14:tracePt t="9171" x="1631950" y="1595438"/>
          <p14:tracePt t="9177" x="1644650" y="1584325"/>
          <p14:tracePt t="9184" x="1668463" y="1584325"/>
          <p14:tracePt t="9191" x="1692275" y="1584325"/>
          <p14:tracePt t="9197" x="1704975" y="1584325"/>
          <p14:tracePt t="9204" x="1728788" y="1584325"/>
          <p14:tracePt t="9216" x="1741488" y="1584325"/>
          <p14:tracePt t="9224" x="1754188" y="1584325"/>
          <p14:tracePt t="9226" x="1765300" y="1584325"/>
          <p14:tracePt t="9251" x="1778000" y="1584325"/>
          <p14:tracePt t="9264" x="1790700" y="1584325"/>
          <p14:tracePt t="9276" x="1803400" y="1584325"/>
          <p14:tracePt t="9278" x="1814513" y="1571625"/>
          <p14:tracePt t="9285" x="1827213" y="1571625"/>
          <p14:tracePt t="9293" x="1863725" y="1571625"/>
          <p14:tracePt t="9302" x="1936750" y="1558925"/>
          <p14:tracePt t="9310" x="1973263" y="1558925"/>
          <p14:tracePt t="9318" x="2033588" y="1558925"/>
          <p14:tracePt t="9326" x="2058988" y="1558925"/>
          <p14:tracePt t="9386" x="2070100" y="1558925"/>
          <p14:tracePt t="9391" x="2082800" y="1558925"/>
          <p14:tracePt t="9401" x="2106613" y="1546225"/>
          <p14:tracePt t="9410" x="2143125" y="1546225"/>
          <p14:tracePt t="9418" x="2205038" y="1535113"/>
          <p14:tracePt t="9426" x="2228850" y="1535113"/>
          <p14:tracePt t="9435" x="2241550" y="1535113"/>
          <p14:tracePt t="9443" x="2265363" y="1535113"/>
          <p14:tracePt t="9456" x="2278063" y="1535113"/>
          <p14:tracePt t="9519" x="2289175" y="1535113"/>
          <p14:tracePt t="9539" x="2301875" y="1535113"/>
          <p14:tracePt t="9611" x="2314575" y="1535113"/>
          <p14:tracePt t="9616" x="2325688" y="1535113"/>
          <p14:tracePt t="9618" x="2338388" y="1535113"/>
          <p14:tracePt t="9626" x="2362200" y="1535113"/>
          <p14:tracePt t="9635" x="2387600" y="1535113"/>
          <p14:tracePt t="9643" x="2398713" y="1535113"/>
          <p14:tracePt t="9651" x="2424113" y="1535113"/>
          <p14:tracePt t="9659" x="2460625" y="1535113"/>
          <p14:tracePt t="9684" x="2471738" y="1535113"/>
          <p14:tracePt t="9706" x="2484438" y="1535113"/>
          <p14:tracePt t="9714" x="2497138" y="1535113"/>
          <p14:tracePt t="9719" x="2508250" y="1535113"/>
          <p14:tracePt t="9724" x="2520950" y="1535113"/>
          <p14:tracePt t="9731" x="2533650" y="1535113"/>
          <p14:tracePt t="9736" x="2546350" y="1535113"/>
          <p14:tracePt t="9745" x="2557463" y="1535113"/>
          <p14:tracePt t="9752" x="2570163" y="1535113"/>
          <p14:tracePt t="9759" x="2582863" y="1535113"/>
          <p14:tracePt t="9771" x="2582863" y="1546225"/>
          <p14:tracePt t="9779" x="2593975" y="1546225"/>
          <p14:tracePt t="9811" x="2606675" y="1546225"/>
          <p14:tracePt t="9819" x="2619375" y="1546225"/>
          <p14:tracePt t="9824" x="2630488" y="1546225"/>
          <p14:tracePt t="9826" x="2643188" y="1546225"/>
          <p14:tracePt t="9836" x="2655888" y="1546225"/>
          <p14:tracePt t="9843" x="2667000" y="1546225"/>
          <p14:tracePt t="9851" x="2679700" y="1546225"/>
          <p14:tracePt t="9860" x="2692400" y="1546225"/>
          <p14:tracePt t="9879" x="2703513" y="1546225"/>
          <p14:tracePt t="9911" x="2716213" y="1546225"/>
          <p14:tracePt t="9914" x="2728913" y="1546225"/>
          <p14:tracePt t="9919" x="2740025" y="1546225"/>
          <p14:tracePt t="9926" x="2765425" y="1546225"/>
          <p14:tracePt t="9934" x="2776538" y="1546225"/>
          <p14:tracePt t="9943" x="2801938" y="1546225"/>
          <p14:tracePt t="9951" x="2825750" y="1546225"/>
          <p14:tracePt t="9960" x="2838450" y="1546225"/>
          <p14:tracePt t="10034" x="2849563" y="1546225"/>
          <p14:tracePt t="10044" x="2862263" y="1546225"/>
          <p14:tracePt t="10074" x="2874963" y="1546225"/>
          <p14:tracePt t="10104" x="2886075" y="1546225"/>
          <p14:tracePt t="10116" x="2898775" y="1546225"/>
          <p14:tracePt t="10118" x="2911475" y="1546225"/>
          <p14:tracePt t="10126" x="2947988" y="1546225"/>
          <p14:tracePt t="10134" x="2971800" y="1546225"/>
          <p14:tracePt t="10142" x="3021013" y="1546225"/>
          <p14:tracePt t="10151" x="3068638" y="1546225"/>
          <p14:tracePt t="10152" x="3105150" y="1546225"/>
          <p14:tracePt t="10159" x="3117850" y="1546225"/>
          <p14:tracePt t="10167" x="3214688" y="1546225"/>
          <p14:tracePt t="10176" x="3240088" y="1546225"/>
          <p14:tracePt t="10184" x="3289300" y="1546225"/>
          <p14:tracePt t="10192" x="3362325" y="1546225"/>
          <p14:tracePt t="10201" x="3409950" y="1546225"/>
          <p14:tracePt t="10209" x="3459163" y="1546225"/>
          <p14:tracePt t="10217" x="3495675" y="1546225"/>
          <p14:tracePt t="10226" x="3532188" y="1546225"/>
          <p14:tracePt t="10234" x="3568700" y="1546225"/>
          <p14:tracePt t="10242" x="3617913" y="1546225"/>
          <p14:tracePt t="10251" x="3641725" y="1546225"/>
          <p14:tracePt t="10259" x="3690938" y="1546225"/>
          <p14:tracePt t="10267" x="3702050" y="1546225"/>
          <p14:tracePt t="10276" x="3714750" y="1546225"/>
          <p14:tracePt t="10284" x="3727450" y="1546225"/>
          <p14:tracePt t="10304" x="3738563" y="1546225"/>
          <p14:tracePt t="10324" x="3751263" y="1546225"/>
          <p14:tracePt t="10336" x="3763963" y="1546225"/>
          <p14:tracePt t="10337" x="3775075" y="1546225"/>
          <p14:tracePt t="10346" x="3787775" y="1546225"/>
          <p14:tracePt t="10351" x="3811588" y="1546225"/>
          <p14:tracePt t="10359" x="3824288" y="1546225"/>
          <p14:tracePt t="10367" x="3884613" y="1546225"/>
          <p14:tracePt t="10375" x="3910013" y="1546225"/>
          <p14:tracePt t="10384" x="3933825" y="1546225"/>
          <p14:tracePt t="10384" x="3946525" y="1546225"/>
          <p14:tracePt t="10392" x="3959225" y="1546225"/>
          <p14:tracePt t="10400" x="3970338" y="1546225"/>
          <p14:tracePt t="10419" x="3983038" y="1546225"/>
          <p14:tracePt t="10426" x="3995738" y="1546225"/>
          <p14:tracePt t="10431" x="4006850" y="1546225"/>
          <p14:tracePt t="10439" x="4019550" y="1546225"/>
          <p14:tracePt t="10444" x="4043363" y="1546225"/>
          <p14:tracePt t="10450" x="4056063" y="1546225"/>
          <p14:tracePt t="10459" x="4129088" y="1546225"/>
          <p14:tracePt t="10467" x="4165600" y="1546225"/>
          <p14:tracePt t="10475" x="4178300" y="1546225"/>
          <p14:tracePt t="10484" x="4202113" y="1546225"/>
          <p14:tracePt t="10484" x="4225925" y="1546225"/>
          <p14:tracePt t="10494" x="4238625" y="1546225"/>
          <p14:tracePt t="10500" x="4251325" y="1546225"/>
          <p14:tracePt t="10509" x="4262438" y="1546225"/>
          <p14:tracePt t="10531" x="4275138" y="1546225"/>
          <p14:tracePt t="10539" x="4287838" y="1546225"/>
          <p14:tracePt t="10551" x="4311650" y="1546225"/>
          <p14:tracePt t="10556" x="4324350" y="1546225"/>
          <p14:tracePt t="10558" x="4335463" y="1546225"/>
          <p14:tracePt t="10567" x="4371975" y="1546225"/>
          <p14:tracePt t="10575" x="4408488" y="1546225"/>
          <p14:tracePt t="10584" x="4433888" y="1546225"/>
          <p14:tracePt t="10592" x="4457700" y="1546225"/>
          <p14:tracePt t="10600" x="4481513" y="1546225"/>
          <p14:tracePt t="10609" x="4494213" y="1546225"/>
          <p14:tracePt t="10617" x="4506913" y="1546225"/>
          <p14:tracePt t="10625" x="4518025" y="1546225"/>
          <p14:tracePt t="10633" x="4530725" y="1546225"/>
          <p14:tracePt t="10642" x="4543425" y="1546225"/>
          <p14:tracePt t="10650" x="4554538" y="1546225"/>
          <p14:tracePt t="10659" x="4567238" y="1546225"/>
          <p14:tracePt t="10667" x="4616450" y="1546225"/>
          <p14:tracePt t="10675" x="4627563" y="1546225"/>
          <p14:tracePt t="10684" x="4702175" y="1535113"/>
          <p14:tracePt t="10692" x="4786313" y="1535113"/>
          <p14:tracePt t="10700" x="4848225" y="1535113"/>
          <p14:tracePt t="10708" x="4921250" y="1535113"/>
          <p14:tracePt t="10717" x="5018088" y="1535113"/>
          <p14:tracePt t="10725" x="5091113" y="1535113"/>
          <p14:tracePt t="10733" x="5187950" y="1535113"/>
          <p14:tracePt t="10742" x="5273675" y="1535113"/>
          <p14:tracePt t="10750" x="5370513" y="1535113"/>
          <p14:tracePt t="10758" x="5492750" y="1546225"/>
          <p14:tracePt t="10767" x="5554663" y="1546225"/>
          <p14:tracePt t="10775" x="5565775" y="1546225"/>
          <p14:tracePt t="10783" x="5591175" y="1546225"/>
          <p14:tracePt t="10792" x="5591175" y="1558925"/>
          <p14:tracePt t="10800" x="5602288" y="1558925"/>
          <p14:tracePt t="11251" x="5591175" y="1558925"/>
          <p14:tracePt t="11264" x="5578475" y="1558925"/>
          <p14:tracePt t="11274" x="5565775" y="1558925"/>
          <p14:tracePt t="11279" x="5554663" y="1558925"/>
          <p14:tracePt t="11284" x="5541963" y="1558925"/>
          <p14:tracePt t="11292" x="5529263" y="1558925"/>
          <p14:tracePt t="11300" x="5505450" y="1558925"/>
          <p14:tracePt t="11308" x="5481638" y="1558925"/>
          <p14:tracePt t="11316" x="5468938" y="1558925"/>
          <p14:tracePt t="11324" x="5419725" y="1558925"/>
          <p14:tracePt t="11333" x="5383213" y="1546225"/>
          <p14:tracePt t="11341" x="5322888" y="1546225"/>
          <p14:tracePt t="11350" x="5273675" y="1546225"/>
          <p14:tracePt t="11358" x="5176838" y="1546225"/>
          <p14:tracePt t="11366" x="5164138" y="1546225"/>
          <p14:tracePt t="11374" x="5103813" y="1546225"/>
          <p14:tracePt t="11383" x="5030788" y="1546225"/>
          <p14:tracePt t="11391" x="4945063" y="1546225"/>
          <p14:tracePt t="11400" x="4822825" y="1546225"/>
          <p14:tracePt t="11408" x="4676775" y="1546225"/>
          <p14:tracePt t="11416" x="4591050" y="1558925"/>
          <p14:tracePt t="11424" x="4287838" y="1608138"/>
          <p14:tracePt t="11433" x="4032250" y="1657350"/>
          <p14:tracePt t="11441" x="3775075" y="1693863"/>
          <p14:tracePt t="11449" x="3532188" y="1741488"/>
          <p14:tracePt t="11458" x="3178175" y="1827213"/>
          <p14:tracePt t="11466" x="3068638" y="1839913"/>
          <p14:tracePt t="11474" x="2862263" y="1887538"/>
          <p14:tracePt t="11483" x="2667000" y="1912938"/>
          <p14:tracePt t="11491" x="2533650" y="1924050"/>
          <p14:tracePt t="11499" x="2411413" y="1936750"/>
          <p14:tracePt t="11508" x="2351088" y="1949450"/>
          <p14:tracePt t="11516" x="2325688" y="1949450"/>
          <p14:tracePt t="11524" x="2314575" y="1949450"/>
          <p14:tracePt t="11533" x="2301875" y="1949450"/>
          <p14:tracePt t="11601" x="2289175" y="1949450"/>
          <p14:tracePt t="11651" x="2278063" y="1949450"/>
          <p14:tracePt t="11665" x="2265363" y="1949450"/>
          <p14:tracePt t="11675" x="2252663" y="1949450"/>
          <p14:tracePt t="11684" x="2241550" y="1949450"/>
          <p14:tracePt t="11686" x="2228850" y="1949450"/>
          <p14:tracePt t="11696" x="2216150" y="1949450"/>
          <p14:tracePt t="11699" x="2192338" y="1949450"/>
          <p14:tracePt t="11708" x="2155825" y="1949450"/>
          <p14:tracePt t="11716" x="2143125" y="1949450"/>
          <p14:tracePt t="11724" x="2106613" y="1949450"/>
          <p14:tracePt t="11733" x="2082800" y="1949450"/>
          <p14:tracePt t="11741" x="2058988" y="1949450"/>
          <p14:tracePt t="11749" x="2046288" y="1949450"/>
          <p14:tracePt t="11757" x="2033588" y="1949450"/>
          <p14:tracePt t="11766" x="2009775" y="1949450"/>
          <p14:tracePt t="11775" x="1997075" y="1949450"/>
          <p14:tracePt t="11783" x="1985963" y="1949450"/>
          <p14:tracePt t="11791" x="1973263" y="1949450"/>
          <p14:tracePt t="11799" x="1949450" y="1960563"/>
          <p14:tracePt t="11807" x="1912938" y="1960563"/>
          <p14:tracePt t="11816" x="1887538" y="1960563"/>
          <p14:tracePt t="11824" x="1863725" y="1973263"/>
          <p14:tracePt t="11832" x="1814513" y="1973263"/>
          <p14:tracePt t="11841" x="1803400" y="1973263"/>
          <p14:tracePt t="11849" x="1778000" y="1973263"/>
          <p14:tracePt t="11859" x="1765300" y="1973263"/>
          <p14:tracePt t="11879" x="1754188" y="1973263"/>
          <p14:tracePt t="11886" x="1741488" y="1973263"/>
          <p14:tracePt t="11894" x="1728788" y="1973263"/>
          <p14:tracePt t="11900" x="1717675" y="1973263"/>
          <p14:tracePt t="11906" x="1704975" y="1973263"/>
          <p14:tracePt t="11916" x="1692275" y="1973263"/>
          <p14:tracePt t="11918" x="1681163" y="1973263"/>
          <p14:tracePt t="11925" x="1668463" y="1973263"/>
          <p14:tracePt t="11932" x="1655763" y="1973263"/>
          <p14:tracePt t="11941" x="1644650" y="1973263"/>
          <p14:tracePt t="11949" x="1631950" y="1973263"/>
          <p14:tracePt t="11959" x="1619250" y="1973263"/>
          <p14:tracePt t="12024" x="1608138" y="1973263"/>
          <p14:tracePt t="12026" x="1595438" y="1973263"/>
          <p14:tracePt t="12041" x="1571625" y="1973263"/>
          <p14:tracePt t="12049" x="1546225" y="1973263"/>
          <p14:tracePt t="12058" x="1522413" y="1973263"/>
          <p14:tracePt t="12066" x="1509713" y="1973263"/>
          <p14:tracePt t="12074" x="1498600" y="1973263"/>
          <p14:tracePt t="12082" x="1462088" y="1973263"/>
          <p14:tracePt t="12091" x="1449388" y="1973263"/>
          <p14:tracePt t="12100" x="1436688" y="1973263"/>
          <p14:tracePt t="12107" x="1425575" y="1973263"/>
          <p14:tracePt t="12131" x="1412875" y="1973263"/>
          <p14:tracePt t="12191" x="1400175" y="1973263"/>
          <p14:tracePt t="12511" x="1412875" y="1973263"/>
          <p14:tracePt t="12517" x="1425575" y="1973263"/>
          <p14:tracePt t="12524" x="1449388" y="1973263"/>
          <p14:tracePt t="12531" x="1473200" y="1973263"/>
          <p14:tracePt t="12536" x="1498600" y="1960563"/>
          <p14:tracePt t="12540" x="1522413" y="1949450"/>
          <p14:tracePt t="12548" x="1582738" y="1936750"/>
          <p14:tracePt t="12557" x="1631950" y="1924050"/>
          <p14:tracePt t="12565" x="1692275" y="1912938"/>
          <p14:tracePt t="12573" x="1754188" y="1900238"/>
          <p14:tracePt t="12582" x="1790700" y="1900238"/>
          <p14:tracePt t="12590" x="1827213" y="1900238"/>
          <p14:tracePt t="12598" x="1876425" y="1900238"/>
          <p14:tracePt t="12607" x="1912938" y="1900238"/>
          <p14:tracePt t="12615" x="1936750" y="1900238"/>
          <p14:tracePt t="12623" x="1973263" y="1900238"/>
          <p14:tracePt t="12632" x="2058988" y="1900238"/>
          <p14:tracePt t="12640" x="2106613" y="1900238"/>
          <p14:tracePt t="12648" x="2168525" y="1900238"/>
          <p14:tracePt t="12657" x="2228850" y="1900238"/>
          <p14:tracePt t="12665" x="2338388" y="1900238"/>
          <p14:tracePt t="12673" x="2460625" y="1900238"/>
          <p14:tracePt t="12682" x="2557463" y="1900238"/>
          <p14:tracePt t="12690" x="2619375" y="1900238"/>
          <p14:tracePt t="12698" x="2630488" y="1900238"/>
          <p14:tracePt t="12707" x="2643188" y="1912938"/>
          <p14:tracePt t="12955" x="2655888" y="1912938"/>
          <p14:tracePt t="12965" x="2667000" y="1912938"/>
          <p14:tracePt t="12971" x="2679700" y="1912938"/>
          <p14:tracePt t="12976" x="2692400" y="1912938"/>
          <p14:tracePt t="12982" x="2716213" y="1912938"/>
          <p14:tracePt t="12990" x="2765425" y="1912938"/>
          <p14:tracePt t="12998" x="2849563" y="1912938"/>
          <p14:tracePt t="13006" x="2911475" y="1912938"/>
          <p14:tracePt t="13015" x="2935288" y="1912938"/>
          <p14:tracePt t="13023" x="2971800" y="1912938"/>
          <p14:tracePt t="13031" x="3008313" y="1912938"/>
          <p14:tracePt t="13040" x="3044825" y="1912938"/>
          <p14:tracePt t="13051" x="3057525" y="1912938"/>
          <p14:tracePt t="13071" x="3068638" y="1912938"/>
          <p14:tracePt t="13091" x="3081338" y="1912938"/>
          <p14:tracePt t="13096" x="3094038" y="1912938"/>
          <p14:tracePt t="13098" x="3105150" y="1912938"/>
          <p14:tracePt t="13106" x="3117850" y="1912938"/>
          <p14:tracePt t="13114" x="3130550" y="1912938"/>
          <p14:tracePt t="13123" x="3141663" y="1912938"/>
          <p14:tracePt t="13131" x="3154363" y="1912938"/>
          <p14:tracePt t="13186" x="3167063" y="1912938"/>
          <p14:tracePt t="13196" x="3178175" y="1912938"/>
          <p14:tracePt t="13198" x="3203575" y="1912938"/>
          <p14:tracePt t="13206" x="3214688" y="1912938"/>
          <p14:tracePt t="13215" x="3263900" y="1912938"/>
          <p14:tracePt t="13223" x="3313113" y="1912938"/>
          <p14:tracePt t="13231" x="3336925" y="1912938"/>
          <p14:tracePt t="13239" x="3349625" y="1912938"/>
          <p14:tracePt t="13294" x="3362325" y="1912938"/>
          <p14:tracePt t="13374" x="3373438" y="1912938"/>
          <p14:tracePt t="13394" x="3386138" y="1912938"/>
          <p14:tracePt t="13399" x="3409950" y="1912938"/>
          <p14:tracePt t="13405" x="3422650" y="1912938"/>
          <p14:tracePt t="13411" x="3435350" y="1912938"/>
          <p14:tracePt t="13417" x="3446463" y="1912938"/>
          <p14:tracePt t="13424" x="3459163" y="1912938"/>
          <p14:tracePt t="13431" x="3471863" y="1912938"/>
          <p14:tracePt t="13440" x="3482975" y="1912938"/>
          <p14:tracePt t="13448" x="3508375" y="1912938"/>
          <p14:tracePt t="13456" x="3519488" y="1912938"/>
          <p14:tracePt t="13465" x="3532188" y="1912938"/>
          <p14:tracePt t="13479" x="3544888" y="1912938"/>
          <p14:tracePt t="13486" x="3556000" y="1912938"/>
          <p14:tracePt t="13496" x="3581400" y="1912938"/>
          <p14:tracePt t="13498" x="3592513" y="1912938"/>
          <p14:tracePt t="13506" x="3641725" y="1924050"/>
          <p14:tracePt t="13514" x="3654425" y="1924050"/>
          <p14:tracePt t="13523" x="3727450" y="1924050"/>
          <p14:tracePt t="13531" x="3787775" y="1924050"/>
          <p14:tracePt t="13539" x="3860800" y="1936750"/>
          <p14:tracePt t="13547" x="3897313" y="1936750"/>
          <p14:tracePt t="13556" x="3921125" y="1936750"/>
          <p14:tracePt t="13564" x="3946525" y="1936750"/>
          <p14:tracePt t="13572" x="3970338" y="1936750"/>
          <p14:tracePt t="13606" x="3983038" y="1936750"/>
          <p14:tracePt t="13619" x="3995738" y="1936750"/>
          <p14:tracePt t="13625" x="4006850" y="1936750"/>
          <p14:tracePt t="13631" x="4019550" y="1936750"/>
          <p14:tracePt t="13636" x="4032250" y="1936750"/>
          <p14:tracePt t="13639" x="4043363" y="1936750"/>
          <p14:tracePt t="13647" x="4056063" y="1936750"/>
          <p14:tracePt t="13656" x="4068763" y="1936750"/>
          <p14:tracePt t="13664" x="4079875" y="1936750"/>
          <p14:tracePt t="13672" x="4105275" y="1936750"/>
          <p14:tracePt t="13681" x="4116388" y="1936750"/>
          <p14:tracePt t="13689" x="4141788" y="1936750"/>
          <p14:tracePt t="13697" x="4152900" y="1936750"/>
          <p14:tracePt t="13705" x="4189413" y="1936750"/>
          <p14:tracePt t="13714" x="4214813" y="1936750"/>
          <p14:tracePt t="13722" x="4251325" y="1936750"/>
          <p14:tracePt t="13731" x="4298950" y="1936750"/>
          <p14:tracePt t="13739" x="4360863" y="1936750"/>
          <p14:tracePt t="13747" x="4397375" y="1936750"/>
          <p14:tracePt t="13756" x="4421188" y="1936750"/>
          <p14:tracePt t="13764" x="4445000" y="1936750"/>
          <p14:tracePt t="13772" x="4481513" y="1936750"/>
          <p14:tracePt t="13781" x="4494213" y="1936750"/>
          <p14:tracePt t="13789" x="4518025" y="1936750"/>
          <p14:tracePt t="13797" x="4530725" y="1936750"/>
          <p14:tracePt t="13806" x="4543425" y="1936750"/>
          <p14:tracePt t="13814" x="4567238" y="1936750"/>
          <p14:tracePt t="13822" x="4591050" y="1936750"/>
          <p14:tracePt t="13831" x="4627563" y="1936750"/>
          <p14:tracePt t="13839" x="4665663" y="1936750"/>
          <p14:tracePt t="13840" x="4676775" y="1936750"/>
          <p14:tracePt t="13847" x="4725988" y="1936750"/>
          <p14:tracePt t="13856" x="4738688" y="1936750"/>
          <p14:tracePt t="13864" x="4799013" y="1936750"/>
          <p14:tracePt t="13872" x="4848225" y="1936750"/>
          <p14:tracePt t="13880" x="4884738" y="1936750"/>
          <p14:tracePt t="13889" x="4895850" y="1936750"/>
          <p14:tracePt t="13897" x="4908550" y="1936750"/>
          <p14:tracePt t="16234" x="4908550" y="1924050"/>
          <p14:tracePt t="16794" x="4895850" y="1924050"/>
          <p14:tracePt t="16804" x="4884738" y="1924050"/>
          <p14:tracePt t="16806" x="4872038" y="1924050"/>
          <p14:tracePt t="16814" x="4848225" y="1924050"/>
          <p14:tracePt t="16824" x="4822825" y="1924050"/>
          <p14:tracePt t="16834" x="4811713" y="1924050"/>
          <p14:tracePt t="16845" x="4799013" y="1924050"/>
          <p14:tracePt t="16859" x="4786313" y="1936750"/>
          <p14:tracePt t="16864" x="4775200" y="1936750"/>
          <p14:tracePt t="16869" x="4762500" y="1936750"/>
          <p14:tracePt t="16878" x="4689475" y="1960563"/>
          <p14:tracePt t="16886" x="4603750" y="1985963"/>
          <p14:tracePt t="16894" x="4543425" y="1997075"/>
          <p14:tracePt t="16903" x="4408488" y="2022475"/>
          <p14:tracePt t="16911" x="4287838" y="2033588"/>
          <p14:tracePt t="16919" x="4141788" y="2058988"/>
          <p14:tracePt t="16928" x="4043363" y="2082800"/>
          <p14:tracePt t="16936" x="3946525" y="2106613"/>
          <p14:tracePt t="16944" x="3897313" y="2119313"/>
          <p14:tracePt t="16953" x="3787775" y="2155825"/>
          <p14:tracePt t="16961" x="3714750" y="2179638"/>
          <p14:tracePt t="16969" x="3641725" y="2205038"/>
          <p14:tracePt t="16978" x="3581400" y="2217738"/>
          <p14:tracePt t="16986" x="3519488" y="2228850"/>
          <p14:tracePt t="16994" x="3495675" y="2241550"/>
          <p14:tracePt t="17002" x="3435350" y="2254250"/>
          <p14:tracePt t="17011" x="3362325" y="2278063"/>
          <p14:tracePt t="17019" x="3313113" y="2301875"/>
          <p14:tracePt t="17028" x="3227388" y="2327275"/>
          <p14:tracePt t="17036" x="3190875" y="2338388"/>
          <p14:tracePt t="17044" x="3094038" y="2363788"/>
          <p14:tracePt t="17052" x="2947988" y="2424113"/>
          <p14:tracePt t="17061" x="2849563" y="2460625"/>
          <p14:tracePt t="17069" x="2752725" y="2484438"/>
          <p14:tracePt t="17077" x="2692400" y="2509838"/>
          <p14:tracePt t="17086" x="2619375" y="2533650"/>
          <p14:tracePt t="17094" x="2606675" y="2533650"/>
          <p14:tracePt t="17102" x="2593975" y="2533650"/>
          <p14:tracePt t="17111" x="2570163" y="2533650"/>
          <p14:tracePt t="17119" x="2533650" y="2546350"/>
          <p14:tracePt t="17127" x="2460625" y="2546350"/>
          <p14:tracePt t="17136" x="2411413" y="2557463"/>
          <p14:tracePt t="17144" x="2387600" y="2557463"/>
          <p14:tracePt t="17152" x="2325688" y="2570163"/>
          <p14:tracePt t="17161" x="2301875" y="2570163"/>
          <p14:tracePt t="17169" x="2278063" y="2582863"/>
          <p14:tracePt t="17177" x="2252663" y="2582863"/>
          <p14:tracePt t="17186" x="2192338" y="2593975"/>
          <p14:tracePt t="17194" x="2168525" y="2593975"/>
          <p14:tracePt t="17202" x="2095500" y="2606675"/>
          <p14:tracePt t="17211" x="2046288" y="2606675"/>
          <p14:tracePt t="17219" x="1924050" y="2606675"/>
          <p14:tracePt t="17227" x="1827213" y="2606675"/>
          <p14:tracePt t="17236" x="1790700" y="2606675"/>
          <p14:tracePt t="17244" x="1681163" y="2606675"/>
          <p14:tracePt t="17245" x="1631950" y="2606675"/>
          <p14:tracePt t="17245" x="1582738" y="2606675"/>
          <p14:tracePt t="17252" x="1546225" y="2606675"/>
          <p14:tracePt t="17261" x="1485900" y="2606675"/>
          <p14:tracePt t="17314" x="1509713" y="2606675"/>
          <p14:tracePt t="17319" x="1522413" y="2593975"/>
          <p14:tracePt t="17324" x="1558925" y="2593975"/>
          <p14:tracePt t="17327" x="1582738" y="2593975"/>
          <p14:tracePt t="17336" x="1608138" y="2593975"/>
          <p14:tracePt t="17344" x="1681163" y="2582863"/>
          <p14:tracePt t="17352" x="1765300" y="2582863"/>
          <p14:tracePt t="17361" x="1851025" y="2582863"/>
          <p14:tracePt t="17369" x="1997075" y="2582863"/>
          <p14:tracePt t="17377" x="2179638" y="2582863"/>
          <p14:tracePt t="17385" x="2533650" y="2630488"/>
          <p14:tracePt t="17394" x="2655888" y="2643188"/>
          <p14:tracePt t="17402" x="2911475" y="2679700"/>
          <p14:tracePt t="17411" x="3154363" y="2703513"/>
          <p14:tracePt t="17419" x="3471863" y="2752725"/>
          <p14:tracePt t="17427" x="3641725" y="2765425"/>
          <p14:tracePt t="17435" x="3727450" y="2776538"/>
          <p14:tracePt t="17444" x="3848100" y="2776538"/>
          <p14:tracePt t="17445" x="3946525" y="2789238"/>
          <p14:tracePt t="17452" x="3970338" y="2789238"/>
          <p14:tracePt t="17460" x="4019550" y="2789238"/>
          <p14:tracePt t="17469" x="4056063" y="2789238"/>
          <p14:tracePt t="17477" x="4068763" y="2789238"/>
          <p14:tracePt t="17485" x="4092575" y="2789238"/>
          <p14:tracePt t="17494" x="4116388" y="2789238"/>
          <p14:tracePt t="17502" x="4141788" y="2789238"/>
          <p14:tracePt t="17510" x="4152900" y="2789238"/>
          <p14:tracePt t="17519" x="4202113" y="2789238"/>
          <p14:tracePt t="17527" x="4251325" y="2789238"/>
          <p14:tracePt t="17535" x="4298950" y="2776538"/>
          <p14:tracePt t="17544" x="4324350" y="2776538"/>
          <p14:tracePt t="17552" x="4421188" y="2765425"/>
          <p14:tracePt t="17560" x="4494213" y="2765425"/>
          <p14:tracePt t="17569" x="4554538" y="2765425"/>
          <p14:tracePt t="17577" x="4591050" y="2765425"/>
          <p14:tracePt t="17585" x="4665663" y="2765425"/>
          <p14:tracePt t="17594" x="4725988" y="2765425"/>
          <p14:tracePt t="17602" x="4799013" y="2765425"/>
          <p14:tracePt t="17610" x="4895850" y="2765425"/>
          <p14:tracePt t="17619" x="5005388" y="2765425"/>
          <p14:tracePt t="17627" x="5078413" y="2765425"/>
          <p14:tracePt t="17635" x="5114925" y="2765425"/>
          <p14:tracePt t="17644" x="5187950" y="2765425"/>
          <p14:tracePt t="17652" x="5273675" y="2765425"/>
          <p14:tracePt t="17660" x="5346700" y="2765425"/>
          <p14:tracePt t="17669" x="5383213" y="2765425"/>
          <p14:tracePt t="17677" x="5445125" y="2765425"/>
          <p14:tracePt t="17685" x="5518150" y="2765425"/>
          <p14:tracePt t="17694" x="5578475" y="2765425"/>
          <p14:tracePt t="17702" x="5651500" y="2765425"/>
          <p14:tracePt t="17710" x="5737225" y="2765425"/>
          <p14:tracePt t="17718" x="5810250" y="2765425"/>
          <p14:tracePt t="17727" x="5846763" y="2765425"/>
          <p14:tracePt t="17735" x="5857875" y="2765425"/>
          <p14:tracePt t="17744" x="5883275" y="2765425"/>
          <p14:tracePt t="17752" x="5907088" y="2776538"/>
          <p14:tracePt t="18145" x="5894388" y="2776538"/>
          <p14:tracePt t="18151" x="5883275" y="2776538"/>
          <p14:tracePt t="18159" x="5870575" y="2776538"/>
          <p14:tracePt t="18166" x="5857875" y="2776538"/>
          <p14:tracePt t="18174" x="5857875" y="2765425"/>
          <p14:tracePt t="18184" x="5846763" y="2765425"/>
          <p14:tracePt t="18191" x="5834063" y="2765425"/>
          <p14:tracePt t="18199" x="5821363" y="2765425"/>
          <p14:tracePt t="18266" x="5810250" y="2765425"/>
          <p14:tracePt t="18279" x="5797550" y="2765425"/>
          <p14:tracePt t="18326" x="5784850" y="2765425"/>
          <p14:tracePt t="18331" x="5773738" y="2765425"/>
          <p14:tracePt t="18343" x="5761038" y="2765425"/>
          <p14:tracePt t="18351" x="5724525" y="2765425"/>
          <p14:tracePt t="18359" x="5664200" y="2765425"/>
          <p14:tracePt t="18368" x="5602288" y="2776538"/>
          <p14:tracePt t="18376" x="5554663" y="2801938"/>
          <p14:tracePt t="18393" x="5468938" y="2825750"/>
          <p14:tracePt t="18401" x="5408613" y="2838450"/>
          <p14:tracePt t="18410" x="5334000" y="2862263"/>
          <p14:tracePt t="18418" x="5237163" y="2874963"/>
          <p14:tracePt t="18426" x="5176838" y="2874963"/>
          <p14:tracePt t="18435" x="5140325" y="2887663"/>
          <p14:tracePt t="18443" x="5114925" y="2887663"/>
          <p14:tracePt t="18451" x="5054600" y="2898775"/>
          <p14:tracePt t="18459" x="5005388" y="2898775"/>
          <p14:tracePt t="18468" x="4968875" y="2898775"/>
          <p14:tracePt t="18476" x="4957763" y="2898775"/>
          <p14:tracePt t="18484" x="4932363" y="2898775"/>
          <p14:tracePt t="18493" x="4908550" y="2911475"/>
          <p14:tracePt t="18501" x="4884738" y="2911475"/>
          <p14:tracePt t="18510" x="4859338" y="2911475"/>
          <p14:tracePt t="18518" x="4811713" y="2924175"/>
          <p14:tracePt t="18526" x="4775200" y="2924175"/>
          <p14:tracePt t="18534" x="4749800" y="2924175"/>
          <p14:tracePt t="18543" x="4713288" y="2935288"/>
          <p14:tracePt t="18551" x="4652963" y="2947988"/>
          <p14:tracePt t="18559" x="4591050" y="2971800"/>
          <p14:tracePt t="18568" x="4543425" y="2971800"/>
          <p14:tracePt t="18576" x="4494213" y="2984500"/>
          <p14:tracePt t="18584" x="4470400" y="2997200"/>
          <p14:tracePt t="18593" x="4384675" y="3008313"/>
          <p14:tracePt t="18601" x="4324350" y="3008313"/>
          <p14:tracePt t="18609" x="4275138" y="3008313"/>
          <p14:tracePt t="18617" x="4202113" y="3008313"/>
          <p14:tracePt t="18626" x="4068763" y="3008313"/>
          <p14:tracePt t="18634" x="4019550" y="3008313"/>
          <p14:tracePt t="18643" x="3933825" y="3008313"/>
          <p14:tracePt t="18651" x="3836988" y="3008313"/>
          <p14:tracePt t="18652" x="3800475" y="3008313"/>
          <p14:tracePt t="18659" x="3702050" y="3008313"/>
          <p14:tracePt t="18668" x="3617913" y="3008313"/>
          <p14:tracePt t="18676" x="3508375" y="3008313"/>
          <p14:tracePt t="18684" x="3459163" y="3008313"/>
          <p14:tracePt t="18693" x="3325813" y="3008313"/>
          <p14:tracePt t="18701" x="3252788" y="3008313"/>
          <p14:tracePt t="18709" x="3178175" y="3008313"/>
          <p14:tracePt t="18718" x="3117850" y="3008313"/>
          <p14:tracePt t="18726" x="3057525" y="3008313"/>
          <p14:tracePt t="18734" x="3032125" y="3008313"/>
          <p14:tracePt t="18742" x="3008313" y="3008313"/>
          <p14:tracePt t="18751" x="2984500" y="3008313"/>
          <p14:tracePt t="18752" x="2959100" y="3008313"/>
          <p14:tracePt t="18759" x="2935288" y="3008313"/>
          <p14:tracePt t="18767" x="2922588" y="3008313"/>
          <p14:tracePt t="18776" x="2898775" y="3008313"/>
          <p14:tracePt t="18785" x="2862263" y="3008313"/>
          <p14:tracePt t="18794" x="2838450" y="3008313"/>
          <p14:tracePt t="18801" x="2825750" y="3008313"/>
          <p14:tracePt t="18809" x="2789238" y="3008313"/>
          <p14:tracePt t="18817" x="2740025" y="3008313"/>
          <p14:tracePt t="18826" x="2667000" y="3021013"/>
          <p14:tracePt t="18834" x="2643188" y="3021013"/>
          <p14:tracePt t="18842" x="2606675" y="3021013"/>
          <p14:tracePt t="18851" x="2582863" y="3021013"/>
          <p14:tracePt t="18859" x="2570163" y="3021013"/>
          <p14:tracePt t="18867" x="2546350" y="3021013"/>
          <p14:tracePt t="18876" x="2533650" y="3033713"/>
          <p14:tracePt t="18885" x="2520950" y="3033713"/>
          <p14:tracePt t="19067" x="2508250" y="3033713"/>
          <p14:tracePt t="19071" x="2508250" y="3044825"/>
          <p14:tracePt t="19076" x="2497138" y="3044825"/>
          <p14:tracePt t="19084" x="2471738" y="3044825"/>
          <p14:tracePt t="19094" x="2460625" y="3044825"/>
          <p14:tracePt t="19101" x="2460625" y="3057525"/>
          <p14:tracePt t="19109" x="2447925" y="3057525"/>
          <p14:tracePt t="19117" x="2435225" y="3057525"/>
          <p14:tracePt t="19125" x="2411413" y="3070225"/>
          <p14:tracePt t="19144" x="2398713" y="3070225"/>
          <p14:tracePt t="19151" x="2387600" y="3070225"/>
          <p14:tracePt t="19174" x="2374900" y="3070225"/>
          <p14:tracePt t="19184" x="2362200" y="3070225"/>
          <p14:tracePt t="19204" x="2351088" y="3070225"/>
          <p14:tracePt t="19205" x="2351088" y="3081338"/>
          <p14:tracePt t="19211" x="2338388" y="3081338"/>
          <p14:tracePt t="19219" x="2325688" y="3081338"/>
          <p14:tracePt t="19732" x="2338388" y="3081338"/>
          <p14:tracePt t="19739" x="2351088" y="3081338"/>
          <p14:tracePt t="19744" x="2362200" y="3081338"/>
          <p14:tracePt t="19750" x="2374900" y="3081338"/>
          <p14:tracePt t="19758" x="2387600" y="3081338"/>
          <p14:tracePt t="19767" x="2411413" y="3081338"/>
          <p14:tracePt t="19784" x="2435225" y="3081338"/>
          <p14:tracePt t="19792" x="2460625" y="3081338"/>
          <p14:tracePt t="19800" x="2471738" y="3081338"/>
          <p14:tracePt t="19808" x="2484438" y="3081338"/>
          <p14:tracePt t="19816" x="2508250" y="3081338"/>
          <p14:tracePt t="20585" x="2520950" y="3081338"/>
          <p14:tracePt t="20592" x="2533650" y="3081338"/>
          <p14:tracePt t="20600" x="2546350" y="3081338"/>
          <p14:tracePt t="20604" x="2557463" y="3070225"/>
          <p14:tracePt t="20611" x="2570163" y="3070225"/>
          <p14:tracePt t="20619" x="2582863" y="3057525"/>
          <p14:tracePt t="20625" x="2593975" y="3057525"/>
          <p14:tracePt t="20632" x="2606675" y="3057525"/>
          <p14:tracePt t="20641" x="2619375" y="3057525"/>
          <p14:tracePt t="20889" x="2630488" y="3057525"/>
          <p14:tracePt t="20906" x="2643188" y="3057525"/>
          <p14:tracePt t="20916" x="2655888" y="3057525"/>
          <p14:tracePt t="20925" x="2655888" y="3044825"/>
          <p14:tracePt t="20934" x="2667000" y="3044825"/>
          <p14:tracePt t="20944" x="2679700" y="3044825"/>
          <p14:tracePt t="20972" x="2692400" y="3044825"/>
          <p14:tracePt t="20974" x="2692400" y="3033713"/>
          <p14:tracePt t="20991" x="2703513" y="3033713"/>
          <p14:tracePt t="21000" x="2716213" y="3033713"/>
          <p14:tracePt t="21011" x="2716213" y="3021013"/>
          <p14:tracePt t="21014" x="2728913" y="3021013"/>
          <p14:tracePt t="21639" x="2740025" y="3021013"/>
          <p14:tracePt t="21647" x="2752725" y="3021013"/>
          <p14:tracePt t="21651" x="2765425" y="3021013"/>
          <p14:tracePt t="21658" x="2789238" y="3021013"/>
          <p14:tracePt t="21665" x="2813050" y="3021013"/>
          <p14:tracePt t="21673" x="2849563" y="3021013"/>
          <p14:tracePt t="21681" x="2886075" y="3021013"/>
          <p14:tracePt t="21690" x="2935288" y="3021013"/>
          <p14:tracePt t="21698" x="2995613" y="3021013"/>
          <p14:tracePt t="21706" x="3032125" y="3021013"/>
          <p14:tracePt t="21715" x="3068638" y="3021013"/>
          <p14:tracePt t="21724" x="3094038" y="3021013"/>
          <p14:tracePt t="21731" x="3105150" y="3021013"/>
          <p14:tracePt t="21740" x="3130550" y="3021013"/>
          <p14:tracePt t="21748" x="3141663" y="3021013"/>
          <p14:tracePt t="21764" x="3154363" y="3021013"/>
          <p14:tracePt t="21771" x="3167063" y="3021013"/>
          <p14:tracePt t="21784" x="3178175" y="3021013"/>
          <p14:tracePt t="21785" x="3190875" y="3021013"/>
          <p14:tracePt t="21799" x="3203575" y="3021013"/>
          <p14:tracePt t="21879" x="3214688" y="3021013"/>
          <p14:tracePt t="21887" x="3227388" y="3021013"/>
          <p14:tracePt t="21906" x="3240088" y="3021013"/>
          <p14:tracePt t="21919" x="3252788" y="3021013"/>
          <p14:tracePt t="21939" x="3263900" y="3021013"/>
          <p14:tracePt t="21944" x="3276600" y="3021013"/>
          <p14:tracePt t="21951" x="3289300" y="3021013"/>
          <p14:tracePt t="21971" x="3300413" y="3021013"/>
          <p14:tracePt t="21986" x="3313113" y="3021013"/>
          <p14:tracePt t="22094" x="3313113" y="3033713"/>
          <p14:tracePt t="22124" x="3313113" y="3044825"/>
          <p14:tracePt t="22144" x="3313113" y="3057525"/>
          <p14:tracePt t="22211" x="3325813" y="3057525"/>
          <p14:tracePt t="22215" x="3336925" y="3057525"/>
          <p14:tracePt t="22223" x="3349625" y="3070225"/>
          <p14:tracePt t="22231" x="3373438" y="3070225"/>
          <p14:tracePt t="22239" x="3422650" y="3081338"/>
          <p14:tracePt t="22248" x="3446463" y="3081338"/>
          <p14:tracePt t="22256" x="3459163" y="3081338"/>
          <p14:tracePt t="22264" x="3482975" y="3081338"/>
          <p14:tracePt t="22273" x="3508375" y="3081338"/>
          <p14:tracePt t="22281" x="3519488" y="3094038"/>
          <p14:tracePt t="22289" x="3532188" y="3094038"/>
          <p14:tracePt t="22314" x="3544888" y="3094038"/>
          <p14:tracePt t="22352" x="3544888" y="3106738"/>
          <p14:tracePt t="22544" x="3532188" y="3106738"/>
          <p14:tracePt t="23825" x="3532188" y="3117850"/>
          <p14:tracePt t="23831" x="3544888" y="3117850"/>
          <p14:tracePt t="23834" x="3556000" y="3130550"/>
          <p14:tracePt t="23839" x="3568700" y="3130550"/>
          <p14:tracePt t="23846" x="3605213" y="3143250"/>
          <p14:tracePt t="23854" x="3629025" y="3154363"/>
          <p14:tracePt t="23863" x="3654425" y="3154363"/>
          <p14:tracePt t="23871" x="3702050" y="3154363"/>
          <p14:tracePt t="23879" x="3727450" y="3167063"/>
          <p14:tracePt t="23888" x="3738563" y="3179763"/>
          <p14:tracePt t="23906" x="3738563" y="3190875"/>
          <p14:tracePt t="23911" x="3751263" y="3190875"/>
          <p14:tracePt t="23924" x="3763963" y="3190875"/>
          <p14:tracePt t="23932" x="3775075" y="3190875"/>
          <p14:tracePt t="23939" x="3775075" y="3203575"/>
          <p14:tracePt t="23947" x="3787775" y="3203575"/>
          <p14:tracePt t="23955" x="3800475" y="3216275"/>
          <p14:tracePt t="24164" x="3811588" y="3216275"/>
          <p14:tracePt t="24172" x="3824288" y="3216275"/>
          <p14:tracePt t="24180" x="3836988" y="3216275"/>
          <p14:tracePt t="24607" x="3848100" y="3216275"/>
          <p14:tracePt t="24639" x="3860800" y="3216275"/>
          <p14:tracePt t="24674" x="3873500" y="3216275"/>
          <p14:tracePt t="24679" x="3884613" y="3216275"/>
          <p14:tracePt t="24685" x="3897313" y="3216275"/>
          <p14:tracePt t="24692" x="3910013" y="3216275"/>
          <p14:tracePt t="24699" x="3921125" y="3216275"/>
          <p14:tracePt t="24705" x="3933825" y="3203575"/>
          <p14:tracePt t="24714" x="3946525" y="3203575"/>
          <p14:tracePt t="24732" x="3959225" y="3203575"/>
          <p14:tracePt t="24739" x="3970338" y="3203575"/>
          <p14:tracePt t="24744" x="3983038" y="3203575"/>
          <p14:tracePt t="24752" x="3995738" y="3203575"/>
          <p14:tracePt t="24754" x="4019550" y="3203575"/>
          <p14:tracePt t="24764" x="4032250" y="3203575"/>
          <p14:tracePt t="24770" x="4043363" y="3203575"/>
          <p14:tracePt t="24778" x="4068763" y="3203575"/>
          <p14:tracePt t="24787" x="4079875" y="3203575"/>
          <p14:tracePt t="24795" x="4116388" y="3203575"/>
          <p14:tracePt t="24812" x="4129088" y="3203575"/>
          <p14:tracePt t="24864" x="4141788" y="3203575"/>
          <p14:tracePt t="24874" x="4152900" y="3203575"/>
          <p14:tracePt t="24884" x="4165600" y="3203575"/>
          <p14:tracePt t="24919" x="4152900" y="3203575"/>
          <p14:tracePt t="24924" x="4141788" y="3203575"/>
          <p14:tracePt t="24929" x="4105275" y="3203575"/>
          <p14:tracePt t="24937" x="4056063" y="3216275"/>
          <p14:tracePt t="24945" x="3995738" y="3227388"/>
          <p14:tracePt t="24946" x="3959225" y="3240088"/>
          <p14:tracePt t="24953" x="3933825" y="3240088"/>
          <p14:tracePt t="24962" x="3884613" y="3252788"/>
          <p14:tracePt t="24970" x="3787775" y="3263900"/>
          <p14:tracePt t="24978" x="3702050" y="3276600"/>
          <p14:tracePt t="24987" x="3556000" y="3300413"/>
          <p14:tracePt t="24995" x="3459163" y="3300413"/>
          <p14:tracePt t="25003" x="3409950" y="3313113"/>
          <p14:tracePt t="25011" x="3276600" y="3313113"/>
          <p14:tracePt t="25020" x="3203575" y="3325813"/>
          <p14:tracePt t="25028" x="3130550" y="3325813"/>
          <p14:tracePt t="25037" x="3057525" y="3336925"/>
          <p14:tracePt t="25045" x="2995613" y="3336925"/>
          <p14:tracePt t="25053" x="2935288" y="3336925"/>
          <p14:tracePt t="25062" x="2874963" y="3336925"/>
          <p14:tracePt t="25070" x="2825750" y="3336925"/>
          <p14:tracePt t="25078" x="2789238" y="3336925"/>
          <p14:tracePt t="25086" x="2728913" y="3336925"/>
          <p14:tracePt t="25095" x="2703513" y="3336925"/>
          <p14:tracePt t="25103" x="2667000" y="3336925"/>
          <p14:tracePt t="25112" x="2643188" y="3336925"/>
          <p14:tracePt t="25120" x="2593975" y="3336925"/>
          <p14:tracePt t="25128" x="2557463" y="3336925"/>
          <p14:tracePt t="25136" x="2497138" y="3336925"/>
          <p14:tracePt t="25145" x="2424113" y="3336925"/>
          <p14:tracePt t="25153" x="2387600" y="3336925"/>
          <p14:tracePt t="25161" x="2325688" y="3336925"/>
          <p14:tracePt t="25170" x="2228850" y="3336925"/>
          <p14:tracePt t="25178" x="2143125" y="3336925"/>
          <p14:tracePt t="25187" x="1985963" y="3336925"/>
          <p14:tracePt t="25195" x="1949450" y="3336925"/>
          <p14:tracePt t="25203" x="1839913" y="3336925"/>
          <p14:tracePt t="25211" x="1728788" y="3349625"/>
          <p14:tracePt t="25220" x="1595438" y="3349625"/>
          <p14:tracePt t="25228" x="1498600" y="3362325"/>
          <p14:tracePt t="25236" x="1462088" y="3362325"/>
          <p14:tracePt t="25245" x="1363663" y="3362325"/>
          <p14:tracePt t="25253" x="1316038" y="3362325"/>
          <p14:tracePt t="25261" x="1290638" y="3362325"/>
          <p14:tracePt t="25270" x="1279525" y="3362325"/>
          <p14:tracePt t="25278" x="1254125" y="3362325"/>
          <p14:tracePt t="25286" x="1243013" y="3362325"/>
          <p14:tracePt t="25428" x="1254125" y="3362325"/>
          <p14:tracePt t="25432" x="1266825" y="3362325"/>
          <p14:tracePt t="25436" x="1279525" y="3362325"/>
          <p14:tracePt t="25445" x="1316038" y="3362325"/>
          <p14:tracePt t="25453" x="1376363" y="3362325"/>
          <p14:tracePt t="25461" x="1425575" y="3362325"/>
          <p14:tracePt t="25470" x="1498600" y="3362325"/>
          <p14:tracePt t="25478" x="1619250" y="3362325"/>
          <p14:tracePt t="25486" x="1827213" y="3362325"/>
          <p14:tracePt t="25495" x="1912938" y="3362325"/>
          <p14:tracePt t="25503" x="2046288" y="3362325"/>
          <p14:tracePt t="25511" x="2168525" y="3362325"/>
          <p14:tracePt t="25519" x="2278063" y="3362325"/>
          <p14:tracePt t="25528" x="2301875" y="3362325"/>
          <p14:tracePt t="25536" x="2314575" y="3362325"/>
          <p14:tracePt t="25544" x="2325688" y="3362325"/>
          <p14:tracePt t="25567" x="2338388" y="3362325"/>
          <p14:tracePt t="25572" x="2351088" y="3362325"/>
          <p14:tracePt t="25579" x="2374900" y="3362325"/>
          <p14:tracePt t="25586" x="2424113" y="3362325"/>
          <p14:tracePt t="25594" x="2460625" y="3362325"/>
          <p14:tracePt t="25603" x="2508250" y="3362325"/>
          <p14:tracePt t="25611" x="2593975" y="3362325"/>
          <p14:tracePt t="25619" x="2679700" y="3362325"/>
          <p14:tracePt t="25628" x="2789238" y="3362325"/>
          <p14:tracePt t="25636" x="2825750" y="3362325"/>
          <p14:tracePt t="25644" x="2849563" y="3362325"/>
          <p14:tracePt t="25653" x="2898775" y="3362325"/>
          <p14:tracePt t="25661" x="2911475" y="3362325"/>
          <p14:tracePt t="25669" x="2922588" y="3362325"/>
          <p14:tracePt t="25678" x="2935288" y="3362325"/>
          <p14:tracePt t="25692" x="2947988" y="3362325"/>
          <p14:tracePt t="25695" x="2959100" y="3362325"/>
          <p14:tracePt t="25704" x="2984500" y="3362325"/>
          <p14:tracePt t="25711" x="3008313" y="3362325"/>
          <p14:tracePt t="25719" x="3044825" y="3362325"/>
          <p14:tracePt t="25728" x="3141663" y="3362325"/>
          <p14:tracePt t="25736" x="3190875" y="3362325"/>
          <p14:tracePt t="25744" x="3227388" y="3373438"/>
          <p14:tracePt t="25752" x="3289300" y="3373438"/>
          <p14:tracePt t="25761" x="3325813" y="3373438"/>
          <p14:tracePt t="25769" x="3349625" y="3373438"/>
          <p14:tracePt t="25778" x="3362325" y="3373438"/>
          <p14:tracePt t="25786" x="3398838" y="3373438"/>
          <p14:tracePt t="25795" x="3409950" y="3373438"/>
          <p14:tracePt t="25802" x="3422650" y="3373438"/>
          <p14:tracePt t="25811" x="3435350" y="3373438"/>
          <p14:tracePt t="25819" x="3459163" y="3373438"/>
          <p14:tracePt t="25828" x="3508375" y="3373438"/>
          <p14:tracePt t="25836" x="3532188" y="3373438"/>
          <p14:tracePt t="25872" x="3544888" y="3373438"/>
          <p14:tracePt t="28259" x="3556000" y="3373438"/>
          <p14:tracePt t="28264" x="3592513" y="3373438"/>
          <p14:tracePt t="28267" x="3617913" y="3373438"/>
          <p14:tracePt t="28275" x="3641725" y="3373438"/>
          <p14:tracePt t="28284" x="3787775" y="3373438"/>
          <p14:tracePt t="28292" x="3970338" y="3373438"/>
          <p14:tracePt t="28300" x="4287838" y="3362325"/>
          <p14:tracePt t="28309" x="4518025" y="3336925"/>
          <p14:tracePt t="28317" x="4762500" y="3300413"/>
          <p14:tracePt t="28325" x="4932363" y="3289300"/>
          <p14:tracePt t="28333" x="5078413" y="3276600"/>
          <p14:tracePt t="28342" x="5140325" y="3276600"/>
          <p14:tracePt t="28374" x="5140325" y="3263900"/>
          <p14:tracePt t="28667" x="5151438" y="3263900"/>
          <p14:tracePt t="28672" x="5164138" y="3263900"/>
          <p14:tracePt t="28679" x="5176838" y="3263900"/>
          <p14:tracePt t="28684" x="5187950" y="3263900"/>
          <p14:tracePt t="28691" x="5200650" y="3263900"/>
          <p14:tracePt t="28700" x="5224463" y="3240088"/>
          <p14:tracePt t="28708" x="5249863" y="3227388"/>
          <p14:tracePt t="28716" x="5310188" y="3216275"/>
          <p14:tracePt t="28725" x="5370513" y="3190875"/>
          <p14:tracePt t="28726" x="5395913" y="3190875"/>
          <p14:tracePt t="28733" x="5419725" y="3179763"/>
          <p14:tracePt t="28741" x="5541963" y="3154363"/>
          <p14:tracePt t="28750" x="5688013" y="3094038"/>
          <p14:tracePt t="28758" x="5883275" y="3044825"/>
          <p14:tracePt t="28766" x="6211888" y="2960688"/>
          <p14:tracePt t="28775" x="6394450" y="2911475"/>
          <p14:tracePt t="28783" x="6480175" y="2898775"/>
          <p14:tracePt t="28791" x="6637338" y="2862263"/>
          <p14:tracePt t="28800" x="6796088" y="2801938"/>
          <p14:tracePt t="28808" x="6894513" y="2776538"/>
          <p14:tracePt t="28816" x="6991350" y="2740025"/>
          <p14:tracePt t="28825" x="7064375" y="2728913"/>
          <p14:tracePt t="28833" x="7124700" y="2703513"/>
          <p14:tracePt t="28841" x="7197725" y="2667000"/>
          <p14:tracePt t="28850" x="7234238" y="2643188"/>
          <p14:tracePt t="28858" x="7283450" y="2630488"/>
          <p14:tracePt t="28866" x="7332663" y="2593975"/>
          <p14:tracePt t="28874" x="7356475" y="2582863"/>
          <p14:tracePt t="28883" x="7369175" y="2582863"/>
          <p14:tracePt t="28891" x="7405688" y="2570163"/>
          <p14:tracePt t="28899" x="7442200" y="2557463"/>
          <p14:tracePt t="28908" x="7453313" y="2546350"/>
          <p14:tracePt t="28916" x="7466013" y="2546350"/>
          <p14:tracePt t="28924" x="7489825" y="2533650"/>
          <p14:tracePt t="28933" x="7502525" y="2520950"/>
          <p14:tracePt t="28941" x="7526338" y="2520950"/>
          <p14:tracePt t="28949" x="7539038" y="2509838"/>
          <p14:tracePt t="28958" x="7575550" y="2497138"/>
          <p14:tracePt t="28966" x="7624763" y="2484438"/>
          <p14:tracePt t="28975" x="7685088" y="2460625"/>
          <p14:tracePt t="28983" x="7697788" y="2447925"/>
          <p14:tracePt t="28991" x="7734300" y="2436813"/>
          <p14:tracePt t="28999" x="7758113" y="2424113"/>
          <p14:tracePt t="29139" x="7770813" y="2424113"/>
          <p14:tracePt t="29147" x="7783513" y="2424113"/>
          <p14:tracePt t="29152" x="7794625" y="2436813"/>
          <p14:tracePt t="29158" x="7820025" y="2460625"/>
          <p14:tracePt t="29166" x="7867650" y="2473325"/>
          <p14:tracePt t="29174" x="7893050" y="2484438"/>
          <p14:tracePt t="29183" x="7916863" y="2497138"/>
          <p14:tracePt t="29191" x="7940675" y="2509838"/>
          <p14:tracePt t="29199" x="7966075" y="2520950"/>
          <p14:tracePt t="29208" x="7989888" y="2546350"/>
          <p14:tracePt t="29216" x="8002588" y="2546350"/>
          <p14:tracePt t="29225" x="8013700" y="2557463"/>
          <p14:tracePt t="29225" x="8026400" y="2557463"/>
          <p14:tracePt t="29232" x="8026400" y="2570163"/>
          <p14:tracePt t="29241" x="8039100" y="2570163"/>
          <p14:tracePt t="29252" x="8050213" y="2570163"/>
          <p14:tracePt t="29724" x="8062913" y="2570163"/>
          <p14:tracePt t="29744" x="8075613" y="2570163"/>
          <p14:tracePt t="29752" x="8086725" y="2570163"/>
          <p14:tracePt t="29765" x="8099425" y="2570163"/>
          <p14:tracePt t="29779" x="8112125" y="2570163"/>
          <p14:tracePt t="29812" x="8123238" y="2570163"/>
          <p14:tracePt t="29827" x="8135938" y="2570163"/>
          <p14:tracePt t="29834" x="8148638" y="2570163"/>
          <p14:tracePt t="29859" x="8159750" y="2570163"/>
          <p14:tracePt t="29987" x="8172450" y="2570163"/>
          <p14:tracePt t="29994" x="8172450" y="2557463"/>
          <p14:tracePt t="30007" x="8185150" y="2557463"/>
          <p14:tracePt t="30015" x="8196263" y="2557463"/>
          <p14:tracePt t="30024" x="8208963" y="2557463"/>
          <p14:tracePt t="30047" x="8221663" y="2546350"/>
          <p14:tracePt t="30144" x="8232775" y="2546350"/>
          <p14:tracePt t="30159" x="8232775" y="2533650"/>
          <p14:tracePt t="30175" x="8245475" y="2533650"/>
          <p14:tracePt t="30207" x="8258175" y="2533650"/>
          <p14:tracePt t="32799" x="8270875" y="2533650"/>
          <p14:tracePt t="32806" x="8281988" y="2533650"/>
          <p14:tracePt t="32812" x="8281988" y="2520950"/>
          <p14:tracePt t="32814" x="8294688" y="2520950"/>
          <p14:tracePt t="32824" x="8307388" y="2520950"/>
          <p14:tracePt t="32829" x="8318500" y="2520950"/>
          <p14:tracePt t="32838" x="8331200" y="2520950"/>
          <p14:tracePt t="32846" x="8380413" y="2520950"/>
          <p14:tracePt t="32854" x="8404225" y="2520950"/>
          <p14:tracePt t="32862" x="8428038" y="2520950"/>
          <p14:tracePt t="32871" x="8464550" y="2520950"/>
          <p14:tracePt t="32879" x="8501063" y="2520950"/>
          <p14:tracePt t="32887" x="8574088" y="2520950"/>
          <p14:tracePt t="32896" x="8610600" y="2520950"/>
          <p14:tracePt t="32904" x="8647113" y="2520950"/>
          <p14:tracePt t="32913" x="8709025" y="2520950"/>
          <p14:tracePt t="32921" x="8756650" y="2520950"/>
          <p14:tracePt t="32929" x="8818563" y="2520950"/>
          <p14:tracePt t="32937" x="8842375" y="2520950"/>
          <p14:tracePt t="32946" x="8855075" y="2533650"/>
          <p14:tracePt t="32954" x="8866188" y="2533650"/>
          <p14:tracePt t="32964" x="8878888" y="2533650"/>
          <p14:tracePt t="33372" x="8902700" y="2533650"/>
          <p14:tracePt t="33374" x="8915400" y="2533650"/>
          <p14:tracePt t="33380" x="8951913" y="2533650"/>
          <p14:tracePt t="33387" x="8988425" y="2533650"/>
          <p14:tracePt t="33395" x="9074150" y="2557463"/>
          <p14:tracePt t="33404" x="9123363" y="2557463"/>
          <p14:tracePt t="33412" x="9244013" y="2582863"/>
          <p14:tracePt t="33420" x="9499600" y="2606675"/>
          <p14:tracePt t="33429" x="9707563" y="2643188"/>
          <p14:tracePt t="33437" x="9939338" y="2655888"/>
          <p14:tracePt t="33445" x="10182225" y="2679700"/>
          <p14:tracePt t="33454" x="10414000" y="2692400"/>
          <p14:tracePt t="33462" x="10596563" y="2692400"/>
          <p14:tracePt t="33470" x="10742613" y="2703513"/>
          <p14:tracePt t="33479" x="10839450" y="2703513"/>
          <p14:tracePt t="33487" x="10875963" y="2703513"/>
          <p14:tracePt t="33685" x="10864850" y="2692400"/>
          <p14:tracePt t="33692" x="10864850" y="2679700"/>
          <p14:tracePt t="33695" x="10852150" y="2655888"/>
          <p14:tracePt t="33703" x="10828338" y="2643188"/>
          <p14:tracePt t="33712" x="10802938" y="2593975"/>
          <p14:tracePt t="33713" x="10779125" y="2570163"/>
          <p14:tracePt t="33720" x="10729913" y="2533650"/>
          <p14:tracePt t="33728" x="10706100" y="2484438"/>
          <p14:tracePt t="33737" x="10656888" y="2447925"/>
          <p14:tracePt t="33745" x="10633075" y="2424113"/>
          <p14:tracePt t="33753" x="10609263" y="2400300"/>
          <p14:tracePt t="33762" x="10596563" y="2400300"/>
          <p14:tracePt t="33770" x="10583863" y="2387600"/>
          <p14:tracePt t="33778" x="10572750" y="2374900"/>
          <p14:tracePt t="33804" x="10560050" y="2374900"/>
          <p14:tracePt t="33827" x="10547350" y="2363788"/>
          <p14:tracePt t="33834" x="10536238" y="2363788"/>
          <p14:tracePt t="33847" x="10536238" y="2351088"/>
          <p14:tracePt t="33879" x="10523538" y="2351088"/>
          <p14:tracePt t="33932" x="10510838" y="2351088"/>
          <p14:tracePt t="33944" x="10499725" y="2351088"/>
          <p14:tracePt t="33946" x="10487025" y="2351088"/>
          <p14:tracePt t="33954" x="10474325" y="2351088"/>
          <p14:tracePt t="33961" x="10474325" y="2338388"/>
          <p14:tracePt t="33970" x="10463213" y="2338388"/>
          <p14:tracePt t="33979" x="10450513" y="2338388"/>
          <p14:tracePt t="34204" x="10463213" y="2338388"/>
          <p14:tracePt t="34206" x="10474325" y="2327275"/>
          <p14:tracePt t="34214" x="10499725" y="2327275"/>
          <p14:tracePt t="34219" x="10510838" y="2314575"/>
          <p14:tracePt t="34228" x="10536238" y="2314575"/>
          <p14:tracePt t="34236" x="10560050" y="2314575"/>
          <p14:tracePt t="34244" x="10572750" y="2301875"/>
          <p14:tracePt t="34253" x="10609263" y="2301875"/>
          <p14:tracePt t="34261" x="10645775" y="2290763"/>
          <p14:tracePt t="34269" x="10669588" y="2290763"/>
          <p14:tracePt t="34278" x="10682288" y="2290763"/>
          <p14:tracePt t="34286" x="10693400" y="2290763"/>
          <p14:tracePt t="34294" x="10706100" y="2290763"/>
          <p14:tracePt t="34303" x="10718800" y="2278063"/>
          <p14:tracePt t="34314" x="10729913" y="2278063"/>
          <p14:tracePt t="34387" x="10742613" y="2278063"/>
          <p14:tracePt t="34604" x="10729913" y="2278063"/>
          <p14:tracePt t="34612" x="10718800" y="2278063"/>
          <p14:tracePt t="34614" x="10706100" y="2290763"/>
          <p14:tracePt t="34620" x="10693400" y="2290763"/>
          <p14:tracePt t="34628" x="10669588" y="2290763"/>
          <p14:tracePt t="34636" x="10645775" y="2314575"/>
          <p14:tracePt t="34644" x="10620375" y="2314575"/>
          <p14:tracePt t="34652" x="10583863" y="2327275"/>
          <p14:tracePt t="34661" x="10572750" y="2338388"/>
          <p14:tracePt t="34669" x="10560050" y="2338388"/>
          <p14:tracePt t="34677" x="10560050" y="2351088"/>
          <p14:tracePt t="34686" x="10536238" y="2363788"/>
          <p14:tracePt t="34695" x="10523538" y="2363788"/>
          <p14:tracePt t="34712" x="10510838" y="2363788"/>
          <p14:tracePt t="34714" x="10499725" y="2363788"/>
          <p14:tracePt t="34734" x="10499725" y="2374900"/>
          <p14:tracePt t="34739" x="10487025" y="2374900"/>
          <p14:tracePt t="34745" x="10474325" y="2374900"/>
          <p14:tracePt t="34753" x="10463213" y="2387600"/>
          <p14:tracePt t="34761" x="10450513" y="2387600"/>
          <p14:tracePt t="34769" x="10437813" y="2387600"/>
          <p14:tracePt t="34872" x="10450513" y="2387600"/>
          <p14:tracePt t="34879" x="10474325" y="2387600"/>
          <p14:tracePt t="34884" x="10487025" y="2387600"/>
          <p14:tracePt t="34886" x="10510838" y="2387600"/>
          <p14:tracePt t="34894" x="10536238" y="2387600"/>
          <p14:tracePt t="34902" x="10583863" y="2387600"/>
          <p14:tracePt t="34911" x="10633075" y="2387600"/>
          <p14:tracePt t="34919" x="10682288" y="2387600"/>
          <p14:tracePt t="34920" x="10706100" y="2387600"/>
          <p14:tracePt t="34927" x="10729913" y="2387600"/>
          <p14:tracePt t="34935" x="10766425" y="2387600"/>
          <p14:tracePt t="34944" x="10779125" y="2387600"/>
          <p14:tracePt t="34952" x="10802938" y="2387600"/>
          <p14:tracePt t="34960" x="10839450" y="2387600"/>
          <p14:tracePt t="34972" x="10852150" y="2387600"/>
          <p14:tracePt t="34979" x="10864850" y="2387600"/>
          <p14:tracePt t="34992" x="10875963" y="2387600"/>
          <p14:tracePt t="34994" x="10888663" y="2387600"/>
          <p14:tracePt t="35002" x="10901363" y="2387600"/>
          <p14:tracePt t="35012" x="10912475" y="2387600"/>
          <p14:tracePt t="35019" x="10925175" y="2387600"/>
          <p14:tracePt t="35027" x="10961688" y="2387600"/>
          <p14:tracePt t="35035" x="10985500" y="2387600"/>
          <p14:tracePt t="35044" x="10998200" y="2387600"/>
          <p14:tracePt t="35052" x="11010900" y="2387600"/>
          <p14:tracePt t="35060" x="11034713" y="2387600"/>
          <p14:tracePt t="35069" x="11047413" y="2387600"/>
          <p14:tracePt t="35077" x="11058525" y="2387600"/>
          <p14:tracePt t="35085" x="11071225" y="2387600"/>
          <p14:tracePt t="35094" x="11083925" y="2387600"/>
          <p14:tracePt t="35094" x="11095038" y="2400300"/>
          <p14:tracePt t="35102" x="11107738" y="2400300"/>
          <p14:tracePt t="35110" x="11120438" y="2400300"/>
          <p14:tracePt t="35119" x="11144250" y="2400300"/>
          <p14:tracePt t="35119" x="11156950" y="2411413"/>
          <p14:tracePt t="35127" x="11180763" y="2411413"/>
          <p14:tracePt t="35136" x="11206163" y="2411413"/>
          <p14:tracePt t="35144" x="11217275" y="2411413"/>
          <p14:tracePt t="35152" x="11229975" y="2411413"/>
          <p14:tracePt t="35164" x="11242675" y="2411413"/>
          <p14:tracePt t="35205" x="11253788" y="2411413"/>
          <p14:tracePt t="35212" x="11266488" y="2411413"/>
          <p14:tracePt t="35214" x="11279188" y="2411413"/>
          <p14:tracePt t="35224" x="11303000" y="2411413"/>
          <p14:tracePt t="35232" x="11326813" y="2411413"/>
          <p14:tracePt t="35235" x="11339513" y="2411413"/>
          <p14:tracePt t="35244" x="11363325" y="2411413"/>
          <p14:tracePt t="35252" x="11388725" y="2411413"/>
          <p14:tracePt t="35260" x="11412538" y="2424113"/>
          <p14:tracePt t="35269" x="11449050" y="2424113"/>
          <p14:tracePt t="35277" x="11461750" y="2424113"/>
          <p14:tracePt t="35285" x="11485563" y="2424113"/>
          <p14:tracePt t="35293" x="11498263" y="2424113"/>
          <p14:tracePt t="35302" x="11509375" y="2424113"/>
          <p14:tracePt t="35310" x="11545888" y="2424113"/>
          <p14:tracePt t="35319" x="11545888" y="2436813"/>
          <p14:tracePt t="35327" x="11558588" y="2436813"/>
          <p14:tracePt t="35387" x="11558588" y="2447925"/>
          <p14:tracePt t="35399" x="11545888" y="2447925"/>
          <p14:tracePt t="35404" x="11522075" y="2460625"/>
          <p14:tracePt t="35410" x="11509375" y="2473325"/>
          <p14:tracePt t="35418" x="11449050" y="2497138"/>
          <p14:tracePt t="35427" x="11376025" y="2520950"/>
          <p14:tracePt t="35435" x="11279188" y="2533650"/>
          <p14:tracePt t="35443" x="11217275" y="2557463"/>
          <p14:tracePt t="35452" x="11071225" y="2570163"/>
          <p14:tracePt t="35460" x="10802938" y="2582863"/>
          <p14:tracePt t="35468" x="10609263" y="2593975"/>
          <p14:tracePt t="35477" x="10388600" y="2593975"/>
          <p14:tracePt t="35485" x="10145713" y="2593975"/>
          <p14:tracePt t="35493" x="9877425" y="2593975"/>
          <p14:tracePt t="35501" x="9572625" y="2593975"/>
          <p14:tracePt t="35510" x="9256713" y="2593975"/>
          <p14:tracePt t="35518" x="8928100" y="2619375"/>
          <p14:tracePt t="35527" x="8380413" y="2619375"/>
          <p14:tracePt t="35535" x="8013700" y="2630488"/>
          <p14:tracePt t="35543" x="7856538" y="2630488"/>
          <p14:tracePt t="35552" x="7551738" y="2630488"/>
          <p14:tracePt t="35560" x="7161213" y="2643188"/>
          <p14:tracePt t="35568" x="6978650" y="2643188"/>
          <p14:tracePt t="35577" x="6808788" y="2643188"/>
          <p14:tracePt t="35585" x="6699250" y="2643188"/>
          <p14:tracePt t="35593" x="6626225" y="2643188"/>
          <p14:tracePt t="35601" x="6564313" y="2655888"/>
          <p14:tracePt t="35610" x="6503988" y="2655888"/>
          <p14:tracePt t="35618" x="6443663" y="2655888"/>
          <p14:tracePt t="35626" x="6345238" y="2679700"/>
          <p14:tracePt t="35635" x="6284913" y="2679700"/>
          <p14:tracePt t="35643" x="6248400" y="2692400"/>
          <p14:tracePt t="35652" x="6175375" y="2703513"/>
          <p14:tracePt t="35652" x="6162675" y="2703513"/>
          <p14:tracePt t="35660" x="6126163" y="2716213"/>
          <p14:tracePt t="35668" x="6115050" y="2716213"/>
          <p14:tracePt t="35676" x="6102350" y="2716213"/>
          <p14:tracePt t="35854" x="6115050" y="2716213"/>
          <p14:tracePt t="35864" x="6126163" y="2716213"/>
          <p14:tracePt t="35866" x="6138863" y="2716213"/>
          <p14:tracePt t="35872" x="6151563" y="2716213"/>
          <p14:tracePt t="35876" x="6162675" y="2703513"/>
          <p14:tracePt t="35885" x="6199188" y="2692400"/>
          <p14:tracePt t="35886" x="6224588" y="2692400"/>
          <p14:tracePt t="35893" x="6248400" y="2679700"/>
          <p14:tracePt t="35901" x="6308725" y="2667000"/>
          <p14:tracePt t="35910" x="6357938" y="2667000"/>
          <p14:tracePt t="35918" x="6418263" y="2643188"/>
          <p14:tracePt t="35926" x="6540500" y="2630488"/>
          <p14:tracePt t="35934" x="6613525" y="2619375"/>
          <p14:tracePt t="35943" x="6662738" y="2619375"/>
          <p14:tracePt t="35951" x="6759575" y="2606675"/>
          <p14:tracePt t="35960" x="6942138" y="2606675"/>
          <p14:tracePt t="35968" x="7077075" y="2606675"/>
          <p14:tracePt t="35976" x="7173913" y="2606675"/>
          <p14:tracePt t="35984" x="7270750" y="2606675"/>
          <p14:tracePt t="35993" x="7319963" y="2606675"/>
          <p14:tracePt t="36001" x="7332663" y="2593975"/>
          <p14:tracePt t="36009" x="7343775" y="2593975"/>
          <p14:tracePt t="36099" x="7332663" y="2593975"/>
          <p14:tracePt t="36112" x="7319963" y="2593975"/>
          <p14:tracePt t="36127" x="7307263" y="2593975"/>
          <p14:tracePt t="36135" x="7296150" y="2593975"/>
          <p14:tracePt t="36479" x="7283450" y="2593975"/>
          <p14:tracePt t="36486" x="7270750" y="2606675"/>
          <p14:tracePt t="36493" x="7259638" y="2606675"/>
          <p14:tracePt t="36495" x="7234238" y="2606675"/>
          <p14:tracePt t="36504" x="7223125" y="2606675"/>
          <p14:tracePt t="36509" x="7197725" y="2606675"/>
          <p14:tracePt t="36518" x="7173913" y="2606675"/>
          <p14:tracePt t="36526" x="7150100" y="2606675"/>
          <p14:tracePt t="36534" x="7124700" y="2606675"/>
          <p14:tracePt t="36547" x="7113588" y="2606675"/>
          <p14:tracePt t="36599" x="7100888" y="2606675"/>
          <p14:tracePt t="36619" x="7088188" y="2606675"/>
          <p14:tracePt t="36684" x="7077075" y="2606675"/>
          <p14:tracePt t="36686" x="7064375" y="2606675"/>
          <p14:tracePt t="36694" x="7040563" y="2606675"/>
          <p14:tracePt t="36704" x="7015163" y="2606675"/>
          <p14:tracePt t="36712" x="7004050" y="2606675"/>
          <p14:tracePt t="36717" x="6991350" y="2606675"/>
          <p14:tracePt t="36726" x="6978650" y="2606675"/>
          <p14:tracePt t="36734" x="6967538" y="2606675"/>
          <p14:tracePt t="36785" x="6954838" y="2606675"/>
          <p14:tracePt t="36799" x="6942138" y="2606675"/>
          <p14:tracePt t="36804" x="6931025" y="2606675"/>
          <p14:tracePt t="36812" x="6905625" y="2606675"/>
          <p14:tracePt t="36817" x="6894513" y="2606675"/>
          <p14:tracePt t="36825" x="6881813" y="2593975"/>
          <p14:tracePt t="36834" x="6869113" y="2593975"/>
          <p14:tracePt t="36842" x="6845300" y="2593975"/>
          <p14:tracePt t="36850" x="6832600" y="2593975"/>
          <p14:tracePt t="36859" x="6796088" y="2593975"/>
          <p14:tracePt t="36867" x="6772275" y="2593975"/>
          <p14:tracePt t="36875" x="6759575" y="2593975"/>
          <p14:tracePt t="36884" x="6746875" y="2593975"/>
          <p14:tracePt t="36892" x="6735763" y="2593975"/>
          <p14:tracePt t="36900" x="6710363" y="2593975"/>
          <p14:tracePt t="36909" x="6699250" y="2593975"/>
          <p14:tracePt t="36917" x="6673850" y="2593975"/>
          <p14:tracePt t="36925" x="6662738" y="2593975"/>
          <p14:tracePt t="36933" x="6650038" y="2593975"/>
          <p14:tracePt t="36944" x="6637338" y="2593975"/>
          <p14:tracePt t="36952" x="6626225" y="2593975"/>
          <p14:tracePt t="37047" x="6613525" y="2593975"/>
          <p14:tracePt t="37414" x="6600825" y="2593975"/>
          <p14:tracePt t="37444" x="6600825" y="2606675"/>
          <p14:tracePt t="37452" x="6589713" y="2606675"/>
          <p14:tracePt t="37474" x="6589713" y="2619375"/>
          <p14:tracePt t="37484" x="6589713" y="2630488"/>
          <p14:tracePt t="37486" x="6577013" y="2630488"/>
          <p14:tracePt t="37492" x="6577013" y="2643188"/>
          <p14:tracePt t="37500" x="6564313" y="2643188"/>
          <p14:tracePt t="37508" x="6564313" y="2655888"/>
          <p14:tracePt t="37516" x="6553200" y="2667000"/>
          <p14:tracePt t="37532" x="6540500" y="2679700"/>
          <p14:tracePt t="37544" x="6540500" y="2692400"/>
          <p14:tracePt t="37552" x="6527800" y="2703513"/>
          <p14:tracePt t="37574" x="6527800" y="2716213"/>
          <p14:tracePt t="37587" x="6516688" y="2728913"/>
          <p14:tracePt t="37604" x="6503988" y="2740025"/>
          <p14:tracePt t="37619" x="6503988" y="2752725"/>
          <p14:tracePt t="37624" x="6491288" y="2765425"/>
          <p14:tracePt t="37639" x="6491288" y="2776538"/>
          <p14:tracePt t="37647" x="6480175" y="2776538"/>
          <p14:tracePt t="37652" x="6480175" y="2789238"/>
          <p14:tracePt t="37659" x="6467475" y="2789238"/>
          <p14:tracePt t="37666" x="6467475" y="2801938"/>
          <p14:tracePt t="37674" x="6467475" y="2825750"/>
          <p14:tracePt t="37687" x="6454775" y="2838450"/>
          <p14:tracePt t="37694" x="6454775" y="2851150"/>
          <p14:tracePt t="37704" x="6443663" y="2851150"/>
          <p14:tracePt t="37719" x="6443663" y="2862263"/>
          <p14:tracePt t="37732" x="6443663" y="2874963"/>
          <p14:tracePt t="37752" x="6443663" y="2887663"/>
          <p14:tracePt t="37764" x="6430963" y="2887663"/>
          <p14:tracePt t="37766" x="6430963" y="2898775"/>
          <p14:tracePt t="37774" x="6430963" y="2911475"/>
          <p14:tracePt t="37783" x="6418263" y="2911475"/>
          <p14:tracePt t="37791" x="6418263" y="2924175"/>
          <p14:tracePt t="37799" x="6418263" y="2947988"/>
          <p14:tracePt t="37808" x="6418263" y="2960688"/>
          <p14:tracePt t="37816" x="6407150" y="2971800"/>
          <p14:tracePt t="37824" x="6407150" y="2984500"/>
          <p14:tracePt t="37833" x="6407150" y="2997200"/>
          <p14:tracePt t="37841" x="6407150" y="3008313"/>
          <p14:tracePt t="37849" x="6407150" y="3021013"/>
          <p14:tracePt t="37858" x="6407150" y="3033713"/>
          <p14:tracePt t="37866" x="6407150" y="3057525"/>
          <p14:tracePt t="37875" x="6407150" y="3070225"/>
          <p14:tracePt t="37883" x="6407150" y="3081338"/>
          <p14:tracePt t="37891" x="6407150" y="3094038"/>
          <p14:tracePt t="37899" x="6407150" y="3117850"/>
          <p14:tracePt t="37908" x="6407150" y="3143250"/>
          <p14:tracePt t="37916" x="6407150" y="3154363"/>
          <p14:tracePt t="37924" x="6407150" y="3167063"/>
          <p14:tracePt t="37933" x="6407150" y="3190875"/>
          <p14:tracePt t="37941" x="6407150" y="3203575"/>
          <p14:tracePt t="37949" x="6407150" y="3216275"/>
          <p14:tracePt t="37958" x="6407150" y="3240088"/>
          <p14:tracePt t="37966" x="6407150" y="3252788"/>
          <p14:tracePt t="37974" x="6407150" y="3263900"/>
          <p14:tracePt t="37983" x="6407150" y="3276600"/>
          <p14:tracePt t="37991" x="6407150" y="3300413"/>
          <p14:tracePt t="38000" x="6407150" y="3313113"/>
          <p14:tracePt t="38008" x="6407150" y="3325813"/>
          <p14:tracePt t="38016" x="6407150" y="3336925"/>
          <p14:tracePt t="38024" x="6407150" y="3349625"/>
          <p14:tracePt t="38033" x="6407150" y="3362325"/>
          <p14:tracePt t="38041" x="6407150" y="3386138"/>
          <p14:tracePt t="38054" x="6407150" y="3398838"/>
          <p14:tracePt t="38059" x="6407150" y="3409950"/>
          <p14:tracePt t="38067" x="6418263" y="3422650"/>
          <p14:tracePt t="38075" x="6418263" y="3435350"/>
          <p14:tracePt t="38083" x="6418263" y="3448050"/>
          <p14:tracePt t="38091" x="6418263" y="3459163"/>
          <p14:tracePt t="38099" x="6430963" y="3471863"/>
          <p14:tracePt t="38107" x="6430963" y="3508375"/>
          <p14:tracePt t="38122" x="6430963" y="3521075"/>
          <p14:tracePt t="38124" x="6430963" y="3532188"/>
          <p14:tracePt t="38132" x="6443663" y="3544888"/>
          <p14:tracePt t="38141" x="6454775" y="3557588"/>
          <p14:tracePt t="38149" x="6454775" y="3568700"/>
          <p14:tracePt t="38157" x="6467475" y="3594100"/>
          <p14:tracePt t="38166" x="6480175" y="3605213"/>
          <p14:tracePt t="38174" x="6480175" y="3617913"/>
          <p14:tracePt t="38182" x="6491288" y="3630613"/>
          <p14:tracePt t="38191" x="6503988" y="3641725"/>
          <p14:tracePt t="38199" x="6516688" y="3667125"/>
          <p14:tracePt t="38207" x="6527800" y="3678238"/>
          <p14:tracePt t="38216" x="6540500" y="3690938"/>
          <p14:tracePt t="38225" x="6540500" y="3703638"/>
          <p14:tracePt t="38233" x="6553200" y="3703638"/>
          <p14:tracePt t="38241" x="6564313" y="3714750"/>
          <p14:tracePt t="38249" x="6577013" y="3727450"/>
          <p14:tracePt t="38264" x="6589713" y="3727450"/>
          <p14:tracePt t="38266" x="6589713" y="3740150"/>
          <p14:tracePt t="38275" x="6600825" y="3740150"/>
          <p14:tracePt t="38282" x="6600825" y="3751263"/>
          <p14:tracePt t="38294" x="6613525" y="3751263"/>
          <p14:tracePt t="38300" x="6626225" y="3763963"/>
          <p14:tracePt t="38307" x="6637338" y="3776663"/>
          <p14:tracePt t="38319" x="6650038" y="3787775"/>
          <p14:tracePt t="38324" x="6662738" y="3787775"/>
          <p14:tracePt t="38333" x="6673850" y="3787775"/>
          <p14:tracePt t="38341" x="6686550" y="3813175"/>
          <p14:tracePt t="38349" x="6699250" y="3813175"/>
          <p14:tracePt t="38357" x="6710363" y="3813175"/>
          <p14:tracePt t="38366" x="6723063" y="3824288"/>
          <p14:tracePt t="38379" x="6735763" y="3824288"/>
          <p14:tracePt t="38387" x="6746875" y="3824288"/>
          <p14:tracePt t="38394" x="6759575" y="3824288"/>
          <p14:tracePt t="38404" x="6772275" y="3824288"/>
          <p14:tracePt t="38412" x="6783388" y="3824288"/>
          <p14:tracePt t="38427" x="6796088" y="3824288"/>
          <p14:tracePt t="38433" x="6808788" y="3836988"/>
          <p14:tracePt t="38439" x="6821488" y="3836988"/>
          <p14:tracePt t="38445" x="6832600" y="3836988"/>
          <p14:tracePt t="38454" x="6845300" y="3836988"/>
          <p14:tracePt t="38464" x="6858000" y="3836988"/>
          <p14:tracePt t="38466" x="6869113" y="3836988"/>
          <p14:tracePt t="38479" x="6881813" y="3836988"/>
          <p14:tracePt t="38487" x="6894513" y="3836988"/>
          <p14:tracePt t="38499" x="6905625" y="3836988"/>
          <p14:tracePt t="38504" x="6905625" y="3824288"/>
          <p14:tracePt t="38512" x="6918325" y="3824288"/>
          <p14:tracePt t="38515" x="6931025" y="3824288"/>
          <p14:tracePt t="38524" x="6931025" y="3813175"/>
          <p14:tracePt t="38532" x="6942138" y="3813175"/>
          <p14:tracePt t="38540" x="6967538" y="3787775"/>
          <p14:tracePt t="38549" x="6991350" y="3776663"/>
          <p14:tracePt t="38557" x="7015163" y="3763963"/>
          <p14:tracePt t="38565" x="7040563" y="3751263"/>
          <p14:tracePt t="38574" x="7040563" y="3740150"/>
          <p14:tracePt t="38582" x="7051675" y="3727450"/>
          <p14:tracePt t="38590" x="7064375" y="3714750"/>
          <p14:tracePt t="38599" x="7064375" y="3703638"/>
          <p14:tracePt t="38607" x="7064375" y="3667125"/>
          <p14:tracePt t="38615" x="7077075" y="3641725"/>
          <p14:tracePt t="38624" x="7088188" y="3617913"/>
          <p14:tracePt t="38625" x="7100888" y="3581400"/>
          <p14:tracePt t="38633" x="7100888" y="3557588"/>
          <p14:tracePt t="38640" x="7113588" y="3521075"/>
          <p14:tracePt t="38649" x="7113588" y="3471863"/>
          <p14:tracePt t="38657" x="7113588" y="3448050"/>
          <p14:tracePt t="38665" x="7124700" y="3409950"/>
          <p14:tracePt t="38674" x="7124700" y="3386138"/>
          <p14:tracePt t="38682" x="7137400" y="3349625"/>
          <p14:tracePt t="38690" x="7137400" y="3336925"/>
          <p14:tracePt t="38699" x="7137400" y="3313113"/>
          <p14:tracePt t="38707" x="7150100" y="3276600"/>
          <p14:tracePt t="38715" x="7150100" y="3263900"/>
          <p14:tracePt t="38724" x="7150100" y="3252788"/>
          <p14:tracePt t="38732" x="7150100" y="3240088"/>
          <p14:tracePt t="38740" x="7150100" y="3203575"/>
          <p14:tracePt t="38749" x="7150100" y="3167063"/>
          <p14:tracePt t="38757" x="7150100" y="3143250"/>
          <p14:tracePt t="38765" x="7150100" y="3106738"/>
          <p14:tracePt t="38774" x="7150100" y="3070225"/>
          <p14:tracePt t="38782" x="7150100" y="3033713"/>
          <p14:tracePt t="38790" x="7150100" y="3008313"/>
          <p14:tracePt t="38798" x="7150100" y="2984500"/>
          <p14:tracePt t="38807" x="7137400" y="2947988"/>
          <p14:tracePt t="38815" x="7137400" y="2924175"/>
          <p14:tracePt t="38824" x="7137400" y="2911475"/>
          <p14:tracePt t="38832" x="7137400" y="2898775"/>
          <p14:tracePt t="38840" x="7124700" y="2874963"/>
          <p14:tracePt t="38849" x="7113588" y="2862263"/>
          <p14:tracePt t="38857" x="7113588" y="2825750"/>
          <p14:tracePt t="38865" x="7113588" y="2814638"/>
          <p14:tracePt t="38874" x="7088188" y="2776538"/>
          <p14:tracePt t="38882" x="7077075" y="2752725"/>
          <p14:tracePt t="38890" x="7064375" y="2728913"/>
          <p14:tracePt t="38898" x="7051675" y="2716213"/>
          <p14:tracePt t="38907" x="7040563" y="2692400"/>
          <p14:tracePt t="38915" x="7040563" y="2679700"/>
          <p14:tracePt t="38923" x="7027863" y="2667000"/>
          <p14:tracePt t="38932" x="7027863" y="2655888"/>
          <p14:tracePt t="38940" x="7015163" y="2655888"/>
          <p14:tracePt t="38948" x="7004050" y="2643188"/>
          <p14:tracePt t="38957" x="7004050" y="2630488"/>
          <p14:tracePt t="38965" x="7004050" y="2619375"/>
          <p14:tracePt t="38973" x="6991350" y="2619375"/>
          <p14:tracePt t="38982" x="6978650" y="2606675"/>
          <p14:tracePt t="38990" x="6967538" y="2593975"/>
          <p14:tracePt t="38998" x="6954838" y="2593975"/>
          <p14:tracePt t="39007" x="6931025" y="2570163"/>
          <p14:tracePt t="39015" x="6918325" y="2557463"/>
          <p14:tracePt t="39023" x="6905625" y="2557463"/>
          <p14:tracePt t="39032" x="6894513" y="2546350"/>
          <p14:tracePt t="39040" x="6869113" y="2533650"/>
          <p14:tracePt t="39048" x="6858000" y="2533650"/>
          <p14:tracePt t="39057" x="6845300" y="2520950"/>
          <p14:tracePt t="39065" x="6832600" y="2509838"/>
          <p14:tracePt t="39073" x="6821488" y="2509838"/>
          <p14:tracePt t="39082" x="6808788" y="2509838"/>
          <p14:tracePt t="39090" x="6796088" y="2497138"/>
          <p14:tracePt t="39099" x="6783388" y="2497138"/>
          <p14:tracePt t="39108" x="6772275" y="2497138"/>
          <p14:tracePt t="39115" x="6759575" y="2497138"/>
          <p14:tracePt t="39123" x="6735763" y="2497138"/>
          <p14:tracePt t="39131" x="6723063" y="2497138"/>
          <p14:tracePt t="39140" x="6673850" y="2484438"/>
          <p14:tracePt t="39148" x="6650038" y="2484438"/>
          <p14:tracePt t="39156" x="6600825" y="2473325"/>
          <p14:tracePt t="39165" x="6577013" y="2473325"/>
          <p14:tracePt t="39173" x="6553200" y="2473325"/>
          <p14:tracePt t="39181" x="6540500" y="2473325"/>
          <p14:tracePt t="39190" x="6516688" y="2460625"/>
          <p14:tracePt t="39198" x="6503988" y="2460625"/>
          <p14:tracePt t="39206" x="6491288" y="2460625"/>
          <p14:tracePt t="39215" x="6480175" y="2460625"/>
          <p14:tracePt t="39232" x="6467475" y="2460625"/>
          <p14:tracePt t="39239" x="6454775" y="2460625"/>
          <p14:tracePt t="39247" x="6443663" y="2460625"/>
          <p14:tracePt t="39274" x="6430963" y="2460625"/>
          <p14:tracePt t="39287" x="6418263" y="2460625"/>
          <p14:tracePt t="39324" x="6407150" y="2460625"/>
          <p14:tracePt t="39334" x="6394450" y="2460625"/>
          <p14:tracePt t="39344" x="6381750" y="2473325"/>
          <p14:tracePt t="39352" x="6370638" y="2473325"/>
          <p14:tracePt t="39354" x="6370638" y="2484438"/>
          <p14:tracePt t="39359" x="6357938" y="2484438"/>
          <p14:tracePt t="39365" x="6345238" y="2484438"/>
          <p14:tracePt t="39374" x="6334125" y="2484438"/>
          <p14:tracePt t="39385" x="6334125" y="2497138"/>
          <p14:tracePt t="39392" x="6321425" y="2497138"/>
          <p14:tracePt t="39399" x="6308725" y="2509838"/>
          <p14:tracePt t="39412" x="6297613" y="2509838"/>
          <p14:tracePt t="39424" x="6297613" y="2520950"/>
          <p14:tracePt t="39433" x="6284913" y="2533650"/>
          <p14:tracePt t="39439" x="6272213" y="2533650"/>
          <p14:tracePt t="39444" x="6272213" y="2546350"/>
          <p14:tracePt t="39452" x="6272213" y="2557463"/>
          <p14:tracePt t="39456" x="6261100" y="2570163"/>
          <p14:tracePt t="39467" x="6261100" y="2582863"/>
          <p14:tracePt t="39473" x="6248400" y="2593975"/>
          <p14:tracePt t="39484" x="6235700" y="2606675"/>
          <p14:tracePt t="39492" x="6235700" y="2619375"/>
          <p14:tracePt t="39498" x="6235700" y="2630488"/>
          <p14:tracePt t="39506" x="6235700" y="2655888"/>
          <p14:tracePt t="39514" x="6224588" y="2679700"/>
          <p14:tracePt t="39523" x="6224588" y="2692400"/>
          <p14:tracePt t="39531" x="6211888" y="2703513"/>
          <p14:tracePt t="39539" x="6199188" y="2728913"/>
          <p14:tracePt t="39548" x="6199188" y="2740025"/>
          <p14:tracePt t="39556" x="6199188" y="2776538"/>
          <p14:tracePt t="39564" x="6199188" y="2801938"/>
          <p14:tracePt t="39573" x="6199188" y="2825750"/>
          <p14:tracePt t="39581" x="6199188" y="2874963"/>
          <p14:tracePt t="39589" x="6199188" y="2911475"/>
          <p14:tracePt t="39598" x="6199188" y="2960688"/>
          <p14:tracePt t="39606" x="6199188" y="3033713"/>
          <p14:tracePt t="39614" x="6199188" y="3057525"/>
          <p14:tracePt t="39623" x="6199188" y="3106738"/>
          <p14:tracePt t="39631" x="6199188" y="3130550"/>
          <p14:tracePt t="39639" x="6211888" y="3167063"/>
          <p14:tracePt t="39648" x="6211888" y="3216275"/>
          <p14:tracePt t="39656" x="6211888" y="3252788"/>
          <p14:tracePt t="39664" x="6211888" y="3263900"/>
          <p14:tracePt t="39673" x="6224588" y="3325813"/>
          <p14:tracePt t="39681" x="6248400" y="3349625"/>
          <p14:tracePt t="39689" x="6261100" y="3398838"/>
          <p14:tracePt t="39698" x="6272213" y="3422650"/>
          <p14:tracePt t="39706" x="6308725" y="3484563"/>
          <p14:tracePt t="39714" x="6321425" y="3508375"/>
          <p14:tracePt t="39723" x="6334125" y="3532188"/>
          <p14:tracePt t="39731" x="6345238" y="3557588"/>
          <p14:tracePt t="39739" x="6357938" y="3594100"/>
          <p14:tracePt t="39748" x="6381750" y="3641725"/>
          <p14:tracePt t="39756" x="6394450" y="3654425"/>
          <p14:tracePt t="39764" x="6394450" y="3667125"/>
          <p14:tracePt t="39773" x="6430963" y="3714750"/>
          <p14:tracePt t="39781" x="6443663" y="3740150"/>
          <p14:tracePt t="39789" x="6467475" y="3776663"/>
          <p14:tracePt t="39797" x="6503988" y="3813175"/>
          <p14:tracePt t="39806" x="6527800" y="3849688"/>
          <p14:tracePt t="39814" x="6540500" y="3873500"/>
          <p14:tracePt t="39822" x="6564313" y="3873500"/>
          <p14:tracePt t="39831" x="6589713" y="3910013"/>
          <p14:tracePt t="39839" x="6613525" y="3933825"/>
          <p14:tracePt t="39847" x="6637338" y="3959225"/>
          <p14:tracePt t="39856" x="6662738" y="3983038"/>
          <p14:tracePt t="39864" x="6686550" y="3995738"/>
          <p14:tracePt t="39872" x="6723063" y="4006850"/>
          <p14:tracePt t="39881" x="6746875" y="4032250"/>
          <p14:tracePt t="39889" x="6783388" y="4043363"/>
          <p14:tracePt t="39897" x="6808788" y="4056063"/>
          <p14:tracePt t="39906" x="6845300" y="4068763"/>
          <p14:tracePt t="39914" x="6858000" y="4081463"/>
          <p14:tracePt t="39922" x="6894513" y="4081463"/>
          <p14:tracePt t="39931" x="6905625" y="4081463"/>
          <p14:tracePt t="39939" x="6931025" y="4092575"/>
          <p14:tracePt t="39947" x="6967538" y="4092575"/>
          <p14:tracePt t="39956" x="6991350" y="4092575"/>
          <p14:tracePt t="39964" x="7004050" y="4092575"/>
          <p14:tracePt t="39972" x="7040563" y="4092575"/>
          <p14:tracePt t="39981" x="7064375" y="4092575"/>
          <p14:tracePt t="39989" x="7088188" y="4081463"/>
          <p14:tracePt t="39997" x="7100888" y="4068763"/>
          <p14:tracePt t="40006" x="7150100" y="4032250"/>
          <p14:tracePt t="40014" x="7173913" y="4019550"/>
          <p14:tracePt t="40022" x="7223125" y="3970338"/>
          <p14:tracePt t="40031" x="7259638" y="3933825"/>
          <p14:tracePt t="40039" x="7296150" y="3897313"/>
          <p14:tracePt t="40047" x="7392988" y="3800475"/>
          <p14:tracePt t="40056" x="7442200" y="3740150"/>
          <p14:tracePt t="40064" x="7478713" y="3714750"/>
          <p14:tracePt t="40072" x="7502525" y="3654425"/>
          <p14:tracePt t="40081" x="7551738" y="3581400"/>
          <p14:tracePt t="40089" x="7575550" y="3521075"/>
          <p14:tracePt t="40097" x="7575550" y="3484563"/>
          <p14:tracePt t="40105" x="7600950" y="3409950"/>
          <p14:tracePt t="40114" x="7600950" y="3386138"/>
          <p14:tracePt t="40122" x="7600950" y="3336925"/>
          <p14:tracePt t="40131" x="7600950" y="3300413"/>
          <p14:tracePt t="40139" x="7612063" y="3252788"/>
          <p14:tracePt t="40147" x="7612063" y="3179763"/>
          <p14:tracePt t="40156" x="7612063" y="3117850"/>
          <p14:tracePt t="40164" x="7612063" y="3094038"/>
          <p14:tracePt t="40172" x="7600950" y="3033713"/>
          <p14:tracePt t="40180" x="7575550" y="2947988"/>
          <p14:tracePt t="40189" x="7575550" y="2898775"/>
          <p14:tracePt t="40197" x="7551738" y="2851150"/>
          <p14:tracePt t="40205" x="7515225" y="2789238"/>
          <p14:tracePt t="40214" x="7502525" y="2776538"/>
          <p14:tracePt t="40222" x="7489825" y="2728913"/>
          <p14:tracePt t="40230" x="7466013" y="2703513"/>
          <p14:tracePt t="40239" x="7453313" y="2667000"/>
          <p14:tracePt t="40247" x="7416800" y="2630488"/>
          <p14:tracePt t="40255" x="7405688" y="2593975"/>
          <p14:tracePt t="40264" x="7380288" y="2557463"/>
          <p14:tracePt t="40265" x="7369175" y="2533650"/>
          <p14:tracePt t="40273" x="7356475" y="2520950"/>
          <p14:tracePt t="40280" x="7332663" y="2484438"/>
          <p14:tracePt t="40289" x="7307263" y="2460625"/>
          <p14:tracePt t="40297" x="7270750" y="2436813"/>
          <p14:tracePt t="40305" x="7234238" y="2387600"/>
          <p14:tracePt t="40314" x="7223125" y="2387600"/>
          <p14:tracePt t="40322" x="7197725" y="2374900"/>
          <p14:tracePt t="40330" x="7173913" y="2351088"/>
          <p14:tracePt t="40339" x="7150100" y="2338388"/>
          <p14:tracePt t="40347" x="7124700" y="2338388"/>
          <p14:tracePt t="40355" x="7113588" y="2338388"/>
          <p14:tracePt t="40372" x="7100888" y="2338388"/>
          <p14:tracePt t="40384" x="7088188" y="2338388"/>
          <p14:tracePt t="40399" x="7077075" y="2338388"/>
          <p14:tracePt t="40404" x="7064375" y="2338388"/>
          <p14:tracePt t="40412" x="7051675" y="2338388"/>
          <p14:tracePt t="40419" x="7040563" y="2338388"/>
          <p14:tracePt t="40424" x="7027863" y="2338388"/>
          <p14:tracePt t="40432" x="7015163" y="2338388"/>
          <p14:tracePt t="40439" x="7004050" y="2338388"/>
          <p14:tracePt t="40447" x="6967538" y="2338388"/>
          <p14:tracePt t="40455" x="6954838" y="2351088"/>
          <p14:tracePt t="40464" x="6942138" y="2363788"/>
          <p14:tracePt t="40472" x="6931025" y="2363788"/>
          <p14:tracePt t="40480" x="6905625" y="2374900"/>
          <p14:tracePt t="40489" x="6894513" y="2387600"/>
          <p14:tracePt t="40497" x="6881813" y="2387600"/>
          <p14:tracePt t="40505" x="6869113" y="2400300"/>
          <p14:tracePt t="40514" x="6845300" y="2411413"/>
          <p14:tracePt t="40522" x="6832600" y="2424113"/>
          <p14:tracePt t="40530" x="6796088" y="2447925"/>
          <p14:tracePt t="40538" x="6772275" y="2460625"/>
          <p14:tracePt t="40547" x="6710363" y="2497138"/>
          <p14:tracePt t="40555" x="6686550" y="2509838"/>
          <p14:tracePt t="40563" x="6662738" y="2520950"/>
          <p14:tracePt t="40572" x="6637338" y="2546350"/>
          <p14:tracePt t="40580" x="6613525" y="2570163"/>
          <p14:tracePt t="40588" x="6589713" y="2582863"/>
          <p14:tracePt t="40597" x="6577013" y="2593975"/>
          <p14:tracePt t="40605" x="6564313" y="2619375"/>
          <p14:tracePt t="40613" x="6553200" y="2619375"/>
          <p14:tracePt t="40622" x="6540500" y="2643188"/>
          <p14:tracePt t="40630" x="6527800" y="2655888"/>
          <p14:tracePt t="40638" x="6516688" y="2667000"/>
          <p14:tracePt t="40647" x="6491288" y="2692400"/>
          <p14:tracePt t="40659" x="6491288" y="2703513"/>
          <p14:tracePt t="40664" x="6480175" y="2703513"/>
          <p14:tracePt t="40712" x="6480175" y="2716213"/>
          <p14:tracePt t="40727" x="6480175" y="2728913"/>
          <p14:tracePt t="40732" x="6467475" y="2728913"/>
          <p14:tracePt t="40747" x="6467475" y="2740025"/>
          <p14:tracePt t="45459" x="6443663" y="2740025"/>
          <p14:tracePt t="45464" x="6407150" y="2740025"/>
          <p14:tracePt t="45467" x="6381750" y="2740025"/>
          <p14:tracePt t="45476" x="6297613" y="2765425"/>
          <p14:tracePt t="45484" x="6261100" y="2776538"/>
          <p14:tracePt t="45492" x="6199188" y="2801938"/>
          <p14:tracePt t="45501" x="6162675" y="2825750"/>
          <p14:tracePt t="45509" x="6151563" y="2838450"/>
          <p14:tracePt t="45854" x="6138863" y="2838450"/>
          <p14:tracePt t="45864" x="6115050" y="2838450"/>
          <p14:tracePt t="45866" x="6076950" y="2851150"/>
          <p14:tracePt t="45872" x="6065838" y="2851150"/>
          <p14:tracePt t="45875" x="6029325" y="2862263"/>
          <p14:tracePt t="45884" x="5980113" y="2874963"/>
          <p14:tracePt t="45892" x="5846763" y="2898775"/>
          <p14:tracePt t="45900" x="5578475" y="2935288"/>
          <p14:tracePt t="45908" x="5370513" y="2971800"/>
          <p14:tracePt t="45917" x="5176838" y="2997200"/>
          <p14:tracePt t="45925" x="5030788" y="3021013"/>
          <p14:tracePt t="45933" x="4859338" y="3044825"/>
          <p14:tracePt t="45942" x="4689475" y="3057525"/>
          <p14:tracePt t="45950" x="4518025" y="3081338"/>
          <p14:tracePt t="45958" x="4335463" y="3106738"/>
          <p14:tracePt t="45967" x="4043363" y="3130550"/>
          <p14:tracePt t="45975" x="3824288" y="3154363"/>
          <p14:tracePt t="45983" x="3727450" y="3154363"/>
          <p14:tracePt t="45992" x="3568700" y="3190875"/>
          <p14:tracePt t="46000" x="3409950" y="3227388"/>
          <p14:tracePt t="46008" x="3349625" y="3240088"/>
          <p14:tracePt t="46017" x="3313113" y="3240088"/>
          <p14:tracePt t="46025" x="3300413" y="3252788"/>
          <p14:tracePt t="46033" x="3289300" y="3276600"/>
          <p14:tracePt t="46042" x="3276600" y="3276600"/>
          <p14:tracePt t="46050" x="3263900" y="3313113"/>
          <p14:tracePt t="46058" x="3252788" y="3336925"/>
          <p14:tracePt t="46066" x="3214688" y="3386138"/>
          <p14:tracePt t="46075" x="3190875" y="3409950"/>
          <p14:tracePt t="46083" x="3178175" y="3435350"/>
          <p14:tracePt t="46092" x="3141663" y="3459163"/>
          <p14:tracePt t="46100" x="3105150" y="3508375"/>
          <p14:tracePt t="46108" x="3081338" y="3544888"/>
          <p14:tracePt t="46117" x="3032125" y="3568700"/>
          <p14:tracePt t="46125" x="2995613" y="3605213"/>
          <p14:tracePt t="46133" x="2922588" y="3654425"/>
          <p14:tracePt t="46142" x="2874963" y="3690938"/>
          <p14:tracePt t="46150" x="2801938" y="3703638"/>
          <p14:tracePt t="46158" x="2752725" y="3740150"/>
          <p14:tracePt t="46167" x="2667000" y="3776663"/>
          <p14:tracePt t="46175" x="2655888" y="3776663"/>
          <p14:tracePt t="46183" x="2619375" y="3800475"/>
          <p14:tracePt t="46192" x="2582863" y="3824288"/>
          <p14:tracePt t="46200" x="2546350" y="3849688"/>
          <p14:tracePt t="46208" x="2508250" y="3873500"/>
          <p14:tracePt t="46217" x="2484438" y="3897313"/>
          <p14:tracePt t="46225" x="2447925" y="3922713"/>
          <p14:tracePt t="46233" x="2435225" y="3946525"/>
          <p14:tracePt t="46241" x="2411413" y="3946525"/>
          <p14:tracePt t="46250" x="2398713" y="3970338"/>
          <p14:tracePt t="46258" x="2387600" y="3983038"/>
          <p14:tracePt t="46266" x="2374900" y="3995738"/>
          <p14:tracePt t="46275" x="2362200" y="4006850"/>
          <p14:tracePt t="46283" x="2351088" y="4006850"/>
          <p14:tracePt t="46291" x="2338388" y="4019550"/>
          <p14:tracePt t="46300" x="2325688" y="4043363"/>
          <p14:tracePt t="46308" x="2314575" y="4043363"/>
          <p14:tracePt t="46316" x="2301875" y="4068763"/>
          <p14:tracePt t="46325" x="2289175" y="4068763"/>
          <p14:tracePt t="46333" x="2265363" y="4092575"/>
          <p14:tracePt t="46341" x="2252663" y="4092575"/>
          <p14:tracePt t="46350" x="2228850" y="4105275"/>
          <p14:tracePt t="46358" x="2205038" y="4117975"/>
          <p14:tracePt t="46366" x="2179638" y="4129088"/>
          <p14:tracePt t="46375" x="2168525" y="4129088"/>
          <p14:tracePt t="46383" x="2155825" y="4141788"/>
          <p14:tracePt t="46391" x="2132013" y="4165600"/>
          <p14:tracePt t="46399" x="2095500" y="4178300"/>
          <p14:tracePt t="46408" x="2095500" y="4191000"/>
          <p14:tracePt t="46416" x="2082800" y="4191000"/>
          <p14:tracePt t="46424" x="2070100" y="4191000"/>
          <p14:tracePt t="46464" x="2058988" y="4191000"/>
          <p14:tracePt t="46532" x="2046288" y="4191000"/>
          <p14:tracePt t="46539" x="2033588" y="4191000"/>
          <p14:tracePt t="46544" x="2022475" y="4191000"/>
          <p14:tracePt t="46549" x="1997075" y="4165600"/>
          <p14:tracePt t="46558" x="1960563" y="4154488"/>
          <p14:tracePt t="46566" x="1912938" y="4105275"/>
          <p14:tracePt t="46574" x="1863725" y="4092575"/>
          <p14:tracePt t="46583" x="1863725" y="4081463"/>
          <p14:tracePt t="46591" x="1814513" y="4043363"/>
          <p14:tracePt t="46599" x="1778000" y="4019550"/>
          <p14:tracePt t="46608" x="1765300" y="4006850"/>
          <p14:tracePt t="46616" x="1741488" y="3995738"/>
          <p14:tracePt t="46625" x="1741488" y="3983038"/>
          <p14:tracePt t="47924" x="1754188" y="3983038"/>
          <p14:tracePt t="47947" x="1765300" y="3983038"/>
          <p14:tracePt t="47959" x="1778000" y="3983038"/>
          <p14:tracePt t="47967" x="1790700" y="3983038"/>
          <p14:tracePt t="47974" x="1803400" y="3983038"/>
          <p14:tracePt t="47979" x="1814513" y="3983038"/>
          <p14:tracePt t="47994" x="1827213" y="3983038"/>
          <p14:tracePt t="48024" x="1839913" y="3983038"/>
          <p14:tracePt t="48059" x="1851025" y="3983038"/>
          <p14:tracePt t="48065" x="1863725" y="3983038"/>
          <p14:tracePt t="48074" x="1876425" y="3983038"/>
          <p14:tracePt t="48079" x="1887538" y="3983038"/>
          <p14:tracePt t="48084" x="1900238" y="3983038"/>
          <p14:tracePt t="48090" x="1912938" y="3995738"/>
          <p14:tracePt t="48099" x="1924050" y="3995738"/>
          <p14:tracePt t="48106" x="1936750" y="3995738"/>
          <p14:tracePt t="48115" x="1949450" y="3995738"/>
          <p14:tracePt t="48167" x="1960563" y="3995738"/>
          <p14:tracePt t="48179" x="1973263" y="3995738"/>
          <p14:tracePt t="48192" x="1985963" y="3995738"/>
          <p14:tracePt t="48199" x="1997075" y="3995738"/>
          <p14:tracePt t="48205" x="2009775" y="4006850"/>
          <p14:tracePt t="48212" x="2022475" y="4006850"/>
          <p14:tracePt t="48219" x="2033588" y="4006850"/>
          <p14:tracePt t="48225" x="2046288" y="4006850"/>
          <p14:tracePt t="48244" x="2058988" y="4006850"/>
          <p14:tracePt t="48259" x="2070100" y="4006850"/>
          <p14:tracePt t="48272" x="2082800" y="4006850"/>
          <p14:tracePt t="48279" x="2095500" y="4006850"/>
          <p14:tracePt t="48292" x="2106613" y="4006850"/>
          <p14:tracePt t="48294" x="2119313" y="4006850"/>
          <p14:tracePt t="48304" x="2143125" y="4006850"/>
          <p14:tracePt t="48306" x="2155825" y="4006850"/>
          <p14:tracePt t="48314" x="2179638" y="4006850"/>
          <p14:tracePt t="48323" x="2192338" y="4006850"/>
          <p14:tracePt t="48331" x="2228850" y="4006850"/>
          <p14:tracePt t="48340" x="2278063" y="4006850"/>
          <p14:tracePt t="48348" x="2301875" y="4006850"/>
          <p14:tracePt t="48356" x="2325688" y="4006850"/>
          <p14:tracePt t="48364" x="2338388" y="4006850"/>
          <p14:tracePt t="48373" x="2362200" y="4006850"/>
          <p14:tracePt t="48381" x="2374900" y="3995738"/>
          <p14:tracePt t="48674" x="2387600" y="3995738"/>
          <p14:tracePt t="48679" x="2398713" y="3995738"/>
          <p14:tracePt t="48687" x="2411413" y="3983038"/>
          <p14:tracePt t="48699" x="2424113" y="3983038"/>
          <p14:tracePt t="48704" x="2435225" y="3983038"/>
          <p14:tracePt t="48715" x="2447925" y="3983038"/>
          <p14:tracePt t="48719" x="2460625" y="3983038"/>
          <p14:tracePt t="48724" x="2460625" y="3970338"/>
          <p14:tracePt t="48731" x="2471738" y="3970338"/>
          <p14:tracePt t="48739" x="2484438" y="3970338"/>
          <p14:tracePt t="48747" x="2508250" y="3959225"/>
          <p14:tracePt t="48756" x="2533650" y="3959225"/>
          <p14:tracePt t="48764" x="2533650" y="3946525"/>
          <p14:tracePt t="48773" x="2546350" y="3946525"/>
          <p14:tracePt t="48781" x="2557463" y="3933825"/>
          <p14:tracePt t="48789" x="2570163" y="3933825"/>
          <p14:tracePt t="48797" x="2582863" y="3933825"/>
          <p14:tracePt t="48806" x="2593975" y="3922713"/>
          <p14:tracePt t="48814" x="2606675" y="3922713"/>
          <p14:tracePt t="48822" x="2619375" y="3922713"/>
          <p14:tracePt t="48831" x="2643188" y="3922713"/>
          <p14:tracePt t="48839" x="2655888" y="3922713"/>
          <p14:tracePt t="48847" x="2679700" y="3910013"/>
          <p14:tracePt t="48856" x="2692400" y="3910013"/>
          <p14:tracePt t="48864" x="2703513" y="3910013"/>
          <p14:tracePt t="48879" x="2703513" y="3897313"/>
          <p14:tracePt t="49167" x="2716213" y="3897313"/>
          <p14:tracePt t="49173" x="2728913" y="3897313"/>
          <p14:tracePt t="49175" x="2740025" y="3897313"/>
          <p14:tracePt t="49184" x="2752725" y="3897313"/>
          <p14:tracePt t="49189" x="2765425" y="3897313"/>
          <p14:tracePt t="49197" x="2789238" y="3897313"/>
          <p14:tracePt t="49206" x="2801938" y="3897313"/>
          <p14:tracePt t="49214" x="2838450" y="3897313"/>
          <p14:tracePt t="49215" x="2849563" y="3897313"/>
          <p14:tracePt t="49222" x="2874963" y="3910013"/>
          <p14:tracePt t="49231" x="2911475" y="3922713"/>
          <p14:tracePt t="49239" x="2959100" y="3922713"/>
          <p14:tracePt t="49247" x="3021013" y="3933825"/>
          <p14:tracePt t="49255" x="3068638" y="3946525"/>
          <p14:tracePt t="49264" x="3081338" y="3946525"/>
          <p14:tracePt t="49272" x="3105150" y="3959225"/>
          <p14:tracePt t="49280" x="3130550" y="3959225"/>
          <p14:tracePt t="49289" x="3141663" y="3959225"/>
          <p14:tracePt t="49297" x="3141663" y="3970338"/>
          <p14:tracePt t="49374" x="3154363" y="3970338"/>
          <p14:tracePt t="49379" x="3167063" y="3970338"/>
          <p14:tracePt t="49392" x="3190875" y="3970338"/>
          <p14:tracePt t="49399" x="3214688" y="3970338"/>
          <p14:tracePt t="49404" x="3227388" y="3970338"/>
          <p14:tracePt t="49405" x="3240088" y="3970338"/>
          <p14:tracePt t="49414" x="3263900" y="3970338"/>
          <p14:tracePt t="49422" x="3300413" y="3970338"/>
          <p14:tracePt t="49430" x="3349625" y="3983038"/>
          <p14:tracePt t="49438" x="3398838" y="3983038"/>
          <p14:tracePt t="49447" x="3471863" y="3983038"/>
          <p14:tracePt t="49455" x="3544888" y="3983038"/>
          <p14:tracePt t="49463" x="3556000" y="3983038"/>
          <p14:tracePt t="49472" x="3617913" y="3995738"/>
          <p14:tracePt t="49480" x="3678238" y="3995738"/>
          <p14:tracePt t="49488" x="3714750" y="4006850"/>
          <p14:tracePt t="49497" x="3751263" y="4006850"/>
          <p14:tracePt t="49505" x="3775075" y="4006850"/>
          <p14:tracePt t="49513" x="3800475" y="4006850"/>
          <p14:tracePt t="49522" x="3824288" y="4006850"/>
          <p14:tracePt t="49530" x="3848100" y="4006850"/>
          <p14:tracePt t="49538" x="3873500" y="4006850"/>
          <p14:tracePt t="49547" x="3910013" y="4006850"/>
          <p14:tracePt t="49555" x="3946525" y="4006850"/>
          <p14:tracePt t="49563" x="3970338" y="4006850"/>
          <p14:tracePt t="49571" x="3995738" y="4006850"/>
          <p14:tracePt t="49580" x="4056063" y="4006850"/>
          <p14:tracePt t="49588" x="4079875" y="4006850"/>
          <p14:tracePt t="49597" x="4116388" y="3995738"/>
          <p14:tracePt t="49605" x="4165600" y="3995738"/>
          <p14:tracePt t="49613" x="4189413" y="3995738"/>
          <p14:tracePt t="49622" x="4225925" y="3995738"/>
          <p14:tracePt t="49630" x="4275138" y="3995738"/>
          <p14:tracePt t="49639" x="4348163" y="4006850"/>
          <p14:tracePt t="49646" x="4421188" y="4006850"/>
          <p14:tracePt t="49655" x="4470400" y="4006850"/>
          <p14:tracePt t="49663" x="4494213" y="4006850"/>
          <p14:tracePt t="49672" x="4554538" y="4006850"/>
          <p14:tracePt t="49680" x="4640263" y="4006850"/>
          <p14:tracePt t="49688" x="4689475" y="4019550"/>
          <p14:tracePt t="49696" x="4725988" y="4019550"/>
          <p14:tracePt t="49705" x="4775200" y="4019550"/>
          <p14:tracePt t="49713" x="4799013" y="4032250"/>
          <p14:tracePt t="49721" x="4811713" y="4032250"/>
          <p14:tracePt t="49730" x="4835525" y="4032250"/>
          <p14:tracePt t="49752" x="4848225" y="4032250"/>
          <p14:tracePt t="49913" x="4822825" y="4043363"/>
          <p14:tracePt t="49915" x="4811713" y="4043363"/>
          <p14:tracePt t="49921" x="4799013" y="4056063"/>
          <p14:tracePt t="49930" x="4762500" y="4068763"/>
          <p14:tracePt t="49938" x="4713288" y="4081463"/>
          <p14:tracePt t="49946" x="4640263" y="4092575"/>
          <p14:tracePt t="49954" x="4591050" y="4105275"/>
          <p14:tracePt t="49963" x="4554538" y="4105275"/>
          <p14:tracePt t="49971" x="4506913" y="4117975"/>
          <p14:tracePt t="49980" x="4397375" y="4129088"/>
          <p14:tracePt t="49988" x="4298950" y="4129088"/>
          <p14:tracePt t="49996" x="4189413" y="4141788"/>
          <p14:tracePt t="50004" x="4079875" y="4141788"/>
          <p14:tracePt t="50013" x="3970338" y="4154488"/>
          <p14:tracePt t="50021" x="3860800" y="4154488"/>
          <p14:tracePt t="50030" x="3738563" y="4165600"/>
          <p14:tracePt t="50038" x="3629025" y="4165600"/>
          <p14:tracePt t="50046" x="3459163" y="4178300"/>
          <p14:tracePt t="50054" x="3398838" y="4191000"/>
          <p14:tracePt t="50063" x="3289300" y="4202113"/>
          <p14:tracePt t="50071" x="3190875" y="4214813"/>
          <p14:tracePt t="50079" x="3057525" y="4227513"/>
          <p14:tracePt t="50088" x="2959100" y="4238625"/>
          <p14:tracePt t="50096" x="2849563" y="4251325"/>
          <p14:tracePt t="50104" x="2728913" y="4264025"/>
          <p14:tracePt t="50113" x="2619375" y="4275138"/>
          <p14:tracePt t="50121" x="2484438" y="4287838"/>
          <p14:tracePt t="50129" x="2398713" y="4287838"/>
          <p14:tracePt t="50138" x="2301875" y="4300538"/>
          <p14:tracePt t="50146" x="2179638" y="4300538"/>
          <p14:tracePt t="50154" x="2095500" y="4311650"/>
          <p14:tracePt t="50163" x="2070100" y="4311650"/>
          <p14:tracePt t="50171" x="1985963" y="4311650"/>
          <p14:tracePt t="50179" x="1912938" y="4311650"/>
          <p14:tracePt t="50188" x="1778000" y="4324350"/>
          <p14:tracePt t="50196" x="1692275" y="4337050"/>
          <p14:tracePt t="50204" x="1644650" y="4337050"/>
          <p14:tracePt t="50213" x="1535113" y="4348163"/>
          <p14:tracePt t="50221" x="1473200" y="4360863"/>
          <p14:tracePt t="50229" x="1400175" y="4360863"/>
          <p14:tracePt t="50238" x="1352550" y="4360863"/>
          <p14:tracePt t="50246" x="1303338" y="4360863"/>
          <p14:tracePt t="50254" x="1290638" y="4360863"/>
          <p14:tracePt t="50262" x="1266825" y="4360863"/>
          <p14:tracePt t="50271" x="1254125" y="4360863"/>
          <p14:tracePt t="50279" x="1243013" y="4360863"/>
          <p14:tracePt t="50288" x="1230313" y="4360863"/>
          <p14:tracePt t="50299" x="1217613" y="4360863"/>
          <p14:tracePt t="50307" x="1206500" y="4360863"/>
          <p14:tracePt t="50514" x="1217613" y="4360863"/>
          <p14:tracePt t="50525" x="1230313" y="4360863"/>
          <p14:tracePt t="50539" x="1243013" y="4360863"/>
          <p14:tracePt t="50564" x="1254125" y="4360863"/>
          <p14:tracePt t="50584" x="1266825" y="4360863"/>
          <p14:tracePt t="50586" x="1279525" y="4360863"/>
          <p14:tracePt t="50594" x="1290638" y="4360863"/>
          <p14:tracePt t="50604" x="1303338" y="4360863"/>
          <p14:tracePt t="50606" x="1316038" y="4360863"/>
          <p14:tracePt t="50624" x="1327150" y="4360863"/>
          <p14:tracePt t="50626" x="1339850" y="4360863"/>
          <p14:tracePt t="50634" x="1352550" y="4360863"/>
          <p14:tracePt t="50639" x="1352550" y="4348163"/>
          <p14:tracePt t="50645" x="1389063" y="4348163"/>
          <p14:tracePt t="50654" x="1412875" y="4348163"/>
          <p14:tracePt t="50662" x="1436688" y="4348163"/>
          <p14:tracePt t="50671" x="1462088" y="4348163"/>
          <p14:tracePt t="50679" x="1485900" y="4337050"/>
          <p14:tracePt t="50687" x="1535113" y="4337050"/>
          <p14:tracePt t="50696" x="1558925" y="4324350"/>
          <p14:tracePt t="50704" x="1582738" y="4324350"/>
          <p14:tracePt t="50712" x="1608138" y="4324350"/>
          <p14:tracePt t="50720" x="1631950" y="4324350"/>
          <p14:tracePt t="50729" x="1644650" y="4324350"/>
          <p14:tracePt t="50737" x="1668463" y="4324350"/>
          <p14:tracePt t="50745" x="1681163" y="4324350"/>
          <p14:tracePt t="50885" x="1692275" y="4324350"/>
          <p14:tracePt t="50914" x="1704975" y="4324350"/>
          <p14:tracePt t="50972" x="1717675" y="4324350"/>
          <p14:tracePt t="50979" x="1728788" y="4324350"/>
          <p14:tracePt t="50987" x="1741488" y="4324350"/>
          <p14:tracePt t="50995" x="1754188" y="4324350"/>
          <p14:tracePt t="51004" x="1765300" y="4324350"/>
          <p14:tracePt t="51013" x="1778000" y="4324350"/>
          <p14:tracePt t="51020" x="1803400" y="4324350"/>
          <p14:tracePt t="51029" x="1803400" y="4337050"/>
          <p14:tracePt t="51037" x="1814513" y="4337050"/>
          <p14:tracePt t="51092" x="1827213" y="4337050"/>
          <p14:tracePt t="52519" x="1839913" y="4337050"/>
          <p14:tracePt t="52534" x="1851025" y="4337050"/>
          <p14:tracePt t="52547" x="1863725" y="4337050"/>
          <p14:tracePt t="52554" x="1876425" y="4337050"/>
          <p14:tracePt t="52564" x="1887538" y="4348163"/>
          <p14:tracePt t="52572" x="1900238" y="4348163"/>
          <p14:tracePt t="52574" x="1912938" y="4348163"/>
          <p14:tracePt t="52579" x="1924050" y="4348163"/>
          <p14:tracePt t="52586" x="1936750" y="4348163"/>
          <p14:tracePt t="52594" x="1949450" y="4348163"/>
          <p14:tracePt t="52602" x="1973263" y="4360863"/>
          <p14:tracePt t="52610" x="1985963" y="4360863"/>
          <p14:tracePt t="52619" x="2022475" y="4360863"/>
          <p14:tracePt t="52627" x="2070100" y="4360863"/>
          <p14:tracePt t="52635" x="2132013" y="4373563"/>
          <p14:tracePt t="52644" x="2143125" y="4373563"/>
          <p14:tracePt t="52652" x="2205038" y="4373563"/>
          <p14:tracePt t="52660" x="2252663" y="4373563"/>
          <p14:tracePt t="52669" x="2301875" y="4373563"/>
          <p14:tracePt t="52677" x="2338388" y="4373563"/>
          <p14:tracePt t="52685" x="2362200" y="4373563"/>
          <p14:tracePt t="52694" x="2374900" y="4373563"/>
          <p14:tracePt t="53272" x="2387600" y="4373563"/>
          <p14:tracePt t="53284" x="2398713" y="4373563"/>
          <p14:tracePt t="53292" x="2411413" y="4373563"/>
          <p14:tracePt t="53307" x="2424113" y="4373563"/>
          <p14:tracePt t="53334" x="2435225" y="4373563"/>
          <p14:tracePt t="53352" x="2435225" y="4360863"/>
          <p14:tracePt t="53354" x="2447925" y="4360863"/>
          <p14:tracePt t="53594" x="2460625" y="4360863"/>
          <p14:tracePt t="53604" x="2471738" y="4360863"/>
          <p14:tracePt t="53624" x="2484438" y="4360863"/>
          <p14:tracePt t="53625" x="2497138" y="4360863"/>
          <p14:tracePt t="53634" x="2508250" y="4348163"/>
          <p14:tracePt t="53643" x="2520950" y="4348163"/>
          <p14:tracePt t="53651" x="2533650" y="4337050"/>
          <p14:tracePt t="53659" x="2570163" y="4337050"/>
          <p14:tracePt t="53674" x="2582863" y="4337050"/>
          <p14:tracePt t="53684" x="2593975" y="4337050"/>
          <p14:tracePt t="53719" x="2606675" y="4337050"/>
          <p14:tracePt t="53732" x="2619375" y="4337050"/>
          <p14:tracePt t="53739" x="2630488" y="4337050"/>
          <p14:tracePt t="53747" x="2655888" y="4337050"/>
          <p14:tracePt t="53754" x="2667000" y="4337050"/>
          <p14:tracePt t="53760" x="2679700" y="4337050"/>
          <p14:tracePt t="53764" x="2692400" y="4337050"/>
          <p14:tracePt t="53772" x="2703513" y="4337050"/>
          <p14:tracePt t="53776" x="2716213" y="4337050"/>
          <p14:tracePt t="53785" x="2740025" y="4337050"/>
          <p14:tracePt t="53792" x="2752725" y="4337050"/>
          <p14:tracePt t="53801" x="2765425" y="4337050"/>
          <p14:tracePt t="53809" x="2789238" y="4337050"/>
          <p14:tracePt t="53817" x="2813050" y="4348163"/>
          <p14:tracePt t="53826" x="2825750" y="4348163"/>
          <p14:tracePt t="53834" x="2838450" y="4348163"/>
          <p14:tracePt t="53844" x="2849563" y="4348163"/>
          <p14:tracePt t="53854" x="2862263" y="4348163"/>
          <p14:tracePt t="53879" x="2874963" y="4348163"/>
          <p14:tracePt t="53979" x="2886075" y="4348163"/>
          <p14:tracePt t="54007" x="2898775" y="4348163"/>
          <p14:tracePt t="54019" x="2911475" y="4348163"/>
          <p14:tracePt t="54024" x="2922588" y="4348163"/>
          <p14:tracePt t="54025" x="2935288" y="4348163"/>
          <p14:tracePt t="54039" x="2947988" y="4348163"/>
          <p14:tracePt t="54044" x="2959100" y="4348163"/>
          <p14:tracePt t="54060" x="2971800" y="4348163"/>
          <p14:tracePt t="54084" x="2984500" y="4348163"/>
          <p14:tracePt t="54107" x="2995613" y="4348163"/>
          <p14:tracePt t="54124" x="3008313" y="4348163"/>
          <p14:tracePt t="54126" x="3021013" y="4348163"/>
          <p14:tracePt t="54139" x="3032125" y="4348163"/>
          <p14:tracePt t="54144" x="3044825" y="4348163"/>
          <p14:tracePt t="54152" x="3057525" y="4348163"/>
          <p14:tracePt t="54168" x="3068638" y="4348163"/>
          <p14:tracePt t="54174" x="3081338" y="4348163"/>
          <p14:tracePt t="54199" x="3094038" y="4348163"/>
          <p14:tracePt t="54227" x="3105150" y="4348163"/>
          <p14:tracePt t="54274" x="3117850" y="4348163"/>
          <p14:tracePt t="54292" x="3130550" y="4348163"/>
          <p14:tracePt t="54299" x="3141663" y="4348163"/>
          <p14:tracePt t="54305" x="3154363" y="4348163"/>
          <p14:tracePt t="54314" x="3167063" y="4348163"/>
          <p14:tracePt t="54325" x="3178175" y="4348163"/>
          <p14:tracePt t="54339" x="3190875" y="4348163"/>
          <p14:tracePt t="54344" x="3203575" y="4348163"/>
          <p14:tracePt t="54354" x="3214688" y="4348163"/>
          <p14:tracePt t="54364" x="3227388" y="4348163"/>
          <p14:tracePt t="54374" x="3240088" y="4348163"/>
          <p14:tracePt t="54379" x="3252788" y="4348163"/>
          <p14:tracePt t="54387" x="3263900" y="4348163"/>
          <p14:tracePt t="54394" x="3276600" y="4348163"/>
          <p14:tracePt t="54400" x="3289300" y="4348163"/>
          <p14:tracePt t="54409" x="3300413" y="4348163"/>
          <p14:tracePt t="54417" x="3325813" y="4348163"/>
          <p14:tracePt t="54425" x="3362325" y="4348163"/>
          <p14:tracePt t="54434" x="3386138" y="4348163"/>
          <p14:tracePt t="54442" x="3422650" y="4348163"/>
          <p14:tracePt t="54450" x="3471863" y="4348163"/>
          <p14:tracePt t="54459" x="3532188" y="4348163"/>
          <p14:tracePt t="54467" x="3581400" y="4348163"/>
          <p14:tracePt t="54475" x="3641725" y="4348163"/>
          <p14:tracePt t="54484" x="3654425" y="4348163"/>
          <p14:tracePt t="54485" x="3678238" y="4348163"/>
          <p14:tracePt t="54492" x="3702050" y="4348163"/>
          <p14:tracePt t="54500" x="3727450" y="4348163"/>
          <p14:tracePt t="54508" x="3763963" y="4348163"/>
          <p14:tracePt t="54517" x="3787775" y="4348163"/>
          <p14:tracePt t="54525" x="3800475" y="4348163"/>
          <p14:tracePt t="54534" x="3824288" y="4348163"/>
          <p14:tracePt t="54535" x="3836988" y="4348163"/>
          <p14:tracePt t="54542" x="3848100" y="4348163"/>
          <p14:tracePt t="54550" x="3860800" y="4348163"/>
          <p14:tracePt t="54558" x="3884613" y="4348163"/>
          <p14:tracePt t="54567" x="3921125" y="4348163"/>
          <p14:tracePt t="54575" x="3946525" y="4348163"/>
          <p14:tracePt t="54584" x="3959225" y="4337050"/>
          <p14:tracePt t="54592" x="3970338" y="4337050"/>
          <p14:tracePt t="54600" x="3983038" y="4337050"/>
          <p14:tracePt t="54608" x="4006850" y="4324350"/>
          <p14:tracePt t="54617" x="4019550" y="4324350"/>
          <p14:tracePt t="54625" x="4043363" y="4324350"/>
          <p14:tracePt t="54633" x="4056063" y="4324350"/>
          <p14:tracePt t="54642" x="4079875" y="4324350"/>
          <p14:tracePt t="54650" x="4105275" y="4324350"/>
          <p14:tracePt t="54659" x="4129088" y="4311650"/>
          <p14:tracePt t="54667" x="4165600" y="4300538"/>
          <p14:tracePt t="54675" x="4178300" y="4300538"/>
          <p14:tracePt t="54683" x="4202113" y="4300538"/>
          <p14:tracePt t="54692" x="4214813" y="4287838"/>
          <p14:tracePt t="54700" x="4225925" y="4287838"/>
          <p14:tracePt t="54712" x="4238625" y="4287838"/>
          <p14:tracePt t="54727" x="4251325" y="4287838"/>
          <p14:tracePt t="54744" x="4262438" y="4287838"/>
          <p14:tracePt t="54746" x="4275138" y="4287838"/>
          <p14:tracePt t="54752" x="4287838" y="4287838"/>
          <p14:tracePt t="54758" x="4298950" y="4287838"/>
          <p14:tracePt t="54767" x="4311650" y="4287838"/>
          <p14:tracePt t="54775" x="4335463" y="4287838"/>
          <p14:tracePt t="54783" x="4348163" y="4287838"/>
          <p14:tracePt t="54792" x="4360863" y="4287838"/>
          <p14:tracePt t="54800" x="4371975" y="4287838"/>
          <p14:tracePt t="54844" x="4384675" y="4287838"/>
          <p14:tracePt t="54846" x="4397375" y="4287838"/>
          <p14:tracePt t="54854" x="4408488" y="4287838"/>
          <p14:tracePt t="54859" x="4421188" y="4287838"/>
          <p14:tracePt t="54867" x="4433888" y="4287838"/>
          <p14:tracePt t="54875" x="4457700" y="4287838"/>
          <p14:tracePt t="54884" x="4470400" y="4287838"/>
          <p14:tracePt t="54892" x="4481513" y="4287838"/>
          <p14:tracePt t="54900" x="4494213" y="4287838"/>
          <p14:tracePt t="54908" x="4506913" y="4287838"/>
          <p14:tracePt t="54917" x="4518025" y="4287838"/>
          <p14:tracePt t="54925" x="4530725" y="4287838"/>
          <p14:tracePt t="54933" x="4554538" y="4287838"/>
          <p14:tracePt t="54941" x="4579938" y="4287838"/>
          <p14:tracePt t="54950" x="4603750" y="4287838"/>
          <p14:tracePt t="54958" x="4616450" y="4287838"/>
          <p14:tracePt t="54967" x="4640263" y="4287838"/>
          <p14:tracePt t="54975" x="4665663" y="4287838"/>
          <p14:tracePt t="54983" x="4676775" y="4287838"/>
          <p14:tracePt t="54991" x="4689475" y="4287838"/>
          <p14:tracePt t="55000" x="4702175" y="4287838"/>
          <p14:tracePt t="55012" x="4713288" y="4287838"/>
          <p14:tracePt t="55024" x="4725988" y="4287838"/>
          <p14:tracePt t="55044" x="4738688" y="4287838"/>
          <p14:tracePt t="55046" x="4749800" y="4287838"/>
          <p14:tracePt t="55059" x="4762500" y="4287838"/>
          <p14:tracePt t="55084" x="4775200" y="4287838"/>
          <p14:tracePt t="55094" x="4786313" y="4287838"/>
          <p14:tracePt t="55122" x="4799013" y="4287838"/>
          <p14:tracePt t="55127" x="4811713" y="4287838"/>
          <p14:tracePt t="55144" x="4822825" y="4287838"/>
          <p14:tracePt t="55145" x="4835525" y="4287838"/>
          <p14:tracePt t="55164" x="4848225" y="4287838"/>
          <p14:tracePt t="55184" x="4859338" y="4287838"/>
          <p14:tracePt t="55199" x="4872038" y="4287838"/>
          <p14:tracePt t="55244" x="4884738" y="4287838"/>
          <p14:tracePt t="55264" x="4895850" y="4287838"/>
          <p14:tracePt t="55359" x="4908550" y="4287838"/>
          <p14:tracePt t="55374" x="4921250" y="4287838"/>
          <p14:tracePt t="55384" x="4932363" y="4287838"/>
          <p14:tracePt t="55407" x="4945063" y="4287838"/>
          <p14:tracePt t="55427" x="4957763" y="4287838"/>
          <p14:tracePt t="55454" x="4968875" y="4287838"/>
          <p14:tracePt t="55472" x="4981575" y="4287838"/>
          <p14:tracePt t="55479" x="4994275" y="4287838"/>
          <p14:tracePt t="55492" x="5005388" y="4287838"/>
          <p14:tracePt t="55504" x="5018088" y="4287838"/>
          <p14:tracePt t="55804" x="5030788" y="4287838"/>
          <p14:tracePt t="55812" x="5041900" y="4287838"/>
          <p14:tracePt t="55814" x="5054600" y="4287838"/>
          <p14:tracePt t="55827" x="5067300" y="4287838"/>
          <p14:tracePt t="55834" x="5078413" y="4287838"/>
          <p14:tracePt t="59059" x="5103813" y="4287838"/>
          <p14:tracePt t="59064" x="5140325" y="4287838"/>
          <p14:tracePt t="59066" x="5164138" y="4275138"/>
          <p14:tracePt t="59072" x="5200650" y="4275138"/>
          <p14:tracePt t="59079" x="5224463" y="4275138"/>
          <p14:tracePt t="59088" x="5297488" y="4275138"/>
          <p14:tracePt t="59099" x="5310188" y="4275138"/>
          <p14:tracePt t="59105" x="5322888" y="4275138"/>
          <p14:tracePt t="59114" x="5334000" y="4275138"/>
          <p14:tracePt t="59124" x="5346700" y="4275138"/>
          <p14:tracePt t="59129" x="5346700" y="4264025"/>
          <p14:tracePt t="59138" x="5359400" y="4264025"/>
          <p14:tracePt t="59155" x="5370513" y="4264025"/>
          <p14:tracePt t="59159" x="5383213" y="4264025"/>
          <p14:tracePt t="59165" x="5408613" y="4251325"/>
          <p14:tracePt t="59172" x="5419725" y="4251325"/>
          <p14:tracePt t="59179" x="5445125" y="4251325"/>
          <p14:tracePt t="59188" x="5518150" y="4227513"/>
          <p14:tracePt t="59196" x="5578475" y="4227513"/>
          <p14:tracePt t="59204" x="5602288" y="4227513"/>
          <p14:tracePt t="59212" x="5688013" y="4214813"/>
          <p14:tracePt t="59221" x="5737225" y="4202113"/>
          <p14:tracePt t="59229" x="5773738" y="4202113"/>
          <p14:tracePt t="59237" x="5784850" y="4202113"/>
          <p14:tracePt t="59246" x="5834063" y="4191000"/>
          <p14:tracePt t="59254" x="5857875" y="4191000"/>
          <p14:tracePt t="59262" x="5883275" y="4191000"/>
          <p14:tracePt t="59271" x="5943600" y="4178300"/>
          <p14:tracePt t="59279" x="6016625" y="4165600"/>
          <p14:tracePt t="59288" x="6102350" y="4154488"/>
          <p14:tracePt t="59296" x="6162675" y="4154488"/>
          <p14:tracePt t="59304" x="6199188" y="4141788"/>
          <p14:tracePt t="59312" x="6297613" y="4129088"/>
          <p14:tracePt t="59321" x="6345238" y="4117975"/>
          <p14:tracePt t="59329" x="6370638" y="4117975"/>
          <p14:tracePt t="59337" x="6381750" y="4117975"/>
          <p14:tracePt t="59346" x="6407150" y="4117975"/>
          <p14:tracePt t="59372" x="6418263" y="4117975"/>
          <p14:tracePt t="59384" x="6430963" y="4117975"/>
          <p14:tracePt t="59386" x="6430963" y="4105275"/>
          <p14:tracePt t="59394" x="6443663" y="4105275"/>
          <p14:tracePt t="59399" x="6454775" y="4092575"/>
          <p14:tracePt t="59405" x="6480175" y="4092575"/>
          <p14:tracePt t="59405" x="6491288" y="4081463"/>
          <p14:tracePt t="59413" x="6516688" y="4081463"/>
          <p14:tracePt t="59421" x="6577013" y="4056063"/>
          <p14:tracePt t="59429" x="6626225" y="4032250"/>
          <p14:tracePt t="59437" x="6673850" y="4019550"/>
          <p14:tracePt t="59446" x="6699250" y="4006850"/>
          <p14:tracePt t="59454" x="6710363" y="4006850"/>
          <p14:tracePt t="59464" x="6723063" y="3995738"/>
          <p14:tracePt t="59472" x="6735763" y="3995738"/>
          <p14:tracePt t="59479" x="6735763" y="3983038"/>
          <p14:tracePt t="59492" x="6746875" y="3983038"/>
          <p14:tracePt t="59514" x="6759575" y="3983038"/>
          <p14:tracePt t="59525" x="6759575" y="3970338"/>
          <p14:tracePt t="59532" x="6772275" y="3959225"/>
          <p14:tracePt t="59534" x="6783388" y="3959225"/>
          <p14:tracePt t="59539" x="6796088" y="3959225"/>
          <p14:tracePt t="59545" x="6808788" y="3959225"/>
          <p14:tracePt t="59554" x="6821488" y="3946525"/>
          <p14:tracePt t="59562" x="6832600" y="3933825"/>
          <p14:tracePt t="59570" x="6858000" y="3933825"/>
          <p14:tracePt t="59579" x="6869113" y="3922713"/>
          <p14:tracePt t="59587" x="6894513" y="3922713"/>
          <p14:tracePt t="59595" x="6918325" y="3922713"/>
          <p14:tracePt t="59604" x="6931025" y="3922713"/>
          <p14:tracePt t="59612" x="6942138" y="3922713"/>
          <p14:tracePt t="59620" x="6978650" y="3910013"/>
          <p14:tracePt t="59629" x="7004050" y="3897313"/>
          <p14:tracePt t="59637" x="7015163" y="3897313"/>
          <p14:tracePt t="59645" x="7040563" y="3897313"/>
          <p14:tracePt t="59752" x="7040563" y="3910013"/>
          <p14:tracePt t="59754" x="7051675" y="3922713"/>
          <p14:tracePt t="59762" x="7064375" y="3959225"/>
          <p14:tracePt t="59770" x="7064375" y="4019550"/>
          <p14:tracePt t="59779" x="7064375" y="4056063"/>
          <p14:tracePt t="59780" x="7064375" y="4081463"/>
          <p14:tracePt t="59787" x="7064375" y="4129088"/>
          <p14:tracePt t="59795" x="7064375" y="4154488"/>
          <p14:tracePt t="59804" x="7064375" y="4165600"/>
          <p14:tracePt t="59812" x="7064375" y="4202113"/>
          <p14:tracePt t="59820" x="7064375" y="4238625"/>
          <p14:tracePt t="59829" x="7064375" y="4275138"/>
          <p14:tracePt t="59837" x="7064375" y="4300538"/>
          <p14:tracePt t="59845" x="7064375" y="4324350"/>
          <p14:tracePt t="59853" x="7064375" y="4348163"/>
          <p14:tracePt t="59862" x="7064375" y="4360863"/>
          <p14:tracePt t="59870" x="7064375" y="4373563"/>
          <p14:tracePt t="59879" x="7064375" y="4384675"/>
          <p14:tracePt t="59887" x="7064375" y="4410075"/>
          <p14:tracePt t="59895" x="7064375" y="4421188"/>
          <p14:tracePt t="59903" x="7064375" y="4433888"/>
          <p14:tracePt t="59912" x="7064375" y="4446588"/>
          <p14:tracePt t="59920" x="7064375" y="4457700"/>
          <p14:tracePt t="59928" x="7064375" y="4470400"/>
          <p14:tracePt t="59937" x="7064375" y="4483100"/>
          <p14:tracePt t="59945" x="7064375" y="4494213"/>
          <p14:tracePt t="59954" x="7064375" y="4506913"/>
          <p14:tracePt t="59962" x="7064375" y="4519613"/>
          <p14:tracePt t="60307" x="7051675" y="4519613"/>
          <p14:tracePt t="60314" x="7040563" y="4519613"/>
          <p14:tracePt t="60414" x="7040563" y="4506913"/>
          <p14:tracePt t="60779" x="7040563" y="4494213"/>
          <p14:tracePt t="60854" x="7040563" y="4483100"/>
          <p14:tracePt t="60872" x="7040563" y="4470400"/>
          <p14:tracePt t="60894" x="7040563" y="4457700"/>
          <p14:tracePt t="60904" x="7051675" y="4457700"/>
          <p14:tracePt t="60939" x="7051675" y="4446588"/>
          <p14:tracePt t="60972" x="7064375" y="4446588"/>
          <p14:tracePt t="61027" x="7064375" y="4433888"/>
          <p14:tracePt t="61067" x="7077075" y="4433888"/>
          <p14:tracePt t="61074" x="7077075" y="4421188"/>
          <p14:tracePt t="61094" x="7088188" y="4421188"/>
          <p14:tracePt t="61107" x="7088188" y="4410075"/>
          <p14:tracePt t="61164" x="7088188" y="4397375"/>
          <p14:tracePt t="61179" x="7088188" y="4384675"/>
          <p14:tracePt t="61214" x="7088188" y="4373563"/>
          <p14:tracePt t="61352" x="7088188" y="4360863"/>
          <p14:tracePt t="61987" x="7077075" y="4360863"/>
          <p14:tracePt t="61994" x="7077075" y="4348163"/>
          <p14:tracePt t="62019" x="7064375" y="4348163"/>
          <p14:tracePt t="62059" x="7064375" y="4337050"/>
          <p14:tracePt t="62074" x="7051675" y="4337050"/>
          <p14:tracePt t="62094" x="7040563" y="4337050"/>
          <p14:tracePt t="62107" x="7040563" y="4324350"/>
          <p14:tracePt t="62132" x="7027863" y="4324350"/>
          <p14:tracePt t="62147" x="7015163" y="4324350"/>
          <p14:tracePt t="62174" x="7004050" y="4324350"/>
          <p14:tracePt t="62182" x="7004050" y="4311650"/>
          <p14:tracePt t="62187" x="6991350" y="4311650"/>
          <p14:tracePt t="62219" x="6978650" y="4311650"/>
          <p14:tracePt t="62254" x="6967538" y="4311650"/>
          <p14:tracePt t="62267" x="6954838" y="4311650"/>
          <p14:tracePt t="62274" x="6954838" y="4300538"/>
          <p14:tracePt t="62287" x="6942138" y="4300538"/>
          <p14:tracePt t="62292" x="6931025" y="4300538"/>
          <p14:tracePt t="62299" x="6918325" y="4300538"/>
          <p14:tracePt t="62307" x="6905625" y="4300538"/>
          <p14:tracePt t="62314" x="6894513" y="4300538"/>
          <p14:tracePt t="62327" x="6881813" y="4300538"/>
          <p14:tracePt t="62332" x="6869113" y="4300538"/>
          <p14:tracePt t="62344" x="6858000" y="4300538"/>
          <p14:tracePt t="62359" x="6845300" y="4300538"/>
          <p14:tracePt t="62372" x="6832600" y="4300538"/>
          <p14:tracePt t="62394" x="6821488" y="4300538"/>
          <p14:tracePt t="62414" x="6808788" y="4300538"/>
          <p14:tracePt t="62447" x="6796088" y="4300538"/>
          <p14:tracePt t="62474" x="6783388" y="4300538"/>
          <p14:tracePt t="62487" x="6772275" y="4300538"/>
          <p14:tracePt t="62574" x="6759575" y="4300538"/>
          <p14:tracePt t="62585" x="6746875" y="4300538"/>
          <p14:tracePt t="62594" x="6735763" y="4300538"/>
          <p14:tracePt t="62619" x="6723063" y="4300538"/>
          <p14:tracePt t="62627" x="6710363" y="4300538"/>
          <p14:tracePt t="62639" x="6710363" y="4311650"/>
          <p14:tracePt t="62647" x="6699250" y="4311650"/>
          <p14:tracePt t="62652" x="6686550" y="4311650"/>
          <p14:tracePt t="62667" x="6673850" y="4311650"/>
          <p14:tracePt t="62674" x="6673850" y="4324350"/>
          <p14:tracePt t="62679" x="6662738" y="4324350"/>
          <p14:tracePt t="62687" x="6650038" y="4337050"/>
          <p14:tracePt t="62692" x="6650038" y="4348163"/>
          <p14:tracePt t="62701" x="6626225" y="4348163"/>
          <p14:tracePt t="62709" x="6613525" y="4360863"/>
          <p14:tracePt t="62717" x="6600825" y="4360863"/>
          <p14:tracePt t="62726" x="6589713" y="4373563"/>
          <p14:tracePt t="62734" x="6577013" y="4373563"/>
          <p14:tracePt t="62742" x="6564313" y="4373563"/>
          <p14:tracePt t="62751" x="6553200" y="4384675"/>
          <p14:tracePt t="62760" x="6540500" y="4397375"/>
          <p14:tracePt t="62767" x="6516688" y="4410075"/>
          <p14:tracePt t="62776" x="6491288" y="4410075"/>
          <p14:tracePt t="62784" x="6480175" y="4421188"/>
          <p14:tracePt t="62792" x="6454775" y="4433888"/>
          <p14:tracePt t="62801" x="6443663" y="4446588"/>
          <p14:tracePt t="62809" x="6418263" y="4457700"/>
          <p14:tracePt t="62817" x="6407150" y="4470400"/>
          <p14:tracePt t="62826" x="6381750" y="4494213"/>
          <p14:tracePt t="62834" x="6381750" y="4506913"/>
          <p14:tracePt t="62842" x="6381750" y="4519613"/>
          <p14:tracePt t="62851" x="6370638" y="4530725"/>
          <p14:tracePt t="62859" x="6370638" y="4543425"/>
          <p14:tracePt t="62872" x="6357938" y="4543425"/>
          <p14:tracePt t="62876" x="6357938" y="4556125"/>
          <p14:tracePt t="62887" x="6357938" y="4567238"/>
          <p14:tracePt t="62905" x="6357938" y="4579938"/>
          <p14:tracePt t="62919" x="6357938" y="4592638"/>
          <p14:tracePt t="62934" x="6357938" y="4603750"/>
          <p14:tracePt t="62939" x="6357938" y="4616450"/>
          <p14:tracePt t="62944" x="6357938" y="4629150"/>
          <p14:tracePt t="62954" x="6357938" y="4652963"/>
          <p14:tracePt t="62964" x="6357938" y="4665663"/>
          <p14:tracePt t="62972" x="6370638" y="4689475"/>
          <p14:tracePt t="62979" x="6370638" y="4702175"/>
          <p14:tracePt t="62985" x="6381750" y="4714875"/>
          <p14:tracePt t="62985" x="6394450" y="4725988"/>
          <p14:tracePt t="62993" x="6407150" y="4725988"/>
          <p14:tracePt t="63000" x="6418263" y="4762500"/>
          <p14:tracePt t="63009" x="6443663" y="4775200"/>
          <p14:tracePt t="63017" x="6454775" y="4799013"/>
          <p14:tracePt t="63025" x="6480175" y="4811713"/>
          <p14:tracePt t="63034" x="6491288" y="4824413"/>
          <p14:tracePt t="63042" x="6516688" y="4835525"/>
          <p14:tracePt t="63050" x="6516688" y="4848225"/>
          <p14:tracePt t="63059" x="6540500" y="4860925"/>
          <p14:tracePt t="63072" x="6553200" y="4860925"/>
          <p14:tracePt t="63075" x="6553200" y="4872038"/>
          <p14:tracePt t="63084" x="6564313" y="4884738"/>
          <p14:tracePt t="63092" x="6577013" y="4897438"/>
          <p14:tracePt t="63100" x="6613525" y="4933950"/>
          <p14:tracePt t="63109" x="6637338" y="4945063"/>
          <p14:tracePt t="63117" x="6673850" y="4970463"/>
          <p14:tracePt t="63125" x="6710363" y="4994275"/>
          <p14:tracePt t="63134" x="6723063" y="4994275"/>
          <p14:tracePt t="63142" x="6759575" y="5006975"/>
          <p14:tracePt t="63150" x="6796088" y="5018088"/>
          <p14:tracePt t="63159" x="6845300" y="5030788"/>
          <p14:tracePt t="63167" x="6905625" y="5043488"/>
          <p14:tracePt t="63175" x="6954838" y="5054600"/>
          <p14:tracePt t="63184" x="6978650" y="5054600"/>
          <p14:tracePt t="63185" x="7027863" y="5067300"/>
          <p14:tracePt t="63193" x="7051675" y="5067300"/>
          <p14:tracePt t="63200" x="7077075" y="5067300"/>
          <p14:tracePt t="63209" x="7100888" y="5067300"/>
          <p14:tracePt t="63217" x="7113588" y="5080000"/>
          <p14:tracePt t="63225" x="7137400" y="5091113"/>
          <p14:tracePt t="63239" x="7161213" y="5103813"/>
          <p14:tracePt t="63244" x="7173913" y="5103813"/>
          <p14:tracePt t="63250" x="7186613" y="5103813"/>
          <p14:tracePt t="63259" x="7210425" y="5103813"/>
          <p14:tracePt t="63267" x="7259638" y="5103813"/>
          <p14:tracePt t="63275" x="7296150" y="5103813"/>
          <p14:tracePt t="63284" x="7319963" y="5103813"/>
          <p14:tracePt t="63284" x="7343775" y="5103813"/>
          <p14:tracePt t="63292" x="7369175" y="5103813"/>
          <p14:tracePt t="63300" x="7453313" y="5103813"/>
          <p14:tracePt t="63309" x="7515225" y="5103813"/>
          <p14:tracePt t="63317" x="7551738" y="5103813"/>
          <p14:tracePt t="63325" x="7575550" y="5103813"/>
          <p14:tracePt t="63334" x="7588250" y="5103813"/>
          <p14:tracePt t="63342" x="7600950" y="5103813"/>
          <p14:tracePt t="63350" x="7612063" y="5103813"/>
          <p14:tracePt t="63358" x="7624763" y="5103813"/>
          <p14:tracePt t="63367" x="7637463" y="5091113"/>
          <p14:tracePt t="63375" x="7648575" y="5091113"/>
          <p14:tracePt t="63384" x="7673975" y="5080000"/>
          <p14:tracePt t="63392" x="7685088" y="5080000"/>
          <p14:tracePt t="63400" x="7734300" y="5080000"/>
          <p14:tracePt t="63408" x="7758113" y="5067300"/>
          <p14:tracePt t="63417" x="7794625" y="5067300"/>
          <p14:tracePt t="63425" x="7807325" y="5054600"/>
          <p14:tracePt t="63433" x="7843838" y="5043488"/>
          <p14:tracePt t="63442" x="7856538" y="5043488"/>
          <p14:tracePt t="63450" x="7880350" y="5030788"/>
          <p14:tracePt t="63458" x="7893050" y="5018088"/>
          <p14:tracePt t="63467" x="7904163" y="5018088"/>
          <p14:tracePt t="63475" x="7929563" y="5018088"/>
          <p14:tracePt t="63484" x="7940675" y="5018088"/>
          <p14:tracePt t="63492" x="7940675" y="5006975"/>
          <p14:tracePt t="63500" x="7953375" y="5006975"/>
          <p14:tracePt t="63508" x="7953375" y="4994275"/>
          <p14:tracePt t="63517" x="7966075" y="4994275"/>
          <p14:tracePt t="63525" x="7966075" y="4981575"/>
          <p14:tracePt t="63533" x="7977188" y="4970463"/>
          <p14:tracePt t="63542" x="8002588" y="4945063"/>
          <p14:tracePt t="63550" x="8013700" y="4921250"/>
          <p14:tracePt t="63558" x="8039100" y="4908550"/>
          <p14:tracePt t="63567" x="8050213" y="4872038"/>
          <p14:tracePt t="63575" x="8062913" y="4848225"/>
          <p14:tracePt t="63584" x="8062913" y="4835525"/>
          <p14:tracePt t="63592" x="8062913" y="4824413"/>
          <p14:tracePt t="63600" x="8062913" y="4787900"/>
          <p14:tracePt t="63608" x="8062913" y="4762500"/>
          <p14:tracePt t="63617" x="8062913" y="4751388"/>
          <p14:tracePt t="63625" x="8050213" y="4725988"/>
          <p14:tracePt t="63633" x="8050213" y="4702175"/>
          <p14:tracePt t="63642" x="8050213" y="4678363"/>
          <p14:tracePt t="63650" x="8050213" y="4652963"/>
          <p14:tracePt t="63658" x="8050213" y="4640263"/>
          <p14:tracePt t="63667" x="8050213" y="4629150"/>
          <p14:tracePt t="63675" x="8039100" y="4616450"/>
          <p14:tracePt t="63684" x="8026400" y="4603750"/>
          <p14:tracePt t="63692" x="8013700" y="4603750"/>
          <p14:tracePt t="63700" x="8002588" y="4592638"/>
          <p14:tracePt t="63708" x="7989888" y="4579938"/>
          <p14:tracePt t="63717" x="7966075" y="4579938"/>
          <p14:tracePt t="63725" x="7953375" y="4567238"/>
          <p14:tracePt t="63733" x="7940675" y="4567238"/>
          <p14:tracePt t="63741" x="7929563" y="4556125"/>
          <p14:tracePt t="63750" x="7916863" y="4556125"/>
          <p14:tracePt t="63758" x="7904163" y="4556125"/>
          <p14:tracePt t="63772" x="7893050" y="4556125"/>
          <p14:tracePt t="63939" x="7904163" y="4556125"/>
          <p14:tracePt t="63959" x="7916863" y="4556125"/>
          <p14:tracePt t="63987" x="7929563" y="4556125"/>
          <p14:tracePt t="63994" x="7940675" y="4556125"/>
          <p14:tracePt t="64005" x="7966075" y="4556125"/>
          <p14:tracePt t="64012" x="7977188" y="4556125"/>
          <p14:tracePt t="64019" x="8002588" y="4556125"/>
          <p14:tracePt t="64024" x="8013700" y="4556125"/>
          <p14:tracePt t="64026" x="8039100" y="4556125"/>
          <p14:tracePt t="64033" x="8062913" y="4556125"/>
          <p14:tracePt t="64041" x="8099425" y="4556125"/>
          <p14:tracePt t="64049" x="8135938" y="4556125"/>
          <p14:tracePt t="64058" x="8172450" y="4556125"/>
          <p14:tracePt t="64066" x="8245475" y="4556125"/>
          <p14:tracePt t="64075" x="8270875" y="4556125"/>
          <p14:tracePt t="64083" x="8281988" y="4556125"/>
          <p14:tracePt t="64091" x="8294688" y="4556125"/>
          <p14:tracePt t="64104" x="8307388" y="4556125"/>
          <p14:tracePt t="64167" x="8318500" y="4556125"/>
          <p14:tracePt t="64172" x="8331200" y="4556125"/>
          <p14:tracePt t="64187" x="8343900" y="4556125"/>
          <p14:tracePt t="64192" x="8355013" y="4556125"/>
          <p14:tracePt t="64204" x="8367713" y="4556125"/>
          <p14:tracePt t="64212" x="8380413" y="4556125"/>
          <p14:tracePt t="64219" x="8391525" y="4556125"/>
          <p14:tracePt t="64359" x="8391525" y="4567238"/>
          <p14:tracePt t="64432" x="8380413" y="4567238"/>
          <p14:tracePt t="64444" x="8367713" y="4567238"/>
          <p14:tracePt t="64464" x="8355013" y="4567238"/>
          <p14:tracePt t="64472" x="8355013" y="4579938"/>
          <p14:tracePt t="64475" x="8343900" y="4579938"/>
          <p14:tracePt t="64532" x="8331200" y="4579938"/>
          <p14:tracePt t="64547" x="8318500" y="4579938"/>
          <p14:tracePt t="64552" x="8318500" y="4592638"/>
          <p14:tracePt t="64607" x="8318500" y="4603750"/>
          <p14:tracePt t="64619" x="8307388" y="4603750"/>
          <p14:tracePt t="64659" x="8307388" y="4616450"/>
          <p14:tracePt t="64674" x="8294688" y="4616450"/>
          <p14:tracePt t="64679" x="8294688" y="4629150"/>
          <p14:tracePt t="64699" x="8294688" y="4640263"/>
          <p14:tracePt t="64708" x="8294688" y="4652963"/>
          <p14:tracePt t="64714" x="8294688" y="4665663"/>
          <p14:tracePt t="64727" x="8281988" y="4678363"/>
          <p14:tracePt t="64734" x="8281988" y="4689475"/>
          <p14:tracePt t="64744" x="8281988" y="4702175"/>
          <p14:tracePt t="64745" x="8281988" y="4714875"/>
          <p14:tracePt t="64754" x="8281988" y="4725988"/>
          <p14:tracePt t="64759" x="8281988" y="4738688"/>
          <p14:tracePt t="64767" x="8281988" y="4751388"/>
          <p14:tracePt t="64775" x="8281988" y="4762500"/>
          <p14:tracePt t="64782" x="8294688" y="4762500"/>
          <p14:tracePt t="64790" x="8294688" y="4775200"/>
          <p14:tracePt t="64799" x="8294688" y="4787900"/>
          <p14:tracePt t="64807" x="8294688" y="4799013"/>
          <p14:tracePt t="64815" x="8307388" y="4811713"/>
          <p14:tracePt t="64824" x="8318500" y="4824413"/>
          <p14:tracePt t="64832" x="8331200" y="4835525"/>
          <p14:tracePt t="64840" x="8331200" y="4848225"/>
          <p14:tracePt t="64852" x="8343900" y="4860925"/>
          <p14:tracePt t="64859" x="8355013" y="4872038"/>
          <p14:tracePt t="64879" x="8355013" y="4884738"/>
          <p14:tracePt t="64884" x="8367713" y="4884738"/>
          <p14:tracePt t="64886" x="8380413" y="4897438"/>
          <p14:tracePt t="64899" x="8380413" y="4908550"/>
          <p14:tracePt t="64904" x="8391525" y="4908550"/>
          <p14:tracePt t="64912" x="8404225" y="4908550"/>
          <p14:tracePt t="64915" x="8416925" y="4921250"/>
          <p14:tracePt t="64924" x="8416925" y="4933950"/>
          <p14:tracePt t="64933" x="8440738" y="4933950"/>
          <p14:tracePt t="64940" x="8464550" y="4945063"/>
          <p14:tracePt t="64949" x="8477250" y="4945063"/>
          <p14:tracePt t="64957" x="8501063" y="4957763"/>
          <p14:tracePt t="64965" x="8513763" y="4957763"/>
          <p14:tracePt t="64974" x="8526463" y="4957763"/>
          <p14:tracePt t="64974" x="8526463" y="4970463"/>
          <p14:tracePt t="64984" x="8537575" y="4970463"/>
          <p14:tracePt t="64999" x="8550275" y="4970463"/>
          <p14:tracePt t="65005" x="8562975" y="4970463"/>
          <p14:tracePt t="65019" x="8562975" y="4981575"/>
          <p14:tracePt t="65024" x="8574088" y="4981575"/>
          <p14:tracePt t="65033" x="8586788" y="4981575"/>
          <p14:tracePt t="65034" x="8599488" y="4981575"/>
          <p14:tracePt t="65044" x="8610600" y="4981575"/>
          <p14:tracePt t="65049" x="8610600" y="4994275"/>
          <p14:tracePt t="65057" x="8623300" y="4994275"/>
          <p14:tracePt t="65065" x="8636000" y="4994275"/>
          <p14:tracePt t="65074" x="8647113" y="4994275"/>
          <p14:tracePt t="65092" x="8659813" y="4994275"/>
          <p14:tracePt t="65099" x="8672513" y="4994275"/>
          <p14:tracePt t="65104" x="8683625" y="4994275"/>
          <p14:tracePt t="65114" x="8696325" y="4994275"/>
          <p14:tracePt t="65119" x="8709025" y="4994275"/>
          <p14:tracePt t="65125" x="8720138" y="4994275"/>
          <p14:tracePt t="65132" x="8732838" y="4994275"/>
          <p14:tracePt t="65140" x="8745538" y="4994275"/>
          <p14:tracePt t="65152" x="8756650" y="4994275"/>
          <p14:tracePt t="65207" x="8769350" y="4994275"/>
          <p14:tracePt t="65219" x="8782050" y="4994275"/>
          <p14:tracePt t="65224" x="8793163" y="4981575"/>
          <p14:tracePt t="65232" x="8805863" y="4981575"/>
          <p14:tracePt t="65244" x="8818563" y="4970463"/>
          <p14:tracePt t="65246" x="8829675" y="4970463"/>
          <p14:tracePt t="65252" x="8829675" y="4957763"/>
          <p14:tracePt t="65257" x="8842375" y="4957763"/>
          <p14:tracePt t="65265" x="8855075" y="4945063"/>
          <p14:tracePt t="65273" x="8866188" y="4933950"/>
          <p14:tracePt t="65282" x="8866188" y="4921250"/>
          <p14:tracePt t="65290" x="8866188" y="4908550"/>
          <p14:tracePt t="65298" x="8866188" y="4897438"/>
          <p14:tracePt t="65307" x="8878888" y="4860925"/>
          <p14:tracePt t="65315" x="8878888" y="4848225"/>
          <p14:tracePt t="65323" x="8878888" y="4835525"/>
          <p14:tracePt t="65332" x="8878888" y="4824413"/>
          <p14:tracePt t="65340" x="8878888" y="4799013"/>
          <p14:tracePt t="65348" x="8878888" y="4775200"/>
          <p14:tracePt t="65357" x="8878888" y="4762500"/>
          <p14:tracePt t="65365" x="8878888" y="4751388"/>
          <p14:tracePt t="65373" x="8878888" y="4738688"/>
          <p14:tracePt t="65382" x="8878888" y="4714875"/>
          <p14:tracePt t="65392" x="8866188" y="4702175"/>
          <p14:tracePt t="65398" x="8866188" y="4689475"/>
          <p14:tracePt t="65407" x="8855075" y="4665663"/>
          <p14:tracePt t="65415" x="8842375" y="4652963"/>
          <p14:tracePt t="65424" x="8842375" y="4640263"/>
          <p14:tracePt t="65432" x="8829675" y="4640263"/>
          <p14:tracePt t="65440" x="8818563" y="4616450"/>
          <p14:tracePt t="65452" x="8805863" y="4616450"/>
          <p14:tracePt t="65456" x="8793163" y="4616450"/>
          <p14:tracePt t="65465" x="8782050" y="4603750"/>
          <p14:tracePt t="65473" x="8769350" y="4592638"/>
          <p14:tracePt t="65482" x="8756650" y="4592638"/>
          <p14:tracePt t="65490" x="8745538" y="4592638"/>
          <p14:tracePt t="65498" x="8732838" y="4592638"/>
          <p14:tracePt t="65506" x="8720138" y="4592638"/>
          <p14:tracePt t="65515" x="8709025" y="4592638"/>
          <p14:tracePt t="65523" x="8696325" y="4592638"/>
          <p14:tracePt t="65534" x="8683625" y="4592638"/>
          <p14:tracePt t="65544" x="8672513" y="4592638"/>
          <p14:tracePt t="65552" x="8659813" y="4592638"/>
          <p14:tracePt t="65556" x="8647113" y="4592638"/>
          <p14:tracePt t="65565" x="8636000" y="4592638"/>
          <p14:tracePt t="65573" x="8623300" y="4592638"/>
          <p14:tracePt t="65581" x="8610600" y="4592638"/>
          <p14:tracePt t="65590" x="8599488" y="4592638"/>
          <p14:tracePt t="65607" x="8586788" y="4592638"/>
          <p14:tracePt t="65624" x="8574088" y="4592638"/>
          <p14:tracePt t="65639" x="8562975" y="4592638"/>
          <p14:tracePt t="65647" x="8550275" y="4592638"/>
          <p14:tracePt t="65654" x="8537575" y="4592638"/>
          <p14:tracePt t="65667" x="8526463" y="4592638"/>
          <p14:tracePt t="65672" x="8526463" y="4603750"/>
          <p14:tracePt t="65674" x="8513763" y="4603750"/>
          <p14:tracePt t="65687" x="8501063" y="4603750"/>
          <p14:tracePt t="65694" x="8489950" y="4603750"/>
          <p14:tracePt t="65702" x="8489950" y="4616450"/>
          <p14:tracePt t="65707" x="8477250" y="4616450"/>
          <p14:tracePt t="65724" x="8464550" y="4616450"/>
          <p14:tracePt t="65725" x="8464550" y="4629150"/>
          <p14:tracePt t="65732" x="8453438" y="4629150"/>
          <p14:tracePt t="65747" x="8440738" y="4629150"/>
          <p14:tracePt t="65759" x="8428038" y="4629150"/>
          <p14:tracePt t="65794" x="8428038" y="4640263"/>
          <p14:tracePt t="66427" x="8416925" y="4640263"/>
          <p14:tracePt t="66434" x="8404225" y="4640263"/>
          <p14:tracePt t="66448" x="8391525" y="4640263"/>
          <p14:tracePt t="66459" x="8380413" y="4652963"/>
          <p14:tracePt t="66465" x="8367713" y="4652963"/>
          <p14:tracePt t="66473" x="8355013" y="4652963"/>
          <p14:tracePt t="66475" x="8343900" y="4652963"/>
          <p14:tracePt t="66481" x="8331200" y="4665663"/>
          <p14:tracePt t="66490" x="8307388" y="4665663"/>
          <p14:tracePt t="66499" x="8294688" y="4678363"/>
          <p14:tracePt t="66505" x="8270875" y="4678363"/>
          <p14:tracePt t="66514" x="8258175" y="4689475"/>
          <p14:tracePt t="66522" x="8245475" y="4689475"/>
          <p14:tracePt t="66530" x="8232775" y="4702175"/>
          <p14:tracePt t="66539" x="8208963" y="4702175"/>
          <p14:tracePt t="66547" x="8196263" y="4714875"/>
          <p14:tracePt t="66555" x="8185150" y="4725988"/>
          <p14:tracePt t="66574" x="8172450" y="4725988"/>
          <p14:tracePt t="66584" x="8159750" y="4725988"/>
          <p14:tracePt t="66592" x="8148638" y="4725988"/>
          <p14:tracePt t="66593" x="8148638" y="4738688"/>
          <p14:tracePt t="66605" x="8135938" y="4751388"/>
          <p14:tracePt t="66614" x="8123238" y="4751388"/>
          <p14:tracePt t="66620" x="8123238" y="4762500"/>
          <p14:tracePt t="66632" x="8112125" y="4762500"/>
          <p14:tracePt t="66639" x="8112125" y="4775200"/>
          <p14:tracePt t="66644" x="8099425" y="4775200"/>
          <p14:tracePt t="66652" x="8086725" y="4775200"/>
          <p14:tracePt t="66655" x="8086725" y="4787900"/>
          <p14:tracePt t="66673" x="8086725" y="4799013"/>
          <p14:tracePt t="66679" x="8086725" y="4811713"/>
          <p14:tracePt t="66684" x="8075613" y="4824413"/>
          <p14:tracePt t="66694" x="8075613" y="4835525"/>
          <p14:tracePt t="66702" x="8075613" y="4848225"/>
          <p14:tracePt t="66707" x="8062913" y="4848225"/>
          <p14:tracePt t="66714" x="8062913" y="4860925"/>
          <p14:tracePt t="66723" x="8062913" y="4872038"/>
          <p14:tracePt t="66739" x="8062913" y="4884738"/>
          <p14:tracePt t="66772" x="8062913" y="4897438"/>
          <p14:tracePt t="66784" x="8062913" y="4908550"/>
          <p14:tracePt t="66792" x="8050213" y="4908550"/>
          <p14:tracePt t="66799" x="8050213" y="4921250"/>
          <p14:tracePt t="66804" x="8050213" y="4933950"/>
          <p14:tracePt t="66806" x="8039100" y="4933950"/>
          <p14:tracePt t="66814" x="8039100" y="4945063"/>
          <p14:tracePt t="66822" x="8026400" y="4957763"/>
          <p14:tracePt t="66830" x="8013700" y="4970463"/>
          <p14:tracePt t="66839" x="8002588" y="4981575"/>
          <p14:tracePt t="66847" x="7977188" y="4994275"/>
          <p14:tracePt t="66855" x="7977188" y="5006975"/>
          <p14:tracePt t="66864" x="7977188" y="5018088"/>
          <p14:tracePt t="66872" x="7966075" y="5018088"/>
          <p14:tracePt t="66967" x="7953375" y="5018088"/>
          <p14:tracePt t="66987" x="7940675" y="5018088"/>
          <p14:tracePt t="66994" x="7940675" y="5030788"/>
          <p14:tracePt t="67007" x="7929563" y="5030788"/>
          <p14:tracePt t="67019" x="7916863" y="5030788"/>
          <p14:tracePt t="67047" x="7904163" y="5030788"/>
          <p14:tracePt t="67067" x="7893050" y="5030788"/>
          <p14:tracePt t="67087" x="7880350" y="5030788"/>
          <p14:tracePt t="67104" x="7867650" y="5030788"/>
          <p14:tracePt t="67114" x="7856538" y="5030788"/>
          <p14:tracePt t="67132" x="7843838" y="5030788"/>
          <p14:tracePt t="67134" x="7831138" y="5030788"/>
          <p14:tracePt t="67142" x="7820025" y="5030788"/>
          <p14:tracePt t="67149" x="7807325" y="5030788"/>
          <p14:tracePt t="67159" x="7794625" y="5030788"/>
          <p14:tracePt t="67165" x="7783513" y="5030788"/>
          <p14:tracePt t="67172" x="7770813" y="5030788"/>
          <p14:tracePt t="67180" x="7758113" y="5030788"/>
          <p14:tracePt t="67188" x="7747000" y="5030788"/>
          <p14:tracePt t="67197" x="7734300" y="5030788"/>
          <p14:tracePt t="67205" x="7710488" y="5030788"/>
          <p14:tracePt t="67213" x="7697788" y="5030788"/>
          <p14:tracePt t="67242" x="7685088" y="5030788"/>
          <p14:tracePt t="67284" x="7673975" y="5043488"/>
          <p14:tracePt t="67294" x="7661275" y="5043488"/>
          <p14:tracePt t="67299" x="7648575" y="5043488"/>
          <p14:tracePt t="67312" x="7637463" y="5043488"/>
          <p14:tracePt t="67319" x="7624763" y="5043488"/>
          <p14:tracePt t="67327" x="7612063" y="5043488"/>
          <p14:tracePt t="67342" x="7600950" y="5043488"/>
          <p14:tracePt t="67354" x="7588250" y="5043488"/>
          <p14:tracePt t="67374" x="7575550" y="5043488"/>
          <p14:tracePt t="67379" x="7564438" y="5043488"/>
          <p14:tracePt t="67387" x="7551738" y="5043488"/>
          <p14:tracePt t="67399" x="7539038" y="5043488"/>
          <p14:tracePt t="67404" x="7526338" y="5043488"/>
          <p14:tracePt t="67414" x="7515225" y="5043488"/>
          <p14:tracePt t="67419" x="7502525" y="5043488"/>
          <p14:tracePt t="67424" x="7489825" y="5043488"/>
          <p14:tracePt t="67472" x="7478713" y="5043488"/>
          <p14:tracePt t="67479" x="7466013" y="5043488"/>
          <p14:tracePt t="67494" x="7453313" y="5043488"/>
          <p14:tracePt t="67502" x="7442200" y="5043488"/>
          <p14:tracePt t="67512" x="7429500" y="5043488"/>
          <p14:tracePt t="67539" x="7416800" y="5043488"/>
          <p14:tracePt t="67564" x="7405688" y="5043488"/>
          <p14:tracePt t="67604" x="7392988" y="5043488"/>
          <p14:tracePt t="67606" x="7380288" y="5043488"/>
          <p14:tracePt t="67614" x="7369175" y="5043488"/>
          <p14:tracePt t="67632" x="7356475" y="5043488"/>
          <p14:tracePt t="67639" x="7343775" y="5043488"/>
          <p14:tracePt t="67672" x="7332663" y="5043488"/>
          <p14:tracePt t="67699" x="7319963" y="5043488"/>
          <p14:tracePt t="67707" x="7307263" y="5043488"/>
          <p14:tracePt t="67727" x="7296150" y="5043488"/>
          <p14:tracePt t="67739" x="7283450" y="5043488"/>
          <p14:tracePt t="67792" x="7270750" y="5043488"/>
          <p14:tracePt t="67799" x="7259638" y="5043488"/>
          <p14:tracePt t="67814" x="7246938" y="5043488"/>
          <p14:tracePt t="67819" x="7234238" y="5043488"/>
          <p14:tracePt t="67824" x="7223125" y="5043488"/>
          <p14:tracePt t="67864" x="7210425" y="5043488"/>
          <p14:tracePt t="67872" x="7197725" y="5054600"/>
          <p14:tracePt t="67878" x="7186613" y="5054600"/>
          <p14:tracePt t="67882" x="7173913" y="5054600"/>
          <p14:tracePt t="67887" x="7161213" y="5054600"/>
          <p14:tracePt t="67896" x="7150100" y="5054600"/>
          <p14:tracePt t="67904" x="7124700" y="5067300"/>
          <p14:tracePt t="67912" x="7100888" y="5067300"/>
          <p14:tracePt t="67921" x="7088188" y="5067300"/>
          <p14:tracePt t="67929" x="7064375" y="5067300"/>
          <p14:tracePt t="67938" x="7040563" y="5067300"/>
          <p14:tracePt t="67946" x="7027863" y="5080000"/>
          <p14:tracePt t="67955" x="7015163" y="5080000"/>
          <p14:tracePt t="67962" x="7004050" y="5080000"/>
          <p14:tracePt t="67982" x="6991350" y="5080000"/>
          <p14:tracePt t="67992" x="6978650" y="5080000"/>
          <p14:tracePt t="67999" x="6978650" y="5091113"/>
          <p14:tracePt t="68014" x="6967538" y="5091113"/>
          <p14:tracePt t="68147" x="6954838" y="5091113"/>
          <p14:tracePt t="68155" x="6954838" y="5103813"/>
          <p14:tracePt t="68162" x="6954838" y="5116513"/>
          <p14:tracePt t="68172" x="6942138" y="5116513"/>
          <p14:tracePt t="68173" x="6942138" y="5127625"/>
          <p14:tracePt t="68194" x="6942138" y="5140325"/>
          <p14:tracePt t="68205" x="6942138" y="5153025"/>
          <p14:tracePt t="68214" x="6942138" y="5164138"/>
          <p14:tracePt t="68219" x="6931025" y="5164138"/>
          <p14:tracePt t="68224" x="6931025" y="5176838"/>
          <p14:tracePt t="68232" x="6931025" y="5189538"/>
          <p14:tracePt t="68237" x="6918325" y="5189538"/>
          <p14:tracePt t="68245" x="6918325" y="5200650"/>
          <p14:tracePt t="68254" x="6918325" y="5213350"/>
          <p14:tracePt t="68263" x="6918325" y="5226050"/>
          <p14:tracePt t="68272" x="6918325" y="5237163"/>
          <p14:tracePt t="68279" x="6905625" y="5237163"/>
          <p14:tracePt t="68294" x="6905625" y="5249863"/>
          <p14:tracePt t="68307" x="6905625" y="5262563"/>
          <p14:tracePt t="68313" x="6894513" y="5262563"/>
          <p14:tracePt t="68314" x="6894513" y="5273675"/>
          <p14:tracePt t="68327" x="6894513" y="5286375"/>
          <p14:tracePt t="68332" x="6894513" y="5299075"/>
          <p14:tracePt t="68337" x="6881813" y="5299075"/>
          <p14:tracePt t="68345" x="6881813" y="5335588"/>
          <p14:tracePt t="68354" x="6881813" y="5348288"/>
          <p14:tracePt t="68362" x="6881813" y="5359400"/>
          <p14:tracePt t="68372" x="6881813" y="5372100"/>
          <p14:tracePt t="68379" x="6881813" y="5384800"/>
          <p14:tracePt t="68387" x="6881813" y="5395913"/>
          <p14:tracePt t="68399" x="6881813" y="5408613"/>
          <p14:tracePt t="68413" x="6881813" y="5421313"/>
          <p14:tracePt t="68439" x="6881813" y="5432425"/>
          <p14:tracePt t="68447" x="6881813" y="5445125"/>
          <p14:tracePt t="68452" x="6894513" y="5457825"/>
          <p14:tracePt t="68459" x="6905625" y="5457825"/>
          <p14:tracePt t="68464" x="6905625" y="5468938"/>
          <p14:tracePt t="68470" x="6905625" y="5481638"/>
          <p14:tracePt t="68479" x="6918325" y="5494338"/>
          <p14:tracePt t="68480" x="6931025" y="5505450"/>
          <p14:tracePt t="68487" x="6942138" y="5518150"/>
          <p14:tracePt t="68495" x="6954838" y="5541963"/>
          <p14:tracePt t="68504" x="6967538" y="5541963"/>
          <p14:tracePt t="68512" x="6991350" y="5567363"/>
          <p14:tracePt t="68520" x="7027863" y="5591175"/>
          <p14:tracePt t="68529" x="7040563" y="5603875"/>
          <p14:tracePt t="68537" x="7051675" y="5603875"/>
          <p14:tracePt t="68545" x="7100888" y="5640388"/>
          <p14:tracePt t="68554" x="7113588" y="5640388"/>
          <p14:tracePt t="68562" x="7137400" y="5640388"/>
          <p14:tracePt t="68570" x="7161213" y="5651500"/>
          <p14:tracePt t="68578" x="7186613" y="5664200"/>
          <p14:tracePt t="68587" x="7234238" y="5676900"/>
          <p14:tracePt t="68595" x="7270750" y="5688013"/>
          <p14:tracePt t="68603" x="7296150" y="5688013"/>
          <p14:tracePt t="68612" x="7332663" y="5688013"/>
          <p14:tracePt t="68620" x="7369175" y="5700713"/>
          <p14:tracePt t="68629" x="7392988" y="5700713"/>
          <p14:tracePt t="68637" x="7416800" y="5700713"/>
          <p14:tracePt t="68645" x="7442200" y="5700713"/>
          <p14:tracePt t="68653" x="7478713" y="5713413"/>
          <p14:tracePt t="68662" x="7489825" y="5713413"/>
          <p14:tracePt t="68670" x="7539038" y="5713413"/>
          <p14:tracePt t="68678" x="7588250" y="5713413"/>
          <p14:tracePt t="68687" x="7673975" y="5713413"/>
          <p14:tracePt t="68695" x="7734300" y="5713413"/>
          <p14:tracePt t="68703" x="7758113" y="5713413"/>
          <p14:tracePt t="68712" x="7843838" y="5713413"/>
          <p14:tracePt t="68720" x="7977188" y="5713413"/>
          <p14:tracePt t="68728" x="8039100" y="5713413"/>
          <p14:tracePt t="68737" x="8112125" y="5713413"/>
          <p14:tracePt t="68745" x="8148638" y="5713413"/>
          <p14:tracePt t="68753" x="8172450" y="5713413"/>
          <p14:tracePt t="68762" x="8208963" y="5713413"/>
          <p14:tracePt t="68770" x="8232775" y="5713413"/>
          <p14:tracePt t="68778" x="8258175" y="5713413"/>
          <p14:tracePt t="68787" x="8281988" y="5700713"/>
          <p14:tracePt t="68795" x="8294688" y="5688013"/>
          <p14:tracePt t="68803" x="8307388" y="5688013"/>
          <p14:tracePt t="68812" x="8318500" y="5676900"/>
          <p14:tracePt t="68820" x="8331200" y="5676900"/>
          <p14:tracePt t="68828" x="8343900" y="5664200"/>
          <p14:tracePt t="68837" x="8355013" y="5651500"/>
          <p14:tracePt t="68852" x="8367713" y="5640388"/>
          <p14:tracePt t="68854" x="8367713" y="5627688"/>
          <p14:tracePt t="68862" x="8380413" y="5614988"/>
          <p14:tracePt t="68872" x="8380413" y="5603875"/>
          <p14:tracePt t="68879" x="8380413" y="5591175"/>
          <p14:tracePt t="68892" x="8380413" y="5578475"/>
          <p14:tracePt t="68895" x="8380413" y="5567363"/>
          <p14:tracePt t="68903" x="8380413" y="5554663"/>
          <p14:tracePt t="68912" x="8380413" y="5541963"/>
          <p14:tracePt t="68920" x="8380413" y="5530850"/>
          <p14:tracePt t="68928" x="8380413" y="5505450"/>
          <p14:tracePt t="68936" x="8380413" y="5494338"/>
          <p14:tracePt t="68945" x="8380413" y="5468938"/>
          <p14:tracePt t="68953" x="8380413" y="5457825"/>
          <p14:tracePt t="68961" x="8367713" y="5432425"/>
          <p14:tracePt t="68970" x="8367713" y="5421313"/>
          <p14:tracePt t="68978" x="8367713" y="5408613"/>
          <p14:tracePt t="68987" x="8367713" y="5395913"/>
          <p14:tracePt t="68995" x="8355013" y="5384800"/>
          <p14:tracePt t="69004" x="8343900" y="5384800"/>
          <p14:tracePt t="69012" x="8343900" y="5372100"/>
          <p14:tracePt t="69012" x="8343900" y="5359400"/>
          <p14:tracePt t="69020" x="8331200" y="5348288"/>
          <p14:tracePt t="69028" x="8318500" y="5348288"/>
          <p14:tracePt t="69036" x="8307388" y="5348288"/>
          <p14:tracePt t="69044" x="8307388" y="5335588"/>
          <p14:tracePt t="69053" x="8307388" y="5322888"/>
          <p14:tracePt t="69061" x="8294688" y="5322888"/>
          <p14:tracePt t="69069" x="8281988" y="5299075"/>
          <p14:tracePt t="69078" x="8270875" y="5286375"/>
          <p14:tracePt t="69086" x="8245475" y="5273675"/>
          <p14:tracePt t="69095" x="8232775" y="5262563"/>
          <p14:tracePt t="69103" x="8221663" y="5262563"/>
          <p14:tracePt t="69111" x="8196263" y="5262563"/>
          <p14:tracePt t="69120" x="8159750" y="5237163"/>
          <p14:tracePt t="69128" x="8135938" y="5237163"/>
          <p14:tracePt t="69136" x="8112125" y="5237163"/>
          <p14:tracePt t="69145" x="8062913" y="5226050"/>
          <p14:tracePt t="69153" x="8026400" y="5226050"/>
          <p14:tracePt t="69162" x="8002588" y="5226050"/>
          <p14:tracePt t="69170" x="7966075" y="5226050"/>
          <p14:tracePt t="69178" x="7940675" y="5226050"/>
          <p14:tracePt t="69186" x="7916863" y="5226050"/>
          <p14:tracePt t="69195" x="7904163" y="5226050"/>
          <p14:tracePt t="69285" x="7916863" y="5226050"/>
          <p14:tracePt t="69292" x="7929563" y="5226050"/>
          <p14:tracePt t="69294" x="7940675" y="5226050"/>
          <p14:tracePt t="69303" x="7966075" y="5226050"/>
          <p14:tracePt t="69311" x="8013700" y="5226050"/>
          <p14:tracePt t="69319" x="8099425" y="5226050"/>
          <p14:tracePt t="69328" x="8148638" y="5226050"/>
          <p14:tracePt t="69336" x="8232775" y="5226050"/>
          <p14:tracePt t="69344" x="8318500" y="5226050"/>
          <p14:tracePt t="69353" x="8416925" y="5226050"/>
          <p14:tracePt t="69361" x="8489950" y="5226050"/>
          <p14:tracePt t="69370" x="8562975" y="5226050"/>
          <p14:tracePt t="69378" x="8623300" y="5226050"/>
          <p14:tracePt t="69386" x="8636000" y="5237163"/>
          <p14:tracePt t="69419" x="8647113" y="5237163"/>
          <p14:tracePt t="69447" x="8659813" y="5237163"/>
          <p14:tracePt t="69462" x="8672513" y="5237163"/>
          <p14:tracePt t="69474" x="8683625" y="5237163"/>
          <p14:tracePt t="69572" x="8696325" y="5237163"/>
          <p14:tracePt t="69574" x="8709025" y="5237163"/>
          <p14:tracePt t="69587" x="8720138" y="5237163"/>
          <p14:tracePt t="69592" x="8732838" y="5237163"/>
          <p14:tracePt t="69594" x="8745538" y="5237163"/>
          <p14:tracePt t="69603" x="8745538" y="5226050"/>
          <p14:tracePt t="69611" x="8782050" y="5226050"/>
          <p14:tracePt t="69619" x="8805863" y="5213350"/>
          <p14:tracePt t="69628" x="8855075" y="5189538"/>
          <p14:tracePt t="69636" x="8878888" y="5176838"/>
          <p14:tracePt t="69644" x="8891588" y="5176838"/>
          <p14:tracePt t="69652" x="8902700" y="5176838"/>
          <p14:tracePt t="69714" x="8891588" y="5176838"/>
          <p14:tracePt t="69725" x="8878888" y="5176838"/>
          <p14:tracePt t="69734" x="8866188" y="5176838"/>
          <p14:tracePt t="69739" x="8855075" y="5176838"/>
          <p14:tracePt t="69745" x="8842375" y="5176838"/>
          <p14:tracePt t="69754" x="8829675" y="5176838"/>
          <p14:tracePt t="69765" x="8818563" y="5176838"/>
          <p14:tracePt t="69772" x="8805863" y="5176838"/>
          <p14:tracePt t="69777" x="8793163" y="5176838"/>
          <p14:tracePt t="69786" x="8769350" y="5176838"/>
          <p14:tracePt t="69794" x="8756650" y="5176838"/>
          <p14:tracePt t="69802" x="8745538" y="5176838"/>
          <p14:tracePt t="69811" x="8732838" y="5189538"/>
          <p14:tracePt t="69819" x="8720138" y="5189538"/>
          <p14:tracePt t="69827" x="8709025" y="5189538"/>
          <p14:tracePt t="69839" x="8696325" y="5189538"/>
          <p14:tracePt t="69847" x="8683625" y="5189538"/>
          <p14:tracePt t="69852" x="8672513" y="5189538"/>
          <p14:tracePt t="69861" x="8659813" y="5189538"/>
          <p14:tracePt t="69869" x="8636000" y="5189538"/>
          <p14:tracePt t="69877" x="8610600" y="5189538"/>
          <p14:tracePt t="69886" x="8574088" y="5189538"/>
          <p14:tracePt t="69894" x="8574088" y="5200650"/>
          <p14:tracePt t="69902" x="8550275" y="5200650"/>
          <p14:tracePt t="69912" x="8537575" y="5200650"/>
          <p14:tracePt t="69919" x="8526463" y="5200650"/>
          <p14:tracePt t="69927" x="8513763" y="5200650"/>
          <p14:tracePt t="69939" x="8501063" y="5200650"/>
          <p14:tracePt t="69947" x="8489950" y="5200650"/>
          <p14:tracePt t="69967" x="8477250" y="5200650"/>
          <p14:tracePt t="69979" x="8464550" y="5200650"/>
          <p14:tracePt t="69984" x="8453438" y="5200650"/>
          <p14:tracePt t="69992" x="8440738" y="5200650"/>
          <p14:tracePt t="69999" x="8428038" y="5200650"/>
          <p14:tracePt t="70005" x="8416925" y="5200650"/>
          <p14:tracePt t="70012" x="8404225" y="5200650"/>
          <p14:tracePt t="70024" x="8391525" y="5200650"/>
          <p14:tracePt t="70027" x="8380413" y="5213350"/>
          <p14:tracePt t="70035" x="8367713" y="5213350"/>
          <p14:tracePt t="70044" x="8355013" y="5213350"/>
          <p14:tracePt t="70052" x="8343900" y="5213350"/>
          <p14:tracePt t="70060" x="8318500" y="5226050"/>
          <p14:tracePt t="70069" x="8307388" y="5226050"/>
          <p14:tracePt t="70087" x="8294688" y="5226050"/>
          <p14:tracePt t="70112" x="8281988" y="5226050"/>
          <p14:tracePt t="70114" x="8281988" y="5237163"/>
          <p14:tracePt t="70142" x="8281988" y="5249863"/>
          <p14:tracePt t="70147" x="8270875" y="5249863"/>
          <p14:tracePt t="70154" x="8258175" y="5249863"/>
          <p14:tracePt t="70160" x="8258175" y="5262563"/>
          <p14:tracePt t="70169" x="8245475" y="5273675"/>
          <p14:tracePt t="70179" x="8245475" y="5286375"/>
          <p14:tracePt t="70187" x="8232775" y="5286375"/>
          <p14:tracePt t="70199" x="8221663" y="5299075"/>
          <p14:tracePt t="70212" x="8221663" y="5311775"/>
          <p14:tracePt t="70228" x="8221663" y="5322888"/>
          <p14:tracePt t="70234" x="8208963" y="5322888"/>
          <p14:tracePt t="70239" x="8208963" y="5335588"/>
          <p14:tracePt t="70247" x="8196263" y="5348288"/>
          <p14:tracePt t="70254" x="8185150" y="5348288"/>
          <p14:tracePt t="70264" x="8185150" y="5359400"/>
          <p14:tracePt t="70272" x="8185150" y="5372100"/>
          <p14:tracePt t="70277" x="8172450" y="5372100"/>
          <p14:tracePt t="70285" x="8172450" y="5384800"/>
          <p14:tracePt t="70294" x="8159750" y="5395913"/>
          <p14:tracePt t="70307" x="8159750" y="5408613"/>
          <p14:tracePt t="70322" x="8159750" y="5421313"/>
          <p14:tracePt t="70334" x="8159750" y="5432425"/>
          <p14:tracePt t="70347" x="8159750" y="5445125"/>
          <p14:tracePt t="70354" x="8159750" y="5457825"/>
          <p14:tracePt t="70362" x="8159750" y="5468938"/>
          <p14:tracePt t="70372" x="8172450" y="5481638"/>
          <p14:tracePt t="70379" x="8172450" y="5494338"/>
          <p14:tracePt t="70386" x="8172450" y="5505450"/>
          <p14:tracePt t="70392" x="8185150" y="5518150"/>
          <p14:tracePt t="70394" x="8196263" y="5530850"/>
          <p14:tracePt t="70404" x="8208963" y="5541963"/>
          <p14:tracePt t="70410" x="8208963" y="5567363"/>
          <p14:tracePt t="70418" x="8232775" y="5578475"/>
          <p14:tracePt t="70427" x="8281988" y="5614988"/>
          <p14:tracePt t="70437" x="8294688" y="5627688"/>
          <p14:tracePt t="70443" x="8343900" y="5640388"/>
          <p14:tracePt t="70452" x="8367713" y="5651500"/>
          <p14:tracePt t="70460" x="8428038" y="5676900"/>
          <p14:tracePt t="70468" x="8440738" y="5676900"/>
          <p14:tracePt t="70477" x="8464550" y="5676900"/>
          <p14:tracePt t="70485" x="8489950" y="5688013"/>
          <p14:tracePt t="70494" x="8501063" y="5700713"/>
          <p14:tracePt t="70494" x="8513763" y="5700713"/>
          <p14:tracePt t="70502" x="8526463" y="5713413"/>
          <p14:tracePt t="70510" x="8537575" y="5713413"/>
          <p14:tracePt t="70518" x="8562975" y="5724525"/>
          <p14:tracePt t="70527" x="8636000" y="5737225"/>
          <p14:tracePt t="70535" x="8672513" y="5761038"/>
          <p14:tracePt t="70543" x="8696325" y="5761038"/>
          <p14:tracePt t="70552" x="8732838" y="5761038"/>
          <p14:tracePt t="70560" x="8769350" y="5773738"/>
          <p14:tracePt t="70568" x="8793163" y="5773738"/>
          <p14:tracePt t="70577" x="8805863" y="5786438"/>
          <p14:tracePt t="70585" x="8818563" y="5786438"/>
          <p14:tracePt t="70599" x="8829675" y="5786438"/>
          <p14:tracePt t="70634" x="8842375" y="5786438"/>
          <p14:tracePt t="70639" x="8855075" y="5786438"/>
          <p14:tracePt t="70654" x="8855075" y="5773738"/>
          <p14:tracePt t="70667" x="8866188" y="5773738"/>
          <p14:tracePt t="70679" x="8866188" y="5761038"/>
          <p14:tracePt t="70687" x="8878888" y="5761038"/>
          <p14:tracePt t="70692" x="8878888" y="5749925"/>
          <p14:tracePt t="70694" x="8891588" y="5749925"/>
          <p14:tracePt t="70712" x="8902700" y="5737225"/>
          <p14:tracePt t="70719" x="8902700" y="5724525"/>
          <p14:tracePt t="70724" x="8915400" y="5724525"/>
          <p14:tracePt t="70733" x="8915400" y="5713413"/>
          <p14:tracePt t="70742" x="8928100" y="5700713"/>
          <p14:tracePt t="70752" x="8939213" y="5688013"/>
          <p14:tracePt t="70759" x="8939213" y="5676900"/>
          <p14:tracePt t="70764" x="8951913" y="5676900"/>
          <p14:tracePt t="70768" x="8951913" y="5664200"/>
          <p14:tracePt t="70776" x="8964613" y="5664200"/>
          <p14:tracePt t="70785" x="8977313" y="5640388"/>
          <p14:tracePt t="70793" x="8977313" y="5627688"/>
          <p14:tracePt t="70802" x="8977313" y="5614988"/>
          <p14:tracePt t="70810" x="8977313" y="5603875"/>
          <p14:tracePt t="70819" x="8977313" y="5591175"/>
          <p14:tracePt t="70827" x="8977313" y="5578475"/>
          <p14:tracePt t="70839" x="8977313" y="5567363"/>
          <p14:tracePt t="70867" x="8977313" y="5554663"/>
          <p14:tracePt t="70872" x="8988425" y="5554663"/>
          <p14:tracePt t="70876" x="8988425" y="5541963"/>
          <p14:tracePt t="70894" x="8988425" y="5530850"/>
          <p14:tracePt t="70902" x="8988425" y="5518150"/>
          <p14:tracePt t="70912" x="8988425" y="5505450"/>
          <p14:tracePt t="70927" x="8988425" y="5494338"/>
          <p14:tracePt t="70939" x="8988425" y="5481638"/>
          <p14:tracePt t="70962" x="8988425" y="5468938"/>
          <p14:tracePt t="70974" x="8988425" y="5457825"/>
          <p14:tracePt t="71007" x="8988425" y="5445125"/>
          <p14:tracePt t="71052" x="8988425" y="5432425"/>
          <p14:tracePt t="71059" x="8988425" y="5421313"/>
          <p14:tracePt t="71072" x="8977313" y="5421313"/>
          <p14:tracePt t="71082" x="8964613" y="5421313"/>
          <p14:tracePt t="71093" x="8951913" y="5421313"/>
          <p14:tracePt t="71099" x="8939213" y="5421313"/>
          <p14:tracePt t="71104" x="8928100" y="5421313"/>
          <p14:tracePt t="71112" x="8915400" y="5421313"/>
          <p14:tracePt t="71118" x="8902700" y="5408613"/>
          <p14:tracePt t="71126" x="8866188" y="5408613"/>
          <p14:tracePt t="71134" x="8842375" y="5395913"/>
          <p14:tracePt t="71143" x="8829675" y="5395913"/>
          <p14:tracePt t="71151" x="8818563" y="5395913"/>
          <p14:tracePt t="71159" x="8793163" y="5384800"/>
          <p14:tracePt t="71168" x="8782050" y="5384800"/>
          <p14:tracePt t="71176" x="8769350" y="5372100"/>
          <p14:tracePt t="71187" x="8756650" y="5359400"/>
          <p14:tracePt t="71197" x="8745538" y="5359400"/>
          <p14:tracePt t="71202" x="8732838" y="5359400"/>
          <p14:tracePt t="71209" x="8720138" y="5359400"/>
          <p14:tracePt t="71218" x="8709025" y="5348288"/>
          <p14:tracePt t="71226" x="8683625" y="5335588"/>
          <p14:tracePt t="71239" x="8672513" y="5335588"/>
          <p14:tracePt t="71244" x="8659813" y="5335588"/>
          <p14:tracePt t="71251" x="8659813" y="5322888"/>
          <p14:tracePt t="71259" x="8647113" y="5322888"/>
          <p14:tracePt t="71268" x="8636000" y="5311775"/>
          <p14:tracePt t="71276" x="8623300" y="5311775"/>
          <p14:tracePt t="71284" x="8610600" y="5299075"/>
          <p14:tracePt t="71293" x="8599488" y="5299075"/>
          <p14:tracePt t="71304" x="8586788" y="5299075"/>
          <p14:tracePt t="71309" x="8574088" y="5299075"/>
          <p14:tracePt t="71318" x="8562975" y="5299075"/>
          <p14:tracePt t="71326" x="8537575" y="5299075"/>
          <p14:tracePt t="71334" x="8513763" y="5286375"/>
          <p14:tracePt t="71343" x="8501063" y="5286375"/>
          <p14:tracePt t="71351" x="8489950" y="5286375"/>
          <p14:tracePt t="71359" x="8464550" y="5273675"/>
          <p14:tracePt t="71368" x="8440738" y="5273675"/>
          <p14:tracePt t="71376" x="8416925" y="5273675"/>
          <p14:tracePt t="71384" x="8404225" y="5273675"/>
          <p14:tracePt t="71393" x="8367713" y="5273675"/>
          <p14:tracePt t="71401" x="8343900" y="5273675"/>
          <p14:tracePt t="71409" x="8331200" y="5273675"/>
          <p14:tracePt t="71417" x="8307388" y="5273675"/>
          <p14:tracePt t="71644" x="8294688" y="5273675"/>
          <p14:tracePt t="71652" x="8281988" y="5273675"/>
          <p14:tracePt t="71668" x="8270875" y="5273675"/>
          <p14:tracePt t="71679" x="8270875" y="5286375"/>
          <p14:tracePt t="71702" x="8258175" y="5286375"/>
          <p14:tracePt t="71762" x="8258175" y="5299075"/>
          <p14:tracePt t="71767" x="8258175" y="5311775"/>
          <p14:tracePt t="71776" x="8258175" y="5322888"/>
          <p14:tracePt t="71784" x="8258175" y="5335588"/>
          <p14:tracePt t="71792" x="8258175" y="5348288"/>
          <p14:tracePt t="71800" x="8258175" y="5372100"/>
          <p14:tracePt t="71809" x="8258175" y="5384800"/>
          <p14:tracePt t="71817" x="8258175" y="5395913"/>
          <p14:tracePt t="71825" x="8258175" y="5408613"/>
          <p14:tracePt t="71834" x="8258175" y="5432425"/>
          <p14:tracePt t="71844" x="8258175" y="5445125"/>
          <p14:tracePt t="71859" x="8258175" y="5457825"/>
          <p14:tracePt t="71868" x="8258175" y="5468938"/>
          <p14:tracePt t="71872" x="8270875" y="5468938"/>
          <p14:tracePt t="71894" x="8270875" y="5481638"/>
          <p14:tracePt t="71899" x="8281988" y="5481638"/>
          <p14:tracePt t="71907" x="8281988" y="5494338"/>
          <p14:tracePt t="71912" x="8294688" y="5494338"/>
          <p14:tracePt t="71919" x="8294688" y="5505450"/>
          <p14:tracePt t="71933" x="8307388" y="5518150"/>
          <p14:tracePt t="71939" x="8307388" y="5530850"/>
          <p14:tracePt t="71944" x="8318500" y="5530850"/>
          <p14:tracePt t="71953" x="8318500" y="5541963"/>
          <p14:tracePt t="71968" x="8318500" y="5554663"/>
          <p14:tracePt t="72072" x="8331200" y="5554663"/>
          <p14:tracePt t="72464" x="8318500" y="5554663"/>
          <p14:tracePt t="72466" x="8307388" y="5541963"/>
          <p14:tracePt t="72475" x="8294688" y="5541963"/>
          <p14:tracePt t="72487" x="8281988" y="5530850"/>
          <p14:tracePt t="72494" x="8258175" y="5518150"/>
          <p14:tracePt t="72500" x="8245475" y="5494338"/>
          <p14:tracePt t="72508" x="8185150" y="5457825"/>
          <p14:tracePt t="72517" x="8123238" y="5408613"/>
          <p14:tracePt t="72525" x="8062913" y="5372100"/>
          <p14:tracePt t="72533" x="7929563" y="5286375"/>
          <p14:tracePt t="72541" x="7747000" y="5200650"/>
          <p14:tracePt t="72550" x="7515225" y="5103813"/>
          <p14:tracePt t="72558" x="7234238" y="5006975"/>
          <p14:tracePt t="72566" x="6858000" y="4921250"/>
          <p14:tracePt t="72575" x="6662738" y="4860925"/>
          <p14:tracePt t="72583" x="6553200" y="4824413"/>
          <p14:tracePt t="72591" x="6381750" y="4787900"/>
          <p14:tracePt t="72600" x="6175375" y="4725988"/>
          <p14:tracePt t="72608" x="6102350" y="4702175"/>
          <p14:tracePt t="72616" x="6076950" y="4702175"/>
          <p14:tracePt t="72625" x="6040438" y="4702175"/>
          <p14:tracePt t="72633" x="6003925" y="4702175"/>
          <p14:tracePt t="72641" x="5956300" y="4702175"/>
          <p14:tracePt t="72650" x="5907088" y="4702175"/>
          <p14:tracePt t="72658" x="5834063" y="4702175"/>
          <p14:tracePt t="72666" x="5737225" y="4702175"/>
          <p14:tracePt t="72675" x="5675313" y="4702175"/>
          <p14:tracePt t="72683" x="5638800" y="4702175"/>
          <p14:tracePt t="72691" x="5578475" y="4702175"/>
          <p14:tracePt t="72700" x="5456238" y="4702175"/>
          <p14:tracePt t="72708" x="5359400" y="4689475"/>
          <p14:tracePt t="72716" x="5273675" y="4689475"/>
          <p14:tracePt t="72725" x="5200650" y="4689475"/>
          <p14:tracePt t="72733" x="5140325" y="4678363"/>
          <p14:tracePt t="72741" x="5091113" y="4678363"/>
          <p14:tracePt t="72750" x="5041900" y="4665663"/>
          <p14:tracePt t="72758" x="5005388" y="4665663"/>
          <p14:tracePt t="72766" x="4908550" y="4640263"/>
          <p14:tracePt t="72775" x="4835525" y="4629150"/>
          <p14:tracePt t="72783" x="4689475" y="4592638"/>
          <p14:tracePt t="72791" x="4603750" y="4556125"/>
          <p14:tracePt t="72800" x="4287838" y="4483100"/>
          <p14:tracePt t="72808" x="4105275" y="4457700"/>
          <p14:tracePt t="72816" x="3946525" y="4421188"/>
          <p14:tracePt t="72824" x="3848100" y="4410075"/>
          <p14:tracePt t="72833" x="3787775" y="4397375"/>
          <p14:tracePt t="72841" x="3751263" y="4397375"/>
          <p14:tracePt t="72849" x="3714750" y="4397375"/>
          <p14:tracePt t="72858" x="3654425" y="4384675"/>
          <p14:tracePt t="72866" x="3556000" y="4384675"/>
          <p14:tracePt t="72874" x="3482975" y="4384675"/>
          <p14:tracePt t="72883" x="3446463" y="4384675"/>
          <p14:tracePt t="72891" x="3362325" y="4384675"/>
          <p14:tracePt t="72899" x="3214688" y="4384675"/>
          <p14:tracePt t="72908" x="3130550" y="4384675"/>
          <p14:tracePt t="72916" x="3032125" y="4384675"/>
          <p14:tracePt t="72924" x="2959100" y="4384675"/>
          <p14:tracePt t="72933" x="2874963" y="4410075"/>
          <p14:tracePt t="72941" x="2801938" y="4410075"/>
          <p14:tracePt t="72949" x="2703513" y="4421188"/>
          <p14:tracePt t="72958" x="2619375" y="4446588"/>
          <p14:tracePt t="72966" x="2471738" y="4483100"/>
          <p14:tracePt t="72974" x="2374900" y="4506913"/>
          <p14:tracePt t="72983" x="2325688" y="4519613"/>
          <p14:tracePt t="72991" x="2265363" y="4543425"/>
          <p14:tracePt t="72999" x="2216150" y="4567238"/>
          <p14:tracePt t="73008" x="2192338" y="4567238"/>
          <p14:tracePt t="73019" x="2168525" y="4579938"/>
          <p14:tracePt t="73024" x="2155825" y="4579938"/>
          <p14:tracePt t="73033" x="2143125" y="4592638"/>
          <p14:tracePt t="73041" x="2119313" y="4603750"/>
          <p14:tracePt t="73049" x="2070100" y="4616450"/>
          <p14:tracePt t="73058" x="2058988" y="4616450"/>
          <p14:tracePt t="73066" x="2033588" y="4616450"/>
          <p14:tracePt t="73075" x="2033588" y="4629150"/>
          <p14:tracePt t="73083" x="2022475" y="4629150"/>
          <p14:tracePt t="73099" x="2009775" y="4629150"/>
          <p14:tracePt t="73105" x="2009775" y="4640263"/>
          <p14:tracePt t="73112" x="1997075" y="4640263"/>
          <p14:tracePt t="73116" x="1973263" y="4640263"/>
          <p14:tracePt t="73125" x="1949450" y="4640263"/>
          <p14:tracePt t="73133" x="1936750" y="4652963"/>
          <p14:tracePt t="73133" x="1924050" y="4652963"/>
          <p14:tracePt t="73141" x="1900238" y="4652963"/>
          <p14:tracePt t="73149" x="1863725" y="4678363"/>
          <p14:tracePt t="73158" x="1814513" y="4678363"/>
          <p14:tracePt t="73166" x="1754188" y="4689475"/>
          <p14:tracePt t="74794" x="1754188" y="4678363"/>
          <p14:tracePt t="76039" x="1765300" y="4678363"/>
          <p14:tracePt t="76044" x="1778000" y="4678363"/>
          <p14:tracePt t="76046" x="1803400" y="4678363"/>
          <p14:tracePt t="76055" x="1863725" y="4689475"/>
          <p14:tracePt t="76063" x="1900238" y="4702175"/>
          <p14:tracePt t="76072" x="1960563" y="4714875"/>
          <p14:tracePt t="76073" x="1997075" y="4725988"/>
          <p14:tracePt t="76080" x="2058988" y="4738688"/>
          <p14:tracePt t="76088" x="2106613" y="4738688"/>
          <p14:tracePt t="76096" x="2168525" y="4751388"/>
          <p14:tracePt t="76105" x="2192338" y="4751388"/>
          <p14:tracePt t="76113" x="2228850" y="4762500"/>
          <p14:tracePt t="76121" x="2241550" y="4762500"/>
          <p14:tracePt t="76130" x="2252663" y="4775200"/>
          <p14:tracePt t="76522" x="2265363" y="4775200"/>
          <p14:tracePt t="76527" x="2278063" y="4775200"/>
          <p14:tracePt t="76532" x="2289175" y="4775200"/>
          <p14:tracePt t="76539" x="2301875" y="4775200"/>
          <p14:tracePt t="76547" x="2314575" y="4775200"/>
          <p14:tracePt t="76559" x="2325688" y="4775200"/>
          <p14:tracePt t="76567" x="2338388" y="4775200"/>
          <p14:tracePt t="76574" x="2351088" y="4775200"/>
          <p14:tracePt t="76587" x="2362200" y="4775200"/>
          <p14:tracePt t="76592" x="2374900" y="4775200"/>
          <p14:tracePt t="76599" x="2387600" y="4775200"/>
          <p14:tracePt t="76604" x="2398713" y="4775200"/>
          <p14:tracePt t="76613" x="2424113" y="4775200"/>
          <p14:tracePt t="76621" x="2447925" y="4775200"/>
          <p14:tracePt t="76629" x="2484438" y="4775200"/>
          <p14:tracePt t="76638" x="2520950" y="4762500"/>
          <p14:tracePt t="76646" x="2570163" y="4762500"/>
          <p14:tracePt t="76654" x="2606675" y="4751388"/>
          <p14:tracePt t="76664" x="2630488" y="4738688"/>
          <p14:tracePt t="76671" x="2643188" y="4738688"/>
          <p14:tracePt t="76679" x="2655888" y="4738688"/>
          <p14:tracePt t="76687" x="2679700" y="4738688"/>
          <p14:tracePt t="76696" x="2679700" y="4725988"/>
          <p14:tracePt t="76704" x="2692400" y="4725988"/>
          <p14:tracePt t="76712" x="2716213" y="4725988"/>
          <p14:tracePt t="76721" x="2728913" y="4725988"/>
          <p14:tracePt t="76729" x="2765425" y="4725988"/>
          <p14:tracePt t="76737" x="2789238" y="4725988"/>
          <p14:tracePt t="76746" x="2825750" y="4725988"/>
          <p14:tracePt t="76754" x="2838450" y="4725988"/>
          <p14:tracePt t="76764" x="2849563" y="4725988"/>
          <p14:tracePt t="76771" x="2862263" y="4725988"/>
          <p14:tracePt t="76784" x="2874963" y="4725988"/>
          <p14:tracePt t="76792" x="2886075" y="4725988"/>
          <p14:tracePt t="76827" x="2898775" y="4725988"/>
          <p14:tracePt t="76842" x="2911475" y="4725988"/>
          <p14:tracePt t="76847" x="2922588" y="4725988"/>
          <p14:tracePt t="76853" x="2935288" y="4725988"/>
          <p14:tracePt t="76859" x="2947988" y="4725988"/>
          <p14:tracePt t="76864" x="2959100" y="4725988"/>
          <p14:tracePt t="76873" x="2971800" y="4725988"/>
          <p14:tracePt t="76880" x="2984500" y="4725988"/>
          <p14:tracePt t="76892" x="2995613" y="4725988"/>
          <p14:tracePt t="76899" x="3008313" y="4725988"/>
          <p14:tracePt t="76907" x="3021013" y="4725988"/>
          <p14:tracePt t="76927" x="3032125" y="4725988"/>
          <p14:tracePt t="76932" x="3044825" y="4725988"/>
          <p14:tracePt t="76944" x="3057525" y="4725988"/>
          <p14:tracePt t="76952" x="3068638" y="4725988"/>
          <p14:tracePt t="76963" x="3081338" y="4725988"/>
          <p14:tracePt t="76967" x="3094038" y="4725988"/>
          <p14:tracePt t="76974" x="3105150" y="4725988"/>
          <p14:tracePt t="76994" x="3117850" y="4725988"/>
          <p14:tracePt t="77012" x="3130550" y="4725988"/>
          <p14:tracePt t="77032" x="3141663" y="4725988"/>
          <p14:tracePt t="77042" x="3154363" y="4725988"/>
          <p14:tracePt t="77047" x="3167063" y="4725988"/>
          <p14:tracePt t="77053" x="3178175" y="4725988"/>
          <p14:tracePt t="77059" x="3190875" y="4725988"/>
          <p14:tracePt t="77065" x="3203575" y="4725988"/>
          <p14:tracePt t="77074" x="3214688" y="4725988"/>
          <p14:tracePt t="77079" x="3227388" y="4725988"/>
          <p14:tracePt t="77095" x="3240088" y="4725988"/>
          <p14:tracePt t="77102" x="3252788" y="4725988"/>
          <p14:tracePt t="77112" x="3263900" y="4725988"/>
          <p14:tracePt t="77113" x="3276600" y="4725988"/>
          <p14:tracePt t="77120" x="3289300" y="4725988"/>
          <p14:tracePt t="77129" x="3300413" y="4725988"/>
          <p14:tracePt t="77137" x="3325813" y="4725988"/>
          <p14:tracePt t="77145" x="3386138" y="4725988"/>
          <p14:tracePt t="77154" x="3409950" y="4725988"/>
          <p14:tracePt t="77162" x="3422650" y="4725988"/>
          <p14:tracePt t="77170" x="3446463" y="4725988"/>
          <p14:tracePt t="77179" x="3459163" y="4725988"/>
          <p14:tracePt t="77187" x="3482975" y="4725988"/>
          <p14:tracePt t="77195" x="3495675" y="4725988"/>
          <p14:tracePt t="77267" x="3508375" y="4725988"/>
          <p14:tracePt t="77274" x="3519488" y="4725988"/>
          <p14:tracePt t="77287" x="3532188" y="4725988"/>
          <p14:tracePt t="77292" x="3544888" y="4725988"/>
          <p14:tracePt t="77299" x="3556000" y="4725988"/>
          <p14:tracePt t="77319" x="3568700" y="4725988"/>
          <p14:tracePt t="77332" x="3581400" y="4725988"/>
          <p14:tracePt t="77342" x="3592513" y="4725988"/>
          <p14:tracePt t="77347" x="3605213" y="4725988"/>
          <p14:tracePt t="77352" x="3617913" y="4725988"/>
          <p14:tracePt t="77359" x="3629025" y="4725988"/>
          <p14:tracePt t="77367" x="3654425" y="4725988"/>
          <p14:tracePt t="77373" x="3665538" y="4725988"/>
          <p14:tracePt t="77379" x="3678238" y="4725988"/>
          <p14:tracePt t="77387" x="3690938" y="4725988"/>
          <p14:tracePt t="77395" x="3702050" y="4725988"/>
          <p14:tracePt t="77403" x="3714750" y="4725988"/>
          <p14:tracePt t="77412" x="3727450" y="4725988"/>
          <p14:tracePt t="77420" x="3738563" y="4725988"/>
          <p14:tracePt t="77432" x="3751263" y="4725988"/>
          <p14:tracePt t="77439" x="3763963" y="4725988"/>
          <p14:tracePt t="77454" x="3775075" y="4725988"/>
          <p14:tracePt t="77459" x="3787775" y="4725988"/>
          <p14:tracePt t="77467" x="3800475" y="4725988"/>
          <p14:tracePt t="77474" x="3811588" y="4725988"/>
          <p14:tracePt t="77479" x="3824288" y="4725988"/>
          <p14:tracePt t="77487" x="3836988" y="4725988"/>
          <p14:tracePt t="77495" x="3860800" y="4725988"/>
          <p14:tracePt t="77504" x="3873500" y="4725988"/>
          <p14:tracePt t="77512" x="3884613" y="4725988"/>
          <p14:tracePt t="77527" x="3897313" y="4725988"/>
          <p14:tracePt t="77554" x="3910013" y="4725988"/>
          <p14:tracePt t="77572" x="3921125" y="4725988"/>
          <p14:tracePt t="77579" x="3946525" y="4725988"/>
          <p14:tracePt t="77585" x="3970338" y="4725988"/>
          <p14:tracePt t="77592" x="3983038" y="4725988"/>
          <p14:tracePt t="77595" x="4006850" y="4725988"/>
          <p14:tracePt t="77603" x="4032250" y="4725988"/>
          <p14:tracePt t="77612" x="4068763" y="4725988"/>
          <p14:tracePt t="77620" x="4129088" y="4725988"/>
          <p14:tracePt t="77628" x="4152900" y="4725988"/>
          <p14:tracePt t="77636" x="4189413" y="4738688"/>
          <p14:tracePt t="77645" x="4238625" y="4738688"/>
          <p14:tracePt t="77653" x="4275138" y="4738688"/>
          <p14:tracePt t="77662" x="4311650" y="4738688"/>
          <p14:tracePt t="77662" x="4335463" y="4751388"/>
          <p14:tracePt t="77670" x="4371975" y="4751388"/>
          <p14:tracePt t="77678" x="4421188" y="4751388"/>
          <p14:tracePt t="77687" x="4506913" y="4751388"/>
          <p14:tracePt t="77695" x="4554538" y="4751388"/>
          <p14:tracePt t="77703" x="4591050" y="4751388"/>
          <p14:tracePt t="77712" x="4640263" y="4751388"/>
          <p14:tracePt t="77720" x="4713288" y="4751388"/>
          <p14:tracePt t="77728" x="4738688" y="4751388"/>
          <p14:tracePt t="77737" x="4762500" y="4751388"/>
          <p14:tracePt t="77745" x="4786313" y="4751388"/>
          <p14:tracePt t="77753" x="4799013" y="4751388"/>
          <p14:tracePt t="77762" x="4822825" y="4751388"/>
          <p14:tracePt t="77770" x="4848225" y="4751388"/>
          <p14:tracePt t="77778" x="4872038" y="4751388"/>
          <p14:tracePt t="77786" x="4895850" y="4751388"/>
          <p14:tracePt t="78172" x="4908550" y="4751388"/>
          <p14:tracePt t="78174" x="4932363" y="4751388"/>
          <p14:tracePt t="78179" x="4957763" y="4751388"/>
          <p14:tracePt t="78186" x="5030788" y="4751388"/>
          <p14:tracePt t="78194" x="5078413" y="4751388"/>
          <p14:tracePt t="78203" x="5127625" y="4751388"/>
          <p14:tracePt t="78211" x="5224463" y="4751388"/>
          <p14:tracePt t="78219" x="5395913" y="4751388"/>
          <p14:tracePt t="78228" x="5492750" y="4751388"/>
          <p14:tracePt t="78236" x="5578475" y="4762500"/>
          <p14:tracePt t="78244" x="5627688" y="4762500"/>
          <p14:tracePt t="78254" x="5638800" y="4762500"/>
          <p14:tracePt t="78302" x="5627688" y="4775200"/>
          <p14:tracePt t="78307" x="5614988" y="4775200"/>
          <p14:tracePt t="78312" x="5602288" y="4787900"/>
          <p14:tracePt t="78319" x="5565775" y="4799013"/>
          <p14:tracePt t="78328" x="5529263" y="4811713"/>
          <p14:tracePt t="78336" x="5468938" y="4824413"/>
          <p14:tracePt t="78344" x="5408613" y="4835525"/>
          <p14:tracePt t="78353" x="5359400" y="4848225"/>
          <p14:tracePt t="78361" x="5260975" y="4860925"/>
          <p14:tracePt t="78369" x="5127625" y="4884738"/>
          <p14:tracePt t="78378" x="4957763" y="4897438"/>
          <p14:tracePt t="78386" x="4689475" y="4921250"/>
          <p14:tracePt t="78394" x="4579938" y="4933950"/>
          <p14:tracePt t="78403" x="4384675" y="4933950"/>
          <p14:tracePt t="78411" x="4152900" y="4933950"/>
          <p14:tracePt t="78419" x="3933825" y="4933950"/>
          <p14:tracePt t="78427" x="3641725" y="4933950"/>
          <p14:tracePt t="78436" x="3495675" y="4945063"/>
          <p14:tracePt t="78444" x="3435350" y="4945063"/>
          <p14:tracePt t="78452" x="3300413" y="4945063"/>
          <p14:tracePt t="78461" x="3214688" y="4957763"/>
          <p14:tracePt t="78469" x="3154363" y="4957763"/>
          <p14:tracePt t="78478" x="3117850" y="4957763"/>
          <p14:tracePt t="78486" x="3044825" y="4970463"/>
          <p14:tracePt t="78494" x="2995613" y="4981575"/>
          <p14:tracePt t="78502" x="2984500" y="4981575"/>
          <p14:tracePt t="78511" x="2935288" y="4981575"/>
          <p14:tracePt t="78519" x="2886075" y="4994275"/>
          <p14:tracePt t="78527" x="2789238" y="5006975"/>
          <p14:tracePt t="78536" x="2703513" y="5018088"/>
          <p14:tracePt t="78544" x="2667000" y="5030788"/>
          <p14:tracePt t="78552" x="2484438" y="5054600"/>
          <p14:tracePt t="78561" x="2374900" y="5067300"/>
          <p14:tracePt t="78569" x="2252663" y="5080000"/>
          <p14:tracePt t="78577" x="2119313" y="5091113"/>
          <p14:tracePt t="78586" x="1936750" y="5103813"/>
          <p14:tracePt t="78594" x="1851025" y="5127625"/>
          <p14:tracePt t="78602" x="1717675" y="5140325"/>
          <p14:tracePt t="78611" x="1582738" y="5153025"/>
          <p14:tracePt t="78619" x="1473200" y="5164138"/>
          <p14:tracePt t="78627" x="1327150" y="5164138"/>
          <p14:tracePt t="78635" x="1243013" y="5176838"/>
          <p14:tracePt t="78644" x="1217613" y="5176838"/>
          <p14:tracePt t="78652" x="1133475" y="5176838"/>
          <p14:tracePt t="78661" x="1084263" y="5176838"/>
          <p14:tracePt t="78669" x="1058863" y="5176838"/>
          <p14:tracePt t="78677" x="1035050" y="5176838"/>
          <p14:tracePt t="78686" x="998538" y="5176838"/>
          <p14:tracePt t="78694" x="985838" y="5176838"/>
          <p14:tracePt t="78707" x="974725" y="5176838"/>
          <p14:tracePt t="78722" x="962025" y="5176838"/>
          <p14:tracePt t="78867" x="974725" y="5164138"/>
          <p14:tracePt t="78879" x="998538" y="5164138"/>
          <p14:tracePt t="78881" x="1011238" y="5153025"/>
          <p14:tracePt t="78887" x="1035050" y="5153025"/>
          <p14:tracePt t="78894" x="1120775" y="5153025"/>
          <p14:tracePt t="78902" x="1157288" y="5140325"/>
          <p14:tracePt t="78910" x="1206500" y="5140325"/>
          <p14:tracePt t="78919" x="1254125" y="5127625"/>
          <p14:tracePt t="78927" x="1363663" y="5116513"/>
          <p14:tracePt t="78935" x="1425575" y="5116513"/>
          <p14:tracePt t="78944" x="1436688" y="5116513"/>
          <p14:tracePt t="78952" x="1509713" y="5116513"/>
          <p14:tracePt t="78960" x="1571625" y="5103813"/>
          <p14:tracePt t="78972" x="1582738" y="5103813"/>
          <p14:tracePt t="78977" x="1595438" y="5103813"/>
          <p14:tracePt t="79007" x="1608138" y="5103813"/>
          <p14:tracePt t="79039" x="1631950" y="5103813"/>
          <p14:tracePt t="79052" x="1644650" y="5103813"/>
          <p14:tracePt t="79054" x="1655763" y="5103813"/>
          <p14:tracePt t="79062" x="1668463" y="5103813"/>
          <p14:tracePt t="79072" x="1681163" y="5103813"/>
          <p14:tracePt t="79077" x="1692275" y="5103813"/>
          <p14:tracePt t="79087" x="1717675" y="5103813"/>
          <p14:tracePt t="79094" x="1728788" y="5103813"/>
          <p14:tracePt t="79104" x="1741488" y="5103813"/>
          <p14:tracePt t="79110" x="1754188" y="5103813"/>
          <p14:tracePt t="79119" x="1765300" y="5103813"/>
          <p14:tracePt t="79127" x="1790700" y="5103813"/>
          <p14:tracePt t="79135" x="1814513" y="5103813"/>
          <p14:tracePt t="79143" x="1827213" y="5103813"/>
          <p14:tracePt t="79152" x="1851025" y="5103813"/>
          <p14:tracePt t="79160" x="1876425" y="5103813"/>
          <p14:tracePt t="79169" x="1912938" y="5103813"/>
          <p14:tracePt t="79177" x="1936750" y="5103813"/>
          <p14:tracePt t="79185" x="1949450" y="5103813"/>
          <p14:tracePt t="79194" x="1960563" y="5103813"/>
          <p14:tracePt t="79212" x="1973263" y="5103813"/>
          <p14:tracePt t="79399" x="1985963" y="5103813"/>
          <p14:tracePt t="79582" x="1997075" y="5103813"/>
          <p14:tracePt t="79592" x="2022475" y="5103813"/>
          <p14:tracePt t="79599" x="2033588" y="5103813"/>
          <p14:tracePt t="79604" x="2033588" y="5091113"/>
          <p14:tracePt t="79610" x="2046288" y="5091113"/>
          <p14:tracePt t="79618" x="2058988" y="5091113"/>
          <p14:tracePt t="79774" x="2070100" y="5091113"/>
          <p14:tracePt t="79792" x="2082800" y="5091113"/>
          <p14:tracePt t="79919" x="2082800" y="5080000"/>
          <p14:tracePt t="79927" x="2095500" y="5080000"/>
          <p14:tracePt t="79952" x="2106613" y="5080000"/>
          <p14:tracePt t="79954" x="2119313" y="5080000"/>
          <p14:tracePt t="79962" x="2132013" y="5080000"/>
          <p14:tracePt t="79968" x="2143125" y="5080000"/>
          <p14:tracePt t="79976" x="2155825" y="5080000"/>
          <p14:tracePt t="79984" x="2179638" y="5080000"/>
          <p14:tracePt t="79993" x="2179638" y="5067300"/>
          <p14:tracePt t="80892" x="2192338" y="5067300"/>
          <p14:tracePt t="80907" x="2205038" y="5067300"/>
          <p14:tracePt t="80932" x="2216150" y="5067300"/>
          <p14:tracePt t="80960" x="2228850" y="5067300"/>
          <p14:tracePt t="80972" x="2241550" y="5067300"/>
          <p14:tracePt t="80999" x="2252663" y="5067300"/>
          <p14:tracePt t="81013" x="2265363" y="5067300"/>
          <p14:tracePt t="81039" x="2278063" y="5067300"/>
          <p14:tracePt t="81047" x="2289175" y="5067300"/>
          <p14:tracePt t="81054" x="2301875" y="5067300"/>
          <p14:tracePt t="81072" x="2314575" y="5067300"/>
          <p14:tracePt t="81079" x="2325688" y="5067300"/>
          <p14:tracePt t="81319" x="2338388" y="5067300"/>
          <p14:tracePt t="81334" x="2351088" y="5067300"/>
          <p14:tracePt t="81342" x="2362200" y="5067300"/>
          <p14:tracePt t="81367" x="2374900" y="5067300"/>
          <p14:tracePt t="81374" x="2387600" y="5067300"/>
          <p14:tracePt t="81402" x="2398713" y="5067300"/>
          <p14:tracePt t="81412" x="2411413" y="5067300"/>
          <p14:tracePt t="81419" x="2424113" y="5067300"/>
          <p14:tracePt t="81743" x="2435225" y="5067300"/>
          <p14:tracePt t="81747" x="2447925" y="5067300"/>
          <p14:tracePt t="81759" x="2471738" y="5067300"/>
          <p14:tracePt t="81767" x="2484438" y="5067300"/>
          <p14:tracePt t="81772" x="2497138" y="5067300"/>
          <p14:tracePt t="81779" x="2508250" y="5067300"/>
          <p14:tracePt t="81784" x="2520950" y="5067300"/>
          <p14:tracePt t="81792" x="2533650" y="5067300"/>
          <p14:tracePt t="81799" x="2546350" y="5067300"/>
          <p14:tracePt t="81808" x="2557463" y="5067300"/>
          <p14:tracePt t="81834" x="2570163" y="5067300"/>
          <p14:tracePt t="81842" x="2582863" y="5067300"/>
          <p14:tracePt t="81853" x="2593975" y="5067300"/>
          <p14:tracePt t="81859" x="2606675" y="5067300"/>
          <p14:tracePt t="81865" x="2619375" y="5067300"/>
          <p14:tracePt t="81872" x="2643188" y="5067300"/>
          <p14:tracePt t="81879" x="2655888" y="5067300"/>
          <p14:tracePt t="81884" x="2667000" y="5067300"/>
          <p14:tracePt t="81892" x="2679700" y="5067300"/>
          <p14:tracePt t="81899" x="2692400" y="5067300"/>
          <p14:tracePt t="81908" x="2703513" y="5067300"/>
          <p14:tracePt t="82147" x="2716213" y="5067300"/>
          <p14:tracePt t="82152" x="2740025" y="5067300"/>
          <p14:tracePt t="82159" x="2765425" y="5067300"/>
          <p14:tracePt t="82166" x="2813050" y="5067300"/>
          <p14:tracePt t="82174" x="2849563" y="5067300"/>
          <p14:tracePt t="82182" x="2898775" y="5067300"/>
          <p14:tracePt t="82191" x="2984500" y="5067300"/>
          <p14:tracePt t="82199" x="3117850" y="5067300"/>
          <p14:tracePt t="82207" x="3336925" y="5067300"/>
          <p14:tracePt t="82216" x="3471863" y="5080000"/>
          <p14:tracePt t="82224" x="3519488" y="5080000"/>
          <p14:tracePt t="82232" x="3568700" y="5080000"/>
          <p14:tracePt t="82394" x="3568700" y="5091113"/>
          <p14:tracePt t="82492" x="3556000" y="5091113"/>
          <p14:tracePt t="82512" x="3544888" y="5091113"/>
          <p14:tracePt t="82514" x="3532188" y="5091113"/>
          <p14:tracePt t="82532" x="3519488" y="5091113"/>
          <p14:tracePt t="82539" x="3508375" y="5091113"/>
          <p14:tracePt t="82554" x="3495675" y="5091113"/>
          <p14:tracePt t="82594" x="3495675" y="5103813"/>
          <p14:tracePt t="82662" x="3508375" y="5103813"/>
          <p14:tracePt t="82674" x="3519488" y="5103813"/>
          <p14:tracePt t="82699" x="3532188" y="5103813"/>
          <p14:tracePt t="82719" x="3544888" y="5103813"/>
          <p14:tracePt t="82732" x="3556000" y="5103813"/>
          <p14:tracePt t="82734" x="3568700" y="5103813"/>
          <p14:tracePt t="82740" x="3581400" y="5103813"/>
          <p14:tracePt t="82757" x="3629025" y="5103813"/>
          <p14:tracePt t="82765" x="3665538" y="5103813"/>
          <p14:tracePt t="82773" x="3751263" y="5103813"/>
          <p14:tracePt t="82782" x="3775075" y="5103813"/>
          <p14:tracePt t="82790" x="3836988" y="5103813"/>
          <p14:tracePt t="82798" x="3884613" y="5103813"/>
          <p14:tracePt t="82807" x="3946525" y="5103813"/>
          <p14:tracePt t="82815" x="4032250" y="5103813"/>
          <p14:tracePt t="82823" x="4056063" y="5103813"/>
          <p14:tracePt t="82832" x="4116388" y="5103813"/>
          <p14:tracePt t="82840" x="4152900" y="5103813"/>
          <p14:tracePt t="82848" x="4189413" y="5103813"/>
          <p14:tracePt t="83342" x="4202113" y="5103813"/>
          <p14:tracePt t="83347" x="4214813" y="5103813"/>
          <p14:tracePt t="83352" x="4225925" y="5103813"/>
          <p14:tracePt t="83356" x="4238625" y="5103813"/>
          <p14:tracePt t="83365" x="4275138" y="5103813"/>
          <p14:tracePt t="83373" x="4311650" y="5091113"/>
          <p14:tracePt t="83381" x="4324350" y="5091113"/>
          <p14:tracePt t="83389" x="4408488" y="5091113"/>
          <p14:tracePt t="83398" x="4445000" y="5091113"/>
          <p14:tracePt t="83406" x="4457700" y="5091113"/>
          <p14:tracePt t="83414" x="4470400" y="5091113"/>
          <p14:tracePt t="84632" x="4481513" y="5091113"/>
          <p14:tracePt t="84635" x="4494213" y="5091113"/>
          <p14:tracePt t="84642" x="4518025" y="5091113"/>
          <p14:tracePt t="84648" x="4530725" y="5091113"/>
          <p14:tracePt t="84655" x="4567238" y="5091113"/>
          <p14:tracePt t="84663" x="4616450" y="5091113"/>
          <p14:tracePt t="84672" x="4652963" y="5091113"/>
          <p14:tracePt t="84680" x="4749800" y="5103813"/>
          <p14:tracePt t="84688" x="4811713" y="5116513"/>
          <p14:tracePt t="84697" x="4884738" y="5116513"/>
          <p14:tracePt t="84705" x="4932363" y="5116513"/>
          <p14:tracePt t="84713" x="4968875" y="5116513"/>
          <p14:tracePt t="84722" x="4994275" y="5116513"/>
          <p14:tracePt t="84730" x="5005388" y="5116513"/>
          <p14:tracePt t="84919" x="5018088" y="5116513"/>
          <p14:tracePt t="84924" x="5018088" y="5127625"/>
          <p14:tracePt t="84930" x="5041900" y="5127625"/>
          <p14:tracePt t="84938" x="5091113" y="5140325"/>
          <p14:tracePt t="84947" x="5187950" y="5140325"/>
          <p14:tracePt t="84955" x="5224463" y="5140325"/>
          <p14:tracePt t="84963" x="5273675" y="5140325"/>
          <p14:tracePt t="84971" x="5370513" y="5140325"/>
          <p14:tracePt t="84980" x="5505450" y="5140325"/>
          <p14:tracePt t="84988" x="5591175" y="5140325"/>
          <p14:tracePt t="84996" x="5688013" y="5140325"/>
          <p14:tracePt t="85005" x="5724525" y="5127625"/>
          <p14:tracePt t="85013" x="5748338" y="5127625"/>
          <p14:tracePt t="85021" x="5761038" y="5127625"/>
          <p14:tracePt t="85029" x="5773738" y="5127625"/>
          <p14:tracePt t="85039" x="5784850" y="5116513"/>
          <p14:tracePt t="85046" x="5810250" y="5091113"/>
          <p14:tracePt t="85055" x="5846763" y="5080000"/>
          <p14:tracePt t="85063" x="5857875" y="5080000"/>
          <p14:tracePt t="85071" x="5870575" y="5080000"/>
          <p14:tracePt t="85079" x="5943600" y="5080000"/>
          <p14:tracePt t="85088" x="5980113" y="5116513"/>
          <p14:tracePt t="85096" x="6089650" y="5153025"/>
          <p14:tracePt t="85104" x="6162675" y="5237163"/>
          <p14:tracePt t="85113" x="6235700" y="5384800"/>
          <p14:tracePt t="85399" x="6272213" y="5408613"/>
          <p14:tracePt t="85402" x="6284913" y="5408613"/>
          <p14:tracePt t="85407" x="6308725" y="5408613"/>
          <p14:tracePt t="85413" x="6345238" y="5384800"/>
          <p14:tracePt t="85421" x="6418263" y="5299075"/>
          <p14:tracePt t="85429" x="6480175" y="5189538"/>
          <p14:tracePt t="85438" x="6516688" y="5153025"/>
          <p14:tracePt t="85455" x="6516688" y="5140325"/>
          <p14:tracePt t="85492" x="6527800" y="5140325"/>
          <p14:tracePt t="85499" x="6553200" y="5140325"/>
          <p14:tracePt t="85505" x="6564313" y="5140325"/>
          <p14:tracePt t="85512" x="6577013" y="5140325"/>
          <p14:tracePt t="85787" x="6577013" y="5127625"/>
          <p14:tracePt t="85792" x="6589713" y="5127625"/>
          <p14:tracePt t="85799" x="6600825" y="5127625"/>
          <p14:tracePt t="85804" x="6613525" y="5116513"/>
          <p14:tracePt t="85813" x="6626225" y="5116513"/>
          <p14:tracePt t="85821" x="6637338" y="5103813"/>
          <p14:tracePt t="85829" x="6650038" y="5091113"/>
          <p14:tracePt t="85837" x="6673850" y="5091113"/>
          <p14:tracePt t="85845" x="6686550" y="5080000"/>
          <p14:tracePt t="85854" x="6699250" y="5067300"/>
          <p14:tracePt t="85862" x="6699250" y="5054600"/>
          <p14:tracePt t="85871" x="6710363" y="5054600"/>
          <p14:tracePt t="85913" x="6723063" y="5054600"/>
          <p14:tracePt t="85922" x="6735763" y="5054600"/>
          <p14:tracePt t="85927" x="6735763" y="5043488"/>
          <p14:tracePt t="85932" x="6735763" y="5030788"/>
          <p14:tracePt t="85944" x="6746875" y="5030788"/>
          <p14:tracePt t="85952" x="6759575" y="5030788"/>
          <p14:tracePt t="85987" x="6783388" y="5030788"/>
          <p14:tracePt t="85992" x="6796088" y="5018088"/>
          <p14:tracePt t="85999" x="6821488" y="5006975"/>
          <p14:tracePt t="86004" x="6845300" y="4994275"/>
          <p14:tracePt t="86012" x="6858000" y="4994275"/>
          <p14:tracePt t="86020" x="6931025" y="4970463"/>
          <p14:tracePt t="86028" x="6978650" y="4957763"/>
          <p14:tracePt t="86037" x="7027863" y="4933950"/>
          <p14:tracePt t="86045" x="7113588" y="4897438"/>
          <p14:tracePt t="86054" x="7150100" y="4884738"/>
          <p14:tracePt t="86062" x="7161213" y="4884738"/>
          <p14:tracePt t="86070" x="7173913" y="4884738"/>
          <p14:tracePt t="86079" x="7186613" y="4884738"/>
          <p14:tracePt t="86092" x="7186613" y="4872038"/>
          <p14:tracePt t="86114" x="7197725" y="4872038"/>
          <p14:tracePt t="86119" x="7210425" y="4860925"/>
          <p14:tracePt t="86122" x="7223125" y="4860925"/>
          <p14:tracePt t="86132" x="7234238" y="4860925"/>
          <p14:tracePt t="86137" x="7246938" y="4848225"/>
          <p14:tracePt t="86145" x="7259638" y="4848225"/>
          <p14:tracePt t="86154" x="7283450" y="4835525"/>
          <p14:tracePt t="86162" x="7296150" y="4824413"/>
          <p14:tracePt t="86170" x="7307263" y="4824413"/>
          <p14:tracePt t="86178" x="7319963" y="4824413"/>
          <p14:tracePt t="86202" x="7319963" y="4811713"/>
          <p14:tracePt t="86207" x="7332663" y="4811713"/>
          <p14:tracePt t="86219" x="7343775" y="4811713"/>
          <p14:tracePt t="86224" x="7343775" y="4799013"/>
          <p14:tracePt t="86234" x="7356475" y="4799013"/>
          <p14:tracePt t="86239" x="7356475" y="4787900"/>
          <p14:tracePt t="86245" x="7369175" y="4787900"/>
          <p14:tracePt t="86253" x="7369175" y="4762500"/>
          <p14:tracePt t="86262" x="7380288" y="4762500"/>
          <p14:tracePt t="86270" x="7392988" y="4751388"/>
          <p14:tracePt t="86278" x="7405688" y="4738688"/>
          <p14:tracePt t="86287" x="7416800" y="4738688"/>
          <p14:tracePt t="86295" x="7429500" y="4725988"/>
          <p14:tracePt t="86303" x="7429500" y="4714875"/>
          <p14:tracePt t="86312" x="7442200" y="4714875"/>
          <p14:tracePt t="86339" x="7453313" y="4714875"/>
          <p14:tracePt t="86362" x="7453313" y="4702175"/>
          <p14:tracePt t="86372" x="7466013" y="4702175"/>
          <p14:tracePt t="86392" x="7478713" y="4702175"/>
          <p14:tracePt t="86399" x="7489825" y="4689475"/>
          <p14:tracePt t="86413" x="7489825" y="4678363"/>
          <p14:tracePt t="86419" x="7502525" y="4678363"/>
          <p14:tracePt t="86427" x="7515225" y="4678363"/>
          <p14:tracePt t="86434" x="7515225" y="4665663"/>
          <p14:tracePt t="86447" x="7515225" y="4652963"/>
          <p14:tracePt t="86452" x="7526338" y="4652963"/>
          <p14:tracePt t="86482" x="7526338" y="4640263"/>
          <p14:tracePt t="86492" x="7526338" y="4629150"/>
          <p14:tracePt t="86499" x="7539038" y="4616450"/>
          <p14:tracePt t="86505" x="7551738" y="4603750"/>
          <p14:tracePt t="86512" x="7551738" y="4592638"/>
          <p14:tracePt t="86519" x="7551738" y="4579938"/>
          <p14:tracePt t="86522" x="7564438" y="4567238"/>
          <p14:tracePt t="86528" x="7575550" y="4556125"/>
          <p14:tracePt t="86536" x="7588250" y="4543425"/>
          <p14:tracePt t="86545" x="7600950" y="4519613"/>
          <p14:tracePt t="86553" x="7612063" y="4494213"/>
          <p14:tracePt t="86562" x="7624763" y="4483100"/>
          <p14:tracePt t="86570" x="7624763" y="4457700"/>
          <p14:tracePt t="86578" x="7637463" y="4446588"/>
          <p14:tracePt t="86586" x="7637463" y="4421188"/>
          <p14:tracePt t="86607" x="7637463" y="4410075"/>
          <p14:tracePt t="86614" x="7648575" y="4410075"/>
          <p14:tracePt t="86627" x="7648575" y="4397375"/>
          <p14:tracePt t="86647" x="7661275" y="4397375"/>
          <p14:tracePt t="86652" x="7661275" y="4384675"/>
          <p14:tracePt t="86659" x="7673975" y="4384675"/>
          <p14:tracePt t="86667" x="7673975" y="4373563"/>
          <p14:tracePt t="86902" x="7673975" y="4360863"/>
          <p14:tracePt t="86947" x="7685088" y="4360863"/>
          <p14:tracePt t="86959" x="7685088" y="4348163"/>
          <p14:tracePt t="86967" x="7685088" y="4337050"/>
          <p14:tracePt t="87142" x="7685088" y="4324350"/>
          <p14:tracePt t="87152" x="7685088" y="4311650"/>
          <p14:tracePt t="87159" x="7685088" y="4300538"/>
          <p14:tracePt t="87214" x="7685088" y="4287838"/>
          <p14:tracePt t="87282" x="7685088" y="4275138"/>
          <p14:tracePt t="87662" x="7697788" y="4275138"/>
          <p14:tracePt t="87684" x="7697788" y="4264025"/>
          <p14:tracePt t="87694" x="7710488" y="4264025"/>
          <p14:tracePt t="88227" x="7710488" y="4251325"/>
          <p14:tracePt t="88247" x="7697788" y="4251325"/>
          <p14:tracePt t="88334" x="7685088" y="4251325"/>
          <p14:tracePt t="88372" x="7673975" y="4251325"/>
          <p14:tracePt t="88382" x="7661275" y="4251325"/>
          <p14:tracePt t="88394" x="7648575" y="4238625"/>
          <p14:tracePt t="88407" x="7637463" y="4238625"/>
          <p14:tracePt t="88419" x="7637463" y="4227513"/>
          <p14:tracePt t="88422" x="7624763" y="4227513"/>
          <p14:tracePt t="88439" x="7612063" y="4227513"/>
          <p14:tracePt t="88447" x="7600950" y="4227513"/>
          <p14:tracePt t="88472" x="7588250" y="4227513"/>
          <p14:tracePt t="88482" x="7575550" y="4227513"/>
          <p14:tracePt t="88494" x="7551738" y="4227513"/>
          <p14:tracePt t="88499" x="7539038" y="4227513"/>
          <p14:tracePt t="88507" x="7526338" y="4214813"/>
          <p14:tracePt t="88512" x="7515225" y="4214813"/>
          <p14:tracePt t="88518" x="7502525" y="4214813"/>
          <p14:tracePt t="88526" x="7478713" y="4214813"/>
          <p14:tracePt t="88535" x="7429500" y="4214813"/>
          <p14:tracePt t="88543" x="7392988" y="4214813"/>
          <p14:tracePt t="88551" x="7380288" y="4214813"/>
          <p14:tracePt t="88560" x="7332663" y="4214813"/>
          <p14:tracePt t="88568" x="7283450" y="4214813"/>
          <p14:tracePt t="88576" x="7259638" y="4214813"/>
          <p14:tracePt t="88585" x="7234238" y="4214813"/>
          <p14:tracePt t="88593" x="7210425" y="4214813"/>
          <p14:tracePt t="88601" x="7186613" y="4214813"/>
          <p14:tracePt t="88609" x="7161213" y="4214813"/>
          <p14:tracePt t="88618" x="7124700" y="4214813"/>
          <p14:tracePt t="88626" x="7088188" y="4214813"/>
          <p14:tracePt t="88634" x="7027863" y="4214813"/>
          <p14:tracePt t="88643" x="7004050" y="4214813"/>
          <p14:tracePt t="88651" x="6967538" y="4214813"/>
          <p14:tracePt t="88659" x="6942138" y="4214813"/>
          <p14:tracePt t="88668" x="6931025" y="4214813"/>
          <p14:tracePt t="88676" x="6905625" y="4214813"/>
          <p14:tracePt t="88687" x="6894513" y="4214813"/>
          <p14:tracePt t="88693" x="6881813" y="4214813"/>
          <p14:tracePt t="88701" x="6858000" y="4227513"/>
          <p14:tracePt t="88709" x="6832600" y="4227513"/>
          <p14:tracePt t="88718" x="6808788" y="4227513"/>
          <p14:tracePt t="88726" x="6772275" y="4227513"/>
          <p14:tracePt t="88734" x="6759575" y="4227513"/>
          <p14:tracePt t="88867" x="6759575" y="4238625"/>
          <p14:tracePt t="88887" x="6746875" y="4238625"/>
          <p14:tracePt t="88922" x="6746875" y="4251325"/>
          <p14:tracePt t="88927" x="6735763" y="4251325"/>
          <p14:tracePt t="88932" x="6723063" y="4264025"/>
          <p14:tracePt t="88939" x="6710363" y="4264025"/>
          <p14:tracePt t="88943" x="6710363" y="4275138"/>
          <p14:tracePt t="88951" x="6699250" y="4287838"/>
          <p14:tracePt t="88959" x="6673850" y="4287838"/>
          <p14:tracePt t="88968" x="6673850" y="4311650"/>
          <p14:tracePt t="88976" x="6650038" y="4324350"/>
          <p14:tracePt t="88987" x="6637338" y="4324350"/>
          <p14:tracePt t="88993" x="6626225" y="4337050"/>
          <p14:tracePt t="88994" x="6613525" y="4337050"/>
          <p14:tracePt t="89002" x="6613525" y="4348163"/>
          <p14:tracePt t="89009" x="6600825" y="4348163"/>
          <p14:tracePt t="89017" x="6589713" y="4348163"/>
          <p14:tracePt t="89035" x="6577013" y="4360863"/>
          <p14:tracePt t="89047" x="6564313" y="4360863"/>
          <p14:tracePt t="89059" x="6553200" y="4373563"/>
          <p14:tracePt t="89067" x="6553200" y="4384675"/>
          <p14:tracePt t="89072" x="6540500" y="4384675"/>
          <p14:tracePt t="89076" x="6527800" y="4384675"/>
          <p14:tracePt t="89092" x="6516688" y="4397375"/>
          <p14:tracePt t="89112" x="6503988" y="4397375"/>
          <p14:tracePt t="89122" x="6503988" y="4410075"/>
          <p14:tracePt t="89139" x="6491288" y="4410075"/>
          <p14:tracePt t="89167" x="6480175" y="4410075"/>
          <p14:tracePt t="89187" x="6480175" y="4421188"/>
          <p14:tracePt t="89239" x="6480175" y="4433888"/>
          <p14:tracePt t="89252" x="6467475" y="4433888"/>
          <p14:tracePt t="89274" x="6467475" y="4446588"/>
          <p14:tracePt t="89292" x="6454775" y="4446588"/>
          <p14:tracePt t="89299" x="6454775" y="4457700"/>
          <p14:tracePt t="89314" x="6443663" y="4470400"/>
          <p14:tracePt t="89342" x="6443663" y="4483100"/>
          <p14:tracePt t="89352" x="6443663" y="4494213"/>
          <p14:tracePt t="89364" x="6430963" y="4494213"/>
          <p14:tracePt t="89366" x="6430963" y="4506913"/>
          <p14:tracePt t="89372" x="6430963" y="4519613"/>
          <p14:tracePt t="89375" x="6418263" y="4530725"/>
          <p14:tracePt t="89387" x="6407150" y="4543425"/>
          <p14:tracePt t="89393" x="6407150" y="4556125"/>
          <p14:tracePt t="89400" x="6407150" y="4567238"/>
          <p14:tracePt t="89409" x="6394450" y="4592638"/>
          <p14:tracePt t="89417" x="6381750" y="4592638"/>
          <p14:tracePt t="89425" x="6381750" y="4616450"/>
          <p14:tracePt t="89434" x="6381750" y="4629150"/>
          <p14:tracePt t="89442" x="6381750" y="4640263"/>
          <p14:tracePt t="89450" x="6370638" y="4640263"/>
          <p14:tracePt t="89459" x="6370638" y="4652963"/>
          <p14:tracePt t="89467" x="6357938" y="4652963"/>
          <p14:tracePt t="89499" x="6357938" y="4665663"/>
          <p14:tracePt t="89507" x="6357938" y="4678363"/>
          <p14:tracePt t="89513" x="6345238" y="4689475"/>
          <p14:tracePt t="89522" x="6345238" y="4702175"/>
          <p14:tracePt t="89527" x="6345238" y="4714875"/>
          <p14:tracePt t="89534" x="6345238" y="4738688"/>
          <p14:tracePt t="89542" x="6345238" y="4751388"/>
          <p14:tracePt t="89550" x="6345238" y="4762500"/>
          <p14:tracePt t="89559" x="6334125" y="4775200"/>
          <p14:tracePt t="89567" x="6334125" y="4787900"/>
          <p14:tracePt t="89575" x="6334125" y="4799013"/>
          <p14:tracePt t="89584" x="6321425" y="4811713"/>
          <p14:tracePt t="89594" x="6321425" y="4824413"/>
          <p14:tracePt t="89602" x="6321425" y="4835525"/>
          <p14:tracePt t="89613" x="6321425" y="4848225"/>
          <p14:tracePt t="89627" x="6321425" y="4860925"/>
          <p14:tracePt t="89639" x="6321425" y="4872038"/>
          <p14:tracePt t="89642" x="6321425" y="4884738"/>
          <p14:tracePt t="89647" x="6321425" y="4897438"/>
          <p14:tracePt t="89653" x="6321425" y="4908550"/>
          <p14:tracePt t="89659" x="6321425" y="4921250"/>
          <p14:tracePt t="89672" x="6321425" y="4945063"/>
          <p14:tracePt t="89675" x="6321425" y="4957763"/>
          <p14:tracePt t="89684" x="6308725" y="4970463"/>
          <p14:tracePt t="89692" x="6308725" y="4981575"/>
          <p14:tracePt t="89700" x="6297613" y="5006975"/>
          <p14:tracePt t="89708" x="6297613" y="5018088"/>
          <p14:tracePt t="89717" x="6297613" y="5043488"/>
          <p14:tracePt t="89727" x="6297613" y="5054600"/>
          <p14:tracePt t="89733" x="6297613" y="5080000"/>
          <p14:tracePt t="89742" x="6284913" y="5080000"/>
          <p14:tracePt t="89750" x="6284913" y="5091113"/>
          <p14:tracePt t="89758" x="6284913" y="5103813"/>
          <p14:tracePt t="89767" x="6284913" y="5116513"/>
          <p14:tracePt t="89775" x="6284913" y="5140325"/>
          <p14:tracePt t="89783" x="6284913" y="5153025"/>
          <p14:tracePt t="89792" x="6284913" y="5164138"/>
          <p14:tracePt t="89800" x="6284913" y="5189538"/>
          <p14:tracePt t="89808" x="6284913" y="5200650"/>
          <p14:tracePt t="89817" x="6284913" y="5226050"/>
          <p14:tracePt t="89825" x="6284913" y="5249863"/>
          <p14:tracePt t="89833" x="6284913" y="5286375"/>
          <p14:tracePt t="89842" x="6284913" y="5299075"/>
          <p14:tracePt t="89850" x="6284913" y="5335588"/>
          <p14:tracePt t="89858" x="6284913" y="5348288"/>
          <p14:tracePt t="89867" x="6284913" y="5372100"/>
          <p14:tracePt t="89875" x="6284913" y="5408613"/>
          <p14:tracePt t="89883" x="6284913" y="5432425"/>
          <p14:tracePt t="89892" x="6297613" y="5445125"/>
          <p14:tracePt t="89900" x="6297613" y="5468938"/>
          <p14:tracePt t="89908" x="6308725" y="5494338"/>
          <p14:tracePt t="89917" x="6308725" y="5530850"/>
          <p14:tracePt t="89925" x="6321425" y="5554663"/>
          <p14:tracePt t="89933" x="6345238" y="5591175"/>
          <p14:tracePt t="89942" x="6345238" y="5603875"/>
          <p14:tracePt t="89950" x="6357938" y="5627688"/>
          <p14:tracePt t="89958" x="6370638" y="5651500"/>
          <p14:tracePt t="89967" x="6381750" y="5676900"/>
          <p14:tracePt t="89975" x="6407150" y="5713413"/>
          <p14:tracePt t="89983" x="6418263" y="5737225"/>
          <p14:tracePt t="89992" x="6418263" y="5749925"/>
          <p14:tracePt t="90000" x="6443663" y="5786438"/>
          <p14:tracePt t="90008" x="6454775" y="5797550"/>
          <p14:tracePt t="90017" x="6467475" y="5810250"/>
          <p14:tracePt t="90025" x="6480175" y="5822950"/>
          <p14:tracePt t="90033" x="6503988" y="5846763"/>
          <p14:tracePt t="90041" x="6516688" y="5870575"/>
          <p14:tracePt t="90050" x="6553200" y="5883275"/>
          <p14:tracePt t="90058" x="6577013" y="5907088"/>
          <p14:tracePt t="90066" x="6600825" y="5932488"/>
          <p14:tracePt t="90075" x="6650038" y="5969000"/>
          <p14:tracePt t="90083" x="6699250" y="5981700"/>
          <p14:tracePt t="90091" x="6710363" y="5992813"/>
          <p14:tracePt t="90100" x="6796088" y="6018213"/>
          <p14:tracePt t="90108" x="6845300" y="6029325"/>
          <p14:tracePt t="90116" x="6894513" y="6029325"/>
          <p14:tracePt t="90125" x="6954838" y="6042025"/>
          <p14:tracePt t="90133" x="7027863" y="6054725"/>
          <p14:tracePt t="90141" x="7088188" y="6065838"/>
          <p14:tracePt t="90150" x="7161213" y="6065838"/>
          <p14:tracePt t="90158" x="7210425" y="6065838"/>
          <p14:tracePt t="90166" x="7259638" y="6078538"/>
          <p14:tracePt t="90175" x="7319963" y="6078538"/>
          <p14:tracePt t="90183" x="7369175" y="6091238"/>
          <p14:tracePt t="90191" x="7392988" y="6091238"/>
          <p14:tracePt t="90200" x="7466013" y="6091238"/>
          <p14:tracePt t="90208" x="7515225" y="6091238"/>
          <p14:tracePt t="90216" x="7564438" y="6091238"/>
          <p14:tracePt t="90225" x="7637463" y="6091238"/>
          <p14:tracePt t="90233" x="7697788" y="6091238"/>
          <p14:tracePt t="90241" x="7747000" y="6078538"/>
          <p14:tracePt t="90250" x="7807325" y="6078538"/>
          <p14:tracePt t="90258" x="7856538" y="6078538"/>
          <p14:tracePt t="90266" x="7929563" y="6078538"/>
          <p14:tracePt t="90275" x="7966075" y="6065838"/>
          <p14:tracePt t="90283" x="7989888" y="6065838"/>
          <p14:tracePt t="90291" x="8002588" y="6065838"/>
          <p14:tracePt t="90300" x="8026400" y="6065838"/>
          <p14:tracePt t="90308" x="8050213" y="6065838"/>
          <p14:tracePt t="90327" x="8062913" y="6065838"/>
          <p14:tracePt t="90342" x="8075613" y="6065838"/>
          <p14:tracePt t="90347" x="8086725" y="6065838"/>
          <p14:tracePt t="90353" x="8112125" y="6054725"/>
          <p14:tracePt t="90359" x="8123238" y="6042025"/>
          <p14:tracePt t="90366" x="8135938" y="6029325"/>
          <p14:tracePt t="90375" x="8172450" y="6018213"/>
          <p14:tracePt t="90383" x="8196263" y="6005513"/>
          <p14:tracePt t="90391" x="8208963" y="6005513"/>
          <p14:tracePt t="90399" x="8221663" y="5992813"/>
          <p14:tracePt t="90408" x="8245475" y="5981700"/>
          <p14:tracePt t="90416" x="8258175" y="5969000"/>
          <p14:tracePt t="90424" x="8270875" y="5969000"/>
          <p14:tracePt t="90433" x="8294688" y="5956300"/>
          <p14:tracePt t="90441" x="8307388" y="5932488"/>
          <p14:tracePt t="90449" x="8318500" y="5919788"/>
          <p14:tracePt t="90458" x="8318500" y="5907088"/>
          <p14:tracePt t="90466" x="8355013" y="5870575"/>
          <p14:tracePt t="90474" x="8367713" y="5846763"/>
          <p14:tracePt t="90483" x="8367713" y="5834063"/>
          <p14:tracePt t="90491" x="8391525" y="5810250"/>
          <p14:tracePt t="90499" x="8404225" y="5773738"/>
          <p14:tracePt t="90508" x="8404225" y="5749925"/>
          <p14:tracePt t="90516" x="8404225" y="5724525"/>
          <p14:tracePt t="90524" x="8404225" y="5713413"/>
          <p14:tracePt t="90533" x="8404225" y="5688013"/>
          <p14:tracePt t="90541" x="8404225" y="5651500"/>
          <p14:tracePt t="90549" x="8404225" y="5640388"/>
          <p14:tracePt t="90558" x="8404225" y="5614988"/>
          <p14:tracePt t="90566" x="8404225" y="5578475"/>
          <p14:tracePt t="90574" x="8404225" y="5554663"/>
          <p14:tracePt t="90583" x="8404225" y="5518150"/>
          <p14:tracePt t="90591" x="8404225" y="5505450"/>
          <p14:tracePt t="90599" x="8404225" y="5457825"/>
          <p14:tracePt t="90608" x="8404225" y="5421313"/>
          <p14:tracePt t="90616" x="8404225" y="5384800"/>
          <p14:tracePt t="90624" x="8391525" y="5348288"/>
          <p14:tracePt t="90633" x="8380413" y="5322888"/>
          <p14:tracePt t="90634" x="8380413" y="5311775"/>
          <p14:tracePt t="90641" x="8380413" y="5299075"/>
          <p14:tracePt t="90649" x="8367713" y="5273675"/>
          <p14:tracePt t="90658" x="8367713" y="5249863"/>
          <p14:tracePt t="90666" x="8355013" y="5226050"/>
          <p14:tracePt t="90674" x="8355013" y="5189538"/>
          <p14:tracePt t="90683" x="8355013" y="5164138"/>
          <p14:tracePt t="90691" x="8355013" y="5140325"/>
          <p14:tracePt t="90699" x="8343900" y="5116513"/>
          <p14:tracePt t="90707" x="8343900" y="5067300"/>
          <p14:tracePt t="90716" x="8343900" y="5043488"/>
          <p14:tracePt t="90724" x="8331200" y="5018088"/>
          <p14:tracePt t="90733" x="8331200" y="4981575"/>
          <p14:tracePt t="90741" x="8318500" y="4970463"/>
          <p14:tracePt t="90749" x="8307388" y="4945063"/>
          <p14:tracePt t="90757" x="8307388" y="4908550"/>
          <p14:tracePt t="90766" x="8307388" y="4897438"/>
          <p14:tracePt t="90774" x="8307388" y="4872038"/>
          <p14:tracePt t="90782" x="8294688" y="4835525"/>
          <p14:tracePt t="90792" x="8294688" y="4824413"/>
          <p14:tracePt t="90799" x="8294688" y="4811713"/>
          <p14:tracePt t="90807" x="8294688" y="4775200"/>
          <p14:tracePt t="90816" x="8294688" y="4762500"/>
          <p14:tracePt t="90824" x="8294688" y="4751388"/>
          <p14:tracePt t="90832" x="8294688" y="4738688"/>
          <p14:tracePt t="90841" x="8294688" y="4725988"/>
          <p14:tracePt t="90849" x="8294688" y="4714875"/>
          <p14:tracePt t="90862" x="8294688" y="4702175"/>
          <p14:tracePt t="90867" x="8281988" y="4702175"/>
          <p14:tracePt t="90874" x="8281988" y="4689475"/>
          <p14:tracePt t="90894" x="8281988" y="4678363"/>
          <p14:tracePt t="90907" x="8281988" y="4665663"/>
          <p14:tracePt t="90914" x="8270875" y="4665663"/>
          <p14:tracePt t="90927" x="8270875" y="4652963"/>
          <p14:tracePt t="90954" x="8270875" y="4640263"/>
          <p14:tracePt t="90962" x="8258175" y="4629150"/>
          <p14:tracePt t="90974" x="8245475" y="4629150"/>
          <p14:tracePt t="90982" x="8245475" y="4616450"/>
          <p14:tracePt t="90992" x="8245475" y="4603750"/>
          <p14:tracePt t="91000" x="8245475" y="4592638"/>
          <p14:tracePt t="91002" x="8232775" y="4592638"/>
          <p14:tracePt t="91012" x="8221663" y="4592638"/>
          <p14:tracePt t="91016" x="8221663" y="4579938"/>
          <p14:tracePt t="91024" x="8208963" y="4567238"/>
          <p14:tracePt t="91039" x="8208963" y="4556125"/>
          <p14:tracePt t="91047" x="8196263" y="4543425"/>
          <p14:tracePt t="91054" x="8185150" y="4543425"/>
          <p14:tracePt t="91073" x="8185150" y="4530725"/>
          <p14:tracePt t="91107" x="8185150" y="4519613"/>
          <p14:tracePt t="91119" x="8172450" y="4519613"/>
          <p14:tracePt t="91134" x="8172450" y="4506913"/>
          <p14:tracePt t="91139" x="8159750" y="4506913"/>
          <p14:tracePt t="91147" x="8148638" y="4506913"/>
          <p14:tracePt t="91167" x="8148638" y="4494213"/>
          <p14:tracePt t="91174" x="8135938" y="4494213"/>
          <p14:tracePt t="91179" x="8135938" y="4483100"/>
          <p14:tracePt t="91187" x="8123238" y="4483100"/>
          <p14:tracePt t="91227" x="8123238" y="4470400"/>
          <p14:tracePt t="91234" x="8112125" y="4470400"/>
          <p14:tracePt t="91262" x="8112125" y="4457700"/>
          <p14:tracePt t="91267" x="8099425" y="4457700"/>
          <p14:tracePt t="91282" x="8099425" y="4446588"/>
          <p14:tracePt t="91287" x="8086725" y="4446588"/>
          <p14:tracePt t="91352" x="8075613" y="4446588"/>
          <p14:tracePt t="91382" x="8075613" y="4433888"/>
          <p14:tracePt t="91579" x="8062913" y="4433888"/>
          <p14:tracePt t="91619" x="8050213" y="4433888"/>
          <p14:tracePt t="91632" x="8050213" y="4421188"/>
          <p14:tracePt t="91633" x="8039100" y="4421188"/>
          <p14:tracePt t="91862" x="8026400" y="4421188"/>
          <p14:tracePt t="91902" x="8013700" y="4421188"/>
          <p14:tracePt t="91914" x="8002588" y="4421188"/>
          <p14:tracePt t="91952" x="7989888" y="4421188"/>
          <p14:tracePt t="91954" x="7989888" y="4410075"/>
          <p14:tracePt t="91987" x="7977188" y="4410075"/>
          <p14:tracePt t="92072" x="7977188" y="4397375"/>
          <p14:tracePt t="92087" x="7966075" y="4397375"/>
          <p14:tracePt t="92154" x="7953375" y="4397375"/>
          <p14:tracePt t="92232" x="7940675" y="4397375"/>
          <p14:tracePt t="92259" x="7929563" y="4397375"/>
          <p14:tracePt t="92262" x="7916863" y="4384675"/>
          <p14:tracePt t="92282" x="7904163" y="4384675"/>
          <p14:tracePt t="92287" x="7893050" y="4384675"/>
          <p14:tracePt t="92292" x="7880350" y="4384675"/>
          <p14:tracePt t="92302" x="7856538" y="4384675"/>
          <p14:tracePt t="92307" x="7843838" y="4384675"/>
          <p14:tracePt t="92314" x="7820025" y="4384675"/>
          <p14:tracePt t="92323" x="7794625" y="4373563"/>
          <p14:tracePt t="92331" x="7783513" y="4373563"/>
          <p14:tracePt t="92339" x="7721600" y="4373563"/>
          <p14:tracePt t="92348" x="7673975" y="4360863"/>
          <p14:tracePt t="92356" x="7624763" y="4360863"/>
          <p14:tracePt t="92364" x="7588250" y="4348163"/>
          <p14:tracePt t="92373" x="7551738" y="4348163"/>
          <p14:tracePt t="92381" x="7526338" y="4348163"/>
          <p14:tracePt t="92389" x="7515225" y="4348163"/>
          <p14:tracePt t="92398" x="7502525" y="4348163"/>
          <p14:tracePt t="92406" x="7489825" y="4348163"/>
          <p14:tracePt t="92432" x="7478713" y="4348163"/>
          <p14:tracePt t="92439" x="7466013" y="4348163"/>
          <p14:tracePt t="92452" x="7453313" y="4348163"/>
          <p14:tracePt t="92474" x="7442200" y="4348163"/>
          <p14:tracePt t="92494" x="7429500" y="4348163"/>
          <p14:tracePt t="92514" x="7416800" y="4348163"/>
          <p14:tracePt t="92527" x="7405688" y="4348163"/>
          <p14:tracePt t="92534" x="7392988" y="4348163"/>
          <p14:tracePt t="92548" x="7380288" y="4348163"/>
          <p14:tracePt t="92552" x="7369175" y="4348163"/>
          <p14:tracePt t="92562" x="7356475" y="4348163"/>
          <p14:tracePt t="92567" x="7343775" y="4348163"/>
          <p14:tracePt t="92574" x="7332663" y="4348163"/>
          <p14:tracePt t="92594" x="7319963" y="4348163"/>
          <p14:tracePt t="92612" x="7307263" y="4348163"/>
          <p14:tracePt t="92632" x="7296150" y="4348163"/>
          <p14:tracePt t="92640" x="7283450" y="4348163"/>
          <p14:tracePt t="92647" x="7270750" y="4348163"/>
          <p14:tracePt t="92662" x="7259638" y="4360863"/>
          <p14:tracePt t="92674" x="7246938" y="4360863"/>
          <p14:tracePt t="92702" x="7234238" y="4360863"/>
          <p14:tracePt t="92782" x="7223125" y="4360863"/>
          <p14:tracePt t="92839" x="7210425" y="4360863"/>
          <p14:tracePt t="92859" x="7197725" y="4360863"/>
          <p14:tracePt t="92872" x="7186613" y="4360863"/>
          <p14:tracePt t="92899" x="7173913" y="4360863"/>
          <p14:tracePt t="92922" x="7161213" y="4360863"/>
          <p14:tracePt t="93082" x="7150100" y="4360863"/>
          <p14:tracePt t="93099" x="7137400" y="4360863"/>
          <p14:tracePt t="93134" x="7124700" y="4360863"/>
          <p14:tracePt t="93192" x="7113588" y="4360863"/>
          <p14:tracePt t="93194" x="7100888" y="4360863"/>
          <p14:tracePt t="93212" x="7088188" y="4360863"/>
          <p14:tracePt t="93227" x="7077075" y="4360863"/>
          <p14:tracePt t="93292" x="7064375" y="4360863"/>
          <p14:tracePt t="93359" x="7051675" y="4360863"/>
          <p14:tracePt t="93374" x="7051675" y="4373563"/>
          <p14:tracePt t="93382" x="7040563" y="4373563"/>
          <p14:tracePt t="93414" x="7027863" y="4373563"/>
          <p14:tracePt t="93507" x="7015163" y="4373563"/>
          <p14:tracePt t="93639" x="7015163" y="4384675"/>
          <p14:tracePt t="93642" x="7004050" y="4384675"/>
          <p14:tracePt t="93667" x="6991350" y="4384675"/>
          <p14:tracePt t="93672" x="6991350" y="4397375"/>
          <p14:tracePt t="93679" x="6978650" y="4397375"/>
          <p14:tracePt t="93699" x="6967538" y="4397375"/>
          <p14:tracePt t="93712" x="6967538" y="4410075"/>
          <p14:tracePt t="93714" x="6954838" y="4410075"/>
          <p14:tracePt t="93727" x="6942138" y="4410075"/>
          <p14:tracePt t="93732" x="6942138" y="4421188"/>
          <p14:tracePt t="93742" x="6931025" y="4421188"/>
          <p14:tracePt t="93752" x="6918325" y="4421188"/>
          <p14:tracePt t="93754" x="6918325" y="4433888"/>
          <p14:tracePt t="93767" x="6905625" y="4446588"/>
          <p14:tracePt t="93774" x="6894513" y="4457700"/>
          <p14:tracePt t="93780" x="6881813" y="4457700"/>
          <p14:tracePt t="93788" x="6881813" y="4470400"/>
          <p14:tracePt t="93796" x="6869113" y="4483100"/>
          <p14:tracePt t="93805" x="6858000" y="4483100"/>
          <p14:tracePt t="93813" x="6858000" y="4494213"/>
          <p14:tracePt t="93821" x="6845300" y="4519613"/>
          <p14:tracePt t="93830" x="6832600" y="4519613"/>
          <p14:tracePt t="93842" x="6832600" y="4530725"/>
          <p14:tracePt t="93847" x="6821488" y="4530725"/>
          <p14:tracePt t="93859" x="6821488" y="4543425"/>
          <p14:tracePt t="93872" x="6808788" y="4543425"/>
          <p14:tracePt t="93882" x="6808788" y="4556125"/>
          <p14:tracePt t="93887" x="6796088" y="4556125"/>
          <p14:tracePt t="93892" x="6796088" y="4567238"/>
          <p14:tracePt t="93902" x="6796088" y="4579938"/>
          <p14:tracePt t="93912" x="6796088" y="4592638"/>
          <p14:tracePt t="93914" x="6796088" y="4603750"/>
          <p14:tracePt t="93921" x="6783388" y="4603750"/>
          <p14:tracePt t="93929" x="6783388" y="4616450"/>
          <p14:tracePt t="93938" x="6772275" y="4629150"/>
          <p14:tracePt t="93946" x="6772275" y="4640263"/>
          <p14:tracePt t="93954" x="6772275" y="4665663"/>
          <p14:tracePt t="93967" x="6772275" y="4678363"/>
          <p14:tracePt t="93974" x="6772275" y="4689475"/>
          <p14:tracePt t="93982" x="6759575" y="4702175"/>
          <p14:tracePt t="93992" x="6759575" y="4714875"/>
          <p14:tracePt t="93996" x="6759575" y="4725988"/>
          <p14:tracePt t="94004" x="6759575" y="4738688"/>
          <p14:tracePt t="94013" x="6759575" y="4751388"/>
          <p14:tracePt t="94021" x="6746875" y="4762500"/>
          <p14:tracePt t="94029" x="6746875" y="4787900"/>
          <p14:tracePt t="94038" x="6735763" y="4799013"/>
          <p14:tracePt t="94046" x="6735763" y="4824413"/>
          <p14:tracePt t="94054" x="6735763" y="4860925"/>
          <p14:tracePt t="94063" x="6723063" y="4884738"/>
          <p14:tracePt t="94071" x="6723063" y="4897438"/>
          <p14:tracePt t="94079" x="6723063" y="4945063"/>
          <p14:tracePt t="94088" x="6723063" y="4970463"/>
          <p14:tracePt t="94096" x="6723063" y="5006975"/>
          <p14:tracePt t="94104" x="6723063" y="5043488"/>
          <p14:tracePt t="94113" x="6723063" y="5091113"/>
          <p14:tracePt t="94121" x="6723063" y="5127625"/>
          <p14:tracePt t="94129" x="6723063" y="5164138"/>
          <p14:tracePt t="94137" x="6723063" y="5200650"/>
          <p14:tracePt t="94146" x="6735763" y="5262563"/>
          <p14:tracePt t="94154" x="6746875" y="5348288"/>
          <p14:tracePt t="94163" x="6772275" y="5372100"/>
          <p14:tracePt t="94171" x="6783388" y="5408613"/>
          <p14:tracePt t="94179" x="6808788" y="5457825"/>
          <p14:tracePt t="94188" x="6821488" y="5481638"/>
          <p14:tracePt t="94196" x="6821488" y="5505450"/>
          <p14:tracePt t="94204" x="6845300" y="5541963"/>
          <p14:tracePt t="94213" x="6858000" y="5578475"/>
          <p14:tracePt t="94221" x="6869113" y="5603875"/>
          <p14:tracePt t="94229" x="6894513" y="5651500"/>
          <p14:tracePt t="94237" x="6905625" y="5688013"/>
          <p14:tracePt t="94246" x="6931025" y="5713413"/>
          <p14:tracePt t="94254" x="6954838" y="5761038"/>
          <p14:tracePt t="94262" x="6991350" y="5786438"/>
          <p14:tracePt t="94272" x="6991350" y="5797550"/>
          <p14:tracePt t="94279" x="7015163" y="5810250"/>
          <p14:tracePt t="94287" x="7027863" y="5846763"/>
          <p14:tracePt t="94296" x="7064375" y="5859463"/>
          <p14:tracePt t="94304" x="7077075" y="5883275"/>
          <p14:tracePt t="94312" x="7100888" y="5895975"/>
          <p14:tracePt t="94321" x="7137400" y="5919788"/>
          <p14:tracePt t="94329" x="7161213" y="5945188"/>
          <p14:tracePt t="94337" x="7210425" y="5969000"/>
          <p14:tracePt t="94346" x="7283450" y="6018213"/>
          <p14:tracePt t="94354" x="7343775" y="6042025"/>
          <p14:tracePt t="94362" x="7369175" y="6042025"/>
          <p14:tracePt t="94371" x="7416800" y="6065838"/>
          <p14:tracePt t="94379" x="7489825" y="6091238"/>
          <p14:tracePt t="94387" x="7600950" y="6127750"/>
          <p14:tracePt t="94396" x="7685088" y="6151563"/>
          <p14:tracePt t="94404" x="7734300" y="6164263"/>
          <p14:tracePt t="94412" x="7783513" y="6164263"/>
          <p14:tracePt t="94421" x="7843838" y="6164263"/>
          <p14:tracePt t="94429" x="7904163" y="6164263"/>
          <p14:tracePt t="94437" x="7953375" y="6164263"/>
          <p14:tracePt t="94446" x="8026400" y="6164263"/>
          <p14:tracePt t="94454" x="8112125" y="6164263"/>
          <p14:tracePt t="94462" x="8172450" y="6164263"/>
          <p14:tracePt t="94471" x="8196263" y="6164263"/>
          <p14:tracePt t="94479" x="8258175" y="6138863"/>
          <p14:tracePt t="94487" x="8343900" y="6102350"/>
          <p14:tracePt t="94496" x="8391525" y="6065838"/>
          <p14:tracePt t="94504" x="8416925" y="6054725"/>
          <p14:tracePt t="94512" x="8477250" y="5981700"/>
          <p14:tracePt t="94521" x="8501063" y="5945188"/>
          <p14:tracePt t="94529" x="8526463" y="5895975"/>
          <p14:tracePt t="94537" x="8550275" y="5846763"/>
          <p14:tracePt t="94546" x="8574088" y="5797550"/>
          <p14:tracePt t="94554" x="8599488" y="5688013"/>
          <p14:tracePt t="94562" x="8599488" y="5651500"/>
          <p14:tracePt t="94570" x="8599488" y="5578475"/>
          <p14:tracePt t="94579" x="8599488" y="5505450"/>
          <p14:tracePt t="94587" x="8599488" y="5445125"/>
          <p14:tracePt t="94595" x="8599488" y="5322888"/>
          <p14:tracePt t="94604" x="8599488" y="5262563"/>
          <p14:tracePt t="94612" x="8599488" y="5226050"/>
          <p14:tracePt t="94621" x="8562975" y="5091113"/>
          <p14:tracePt t="94629" x="8537575" y="4994275"/>
          <p14:tracePt t="94637" x="8513763" y="4897438"/>
          <p14:tracePt t="94645" x="8489950" y="4787900"/>
          <p14:tracePt t="94654" x="8453438" y="4629150"/>
          <p14:tracePt t="94662" x="8440738" y="4579938"/>
          <p14:tracePt t="94670" x="8416925" y="4519613"/>
          <p14:tracePt t="94679" x="8391525" y="4457700"/>
          <p14:tracePt t="94687" x="8380413" y="4421188"/>
          <p14:tracePt t="94695" x="8343900" y="4384675"/>
          <p14:tracePt t="94704" x="8318500" y="4360863"/>
          <p14:tracePt t="94712" x="8307388" y="4348163"/>
          <p14:tracePt t="94720" x="8270875" y="4324350"/>
          <p14:tracePt t="94729" x="8221663" y="4311650"/>
          <p14:tracePt t="94737" x="8172450" y="4300538"/>
          <p14:tracePt t="94745" x="8123238" y="4300538"/>
          <p14:tracePt t="94754" x="8026400" y="4275138"/>
          <p14:tracePt t="94762" x="7989888" y="4275138"/>
          <p14:tracePt t="94770" x="7953375" y="4275138"/>
          <p14:tracePt t="94779" x="7880350" y="4275138"/>
          <p14:tracePt t="94787" x="7794625" y="4275138"/>
          <p14:tracePt t="94795" x="7588250" y="4275138"/>
          <p14:tracePt t="94804" x="7502525" y="4275138"/>
          <p14:tracePt t="94812" x="7356475" y="4275138"/>
          <p14:tracePt t="94820" x="7173913" y="4275138"/>
          <p14:tracePt t="94829" x="7064375" y="4275138"/>
          <p14:tracePt t="94837" x="6967538" y="4287838"/>
          <p14:tracePt t="94845" x="6894513" y="4300538"/>
          <p14:tracePt t="94854" x="6845300" y="4311650"/>
          <p14:tracePt t="94862" x="6832600" y="4324350"/>
          <p14:tracePt t="94870" x="6821488" y="4337050"/>
          <p14:tracePt t="94882" x="6808788" y="4337050"/>
          <p14:tracePt t="94887" x="6808788" y="4348163"/>
          <p14:tracePt t="94895" x="6783388" y="4360863"/>
          <p14:tracePt t="94904" x="6783388" y="4373563"/>
          <p14:tracePt t="94912" x="6772275" y="4384675"/>
          <p14:tracePt t="94920" x="6759575" y="4410075"/>
          <p14:tracePt t="94929" x="6759575" y="4433888"/>
          <p14:tracePt t="94937" x="6746875" y="4457700"/>
          <p14:tracePt t="94945" x="6746875" y="4483100"/>
          <p14:tracePt t="94954" x="6723063" y="4519613"/>
          <p14:tracePt t="94962" x="6723063" y="4530725"/>
          <p14:tracePt t="94970" x="6723063" y="4567238"/>
          <p14:tracePt t="94979" x="6723063" y="4592638"/>
          <p14:tracePt t="94987" x="6723063" y="4603750"/>
          <p14:tracePt t="94995" x="6723063" y="4616450"/>
          <p14:tracePt t="95003" x="6723063" y="4629150"/>
          <p14:tracePt t="95019" x="6723063" y="4640263"/>
          <p14:tracePt t="95042" x="6723063" y="4652963"/>
          <p14:tracePt t="95052" x="6723063" y="4665663"/>
          <p14:tracePt t="97393" x="6686550" y="4678363"/>
          <p14:tracePt t="97399" x="6662738" y="4678363"/>
          <p14:tracePt t="97404" x="6626225" y="4689475"/>
          <p14:tracePt t="97410" x="6564313" y="4714875"/>
          <p14:tracePt t="97418" x="6308725" y="4787900"/>
          <p14:tracePt t="97426" x="5930900" y="4908550"/>
          <p14:tracePt t="97434" x="5127625" y="5176838"/>
          <p14:tracePt t="97443" x="4335463" y="5408613"/>
          <p14:tracePt t="97451" x="3873500" y="5567363"/>
          <p14:tracePt t="97459" x="2557463" y="5945188"/>
          <p14:tracePt t="97468" x="2082800" y="6029325"/>
          <p14:tracePt t="97476" x="1790700" y="6102350"/>
          <p14:tracePt t="97484" x="1582738" y="6127750"/>
          <p14:tracePt t="97493" x="1389063" y="6188075"/>
          <p14:tracePt t="97501" x="1157288" y="6237288"/>
          <p14:tracePt t="97510" x="889000" y="6284913"/>
          <p14:tracePt t="97518" x="657225" y="6310313"/>
          <p14:tracePt t="97526" x="474663" y="6346825"/>
          <p14:tracePt t="97534" x="304800" y="6357938"/>
          <p14:tracePt t="97543" x="279400" y="6357938"/>
          <p14:tracePt t="97551" x="268288" y="6357938"/>
          <p14:tracePt t="97607" x="255588" y="6357938"/>
          <p14:tracePt t="97612" x="242888" y="6357938"/>
          <p14:tracePt t="97618" x="219075" y="6370638"/>
          <p14:tracePt t="97626" x="195263" y="6383338"/>
          <p14:tracePt t="97634" x="169863" y="6394450"/>
          <p14:tracePt t="97643" x="158750" y="6394450"/>
          <p14:tracePt t="97651" x="158750" y="6407150"/>
          <p14:tracePt t="97685" x="169863" y="6394450"/>
          <p14:tracePt t="97692" x="195263" y="6383338"/>
          <p14:tracePt t="97694" x="219075" y="6370638"/>
          <p14:tracePt t="97701" x="242888" y="6357938"/>
          <p14:tracePt t="97709" x="292100" y="6346825"/>
          <p14:tracePt t="97717" x="352425" y="6321425"/>
          <p14:tracePt t="97726" x="450850" y="6273800"/>
          <p14:tracePt t="97734" x="596900" y="6224588"/>
          <p14:tracePt t="97742" x="719138" y="6164263"/>
          <p14:tracePt t="97751" x="779463" y="6151563"/>
          <p14:tracePt t="97759" x="889000" y="6102350"/>
          <p14:tracePt t="97767" x="1047750" y="6042025"/>
          <p14:tracePt t="97776" x="1157288" y="5992813"/>
          <p14:tracePt t="97784" x="1254125" y="5945188"/>
          <p14:tracePt t="97793" x="1352550" y="5895975"/>
          <p14:tracePt t="97801" x="1449388" y="5834063"/>
          <p14:tracePt t="97809" x="1535113" y="5797550"/>
          <p14:tracePt t="97817" x="1608138" y="5773738"/>
          <p14:tracePt t="97826" x="1631950" y="5749925"/>
          <p14:tracePt t="97834" x="1692275" y="5724525"/>
          <p14:tracePt t="97842" x="1717675" y="5700713"/>
          <p14:tracePt t="97851" x="1728788" y="5688013"/>
          <p14:tracePt t="97859" x="1754188" y="5676900"/>
          <p14:tracePt t="97867" x="1803400" y="5651500"/>
          <p14:tracePt t="97876" x="1839913" y="5640388"/>
          <p14:tracePt t="97884" x="1863725" y="5614988"/>
          <p14:tracePt t="97892" x="1900238" y="5603875"/>
          <p14:tracePt t="97901" x="1924050" y="5578475"/>
          <p14:tracePt t="97909" x="1985963" y="5554663"/>
          <p14:tracePt t="97917" x="2022475" y="5530850"/>
          <p14:tracePt t="97926" x="2058988" y="5518150"/>
          <p14:tracePt t="97934" x="2119313" y="5494338"/>
          <p14:tracePt t="97942" x="2132013" y="5494338"/>
          <p14:tracePt t="97951" x="2143125" y="5481638"/>
          <p14:tracePt t="97972" x="2143125" y="5468938"/>
          <p14:tracePt t="97979" x="2155825" y="5468938"/>
          <p14:tracePt t="97987" x="2168525" y="5468938"/>
          <p14:tracePt t="97992" x="2179638" y="5457825"/>
          <p14:tracePt t="97999" x="2192338" y="5457825"/>
          <p14:tracePt t="98002" x="2216150" y="5445125"/>
          <p14:tracePt t="98009" x="2228850" y="5432425"/>
          <p14:tracePt t="98017" x="2265363" y="5408613"/>
          <p14:tracePt t="98026" x="2325688" y="5408613"/>
          <p14:tracePt t="98034" x="2411413" y="5359400"/>
          <p14:tracePt t="98042" x="2447925" y="5335588"/>
          <p14:tracePt t="98051" x="2471738" y="5322888"/>
          <p14:tracePt t="98059" x="2497138" y="5322888"/>
          <p14:tracePt t="98112" x="2508250" y="5322888"/>
          <p14:tracePt t="98119" x="2520950" y="5322888"/>
          <p14:tracePt t="98130" x="2533650" y="5322888"/>
          <p14:tracePt t="98134" x="2546350" y="5322888"/>
          <p14:tracePt t="98142" x="2557463" y="5311775"/>
          <p14:tracePt t="98150" x="2570163" y="5311775"/>
          <p14:tracePt t="98159" x="2582863" y="5311775"/>
          <p14:tracePt t="98172" x="2582863" y="5299075"/>
          <p14:tracePt t="98194" x="2593975" y="5299075"/>
          <p14:tracePt t="98202" x="2606675" y="5299075"/>
          <p14:tracePt t="98207" x="2619375" y="5299075"/>
          <p14:tracePt t="98219" x="2630488" y="5299075"/>
          <p14:tracePt t="98232" x="2643188" y="5299075"/>
          <p14:tracePt t="98287" x="2655888" y="5299075"/>
          <p14:tracePt t="98294" x="2667000" y="5299075"/>
          <p14:tracePt t="98302" x="2679700" y="5299075"/>
          <p14:tracePt t="98314" x="2692400" y="5299075"/>
          <p14:tracePt t="98319" x="2703513" y="5299075"/>
          <p14:tracePt t="98332" x="2716213" y="5299075"/>
          <p14:tracePt t="98334" x="2728913" y="5299075"/>
          <p14:tracePt t="98352" x="2740025" y="5299075"/>
          <p14:tracePt t="98359" x="2752725" y="5299075"/>
          <p14:tracePt t="98362" x="2765425" y="5311775"/>
          <p14:tracePt t="98372" x="2776538" y="5311775"/>
          <p14:tracePt t="98379" x="2789238" y="5311775"/>
          <p14:tracePt t="98384" x="2801938" y="5311775"/>
          <p14:tracePt t="98392" x="2813050" y="5311775"/>
          <p14:tracePt t="98400" x="2862263" y="5322888"/>
          <p14:tracePt t="98409" x="2886075" y="5322888"/>
          <p14:tracePt t="98417" x="2911475" y="5322888"/>
          <p14:tracePt t="98425" x="2935288" y="5322888"/>
          <p14:tracePt t="98433" x="2959100" y="5322888"/>
          <p14:tracePt t="98454" x="2971800" y="5322888"/>
          <p14:tracePt t="98619" x="2984500" y="5322888"/>
          <p14:tracePt t="98727" x="2995613" y="5322888"/>
          <p14:tracePt t="98952" x="2995613" y="5311775"/>
          <p14:tracePt t="98962" x="3008313" y="5311775"/>
          <p14:tracePt t="98974" x="3021013" y="5311775"/>
          <p14:tracePt t="98987" x="3032125" y="5311775"/>
          <p14:tracePt t="98999" x="3032125" y="5299075"/>
          <p14:tracePt t="99002" x="3044825" y="5299075"/>
          <p14:tracePt t="99012" x="3057525" y="5299075"/>
          <p14:tracePt t="99019" x="3068638" y="5299075"/>
          <p14:tracePt t="99025" x="3081338" y="5299075"/>
          <p14:tracePt t="99033" x="3094038" y="5299075"/>
          <p14:tracePt t="99042" x="3105150" y="5286375"/>
          <p14:tracePt t="99050" x="3117850" y="5286375"/>
          <p14:tracePt t="99079" x="3130550" y="5286375"/>
          <p14:tracePt t="99167" x="3141663" y="5286375"/>
          <p14:tracePt t="99182" x="3154363" y="5286375"/>
          <p14:tracePt t="99212" x="3154363" y="5273675"/>
          <p14:tracePt t="99402" x="3167063" y="5273675"/>
          <p14:tracePt t="99412" x="3178175" y="5273675"/>
          <p14:tracePt t="99419" x="3190875" y="5273675"/>
          <p14:tracePt t="99422" x="3203575" y="5273675"/>
          <p14:tracePt t="99427" x="3214688" y="5273675"/>
          <p14:tracePt t="99433" x="3227388" y="5273675"/>
          <p14:tracePt t="99441" x="3240088" y="5273675"/>
          <p14:tracePt t="99449" x="3252788" y="5273675"/>
          <p14:tracePt t="99458" x="3276600" y="5273675"/>
          <p14:tracePt t="99466" x="3300413" y="5273675"/>
          <p14:tracePt t="99474" x="3336925" y="5273675"/>
          <p14:tracePt t="99482" x="3349625" y="5273675"/>
          <p14:tracePt t="99491" x="3362325" y="5273675"/>
          <p14:tracePt t="99499" x="3373438" y="5273675"/>
          <p14:tracePt t="99508" x="3398838" y="5273675"/>
          <p14:tracePt t="99516" x="3422650" y="5273675"/>
          <p14:tracePt t="99532" x="3435350" y="5273675"/>
          <p14:tracePt t="99539" x="3446463" y="5273675"/>
          <p14:tracePt t="99547" x="3459163" y="5273675"/>
          <p14:tracePt t="99553" x="3471863" y="5273675"/>
          <p14:tracePt t="99559" x="3482975" y="5273675"/>
          <p14:tracePt t="99567" x="3495675" y="5273675"/>
          <p14:tracePt t="99574" x="3519488" y="5273675"/>
          <p14:tracePt t="99582" x="3544888" y="5273675"/>
          <p14:tracePt t="99591" x="3556000" y="5273675"/>
          <p14:tracePt t="99599" x="3581400" y="5273675"/>
          <p14:tracePt t="99607" x="3605213" y="5273675"/>
          <p14:tracePt t="99616" x="3617913" y="5273675"/>
          <p14:tracePt t="99624" x="3641725" y="5273675"/>
          <p14:tracePt t="99632" x="3654425" y="5273675"/>
          <p14:tracePt t="99641" x="3678238" y="5273675"/>
          <p14:tracePt t="99649" x="3690938" y="5273675"/>
          <p14:tracePt t="99657" x="3702050" y="5273675"/>
          <p14:tracePt t="99666" x="3751263" y="5273675"/>
          <p14:tracePt t="99674" x="3811588" y="5273675"/>
          <p14:tracePt t="99682" x="3873500" y="5273675"/>
          <p14:tracePt t="99691" x="3897313" y="5273675"/>
          <p14:tracePt t="99699" x="3970338" y="5273675"/>
          <p14:tracePt t="99707" x="4043363" y="5273675"/>
          <p14:tracePt t="99716" x="4116388" y="5273675"/>
          <p14:tracePt t="99724" x="4214813" y="5286375"/>
          <p14:tracePt t="99732" x="4298950" y="5286375"/>
          <p14:tracePt t="99741" x="4371975" y="5286375"/>
          <p14:tracePt t="99749" x="4457700" y="5286375"/>
          <p14:tracePt t="99757" x="4518025" y="5299075"/>
          <p14:tracePt t="99766" x="4579938" y="5299075"/>
          <p14:tracePt t="99774" x="4665663" y="5299075"/>
          <p14:tracePt t="99782" x="4713288" y="5311775"/>
          <p14:tracePt t="99791" x="4738688" y="5311775"/>
          <p14:tracePt t="99799" x="4799013" y="5322888"/>
          <p14:tracePt t="99807" x="4895850" y="5322888"/>
          <p14:tracePt t="99816" x="4957763" y="5335588"/>
          <p14:tracePt t="99824" x="5030788" y="5335588"/>
          <p14:tracePt t="99832" x="5054600" y="5335588"/>
          <p14:tracePt t="99840" x="5067300" y="5335588"/>
          <p14:tracePt t="99849" x="5078413" y="5335588"/>
          <p14:tracePt t="100672" x="5078413" y="5348288"/>
          <p14:tracePt t="100842" x="5078413" y="5359400"/>
          <p14:tracePt t="101542" x="5078413" y="5372100"/>
          <p14:tracePt t="101559" x="5078413" y="5384800"/>
          <p14:tracePt t="101562" x="5078413" y="5395913"/>
          <p14:tracePt t="101579" x="5078413" y="5408613"/>
          <p14:tracePt t="101592" x="5078413" y="5421313"/>
          <p14:tracePt t="101593" x="5078413" y="5432425"/>
          <p14:tracePt t="101607" x="5091113" y="5432425"/>
          <p14:tracePt t="101615" x="5091113" y="5445125"/>
          <p14:tracePt t="101672" x="5091113" y="5457825"/>
          <p14:tracePt t="101714" x="5091113" y="5468938"/>
          <p14:tracePt t="101723" x="5091113" y="5481638"/>
          <p14:tracePt t="101734" x="5091113" y="5494338"/>
          <p14:tracePt t="101767" x="5091113" y="5505450"/>
          <p14:tracePt t="101773" x="5078413" y="5505450"/>
          <p14:tracePt t="101792" x="5078413" y="5518150"/>
          <p14:tracePt t="101812" x="5067300" y="5530850"/>
          <p14:tracePt t="101819" x="5067300" y="5541963"/>
          <p14:tracePt t="101822" x="5054600" y="5554663"/>
          <p14:tracePt t="101842" x="5041900" y="5567363"/>
          <p14:tracePt t="101852" x="5030788" y="5578475"/>
          <p14:tracePt t="101854" x="5018088" y="5578475"/>
          <p14:tracePt t="101859" x="5018088" y="5591175"/>
          <p14:tracePt t="101864" x="5018088" y="5603875"/>
          <p14:tracePt t="101872" x="5005388" y="5603875"/>
          <p14:tracePt t="101880" x="4981575" y="5627688"/>
          <p14:tracePt t="101889" x="4968875" y="5640388"/>
          <p14:tracePt t="101897" x="4957763" y="5640388"/>
          <p14:tracePt t="101907" x="4945063" y="5651500"/>
          <p14:tracePt t="101914" x="4932363" y="5651500"/>
          <p14:tracePt t="101922" x="4932363" y="5664200"/>
          <p14:tracePt t="101930" x="4921250" y="5664200"/>
          <p14:tracePt t="101939" x="4895850" y="5664200"/>
          <p14:tracePt t="101947" x="4872038" y="5688013"/>
          <p14:tracePt t="101955" x="4835525" y="5700713"/>
          <p14:tracePt t="101963" x="4799013" y="5713413"/>
          <p14:tracePt t="101972" x="4762500" y="5713413"/>
          <p14:tracePt t="101980" x="4689475" y="5737225"/>
          <p14:tracePt t="101988" x="4652963" y="5761038"/>
          <p14:tracePt t="101997" x="4603750" y="5773738"/>
          <p14:tracePt t="102005" x="4567238" y="5773738"/>
          <p14:tracePt t="102014" x="4518025" y="5786438"/>
          <p14:tracePt t="102022" x="4506913" y="5786438"/>
          <p14:tracePt t="102030" x="4470400" y="5797550"/>
          <p14:tracePt t="102039" x="4433888" y="5810250"/>
          <p14:tracePt t="102047" x="4408488" y="5822950"/>
          <p14:tracePt t="102055" x="4324350" y="5822950"/>
          <p14:tracePt t="102063" x="4287838" y="5822950"/>
          <p14:tracePt t="102072" x="4262438" y="5822950"/>
          <p14:tracePt t="102080" x="4152900" y="5846763"/>
          <p14:tracePt t="102088" x="4056063" y="5859463"/>
          <p14:tracePt t="102097" x="3970338" y="5870575"/>
          <p14:tracePt t="102105" x="3884613" y="5870575"/>
          <p14:tracePt t="102113" x="3775075" y="5895975"/>
          <p14:tracePt t="102122" x="3738563" y="5895975"/>
          <p14:tracePt t="102130" x="3690938" y="5907088"/>
          <p14:tracePt t="102138" x="3654425" y="5907088"/>
          <p14:tracePt t="102147" x="3617913" y="5907088"/>
          <p14:tracePt t="102155" x="3556000" y="5907088"/>
          <p14:tracePt t="102163" x="3519488" y="5907088"/>
          <p14:tracePt t="102172" x="3495675" y="5907088"/>
          <p14:tracePt t="102180" x="3435350" y="5919788"/>
          <p14:tracePt t="102188" x="3398838" y="5919788"/>
          <p14:tracePt t="102197" x="3362325" y="5919788"/>
          <p14:tracePt t="102205" x="3325813" y="5919788"/>
          <p14:tracePt t="102213" x="3289300" y="5919788"/>
          <p14:tracePt t="102222" x="3276600" y="5919788"/>
          <p14:tracePt t="102230" x="3240088" y="5919788"/>
          <p14:tracePt t="102238" x="3214688" y="5932488"/>
          <p14:tracePt t="102247" x="3178175" y="5932488"/>
          <p14:tracePt t="102255" x="3117850" y="5932488"/>
          <p14:tracePt t="102263" x="3068638" y="5932488"/>
          <p14:tracePt t="102272" x="3032125" y="5932488"/>
          <p14:tracePt t="102272" x="3021013" y="5932488"/>
          <p14:tracePt t="102273" x="2984500" y="5932488"/>
          <p14:tracePt t="102280" x="2959100" y="5932488"/>
          <p14:tracePt t="102288" x="2886075" y="5945188"/>
          <p14:tracePt t="102296" x="2825750" y="5945188"/>
          <p14:tracePt t="102305" x="2776538" y="5945188"/>
          <p14:tracePt t="102313" x="2716213" y="5945188"/>
          <p14:tracePt t="102322" x="2679700" y="5945188"/>
          <p14:tracePt t="102330" x="2643188" y="5945188"/>
          <p14:tracePt t="102338" x="2619375" y="5945188"/>
          <p14:tracePt t="102347" x="2582863" y="5945188"/>
          <p14:tracePt t="102355" x="2546350" y="5945188"/>
          <p14:tracePt t="102363" x="2484438" y="5945188"/>
          <p14:tracePt t="102372" x="2471738" y="5945188"/>
          <p14:tracePt t="102380" x="2387600" y="5945188"/>
          <p14:tracePt t="102388" x="2314575" y="5945188"/>
          <p14:tracePt t="102396" x="2241550" y="5945188"/>
          <p14:tracePt t="102405" x="2143125" y="5945188"/>
          <p14:tracePt t="102413" x="2058988" y="5945188"/>
          <p14:tracePt t="102421" x="1960563" y="5945188"/>
          <p14:tracePt t="102430" x="1900238" y="5945188"/>
          <p14:tracePt t="102438" x="1863725" y="5945188"/>
          <p14:tracePt t="102446" x="1827213" y="5945188"/>
          <p14:tracePt t="102455" x="1790700" y="5945188"/>
          <p14:tracePt t="102463" x="1765300" y="5945188"/>
          <p14:tracePt t="102471" x="1754188" y="5945188"/>
          <p14:tracePt t="102480" x="1717675" y="5945188"/>
          <p14:tracePt t="102488" x="1692275" y="5945188"/>
          <p14:tracePt t="102496" x="1681163" y="5945188"/>
          <p14:tracePt t="102505" x="1668463" y="5945188"/>
          <p14:tracePt t="102514" x="1655763" y="5945188"/>
          <p14:tracePt t="102532" x="1644650" y="5945188"/>
          <p14:tracePt t="102552" x="1631950" y="5945188"/>
          <p14:tracePt t="102562" x="1619250" y="5945188"/>
          <p14:tracePt t="102567" x="1608138" y="5945188"/>
          <p14:tracePt t="102572" x="1582738" y="5945188"/>
          <p14:tracePt t="102579" x="1558925" y="5945188"/>
          <p14:tracePt t="102588" x="1509713" y="5945188"/>
          <p14:tracePt t="102596" x="1462088" y="5945188"/>
          <p14:tracePt t="102605" x="1436688" y="5956300"/>
          <p14:tracePt t="102613" x="1425575" y="5956300"/>
          <p14:tracePt t="102621" x="1412875" y="5956300"/>
          <p14:tracePt t="102727" x="1425575" y="5956300"/>
          <p14:tracePt t="102732" x="1436688" y="5956300"/>
          <p14:tracePt t="102738" x="1449388" y="5956300"/>
          <p14:tracePt t="102746" x="1462088" y="5956300"/>
          <p14:tracePt t="102754" x="1498600" y="5932488"/>
          <p14:tracePt t="102763" x="1522413" y="5932488"/>
          <p14:tracePt t="102771" x="1535113" y="5919788"/>
          <p14:tracePt t="102779" x="1582738" y="5907088"/>
          <p14:tracePt t="102788" x="1608138" y="5907088"/>
          <p14:tracePt t="102796" x="1619250" y="5907088"/>
          <p14:tracePt t="102804" x="1655763" y="5895975"/>
          <p14:tracePt t="102813" x="1668463" y="5895975"/>
          <p14:tracePt t="102822" x="1668463" y="5883275"/>
          <p14:tracePt t="102829" x="1681163" y="5883275"/>
          <p14:tracePt t="102847" x="1692275" y="5883275"/>
          <p14:tracePt t="102859" x="1704975" y="5883275"/>
          <p14:tracePt t="102862" x="1717675" y="5883275"/>
          <p14:tracePt t="102872" x="1741488" y="5870575"/>
          <p14:tracePt t="102873" x="1765300" y="5870575"/>
          <p14:tracePt t="102879" x="1778000" y="5870575"/>
          <p14:tracePt t="102888" x="1851025" y="5870575"/>
          <p14:tracePt t="102896" x="1912938" y="5870575"/>
          <p14:tracePt t="102904" x="1960563" y="5870575"/>
          <p14:tracePt t="102913" x="1997075" y="5870575"/>
          <p14:tracePt t="102921" x="2046288" y="5870575"/>
          <p14:tracePt t="102929" x="2070100" y="5870575"/>
          <p14:tracePt t="102938" x="2082800" y="5870575"/>
          <p14:tracePt t="102946" x="2095500" y="5870575"/>
          <p14:tracePt t="102954" x="2106613" y="5870575"/>
          <p14:tracePt t="102967" x="2119313" y="5870575"/>
          <p14:tracePt t="102972" x="2132013" y="5870575"/>
          <p14:tracePt t="102979" x="2143125" y="5870575"/>
          <p14:tracePt t="102988" x="2179638" y="5870575"/>
          <p14:tracePt t="102996" x="2228850" y="5870575"/>
          <p14:tracePt t="103004" x="2289175" y="5870575"/>
          <p14:tracePt t="103013" x="2338388" y="5870575"/>
          <p14:tracePt t="103021" x="2374900" y="5870575"/>
          <p14:tracePt t="103029" x="2435225" y="5870575"/>
          <p14:tracePt t="103038" x="2460625" y="5870575"/>
          <p14:tracePt t="103046" x="2497138" y="5870575"/>
          <p14:tracePt t="103054" x="2533650" y="5870575"/>
          <p14:tracePt t="103062" x="2557463" y="5870575"/>
          <p14:tracePt t="103071" x="2570163" y="5870575"/>
          <p14:tracePt t="103079" x="2593975" y="5870575"/>
          <p14:tracePt t="103088" x="2655888" y="5870575"/>
          <p14:tracePt t="103096" x="2692400" y="5870575"/>
          <p14:tracePt t="103104" x="2728913" y="5870575"/>
          <p14:tracePt t="103112" x="2776538" y="5870575"/>
          <p14:tracePt t="103121" x="2813050" y="5870575"/>
          <p14:tracePt t="103129" x="2849563" y="5870575"/>
          <p14:tracePt t="103137" x="2886075" y="5870575"/>
          <p14:tracePt t="103146" x="2922588" y="5870575"/>
          <p14:tracePt t="103154" x="2947988" y="5870575"/>
          <p14:tracePt t="103162" x="2959100" y="5870575"/>
          <p14:tracePt t="103171" x="2971800" y="5870575"/>
          <p14:tracePt t="103179" x="2984500" y="5870575"/>
          <p14:tracePt t="103187" x="3021013" y="5870575"/>
          <p14:tracePt t="103196" x="3044825" y="5870575"/>
          <p14:tracePt t="103204" x="3081338" y="5870575"/>
          <p14:tracePt t="103212" x="3117850" y="5870575"/>
          <p14:tracePt t="103221" x="3167063" y="5870575"/>
          <p14:tracePt t="103229" x="3214688" y="5870575"/>
          <p14:tracePt t="103237" x="3263900" y="5870575"/>
          <p14:tracePt t="103245" x="3300413" y="5870575"/>
          <p14:tracePt t="103254" x="3373438" y="5870575"/>
          <p14:tracePt t="103262" x="3398838" y="5870575"/>
          <p14:tracePt t="103270" x="3422650" y="5870575"/>
          <p14:tracePt t="103279" x="3435350" y="5870575"/>
          <p14:tracePt t="103287" x="3471863" y="5870575"/>
          <p14:tracePt t="103296" x="3495675" y="5870575"/>
          <p14:tracePt t="103304" x="3532188" y="5870575"/>
          <p14:tracePt t="103312" x="3581400" y="5870575"/>
          <p14:tracePt t="103321" x="3641725" y="5870575"/>
          <p14:tracePt t="103329" x="3690938" y="5870575"/>
          <p14:tracePt t="103337" x="3738563" y="5870575"/>
          <p14:tracePt t="103345" x="3800475" y="5870575"/>
          <p14:tracePt t="103354" x="3860800" y="5870575"/>
          <p14:tracePt t="103362" x="3884613" y="5870575"/>
          <p14:tracePt t="103372" x="3897313" y="5870575"/>
          <p14:tracePt t="103379" x="3921125" y="5870575"/>
          <p14:tracePt t="103387" x="3933825" y="5870575"/>
          <p14:tracePt t="103395" x="3970338" y="5870575"/>
          <p14:tracePt t="103404" x="4006850" y="5870575"/>
          <p14:tracePt t="103413" x="4056063" y="5870575"/>
          <p14:tracePt t="103420" x="4079875" y="5870575"/>
          <p14:tracePt t="103429" x="4116388" y="5870575"/>
          <p14:tracePt t="103437" x="4189413" y="5870575"/>
          <p14:tracePt t="103445" x="4251325" y="5870575"/>
          <p14:tracePt t="103454" x="4335463" y="5870575"/>
          <p14:tracePt t="103462" x="4371975" y="5870575"/>
          <p14:tracePt t="103470" x="4408488" y="5870575"/>
          <p14:tracePt t="103479" x="4445000" y="5870575"/>
          <p14:tracePt t="103487" x="4494213" y="5870575"/>
          <p14:tracePt t="103495" x="4567238" y="5870575"/>
          <p14:tracePt t="103504" x="4616450" y="5883275"/>
          <p14:tracePt t="103512" x="4652963" y="5883275"/>
          <p14:tracePt t="103520" x="4725988" y="5883275"/>
          <p14:tracePt t="103529" x="4762500" y="5883275"/>
          <p14:tracePt t="103537" x="4775200" y="5883275"/>
          <p14:tracePt t="103545" x="4786313" y="5883275"/>
          <p14:tracePt t="103692" x="4786313" y="5895975"/>
          <p14:tracePt t="106720" x="4799013" y="5895975"/>
          <p14:tracePt t="107047" x="4799013" y="5907088"/>
          <p14:tracePt t="107053" x="4786313" y="5907088"/>
          <p14:tracePt t="107068" x="4775200" y="5907088"/>
          <p14:tracePt t="107072" x="4762500" y="5907088"/>
          <p14:tracePt t="107075" x="4762500" y="5919788"/>
          <p14:tracePt t="107084" x="4749800" y="5932488"/>
          <p14:tracePt t="107092" x="4738688" y="5932488"/>
          <p14:tracePt t="107100" x="4702175" y="5945188"/>
          <p14:tracePt t="107109" x="4652963" y="5969000"/>
          <p14:tracePt t="107117" x="4603750" y="5992813"/>
          <p14:tracePt t="107125" x="4554538" y="6005513"/>
          <p14:tracePt t="107134" x="4457700" y="6029325"/>
          <p14:tracePt t="107142" x="4408488" y="6042025"/>
          <p14:tracePt t="107150" x="4348163" y="6065838"/>
          <p14:tracePt t="107159" x="4275138" y="6091238"/>
          <p14:tracePt t="107167" x="4251325" y="6102350"/>
          <p14:tracePt t="107175" x="4214813" y="6102350"/>
          <p14:tracePt t="107187" x="4202113" y="6102350"/>
          <p14:tracePt t="107212" x="4202113" y="6115050"/>
          <p14:tracePt t="107239" x="4189413" y="6115050"/>
          <p14:tracePt t="107247" x="4178300" y="6127750"/>
          <p14:tracePt t="107252" x="4165600" y="6127750"/>
          <p14:tracePt t="107259" x="4152900" y="6127750"/>
          <p14:tracePt t="107267" x="4141788" y="6127750"/>
          <p14:tracePt t="107275" x="4129088" y="6138863"/>
          <p14:tracePt t="107294" x="4116388" y="6138863"/>
          <p14:tracePt t="107339" x="4105275" y="6151563"/>
          <p14:tracePt t="107347" x="4092575" y="6151563"/>
          <p14:tracePt t="107352" x="4068763" y="6151563"/>
          <p14:tracePt t="107358" x="4068763" y="6164263"/>
          <p14:tracePt t="107367" x="4043363" y="6164263"/>
          <p14:tracePt t="107375" x="4006850" y="6164263"/>
          <p14:tracePt t="107383" x="3970338" y="6175375"/>
          <p14:tracePt t="107392" x="3933825" y="6175375"/>
          <p14:tracePt t="107400" x="3897313" y="6200775"/>
          <p14:tracePt t="107408" x="3860800" y="6200775"/>
          <p14:tracePt t="107417" x="3836988" y="6211888"/>
          <p14:tracePt t="107425" x="3824288" y="6211888"/>
          <p14:tracePt t="107433" x="3800475" y="6224588"/>
          <p14:tracePt t="107442" x="3787775" y="6237288"/>
          <p14:tracePt t="107450" x="3763963" y="6237288"/>
          <p14:tracePt t="107458" x="3738563" y="6248400"/>
          <p14:tracePt t="107467" x="3727450" y="6248400"/>
          <p14:tracePt t="107475" x="3714750" y="6261100"/>
          <p14:tracePt t="109327" x="3727450" y="6261100"/>
          <p14:tracePt t="109333" x="3751263" y="6261100"/>
          <p14:tracePt t="109333" x="3775075" y="6261100"/>
          <p14:tracePt t="109339" x="3787775" y="6261100"/>
          <p14:tracePt t="109342" x="3811588" y="6261100"/>
          <p14:tracePt t="109352" x="3836988" y="6261100"/>
          <p14:tracePt t="109359" x="3848100" y="6261100"/>
          <p14:tracePt t="109365" x="3848100" y="6273800"/>
          <p14:tracePt t="109373" x="3884613" y="6284913"/>
          <p14:tracePt t="109382" x="3910013" y="6310313"/>
          <p14:tracePt t="109390" x="3933825" y="6321425"/>
          <p14:tracePt t="109398" x="3970338" y="6334125"/>
          <p14:tracePt t="109407" x="4006850" y="6357938"/>
          <p14:tracePt t="109415" x="4043363" y="6357938"/>
          <p14:tracePt t="109423" x="4043363" y="6370638"/>
          <p14:tracePt t="109431" x="4068763" y="6370638"/>
          <p14:tracePt t="109440" x="4079875" y="6370638"/>
          <p14:tracePt t="109448" x="4079875" y="6334125"/>
          <p14:tracePt t="109456" x="4056063" y="6321425"/>
          <p14:tracePt t="109465" x="3910013" y="6310313"/>
          <p14:tracePt t="109473" x="3714750" y="6310313"/>
          <p14:tracePt t="109481" x="3629025" y="6310313"/>
          <p14:tracePt t="109774" x="3629025" y="6297613"/>
          <p14:tracePt t="109779" x="3617913" y="6284913"/>
          <p14:tracePt t="109782" x="3617913" y="6273800"/>
          <p14:tracePt t="109789" x="3605213" y="6248400"/>
          <p14:tracePt t="109798" x="3592513" y="6224588"/>
          <p14:tracePt t="109806" x="3556000" y="6175375"/>
          <p14:tracePt t="109815" x="3495675" y="6102350"/>
          <p14:tracePt t="109823" x="3459163" y="6042025"/>
          <p14:tracePt t="109831" x="3435350" y="6029325"/>
          <p14:tracePt t="109839" x="3398838" y="6029325"/>
          <p14:tracePt t="109848" x="3373438" y="6029325"/>
          <p14:tracePt t="109856" x="3349625" y="6029325"/>
          <p14:tracePt t="109864" x="3325813" y="6042025"/>
          <p14:tracePt t="109873" x="3313113" y="6054725"/>
          <p14:tracePt t="109881" x="3289300" y="6065838"/>
          <p14:tracePt t="109889" x="3289300" y="6078538"/>
          <p14:tracePt t="109898" x="3263900" y="6091238"/>
          <p14:tracePt t="109906" x="3263900" y="6102350"/>
          <p14:tracePt t="109914" x="3252788" y="6115050"/>
          <p14:tracePt t="109923" x="3227388" y="6127750"/>
          <p14:tracePt t="109932" x="3214688" y="6138863"/>
          <p14:tracePt t="109939" x="3203575" y="6138863"/>
          <p14:tracePt t="109948" x="3178175" y="6138863"/>
          <p14:tracePt t="109956" x="3167063" y="6151563"/>
          <p14:tracePt t="109964" x="3141663" y="6164263"/>
          <p14:tracePt t="109973" x="3130550" y="6164263"/>
          <p14:tracePt t="109981" x="3105150" y="6175375"/>
          <p14:tracePt t="109989" x="3081338" y="6175375"/>
          <p14:tracePt t="109998" x="3068638" y="6175375"/>
          <p14:tracePt t="110006" x="3057525" y="6188075"/>
          <p14:tracePt t="110014" x="3044825" y="6188075"/>
          <p14:tracePt t="110022" x="3032125" y="6188075"/>
          <p14:tracePt t="110031" x="3021013" y="6188075"/>
          <p14:tracePt t="110039" x="2995613" y="6200775"/>
          <p14:tracePt t="110047" x="2971800" y="6211888"/>
          <p14:tracePt t="110056" x="2935288" y="6211888"/>
          <p14:tracePt t="110064" x="2886075" y="6211888"/>
          <p14:tracePt t="110072" x="2874963" y="6211888"/>
          <p14:tracePt t="110081" x="2813050" y="6224588"/>
          <p14:tracePt t="110089" x="2789238" y="6224588"/>
          <p14:tracePt t="110097" x="2765425" y="6224588"/>
          <p14:tracePt t="110187" x="2765425" y="6237288"/>
          <p14:tracePt t="110214" x="2765425" y="6248400"/>
          <p14:tracePt t="110227" x="2752725" y="6261100"/>
          <p14:tracePt t="110232" x="2752725" y="6273800"/>
          <p14:tracePt t="110240" x="2752725" y="6297613"/>
          <p14:tracePt t="110242" x="2740025" y="6310313"/>
          <p14:tracePt t="110252" x="2728913" y="6321425"/>
          <p14:tracePt t="110256" x="2716213" y="6346825"/>
          <p14:tracePt t="110264" x="2692400" y="6370638"/>
          <p14:tracePt t="110272" x="2667000" y="6419850"/>
          <p14:tracePt t="110281" x="2667000" y="6443663"/>
          <p14:tracePt t="110289" x="2667000" y="6480175"/>
          <p14:tracePt t="110297" x="2655888" y="6492875"/>
          <p14:tracePt t="110306" x="2655888" y="6516688"/>
          <p14:tracePt t="110314" x="2655888" y="6529388"/>
          <p14:tracePt t="110582" x="2667000" y="6529388"/>
          <p14:tracePt t="110592" x="2679700" y="6529388"/>
          <p14:tracePt t="110602" x="2692400" y="6529388"/>
          <p14:tracePt t="110612" x="2716213" y="6529388"/>
          <p14:tracePt t="110619" x="2728913" y="6529388"/>
          <p14:tracePt t="110622" x="2740025" y="6529388"/>
          <p14:tracePt t="110632" x="2765425" y="6516688"/>
          <p14:tracePt t="110639" x="2776538" y="6516688"/>
          <p14:tracePt t="110647" x="2776538" y="6503988"/>
          <p14:tracePt t="110655" x="2801938" y="6503988"/>
          <p14:tracePt t="110667" x="2813050" y="6503988"/>
          <p14:tracePt t="110694" x="2825750" y="6503988"/>
          <p14:tracePt t="110732" x="2838450" y="6503988"/>
          <p14:tracePt t="110747" x="2849563" y="6503988"/>
          <p14:tracePt t="110752" x="2862263" y="6503988"/>
          <p14:tracePt t="110755" x="2874963" y="6503988"/>
          <p14:tracePt t="110763" x="2886075" y="6503988"/>
          <p14:tracePt t="110773" x="2898775" y="6503988"/>
          <p14:tracePt t="110780" x="2911475" y="6503988"/>
          <p14:tracePt t="110789" x="2935288" y="6503988"/>
          <p14:tracePt t="110797" x="2947988" y="6503988"/>
          <p14:tracePt t="110805" x="2959100" y="6492875"/>
          <p14:tracePt t="110822" x="2971800" y="6492875"/>
          <p14:tracePt t="110847" x="2984500" y="6492875"/>
          <p14:tracePt t="110854" x="2995613" y="6492875"/>
          <p14:tracePt t="110862" x="3008313" y="6492875"/>
          <p14:tracePt t="110867" x="3021013" y="6492875"/>
          <p14:tracePt t="110873" x="3044825" y="6492875"/>
          <p14:tracePt t="110880" x="3057525" y="6492875"/>
          <p14:tracePt t="110888" x="3081338" y="6492875"/>
          <p14:tracePt t="110897" x="3105150" y="6492875"/>
          <p14:tracePt t="110905" x="3117850" y="6492875"/>
          <p14:tracePt t="110913" x="3130550" y="6492875"/>
          <p14:tracePt t="110922" x="3141663" y="6492875"/>
          <p14:tracePt t="110952" x="3154363" y="6492875"/>
          <p14:tracePt t="110974" x="3167063" y="6492875"/>
          <p14:tracePt t="110982" x="3178175" y="6492875"/>
          <p14:tracePt t="110994" x="3190875" y="6492875"/>
          <p14:tracePt t="111039" x="3203575" y="6492875"/>
          <p14:tracePt t="111042" x="3214688" y="6492875"/>
          <p14:tracePt t="111055" x="3240088" y="6492875"/>
          <p14:tracePt t="111063" x="3276600" y="6492875"/>
          <p14:tracePt t="111072" x="3289300" y="6492875"/>
          <p14:tracePt t="111080" x="3362325" y="6492875"/>
          <p14:tracePt t="111089" x="3422650" y="6492875"/>
          <p14:tracePt t="111096" x="3482975" y="6492875"/>
          <p14:tracePt t="111105" x="3532188" y="6492875"/>
          <p14:tracePt t="111113" x="3592513" y="6492875"/>
          <p14:tracePt t="111122" x="3617913" y="6492875"/>
          <p14:tracePt t="111130" x="3629025" y="6492875"/>
          <p14:tracePt t="111138" x="3641725" y="6492875"/>
          <p14:tracePt t="111532" x="3654425" y="6492875"/>
          <p14:tracePt t="111539" x="3665538" y="6492875"/>
          <p14:tracePt t="111542" x="3690938" y="6492875"/>
          <p14:tracePt t="111547" x="3702050" y="6492875"/>
          <p14:tracePt t="111554" x="3738563" y="6492875"/>
          <p14:tracePt t="111563" x="3787775" y="6492875"/>
          <p14:tracePt t="111571" x="3824288" y="6492875"/>
          <p14:tracePt t="111579" x="3884613" y="6492875"/>
          <p14:tracePt t="111588" x="3959225" y="6492875"/>
          <p14:tracePt t="111596" x="4019550" y="6492875"/>
          <p14:tracePt t="111605" x="4043363" y="6492875"/>
          <p14:tracePt t="111613" x="4068763" y="6492875"/>
          <p14:tracePt t="111621" x="4079875" y="6492875"/>
          <p14:tracePt t="111639" x="4092575" y="6492875"/>
          <p14:tracePt t="111647" x="4105275" y="6492875"/>
          <p14:tracePt t="111659" x="4105275" y="6503988"/>
          <p14:tracePt t="111662" x="4116388" y="6503988"/>
          <p14:tracePt t="111667" x="4141788" y="6503988"/>
          <p14:tracePt t="111682" x="4152900" y="6503988"/>
          <p14:tracePt t="111692" x="4165600" y="6503988"/>
          <p14:tracePt t="111754" x="4178300" y="6503988"/>
          <p14:tracePt t="111759" x="4189413" y="6516688"/>
          <p14:tracePt t="111762" x="4202113" y="6516688"/>
          <p14:tracePt t="111771" x="4214813" y="6516688"/>
          <p14:tracePt t="111779" x="4238625" y="6529388"/>
          <p14:tracePt t="111788" x="4262438" y="6529388"/>
          <p14:tracePt t="111799" x="4275138" y="6529388"/>
          <p14:tracePt t="111839" x="4287838" y="6529388"/>
          <p14:tracePt t="111847" x="4298950" y="6529388"/>
          <p14:tracePt t="111859" x="4324350" y="6529388"/>
          <p14:tracePt t="111867" x="4335463" y="6529388"/>
          <p14:tracePt t="111872" x="4360863" y="6529388"/>
          <p14:tracePt t="111873" x="4371975" y="6529388"/>
          <p14:tracePt t="111880" x="4384675" y="6529388"/>
          <p14:tracePt t="111887" x="4433888" y="6529388"/>
          <p14:tracePt t="111896" x="4457700" y="6529388"/>
          <p14:tracePt t="111904" x="4470400" y="6529388"/>
          <p14:tracePt t="111912" x="4481513" y="6529388"/>
          <p14:tracePt t="111942" x="4494213" y="6529388"/>
          <p14:tracePt t="111955" x="4506913" y="6529388"/>
          <p14:tracePt t="111959" x="4518025" y="6529388"/>
          <p14:tracePt t="111967" x="4530725" y="6529388"/>
          <p14:tracePt t="111972" x="4554538" y="6529388"/>
          <p14:tracePt t="111979" x="4567238" y="6540500"/>
          <p14:tracePt t="111987" x="4591050" y="6540500"/>
          <p14:tracePt t="111996" x="4616450" y="6540500"/>
          <p14:tracePt t="112012" x="4627563" y="6540500"/>
          <p14:tracePt t="112060" x="4640263" y="6540500"/>
          <p14:tracePt t="112087" x="4640263" y="6553200"/>
          <p14:tracePt t="112400" x="4652963" y="6553200"/>
          <p14:tracePt t="112402" x="4665663" y="6553200"/>
          <p14:tracePt t="112407" x="4676775" y="6553200"/>
          <p14:tracePt t="112413" x="4725988" y="6529388"/>
          <p14:tracePt t="112421" x="4738688" y="6529388"/>
          <p14:tracePt t="112429" x="4799013" y="6516688"/>
          <p14:tracePt t="112437" x="4848225" y="6492875"/>
          <p14:tracePt t="112445" x="4908550" y="6480175"/>
          <p14:tracePt t="112453" x="5078413" y="6443663"/>
          <p14:tracePt t="112462" x="5151438" y="6430963"/>
          <p14:tracePt t="112470" x="5322888" y="6394450"/>
          <p14:tracePt t="112479" x="5492750" y="6383338"/>
          <p14:tracePt t="112487" x="5638800" y="6370638"/>
          <p14:tracePt t="112495" x="5797550" y="6357938"/>
          <p14:tracePt t="112504" x="5834063" y="6357938"/>
          <p14:tracePt t="112512" x="5846763" y="6357938"/>
          <p14:tracePt t="112702" x="5857875" y="6357938"/>
          <p14:tracePt t="112707" x="5870575" y="6357938"/>
          <p14:tracePt t="112712" x="5883275" y="6357938"/>
          <p14:tracePt t="112720" x="5943600" y="6357938"/>
          <p14:tracePt t="112728" x="5992813" y="6357938"/>
          <p14:tracePt t="112737" x="6065838" y="6357938"/>
          <p14:tracePt t="112745" x="6175375" y="6370638"/>
          <p14:tracePt t="112753" x="6467475" y="6370638"/>
          <p14:tracePt t="112762" x="6564313" y="6370638"/>
          <p14:tracePt t="112770" x="6772275" y="6370638"/>
          <p14:tracePt t="112779" x="6991350" y="6370638"/>
          <p14:tracePt t="112787" x="7186613" y="6370638"/>
          <p14:tracePt t="112795" x="7356475" y="6370638"/>
          <p14:tracePt t="112803" x="7369175" y="6370638"/>
          <p14:tracePt t="113162" x="7392988" y="6357938"/>
          <p14:tracePt t="113172" x="7405688" y="6357938"/>
          <p14:tracePt t="113173" x="7416800" y="6346825"/>
          <p14:tracePt t="113182" x="7429500" y="6346825"/>
          <p14:tracePt t="113507" x="7442200" y="6346825"/>
          <p14:tracePt t="113514" x="7453313" y="6346825"/>
          <p14:tracePt t="113522" x="7466013" y="6346825"/>
          <p14:tracePt t="113527" x="7478713" y="6346825"/>
          <p14:tracePt t="113532" x="7489825" y="6334125"/>
          <p14:tracePt t="113536" x="7502525" y="6334125"/>
          <p14:tracePt t="113544" x="7539038" y="6334125"/>
          <p14:tracePt t="113553" x="7564438" y="6334125"/>
          <p14:tracePt t="113561" x="7588250" y="6334125"/>
          <p14:tracePt t="113569" x="7612063" y="6334125"/>
          <p14:tracePt t="113578" x="7637463" y="6334125"/>
          <p14:tracePt t="113586" x="7648575" y="6334125"/>
          <p14:tracePt t="113594" x="7673975" y="6334125"/>
          <p14:tracePt t="113603" x="7697788" y="6334125"/>
          <p14:tracePt t="113611" x="7710488" y="6334125"/>
          <p14:tracePt t="113619" x="7734300" y="6334125"/>
          <p14:tracePt t="113627" x="7758113" y="6334125"/>
          <p14:tracePt t="113636" x="7783513" y="6334125"/>
          <p14:tracePt t="113644" x="7794625" y="6334125"/>
          <p14:tracePt t="113654" x="7807325" y="6334125"/>
          <p14:tracePt t="113672" x="7820025" y="6334125"/>
          <p14:tracePt t="113682" x="7831138" y="6334125"/>
          <p14:tracePt t="113692" x="7856538" y="6334125"/>
          <p14:tracePt t="113699" x="7880350" y="6334125"/>
          <p14:tracePt t="113702" x="7893050" y="6334125"/>
          <p14:tracePt t="113711" x="7904163" y="6346825"/>
          <p14:tracePt t="113719" x="7953375" y="6346825"/>
          <p14:tracePt t="113727" x="8026400" y="6346825"/>
          <p14:tracePt t="113736" x="8075613" y="6357938"/>
          <p14:tracePt t="113744" x="8099425" y="6357938"/>
          <p14:tracePt t="113752" x="8112125" y="6357938"/>
          <p14:tracePt t="113761" x="8123238" y="6357938"/>
          <p14:tracePt t="113769" x="8135938" y="6357938"/>
          <p14:tracePt t="113779" x="8159750" y="6357938"/>
          <p14:tracePt t="113787" x="8185150" y="6357938"/>
          <p14:tracePt t="113794" x="8196263" y="6357938"/>
          <p14:tracePt t="113802" x="8232775" y="6357938"/>
          <p14:tracePt t="113811" x="8245475" y="6357938"/>
          <p14:tracePt t="113819" x="8270875" y="6357938"/>
          <p14:tracePt t="113827" x="8318500" y="6357938"/>
          <p14:tracePt t="113835" x="8343900" y="6357938"/>
          <p14:tracePt t="113844" x="8355013" y="6357938"/>
          <p14:tracePt t="113853" x="8367713" y="6357938"/>
          <p14:tracePt t="113861" x="8367713" y="6370638"/>
          <p14:tracePt t="113869" x="8380413" y="6370638"/>
          <p14:tracePt t="113877" x="8391525" y="6370638"/>
          <p14:tracePt t="113887" x="8404225" y="6370638"/>
          <p14:tracePt t="113894" x="8416925" y="6383338"/>
          <p14:tracePt t="113902" x="8428038" y="6383338"/>
          <p14:tracePt t="113910" x="8440738" y="6383338"/>
          <p14:tracePt t="113919" x="8453438" y="6383338"/>
          <p14:tracePt t="113927" x="8477250" y="6394450"/>
          <p14:tracePt t="113935" x="8489950" y="6394450"/>
          <p14:tracePt t="113944" x="8513763" y="6407150"/>
          <p14:tracePt t="113952" x="8526463" y="6407150"/>
          <p14:tracePt t="113960" x="8537575" y="6407150"/>
          <p14:tracePt t="113972" x="8550275" y="6407150"/>
          <p14:tracePt t="113977" x="8562975" y="6407150"/>
          <p14:tracePt t="113985" x="8562975" y="6419850"/>
          <p14:tracePt t="113994" x="8574088" y="6419850"/>
          <p14:tracePt t="114032" x="8586788" y="6419850"/>
          <p14:tracePt t="114039" x="8586788" y="6430963"/>
          <p14:tracePt t="114062" x="8599488" y="6443663"/>
          <p14:tracePt t="114114" x="8599488" y="6456363"/>
          <p14:tracePt t="114127" x="8599488" y="6467475"/>
          <p14:tracePt t="114142" x="8599488" y="6480175"/>
          <p14:tracePt t="114159" x="8586788" y="6480175"/>
          <p14:tracePt t="114162" x="8586788" y="6492875"/>
          <p14:tracePt t="114169" x="8586788" y="6503988"/>
          <p14:tracePt t="114182" x="8574088" y="6503988"/>
          <p14:tracePt t="114192" x="8562975" y="6516688"/>
          <p14:tracePt t="114194" x="8550275" y="6516688"/>
          <p14:tracePt t="114202" x="8550275" y="6529388"/>
          <p14:tracePt t="114219" x="8550275" y="6540500"/>
          <p14:tracePt t="114287" x="8550275" y="6553200"/>
          <p14:tracePt t="114299" x="8550275" y="6565900"/>
          <p14:tracePt t="114302" x="8562975" y="6565900"/>
          <p14:tracePt t="114312" x="8574088" y="6578600"/>
          <p14:tracePt t="114319" x="8586788" y="6589713"/>
          <p14:tracePt t="114327" x="8599488" y="6602413"/>
          <p14:tracePt t="114335" x="8623300" y="6602413"/>
          <p14:tracePt t="114343" x="8636000" y="6615113"/>
          <p14:tracePt t="114352" x="8647113" y="6615113"/>
          <p14:tracePt t="114360" x="8659813" y="6626225"/>
          <p14:tracePt t="114387" x="8672513" y="6626225"/>
          <p14:tracePt t="114412" x="8683625" y="6638925"/>
          <p14:tracePt t="114447" x="8683625" y="6651625"/>
          <p14:tracePt t="114527" x="8696325" y="6651625"/>
          <p14:tracePt t="114552" x="8709025" y="6651625"/>
          <p14:tracePt t="114553" x="8720138" y="6651625"/>
          <p14:tracePt t="114560" x="8720138" y="6662738"/>
          <p14:tracePt t="114568" x="8732838" y="6662738"/>
          <p14:tracePt t="114577" x="8745538" y="6662738"/>
          <p14:tracePt t="114622" x="8756650" y="6675438"/>
          <p14:tracePt t="114639" x="8769350" y="6688138"/>
          <p14:tracePt t="114647" x="8782050" y="6688138"/>
          <p14:tracePt t="114662" x="8793163" y="6688138"/>
          <p14:tracePt t="114674" x="8793163" y="6699250"/>
          <p14:tracePt t="114679" x="8805863" y="6699250"/>
          <p14:tracePt t="114739" x="8818563" y="6699250"/>
          <p14:tracePt t="114767" x="8829675" y="6699250"/>
          <p14:tracePt t="114774" x="8842375" y="6699250"/>
          <p14:tracePt t="114787" x="8842375" y="6711950"/>
          <p14:tracePt t="114794" x="8855075" y="6711950"/>
          <p14:tracePt t="114802" x="8866188" y="6711950"/>
          <p14:tracePt t="114813" x="8878888" y="6711950"/>
          <p14:tracePt t="114819" x="8891588" y="6711950"/>
          <p14:tracePt t="114832" x="8902700" y="6711950"/>
          <p14:tracePt t="114842" x="8902700" y="6724650"/>
          <p14:tracePt t="114952" x="8915400" y="6724650"/>
          <p14:tracePt t="114980" x="8928100" y="6724650"/>
          <p14:tracePt t="114999" x="8939213" y="6724650"/>
          <p14:tracePt t="115007" x="8951913" y="6724650"/>
          <p14:tracePt t="115014" x="8964613" y="6724650"/>
          <p14:tracePt t="115033" x="8964613" y="6711950"/>
          <p14:tracePt t="115039" x="8977313" y="6711950"/>
          <p14:tracePt t="115047" x="8988425" y="6711950"/>
          <p14:tracePt t="115059" x="9001125" y="6711950"/>
          <p14:tracePt t="115062" x="9013825" y="6711950"/>
          <p14:tracePt t="115072" x="9024938" y="6711950"/>
          <p14:tracePt t="115079" x="9037638" y="6711950"/>
          <p14:tracePt t="115087" x="9050338" y="6711950"/>
          <p14:tracePt t="115132" x="9061450" y="6711950"/>
          <p14:tracePt t="115139" x="9074150" y="6711950"/>
          <p14:tracePt t="115155" x="9086850" y="6711950"/>
          <p14:tracePt t="115159" x="9097963" y="6711950"/>
          <p14:tracePt t="115162" x="9110663" y="6711950"/>
          <p14:tracePt t="115182" x="9123363" y="6711950"/>
          <p14:tracePt t="115199" x="9134475" y="6711950"/>
          <p14:tracePt t="115227" x="9147175" y="6711950"/>
          <p14:tracePt t="115239" x="9159875" y="6711950"/>
          <p14:tracePt t="115247" x="9170988" y="6711950"/>
          <p14:tracePt t="115267" x="9183688" y="6711950"/>
          <p14:tracePt t="115274" x="9196388" y="6711950"/>
          <p14:tracePt t="115292" x="9207500" y="6711950"/>
          <p14:tracePt t="115302" x="9220200" y="6711950"/>
          <p14:tracePt t="115314" x="9232900" y="6711950"/>
          <p14:tracePt t="115339" x="9244013" y="6711950"/>
          <p14:tracePt t="115352" x="9256713" y="6711950"/>
          <p14:tracePt t="115362" x="9269413" y="6711950"/>
          <p14:tracePt t="115372" x="9280525" y="6711950"/>
          <p14:tracePt t="115387" x="9293225" y="6711950"/>
          <p14:tracePt t="115402" x="9305925" y="6711950"/>
          <p14:tracePt t="115412" x="9317038" y="6711950"/>
          <p14:tracePt t="115419" x="9329738" y="6711950"/>
          <p14:tracePt t="115427" x="9342438" y="6711950"/>
          <p14:tracePt t="115432" x="9353550" y="6711950"/>
          <p14:tracePt t="115442" x="9366250" y="6699250"/>
          <p14:tracePt t="115452" x="9378950" y="6699250"/>
          <p14:tracePt t="115479" x="9390063" y="6699250"/>
          <p14:tracePt t="115492" x="9402763" y="6699250"/>
          <p14:tracePt t="115512" x="9415463" y="6699250"/>
          <p14:tracePt t="115579" x="9426575" y="6699250"/>
          <p14:tracePt t="115602" x="9439275" y="6699250"/>
          <p14:tracePt t="115652" x="9439275" y="6688138"/>
          <p14:tracePt t="115660" x="9451975" y="6688138"/>
          <p14:tracePt t="115672" x="9463088" y="6688138"/>
          <p14:tracePt t="115693" x="9463088" y="6675438"/>
          <p14:tracePt t="115702" x="9475788" y="6675438"/>
          <p14:tracePt t="115714" x="9488488" y="6675438"/>
          <p14:tracePt t="115722" x="9499600" y="6675438"/>
          <p14:tracePt t="115727" x="9499600" y="6662738"/>
          <p14:tracePt t="115739" x="9512300" y="6662738"/>
          <p14:tracePt t="115747" x="9512300" y="6651625"/>
          <p14:tracePt t="115752" x="9525000" y="6651625"/>
          <p14:tracePt t="115762" x="9525000" y="6638925"/>
          <p14:tracePt t="115772" x="9536113" y="6638925"/>
          <p14:tracePt t="115779" x="9548813" y="6638925"/>
          <p14:tracePt t="115799" x="9561513" y="6638925"/>
          <p14:tracePt t="115807" x="9561513" y="6626225"/>
          <p14:tracePt t="115847" x="9572625" y="6626225"/>
          <p14:tracePt t="115862" x="9572625" y="6615113"/>
          <p14:tracePt t="115868" x="9585325" y="6615113"/>
          <p14:tracePt t="115899" x="9585325" y="6602413"/>
          <p14:tracePt t="115902" x="9598025" y="6602413"/>
          <p14:tracePt t="115914" x="9598025" y="6589713"/>
          <p14:tracePt t="115919" x="9609138" y="6589713"/>
          <p14:tracePt t="115927" x="9609138" y="6578600"/>
          <p14:tracePt t="115942" x="9609138" y="6565900"/>
          <p14:tracePt t="115952" x="9621838" y="6553200"/>
          <p14:tracePt t="115967" x="9621838" y="6540500"/>
          <p14:tracePt t="115972" x="9621838" y="6529388"/>
          <p14:tracePt t="115982" x="9621838" y="6516688"/>
          <p14:tracePt t="115999" x="9621838" y="6503988"/>
          <p14:tracePt t="116007" x="9621838" y="6492875"/>
          <p14:tracePt t="116032" x="9621838" y="6480175"/>
          <p14:tracePt t="116060" x="9621838" y="6467475"/>
          <p14:tracePt t="116082" x="9621838" y="6456363"/>
          <p14:tracePt t="116122" x="9621838" y="6443663"/>
          <p14:tracePt t="116373" x="9609138" y="6443663"/>
          <p14:tracePt t="116379" x="9598025" y="6443663"/>
          <p14:tracePt t="116383" x="9585325" y="6443663"/>
          <p14:tracePt t="116392" x="9561513" y="6443663"/>
          <p14:tracePt t="116400" x="9499600" y="6443663"/>
          <p14:tracePt t="116408" x="9451975" y="6443663"/>
          <p14:tracePt t="116416" x="9402763" y="6443663"/>
          <p14:tracePt t="116425" x="9342438" y="6443663"/>
          <p14:tracePt t="116433" x="9293225" y="6443663"/>
          <p14:tracePt t="116442" x="9244013" y="6443663"/>
          <p14:tracePt t="116442" x="9207500" y="6443663"/>
          <p14:tracePt t="116450" x="9196388" y="6443663"/>
          <p14:tracePt t="116458" x="9147175" y="6443663"/>
          <p14:tracePt t="116467" x="9074150" y="6443663"/>
          <p14:tracePt t="116475" x="8988425" y="6443663"/>
          <p14:tracePt t="116483" x="8928100" y="6443663"/>
          <p14:tracePt t="116492" x="8891588" y="6443663"/>
          <p14:tracePt t="116500" x="8793163" y="6467475"/>
          <p14:tracePt t="116508" x="8732838" y="6492875"/>
          <p14:tracePt t="116516" x="8659813" y="6492875"/>
          <p14:tracePt t="116525" x="8599488" y="6516688"/>
          <p14:tracePt t="116533" x="8537575" y="6540500"/>
          <p14:tracePt t="116541" x="8526463" y="6553200"/>
          <p14:tracePt t="116550" x="8513763" y="6553200"/>
          <p14:tracePt t="116632" x="8526463" y="6565900"/>
          <p14:tracePt t="116639" x="8537575" y="6565900"/>
          <p14:tracePt t="116642" x="8550275" y="6565900"/>
          <p14:tracePt t="116650" x="8562975" y="6565900"/>
          <p14:tracePt t="116658" x="8599488" y="6578600"/>
          <p14:tracePt t="116666" x="8659813" y="6602413"/>
          <p14:tracePt t="116674" x="8745538" y="6615113"/>
          <p14:tracePt t="116683" x="8793163" y="6626225"/>
          <p14:tracePt t="116691" x="8818563" y="6626225"/>
          <p14:tracePt t="116699" x="8878888" y="6626225"/>
          <p14:tracePt t="116708" x="8902700" y="6626225"/>
          <p14:tracePt t="116716" x="8928100" y="6626225"/>
          <p14:tracePt t="116724" x="8939213" y="6626225"/>
          <p14:tracePt t="116733" x="8951913" y="6626225"/>
          <p14:tracePt t="116741" x="8964613" y="6626225"/>
          <p14:tracePt t="116749" x="8988425" y="6626225"/>
          <p14:tracePt t="116759" x="9001125" y="6626225"/>
          <p14:tracePt t="116766" x="9013825" y="6626225"/>
          <p14:tracePt t="116774" x="9050338" y="6626225"/>
          <p14:tracePt t="116783" x="9061450" y="6626225"/>
          <p14:tracePt t="116791" x="9086850" y="6626225"/>
          <p14:tracePt t="116799" x="9110663" y="6626225"/>
          <p14:tracePt t="116808" x="9123363" y="6626225"/>
          <p14:tracePt t="116816" x="9134475" y="6626225"/>
          <p14:tracePt t="116827" x="9147175" y="6626225"/>
          <p14:tracePt t="116852" x="9159875" y="6626225"/>
          <p14:tracePt t="116862" x="9170988" y="6626225"/>
          <p14:tracePt t="116874" x="9183688" y="6626225"/>
          <p14:tracePt t="116879" x="9196388" y="6626225"/>
          <p14:tracePt t="116887" x="9207500" y="6626225"/>
          <p14:tracePt t="116893" x="9220200" y="6626225"/>
          <p14:tracePt t="116901" x="9232900" y="6626225"/>
          <p14:tracePt t="116912" x="9244013" y="6626225"/>
          <p14:tracePt t="116916" x="9256713" y="6626225"/>
          <p14:tracePt t="116924" x="9269413" y="6626225"/>
          <p14:tracePt t="116933" x="9293225" y="6626225"/>
          <p14:tracePt t="116941" x="9305925" y="6626225"/>
          <p14:tracePt t="116949" x="9317038" y="6626225"/>
          <p14:tracePt t="116958" x="9342438" y="6626225"/>
          <p14:tracePt t="116966" x="9353550" y="6626225"/>
          <p14:tracePt t="116974" x="9378950" y="6626225"/>
          <p14:tracePt t="116982" x="9402763" y="6615113"/>
          <p14:tracePt t="116992" x="9415463" y="6615113"/>
          <p14:tracePt t="117002" x="9426575" y="6615113"/>
          <p14:tracePt t="117012" x="9439275" y="6602413"/>
          <p14:tracePt t="117032" x="9451975" y="6602413"/>
          <p14:tracePt t="117039" x="9463088" y="6589713"/>
          <p14:tracePt t="117047" x="9475788" y="6589713"/>
          <p14:tracePt t="117062" x="9475788" y="6578600"/>
          <p14:tracePt t="117067" x="9488488" y="6578600"/>
          <p14:tracePt t="117074" x="9499600" y="6578600"/>
          <p14:tracePt t="117092" x="9499600" y="6565900"/>
          <p14:tracePt t="117094" x="9512300" y="6565900"/>
          <p14:tracePt t="117102" x="9525000" y="6565900"/>
          <p14:tracePt t="117107" x="9525000" y="6553200"/>
          <p14:tracePt t="117116" x="9536113" y="6553200"/>
          <p14:tracePt t="117134" x="9536113" y="6540500"/>
          <p14:tracePt t="117139" x="9548813" y="6540500"/>
          <p14:tracePt t="117155" x="9548813" y="6529388"/>
          <p14:tracePt t="117160" x="9561513" y="6529388"/>
          <p14:tracePt t="117172" x="9561513" y="6516688"/>
          <p14:tracePt t="117194" x="9561513" y="6503988"/>
          <p14:tracePt t="117200" x="9561513" y="6492875"/>
          <p14:tracePt t="117212" x="9561513" y="6480175"/>
          <p14:tracePt t="117213" x="9561513" y="6467475"/>
          <p14:tracePt t="117220" x="9561513" y="6456363"/>
          <p14:tracePt t="117232" x="9561513" y="6443663"/>
          <p14:tracePt t="117239" x="9561513" y="6430963"/>
          <p14:tracePt t="117254" x="9561513" y="6419850"/>
          <p14:tracePt t="117267" x="9561513" y="6407150"/>
          <p14:tracePt t="117274" x="9561513" y="6394450"/>
          <p14:tracePt t="117292" x="9548813" y="6394450"/>
          <p14:tracePt t="117293" x="9548813" y="6383338"/>
          <p14:tracePt t="117300" x="9548813" y="6370638"/>
          <p14:tracePt t="117322" x="9536113" y="6370638"/>
          <p14:tracePt t="117327" x="9536113" y="6357938"/>
          <p14:tracePt t="117333" x="9525000" y="6346825"/>
          <p14:tracePt t="117342" x="9525000" y="6334125"/>
          <p14:tracePt t="117349" x="9512300" y="6334125"/>
          <p14:tracePt t="117362" x="9512300" y="6321425"/>
          <p14:tracePt t="117372" x="9499600" y="6310313"/>
          <p14:tracePt t="117382" x="9488488" y="6310313"/>
          <p14:tracePt t="117392" x="9488488" y="6297613"/>
          <p14:tracePt t="117402" x="9488488" y="6284913"/>
          <p14:tracePt t="117412" x="9475788" y="6284913"/>
          <p14:tracePt t="117455" x="9463088" y="6284913"/>
          <p14:tracePt t="117482" x="9451975" y="6284913"/>
          <p14:tracePt t="117492" x="9451975" y="6273800"/>
          <p14:tracePt t="117499" x="9439275" y="6273800"/>
          <p14:tracePt t="117512" x="9426575" y="6273800"/>
          <p14:tracePt t="117519" x="9426575" y="6261100"/>
          <p14:tracePt t="117527" x="9415463" y="6261100"/>
          <p14:tracePt t="117539" x="9402763" y="6248400"/>
          <p14:tracePt t="117547" x="9390063" y="6248400"/>
          <p14:tracePt t="117572" x="9378950" y="6248400"/>
          <p14:tracePt t="117587" x="9366250" y="6248400"/>
          <p14:tracePt t="117613" x="9366250" y="6237288"/>
          <p14:tracePt t="117622" x="9353550" y="6237288"/>
          <p14:tracePt t="117632" x="9342438" y="6237288"/>
          <p14:tracePt t="117642" x="9329738" y="6224588"/>
          <p14:tracePt t="117653" x="9317038" y="6224588"/>
          <p14:tracePt t="117667" x="9305925" y="6224588"/>
          <p14:tracePt t="117679" x="9305925" y="6211888"/>
          <p14:tracePt t="117682" x="9293225" y="6211888"/>
          <p14:tracePt t="117699" x="9280525" y="6211888"/>
          <p14:tracePt t="117752" x="9269413" y="6211888"/>
          <p14:tracePt t="117767" x="9269413" y="6200775"/>
          <p14:tracePt t="117780" x="9256713" y="6200775"/>
          <p14:tracePt t="117792" x="9244013" y="6200775"/>
          <p14:tracePt t="117812" x="9232900" y="6200775"/>
          <p14:tracePt t="117822" x="9220200" y="6200775"/>
          <p14:tracePt t="117862" x="9207500" y="6200775"/>
          <p14:tracePt t="117867" x="9196388" y="6200775"/>
          <p14:tracePt t="117874" x="9183688" y="6200775"/>
          <p14:tracePt t="117882" x="9170988" y="6200775"/>
          <p14:tracePt t="117887" x="9159875" y="6200775"/>
          <p14:tracePt t="117893" x="9147175" y="6200775"/>
          <p14:tracePt t="117902" x="9134475" y="6200775"/>
          <p14:tracePt t="117912" x="9123363" y="6200775"/>
          <p14:tracePt t="117980" x="9110663" y="6200775"/>
          <p14:tracePt t="118020" x="9097963" y="6200775"/>
          <p14:tracePt t="118082" x="9086850" y="6200775"/>
          <p14:tracePt t="118102" x="9074150" y="6200775"/>
          <p14:tracePt t="118160" x="9061450" y="6200775"/>
          <p14:tracePt t="118182" x="9050338" y="6200775"/>
          <p14:tracePt t="118195" x="9037638" y="6200775"/>
          <p14:tracePt t="118207" x="9037638" y="6211888"/>
          <p14:tracePt t="118402" x="9024938" y="6211888"/>
          <p14:tracePt t="118467" x="9013825" y="6211888"/>
          <p14:tracePt t="118482" x="9001125" y="6211888"/>
          <p14:tracePt t="118487" x="9001125" y="6224588"/>
          <p14:tracePt t="118875" x="9001125" y="6237288"/>
          <p14:tracePt t="119062" x="8988425" y="6248400"/>
          <p14:tracePt t="119075" x="8988425" y="6261100"/>
          <p14:tracePt t="119087" x="8988425" y="6273800"/>
          <p14:tracePt t="119099" x="8988425" y="6284913"/>
          <p14:tracePt t="119107" x="8988425" y="6297613"/>
          <p14:tracePt t="119113" x="8977313" y="6297613"/>
          <p14:tracePt t="119120" x="8977313" y="6310313"/>
          <p14:tracePt t="119127" x="8977313" y="6321425"/>
          <p14:tracePt t="119139" x="8977313" y="6334125"/>
          <p14:tracePt t="119152" x="8977313" y="6346825"/>
          <p14:tracePt t="119162" x="8977313" y="6357938"/>
          <p14:tracePt t="119173" x="8977313" y="6370638"/>
          <p14:tracePt t="119187" x="8977313" y="6383338"/>
          <p14:tracePt t="119199" x="8988425" y="6383338"/>
          <p14:tracePt t="119202" x="8988425" y="6394450"/>
          <p14:tracePt t="119207" x="8988425" y="6407150"/>
          <p14:tracePt t="119214" x="8988425" y="6419850"/>
          <p14:tracePt t="119223" x="9001125" y="6419850"/>
          <p14:tracePt t="119232" x="9013825" y="6430963"/>
          <p14:tracePt t="119240" x="9024938" y="6443663"/>
          <p14:tracePt t="119252" x="9037638" y="6443663"/>
          <p14:tracePt t="119255" x="9037638" y="6456363"/>
          <p14:tracePt t="119264" x="9050338" y="6456363"/>
          <p14:tracePt t="119272" x="9061450" y="6467475"/>
          <p14:tracePt t="119280" x="9074150" y="6480175"/>
          <p14:tracePt t="119289" x="9086850" y="6480175"/>
          <p14:tracePt t="119307" x="9097963" y="6480175"/>
          <p14:tracePt t="119314" x="9110663" y="6480175"/>
          <p14:tracePt t="119323" x="9123363" y="6480175"/>
          <p14:tracePt t="119327" x="9134475" y="6492875"/>
          <p14:tracePt t="119332" x="9147175" y="6492875"/>
          <p14:tracePt t="119339" x="9159875" y="6492875"/>
          <p14:tracePt t="119347" x="9170988" y="6503988"/>
          <p14:tracePt t="119355" x="9207500" y="6503988"/>
          <p14:tracePt t="119364" x="9220200" y="6503988"/>
          <p14:tracePt t="119372" x="9244013" y="6503988"/>
          <p14:tracePt t="119380" x="9256713" y="6503988"/>
          <p14:tracePt t="119389" x="9269413" y="6503988"/>
          <p14:tracePt t="119397" x="9280525" y="6503988"/>
          <p14:tracePt t="119405" x="9293225" y="6503988"/>
          <p14:tracePt t="119414" x="9305925" y="6503988"/>
          <p14:tracePt t="119447" x="9317038" y="6503988"/>
          <p14:tracePt t="119460" x="9329738" y="6503988"/>
          <p14:tracePt t="119472" x="9342438" y="6503988"/>
          <p14:tracePt t="119479" x="9353550" y="6503988"/>
          <p14:tracePt t="119482" x="9366250" y="6492875"/>
          <p14:tracePt t="119500" x="9378950" y="6492875"/>
          <p14:tracePt t="119507" x="9390063" y="6492875"/>
          <p14:tracePt t="119512" x="9390063" y="6480175"/>
          <p14:tracePt t="119527" x="9390063" y="6467475"/>
          <p14:tracePt t="119540" x="9402763" y="6456363"/>
          <p14:tracePt t="119552" x="9415463" y="6456363"/>
          <p14:tracePt t="119553" x="9415463" y="6443663"/>
          <p14:tracePt t="119562" x="9415463" y="6430963"/>
          <p14:tracePt t="119573" x="9415463" y="6419850"/>
          <p14:tracePt t="119582" x="9415463" y="6394450"/>
          <p14:tracePt t="119592" x="9415463" y="6383338"/>
          <p14:tracePt t="119593" x="9415463" y="6370638"/>
          <p14:tracePt t="119602" x="9415463" y="6357938"/>
          <p14:tracePt t="119607" x="9415463" y="6346825"/>
          <p14:tracePt t="119613" x="9415463" y="6334125"/>
          <p14:tracePt t="119622" x="9415463" y="6321425"/>
          <p14:tracePt t="119630" x="9415463" y="6310313"/>
          <p14:tracePt t="119639" x="9415463" y="6297613"/>
          <p14:tracePt t="119647" x="9415463" y="6284913"/>
          <p14:tracePt t="119655" x="9415463" y="6273800"/>
          <p14:tracePt t="119674" x="9415463" y="6261100"/>
          <p14:tracePt t="119681" x="9402763" y="6261100"/>
          <p14:tracePt t="119692" x="9402763" y="6248400"/>
          <p14:tracePt t="119700" x="9390063" y="6248400"/>
          <p14:tracePt t="119707" x="9378950" y="6248400"/>
          <p14:tracePt t="119713" x="9366250" y="6248400"/>
          <p14:tracePt t="119720" x="9353550" y="6248400"/>
          <p14:tracePt t="119727" x="9342438" y="6237288"/>
          <p14:tracePt t="119733" x="9329738" y="6237288"/>
          <p14:tracePt t="119739" x="9317038" y="6237288"/>
          <p14:tracePt t="119752" x="9305925" y="6237288"/>
          <p14:tracePt t="119755" x="9293225" y="6237288"/>
          <p14:tracePt t="119763" x="9280525" y="6237288"/>
          <p14:tracePt t="119780" x="9269413" y="6237288"/>
          <p14:tracePt t="119782" x="9256713" y="6237288"/>
          <p14:tracePt t="119792" x="9244013" y="6237288"/>
          <p14:tracePt t="119797" x="9232900" y="6237288"/>
          <p14:tracePt t="119805" x="9220200" y="6237288"/>
          <p14:tracePt t="119813" x="9196388" y="6237288"/>
          <p14:tracePt t="119822" x="9183688" y="6237288"/>
          <p14:tracePt t="119947" x="9196388" y="6237288"/>
          <p14:tracePt t="119955" x="9207500" y="6237288"/>
          <p14:tracePt t="119962" x="9220200" y="6237288"/>
          <p14:tracePt t="119972" x="9232900" y="6237288"/>
          <p14:tracePt t="119982" x="9244013" y="6237288"/>
          <p14:tracePt t="119987" x="9256713" y="6237288"/>
          <p14:tracePt t="119992" x="9269413" y="6237288"/>
          <p14:tracePt t="120020" x="9280525" y="6237288"/>
          <p14:tracePt t="120027" x="9293225" y="6237288"/>
          <p14:tracePt t="120215" x="9305925" y="6237288"/>
          <p14:tracePt t="120387" x="9293225" y="6237288"/>
          <p14:tracePt t="120395" x="9280525" y="6237288"/>
          <p14:tracePt t="120402" x="9269413" y="6237288"/>
          <p14:tracePt t="120407" x="9256713" y="6237288"/>
          <p14:tracePt t="120413" x="9244013" y="6237288"/>
          <p14:tracePt t="120421" x="9220200" y="6237288"/>
          <p14:tracePt t="120430" x="9207500" y="6237288"/>
          <p14:tracePt t="120438" x="9183688" y="6237288"/>
          <p14:tracePt t="120446" x="9170988" y="6237288"/>
          <p14:tracePt t="120454" x="9147175" y="6237288"/>
          <p14:tracePt t="120463" x="9134475" y="6237288"/>
          <p14:tracePt t="120520" x="9123363" y="6237288"/>
          <p14:tracePt t="120535" x="9110663" y="6237288"/>
          <p14:tracePt t="120542" x="9097963" y="6237288"/>
          <p14:tracePt t="120600" x="9097963" y="6224588"/>
          <p14:tracePt t="120607" x="9086850" y="6224588"/>
          <p14:tracePt t="120612" x="9074150" y="6211888"/>
          <p14:tracePt t="120621" x="9061450" y="6211888"/>
          <p14:tracePt t="120632" x="9050338" y="6211888"/>
          <p14:tracePt t="120638" x="9050338" y="6200775"/>
          <p14:tracePt t="120646" x="9037638" y="6200775"/>
          <p14:tracePt t="120654" x="9013825" y="6200775"/>
          <p14:tracePt t="120662" x="9001125" y="6200775"/>
          <p14:tracePt t="120671" x="8988425" y="6188075"/>
          <p14:tracePt t="120679" x="8977313" y="6188075"/>
          <p14:tracePt t="120687" x="8939213" y="6188075"/>
          <p14:tracePt t="120696" x="8915400" y="6188075"/>
          <p14:tracePt t="120704" x="8891588" y="6188075"/>
          <p14:tracePt t="120712" x="8878888" y="6188075"/>
          <p14:tracePt t="120721" x="8842375" y="6188075"/>
          <p14:tracePt t="120729" x="8829675" y="6188075"/>
          <p14:tracePt t="120737" x="8818563" y="6188075"/>
          <p14:tracePt t="120746" x="8793163" y="6188075"/>
          <p14:tracePt t="120754" x="8782050" y="6188075"/>
          <p14:tracePt t="120835" x="8793163" y="6188075"/>
          <p14:tracePt t="120840" x="8805863" y="6188075"/>
          <p14:tracePt t="120846" x="8818563" y="6188075"/>
          <p14:tracePt t="120854" x="8866188" y="6200775"/>
          <p14:tracePt t="120862" x="8915400" y="6224588"/>
          <p14:tracePt t="120871" x="8939213" y="6224588"/>
          <p14:tracePt t="120879" x="8988425" y="6224588"/>
          <p14:tracePt t="120887" x="9050338" y="6248400"/>
          <p14:tracePt t="120895" x="9097963" y="6248400"/>
          <p14:tracePt t="120904" x="9110663" y="6261100"/>
          <p14:tracePt t="120912" x="9123363" y="6261100"/>
          <p14:tracePt t="120955" x="9134475" y="6261100"/>
          <p14:tracePt t="120960" x="9147175" y="6261100"/>
          <p14:tracePt t="120962" x="9159875" y="6261100"/>
          <p14:tracePt t="120972" x="9170988" y="6261100"/>
          <p14:tracePt t="120979" x="9183688" y="6261100"/>
          <p14:tracePt t="120987" x="9220200" y="6261100"/>
          <p14:tracePt t="120995" x="9244013" y="6261100"/>
          <p14:tracePt t="121004" x="9256713" y="6261100"/>
          <p14:tracePt t="121012" x="9269413" y="6261100"/>
          <p14:tracePt t="121040" x="9280525" y="6261100"/>
          <p14:tracePt t="121067" x="9293225" y="6261100"/>
          <p14:tracePt t="121072" x="9305925" y="6261100"/>
          <p14:tracePt t="121073" x="9317038" y="6261100"/>
          <p14:tracePt t="121082" x="9329738" y="6261100"/>
          <p14:tracePt t="121087" x="9342438" y="6261100"/>
          <p14:tracePt t="121095" x="9353550" y="6261100"/>
          <p14:tracePt t="121104" x="9378950" y="6261100"/>
          <p14:tracePt t="121112" x="9390063" y="6261100"/>
          <p14:tracePt t="121120" x="9402763" y="6261100"/>
          <p14:tracePt t="121132" x="9415463" y="6261100"/>
          <p14:tracePt t="121140" x="9426575" y="6261100"/>
          <p14:tracePt t="121152" x="9439275" y="6261100"/>
          <p14:tracePt t="121160" x="9451975" y="6261100"/>
          <p14:tracePt t="121167" x="9463088" y="6261100"/>
          <p14:tracePt t="121173" x="9475788" y="6261100"/>
          <p14:tracePt t="121182" x="9488488" y="6261100"/>
          <p14:tracePt t="121195" x="9499600" y="6261100"/>
          <p14:tracePt t="121200" x="9512300" y="6261100"/>
          <p14:tracePt t="121207" x="9525000" y="6261100"/>
          <p14:tracePt t="121227" x="9536113" y="6261100"/>
          <p14:tracePt t="121235" x="9548813" y="6261100"/>
          <p14:tracePt t="121247" x="9561513" y="6261100"/>
          <p14:tracePt t="121253" x="9572625" y="6261100"/>
          <p14:tracePt t="121263" x="9585325" y="6261100"/>
          <p14:tracePt t="121280" x="9598025" y="6261100"/>
          <p14:tracePt t="121282" x="9609138" y="6261100"/>
          <p14:tracePt t="121292" x="9609138" y="6248400"/>
          <p14:tracePt t="121299" x="9621838" y="6248400"/>
          <p14:tracePt t="121307" x="9634538" y="6248400"/>
          <p14:tracePt t="121340" x="9645650" y="6248400"/>
          <p14:tracePt t="121395" x="9645650" y="6237288"/>
          <p14:tracePt t="121415" x="9645650" y="6224588"/>
          <p14:tracePt t="121422" x="9645650" y="6211888"/>
          <p14:tracePt t="121442" x="9645650" y="6200775"/>
          <p14:tracePt t="121455" x="9645650" y="6188075"/>
          <p14:tracePt t="121472" x="9645650" y="6175375"/>
          <p14:tracePt t="121480" x="9645650" y="6164263"/>
          <p14:tracePt t="121487" x="9645650" y="6151563"/>
          <p14:tracePt t="121492" x="9634538" y="6151563"/>
          <p14:tracePt t="121500" x="9621838" y="6138863"/>
          <p14:tracePt t="121507" x="9621838" y="6127750"/>
          <p14:tracePt t="121515" x="9609138" y="6127750"/>
          <p14:tracePt t="121522" x="9598025" y="6115050"/>
          <p14:tracePt t="121528" x="9598025" y="6102350"/>
          <p14:tracePt t="121537" x="9585325" y="6102350"/>
          <p14:tracePt t="121545" x="9572625" y="6091238"/>
          <p14:tracePt t="121553" x="9561513" y="6091238"/>
          <p14:tracePt t="121567" x="9561513" y="6078538"/>
          <p14:tracePt t="121575" x="9548813" y="6078538"/>
          <p14:tracePt t="121580" x="9548813" y="6065838"/>
          <p14:tracePt t="121587" x="9536113" y="6065838"/>
          <p14:tracePt t="121607" x="9536113" y="6054725"/>
          <p14:tracePt t="121615" x="9525000" y="6054725"/>
          <p14:tracePt t="121627" x="9512300" y="6042025"/>
          <p14:tracePt t="121660" x="9499600" y="6042025"/>
          <p14:tracePt t="121695" x="9488488" y="6042025"/>
          <p14:tracePt t="121752" x="9475788" y="6042025"/>
          <p14:tracePt t="121820" x="9463088" y="6029325"/>
          <p14:tracePt t="121832" x="9451975" y="6029325"/>
          <p14:tracePt t="121840" x="9439275" y="6029325"/>
          <p14:tracePt t="121862" x="9426575" y="6029325"/>
          <p14:tracePt t="121867" x="9426575" y="6018213"/>
          <p14:tracePt t="121872" x="9415463" y="6018213"/>
          <p14:tracePt t="121902" x="9402763" y="6005513"/>
          <p14:tracePt t="121912" x="9390063" y="6005513"/>
          <p14:tracePt t="121927" x="9378950" y="6005513"/>
          <p14:tracePt t="121935" x="9366250" y="6005513"/>
          <p14:tracePt t="121940" x="9353550" y="6005513"/>
          <p14:tracePt t="121952" x="9342438" y="6005513"/>
          <p14:tracePt t="121960" x="9329738" y="6005513"/>
          <p14:tracePt t="121967" x="9317038" y="6005513"/>
          <p14:tracePt t="121975" x="9305925" y="6005513"/>
          <p14:tracePt t="121982" x="9293225" y="6005513"/>
          <p14:tracePt t="121995" x="9280525" y="6005513"/>
          <p14:tracePt t="122002" x="9269413" y="6005513"/>
          <p14:tracePt t="122012" x="9269413" y="5992813"/>
          <p14:tracePt t="122014" x="9256713" y="5992813"/>
          <p14:tracePt t="122020" x="9244013" y="5992813"/>
          <p14:tracePt t="122028" x="9232900" y="5981700"/>
          <p14:tracePt t="122036" x="9220200" y="5981700"/>
          <p14:tracePt t="122044" x="9207500" y="5981700"/>
          <p14:tracePt t="122053" x="9196388" y="5981700"/>
          <p14:tracePt t="122061" x="9183688" y="5981700"/>
          <p14:tracePt t="122069" x="9170988" y="5981700"/>
          <p14:tracePt t="122078" x="9147175" y="5981700"/>
          <p14:tracePt t="122087" x="9134475" y="5981700"/>
          <p14:tracePt t="122094" x="9110663" y="5981700"/>
          <p14:tracePt t="122103" x="9097963" y="5981700"/>
          <p14:tracePt t="122111" x="9086850" y="5981700"/>
          <p14:tracePt t="122120" x="9086850" y="5969000"/>
          <p14:tracePt t="122128" x="9061450" y="5969000"/>
          <p14:tracePt t="122136" x="9050338" y="5969000"/>
          <p14:tracePt t="122144" x="9037638" y="5969000"/>
          <p14:tracePt t="122153" x="9024938" y="5969000"/>
          <p14:tracePt t="122167" x="9013825" y="5969000"/>
          <p14:tracePt t="122175" x="9001125" y="5969000"/>
          <p14:tracePt t="122187" x="8988425" y="5969000"/>
          <p14:tracePt t="122240" x="8977313" y="5969000"/>
          <p14:tracePt t="122242" x="8964613" y="5969000"/>
          <p14:tracePt t="122260" x="8951913" y="5969000"/>
          <p14:tracePt t="122267" x="8939213" y="5969000"/>
          <p14:tracePt t="122280" x="8928100" y="5969000"/>
          <p14:tracePt t="122332" x="8915400" y="5969000"/>
          <p14:tracePt t="122334" x="8915400" y="5981700"/>
          <p14:tracePt t="122344" x="8902700" y="5992813"/>
          <p14:tracePt t="122362" x="8891588" y="6005513"/>
          <p14:tracePt t="122382" x="8891588" y="6018213"/>
          <p14:tracePt t="122407" x="8891588" y="6029325"/>
          <p14:tracePt t="122412" x="8878888" y="6029325"/>
          <p14:tracePt t="122460" x="8878888" y="6042025"/>
          <p14:tracePt t="122492" x="8878888" y="6054725"/>
          <p14:tracePt t="122500" x="8866188" y="6054725"/>
          <p14:tracePt t="122512" x="8866188" y="6065838"/>
          <p14:tracePt t="122520" x="8866188" y="6078538"/>
          <p14:tracePt t="122532" x="8855075" y="6078538"/>
          <p14:tracePt t="122533" x="8855075" y="6091238"/>
          <p14:tracePt t="122547" x="8855075" y="6102350"/>
          <p14:tracePt t="122552" x="8842375" y="6102350"/>
          <p14:tracePt t="122561" x="8842375" y="6115050"/>
          <p14:tracePt t="122587" x="8842375" y="6127750"/>
          <p14:tracePt t="122600" x="8842375" y="6138863"/>
          <p14:tracePt t="122620" x="8842375" y="6151563"/>
          <p14:tracePt t="122627" x="8842375" y="6164263"/>
          <p14:tracePt t="122635" x="8842375" y="6175375"/>
          <p14:tracePt t="122652" x="8842375" y="6188075"/>
          <p14:tracePt t="122662" x="8842375" y="6200775"/>
          <p14:tracePt t="122680" x="8842375" y="6211888"/>
          <p14:tracePt t="122687" x="8842375" y="6224588"/>
          <p14:tracePt t="122693" x="8842375" y="6237288"/>
          <p14:tracePt t="122707" x="8855075" y="6237288"/>
          <p14:tracePt t="122713" x="8855075" y="6248400"/>
          <p14:tracePt t="122720" x="8866188" y="6248400"/>
          <p14:tracePt t="122727" x="8878888" y="6261100"/>
          <p14:tracePt t="122736" x="8891588" y="6261100"/>
          <p14:tracePt t="122744" x="8915400" y="6261100"/>
          <p14:tracePt t="122752" x="8915400" y="6273800"/>
          <p14:tracePt t="122760" x="8939213" y="6284913"/>
          <p14:tracePt t="122769" x="8951913" y="6297613"/>
          <p14:tracePt t="122777" x="8977313" y="6297613"/>
          <p14:tracePt t="122785" x="9001125" y="6297613"/>
          <p14:tracePt t="122794" x="9024938" y="6321425"/>
          <p14:tracePt t="122802" x="9037638" y="6321425"/>
          <p14:tracePt t="122810" x="9050338" y="6321425"/>
          <p14:tracePt t="122819" x="9074150" y="6321425"/>
          <p14:tracePt t="122827" x="9097963" y="6334125"/>
          <p14:tracePt t="122835" x="9110663" y="6334125"/>
          <p14:tracePt t="122844" x="9123363" y="6346825"/>
          <p14:tracePt t="122852" x="9134475" y="6346825"/>
          <p14:tracePt t="122860" x="9147175" y="6346825"/>
          <p14:tracePt t="122869" x="9159875" y="6346825"/>
          <p14:tracePt t="122877" x="9170988" y="6346825"/>
          <p14:tracePt t="122885" x="9183688" y="6346825"/>
          <p14:tracePt t="122894" x="9196388" y="6346825"/>
          <p14:tracePt t="122902" x="9207500" y="6346825"/>
          <p14:tracePt t="122910" x="9220200" y="6346825"/>
          <p14:tracePt t="122919" x="9232900" y="6346825"/>
          <p14:tracePt t="122927" x="9244013" y="6346825"/>
          <p14:tracePt t="122935" x="9256713" y="6346825"/>
          <p14:tracePt t="122944" x="9269413" y="6346825"/>
          <p14:tracePt t="122952" x="9280525" y="6346825"/>
          <p14:tracePt t="122962" x="9293225" y="6346825"/>
          <p14:tracePt t="122971" x="9305925" y="6346825"/>
          <p14:tracePt t="122977" x="9317038" y="6346825"/>
          <p14:tracePt t="122987" x="9329738" y="6346825"/>
          <p14:tracePt t="122995" x="9342438" y="6346825"/>
          <p14:tracePt t="123007" x="9353550" y="6346825"/>
          <p14:tracePt t="123015" x="9366250" y="6346825"/>
          <p14:tracePt t="123022" x="9378950" y="6346825"/>
          <p14:tracePt t="123032" x="9378950" y="6334125"/>
          <p14:tracePt t="123035" x="9390063" y="6334125"/>
          <p14:tracePt t="123043" x="9402763" y="6334125"/>
          <p14:tracePt t="123053" x="9415463" y="6334125"/>
          <p14:tracePt t="123060" x="9426575" y="6334125"/>
          <p14:tracePt t="123068" x="9439275" y="6334125"/>
          <p14:tracePt t="123077" x="9439275" y="6321425"/>
          <p14:tracePt t="123085" x="9451975" y="6321425"/>
          <p14:tracePt t="123093" x="9463088" y="6310313"/>
          <p14:tracePt t="123102" x="9475788" y="6310313"/>
          <p14:tracePt t="123115" x="9488488" y="6310313"/>
          <p14:tracePt t="123547" x="9488488" y="6297613"/>
          <p14:tracePt t="123552" x="9499600" y="6284913"/>
          <p14:tracePt t="123561" x="9499600" y="6273800"/>
          <p14:tracePt t="123572" x="9499600" y="6261100"/>
          <p14:tracePt t="123574" x="9499600" y="6248400"/>
          <p14:tracePt t="123580" x="9512300" y="6248400"/>
          <p14:tracePt t="123592" x="9512300" y="6237288"/>
          <p14:tracePt t="123594" x="9512300" y="6224588"/>
          <p14:tracePt t="123607" x="9512300" y="6211888"/>
          <p14:tracePt t="123622" x="9512300" y="6200775"/>
          <p14:tracePt t="123635" x="9499600" y="6200775"/>
          <p14:tracePt t="123640" x="9499600" y="6188075"/>
          <p14:tracePt t="123643" x="9488488" y="6188075"/>
          <p14:tracePt t="123655" x="9475788" y="6188075"/>
          <p14:tracePt t="123675" x="9463088" y="6188075"/>
          <p14:tracePt t="123680" x="9463088" y="6175375"/>
          <p14:tracePt t="123685" x="9451975" y="6175375"/>
          <p14:tracePt t="123702" x="9451975" y="6164263"/>
          <p14:tracePt t="123735" x="9439275" y="6164263"/>
          <p14:tracePt t="123952" x="9426575" y="6175375"/>
          <p14:tracePt t="123960" x="9415463" y="6175375"/>
          <p14:tracePt t="123962" x="9415463" y="6188075"/>
          <p14:tracePt t="123972" x="9415463" y="6200775"/>
          <p14:tracePt t="123976" x="9402763" y="6200775"/>
          <p14:tracePt t="123984" x="9390063" y="6224588"/>
          <p14:tracePt t="123993" x="9390063" y="6237288"/>
          <p14:tracePt t="124001" x="9366250" y="6248400"/>
          <p14:tracePt t="124009" x="9353550" y="6273800"/>
          <p14:tracePt t="124018" x="9342438" y="6284913"/>
          <p14:tracePt t="124026" x="9329738" y="6297613"/>
          <p14:tracePt t="124034" x="9305925" y="6310313"/>
          <p14:tracePt t="124042" x="9293225" y="6321425"/>
          <p14:tracePt t="124220" x="9280525" y="6321425"/>
          <p14:tracePt t="124232" x="9269413" y="6321425"/>
          <p14:tracePt t="124252" x="9256713" y="6321425"/>
          <p14:tracePt t="124260" x="9244013" y="6321425"/>
          <p14:tracePt t="124272" x="9232900" y="6321425"/>
          <p14:tracePt t="124315" x="9220200" y="6321425"/>
          <p14:tracePt t="124347" x="9207500" y="6321425"/>
          <p14:tracePt t="124427" x="9196388" y="6321425"/>
          <p14:tracePt t="124440" x="9183688" y="6321425"/>
          <p14:tracePt t="124452" x="9170988" y="6321425"/>
          <p14:tracePt t="124453" x="9159875" y="6321425"/>
          <p14:tracePt t="124460" x="9147175" y="6321425"/>
          <p14:tracePt t="124472" x="9134475" y="6321425"/>
          <p14:tracePt t="124480" x="9123363" y="6321425"/>
          <p14:tracePt t="124532" x="9110663" y="6321425"/>
          <p14:tracePt t="124540" x="9097963" y="6334125"/>
          <p14:tracePt t="124542" x="9086850" y="6334125"/>
          <p14:tracePt t="124550" x="9074150" y="6334125"/>
          <p14:tracePt t="124559" x="9050338" y="6346825"/>
          <p14:tracePt t="124567" x="9024938" y="6346825"/>
          <p14:tracePt t="124575" x="9001125" y="6346825"/>
          <p14:tracePt t="124584" x="8988425" y="6346825"/>
          <p14:tracePt t="124592" x="8988425" y="6357938"/>
          <p14:tracePt t="124609" x="8951913" y="6357938"/>
          <p14:tracePt t="124617" x="8939213" y="6357938"/>
          <p14:tracePt t="124625" x="8928100" y="6357938"/>
          <p14:tracePt t="124634" x="8891588" y="6346825"/>
          <p14:tracePt t="124642" x="8878888" y="6346825"/>
          <p14:tracePt t="124650" x="8866188" y="6346825"/>
          <p14:tracePt t="124659" x="8842375" y="6346825"/>
          <p14:tracePt t="124667" x="8818563" y="6346825"/>
          <p14:tracePt t="124675" x="8782050" y="6334125"/>
          <p14:tracePt t="124683" x="8769350" y="6321425"/>
          <p14:tracePt t="124692" x="8756650" y="6321425"/>
          <p14:tracePt t="124700" x="8732838" y="6310313"/>
          <p14:tracePt t="124709" x="8720138" y="6310313"/>
          <p14:tracePt t="124717" x="8683625" y="6297613"/>
          <p14:tracePt t="124725" x="8659813" y="6284913"/>
          <p14:tracePt t="124733" x="8623300" y="6273800"/>
          <p14:tracePt t="124742" x="8610600" y="6273800"/>
          <p14:tracePt t="124750" x="8586788" y="6261100"/>
          <p14:tracePt t="124758" x="8550275" y="6261100"/>
          <p14:tracePt t="124767" x="8513763" y="6261100"/>
          <p14:tracePt t="124775" x="8464550" y="6248400"/>
          <p14:tracePt t="124784" x="8440738" y="6248400"/>
          <p14:tracePt t="124792" x="8428038" y="6248400"/>
          <p14:tracePt t="124800" x="8416925" y="6248400"/>
          <p14:tracePt t="124812" x="8404225" y="6248400"/>
          <p14:tracePt t="124847" x="8391525" y="6248400"/>
          <p14:tracePt t="124860" x="8380413" y="6248400"/>
          <p14:tracePt t="124862" x="8367713" y="6248400"/>
          <p14:tracePt t="124872" x="8355013" y="6248400"/>
          <p14:tracePt t="124883" x="8343900" y="6248400"/>
          <p14:tracePt t="124892" x="8331200" y="6248400"/>
          <p14:tracePt t="124900" x="8318500" y="6237288"/>
          <p14:tracePt t="124909" x="8307388" y="6237288"/>
          <p14:tracePt t="124917" x="8294688" y="6237288"/>
          <p14:tracePt t="124925" x="8281988" y="6237288"/>
          <p14:tracePt t="124933" x="8245475" y="6237288"/>
          <p14:tracePt t="124942" x="8232775" y="6237288"/>
          <p14:tracePt t="124950" x="8196263" y="6237288"/>
          <p14:tracePt t="124958" x="8172450" y="6237288"/>
          <p14:tracePt t="124967" x="8148638" y="6237288"/>
          <p14:tracePt t="124975" x="8135938" y="6237288"/>
          <p14:tracePt t="124983" x="8112125" y="6237288"/>
          <p14:tracePt t="124995" x="8099425" y="6237288"/>
          <p14:tracePt t="125015" x="8086725" y="6237288"/>
          <p14:tracePt t="125020" x="8075613" y="6237288"/>
          <p14:tracePt t="125025" x="8062913" y="6237288"/>
          <p14:tracePt t="125033" x="8026400" y="6237288"/>
          <p14:tracePt t="125042" x="8013700" y="6237288"/>
          <p14:tracePt t="125050" x="7966075" y="6237288"/>
          <p14:tracePt t="125058" x="7929563" y="6237288"/>
          <p14:tracePt t="125067" x="7904163" y="6237288"/>
          <p14:tracePt t="125075" x="7856538" y="6237288"/>
          <p14:tracePt t="125083" x="7831138" y="6237288"/>
          <p14:tracePt t="125092" x="7820025" y="6237288"/>
          <p14:tracePt t="125100" x="7794625" y="6237288"/>
          <p14:tracePt t="125108" x="7770813" y="6237288"/>
          <p14:tracePt t="125117" x="7747000" y="6237288"/>
          <p14:tracePt t="125125" x="7734300" y="6237288"/>
          <p14:tracePt t="125133" x="7710488" y="6237288"/>
          <p14:tracePt t="125141" x="7697788" y="6237288"/>
          <p14:tracePt t="125150" x="7673975" y="6237288"/>
          <p14:tracePt t="125158" x="7637463" y="6237288"/>
          <p14:tracePt t="125167" x="7612063" y="6237288"/>
          <p14:tracePt t="125175" x="7551738" y="6224588"/>
          <p14:tracePt t="125183" x="7502525" y="6224588"/>
          <p14:tracePt t="125192" x="7478713" y="6224588"/>
          <p14:tracePt t="125193" x="7442200" y="6224588"/>
          <p14:tracePt t="125200" x="7405688" y="6224588"/>
          <p14:tracePt t="125208" x="7343775" y="6224588"/>
          <p14:tracePt t="125216" x="7270750" y="6224588"/>
          <p14:tracePt t="125225" x="7186613" y="6224588"/>
          <p14:tracePt t="125233" x="7124700" y="6211888"/>
          <p14:tracePt t="125242" x="7051675" y="6211888"/>
          <p14:tracePt t="125242" x="7027863" y="6211888"/>
          <p14:tracePt t="125250" x="6991350" y="6211888"/>
          <p14:tracePt t="125258" x="6954838" y="6211888"/>
          <p14:tracePt t="125267" x="6931025" y="6211888"/>
          <p14:tracePt t="125267" x="6918325" y="6211888"/>
          <p14:tracePt t="125275" x="6894513" y="6211888"/>
          <p14:tracePt t="125283" x="6869113" y="6211888"/>
          <p14:tracePt t="125291" x="6858000" y="6211888"/>
          <p14:tracePt t="125300" x="6832600" y="6200775"/>
          <p14:tracePt t="125308" x="6772275" y="6200775"/>
          <p14:tracePt t="125316" x="6746875" y="6200775"/>
          <p14:tracePt t="125325" x="6710363" y="6200775"/>
          <p14:tracePt t="125333" x="6662738" y="6200775"/>
          <p14:tracePt t="125342" x="6626225" y="6200775"/>
          <p14:tracePt t="125342" x="6600825" y="6200775"/>
          <p14:tracePt t="125350" x="6589713" y="6200775"/>
          <p14:tracePt t="125358" x="6564313" y="6200775"/>
          <p14:tracePt t="125366" x="6540500" y="6200775"/>
          <p14:tracePt t="125375" x="6527800" y="6200775"/>
          <p14:tracePt t="125383" x="6503988" y="6200775"/>
          <p14:tracePt t="125392" x="6491288" y="6200775"/>
          <p14:tracePt t="125400" x="6480175" y="6200775"/>
          <p14:tracePt t="125408" x="6467475" y="6200775"/>
          <p14:tracePt t="125416" x="6454775" y="6200775"/>
          <p14:tracePt t="125432" x="6443663" y="6200775"/>
          <p14:tracePt t="125452" x="6430963" y="6200775"/>
          <p14:tracePt t="125512" x="6418263" y="6200775"/>
          <p14:tracePt t="125522" x="6407150" y="6200775"/>
          <p14:tracePt t="125593" x="6394450" y="6200775"/>
          <p14:tracePt t="125607" x="6381750" y="6200775"/>
          <p14:tracePt t="125615" x="6370638" y="6200775"/>
          <p14:tracePt t="125712" x="6357938" y="6200775"/>
          <p14:tracePt t="125802" x="6345238" y="6200775"/>
          <p14:tracePt t="125812" x="6345238" y="6188075"/>
          <p14:tracePt t="125827" x="6334125" y="6188075"/>
          <p14:tracePt t="125832" x="6334125" y="6175375"/>
          <p14:tracePt t="125872" x="6321425" y="6175375"/>
          <p14:tracePt t="126022" x="6321425" y="6164263"/>
          <p14:tracePt t="126052" x="6334125" y="6164263"/>
          <p14:tracePt t="126072" x="6345238" y="6164263"/>
          <p14:tracePt t="126080" x="6357938" y="6164263"/>
          <p14:tracePt t="126092" x="6370638" y="6151563"/>
          <p14:tracePt t="126102" x="6381750" y="6138863"/>
          <p14:tracePt t="126112" x="6394450" y="6138863"/>
          <p14:tracePt t="126142" x="6407150" y="6138863"/>
          <p14:tracePt t="126160" x="6418263" y="6138863"/>
          <p14:tracePt t="126162" x="6418263" y="6127750"/>
          <p14:tracePt t="126332" x="6418263" y="6115050"/>
          <p14:tracePt t="126347" x="6407150" y="6115050"/>
          <p14:tracePt t="126355" x="6394450" y="6115050"/>
          <p14:tracePt t="126360" x="6381750" y="6115050"/>
          <p14:tracePt t="126365" x="6357938" y="6115050"/>
          <p14:tracePt t="126374" x="6321425" y="6102350"/>
          <p14:tracePt t="126382" x="6308725" y="6102350"/>
          <p14:tracePt t="126391" x="6284913" y="6102350"/>
          <p14:tracePt t="126399" x="6248400" y="6102350"/>
          <p14:tracePt t="126407" x="6224588" y="6102350"/>
          <p14:tracePt t="126415" x="6162675" y="6102350"/>
          <p14:tracePt t="126424" x="6115050" y="6102350"/>
          <p14:tracePt t="126432" x="6102350" y="6102350"/>
          <p14:tracePt t="126440" x="6053138" y="6102350"/>
          <p14:tracePt t="126449" x="6016625" y="6102350"/>
          <p14:tracePt t="126457" x="5980113" y="6102350"/>
          <p14:tracePt t="126465" x="5956300" y="6102350"/>
          <p14:tracePt t="126474" x="5930900" y="6102350"/>
          <p14:tracePt t="126482" x="5919788" y="6102350"/>
          <p14:tracePt t="126492" x="5907088" y="6102350"/>
          <p14:tracePt t="126500" x="5894388" y="6102350"/>
          <p14:tracePt t="126567" x="5883275" y="6102350"/>
          <p14:tracePt t="126972" x="5870575" y="6102350"/>
          <p14:tracePt t="126992" x="5870575" y="6091238"/>
          <p14:tracePt t="127000" x="5857875" y="6091238"/>
          <p14:tracePt t="127020" x="5857875" y="6078538"/>
          <p14:tracePt t="127022" x="5846763" y="6078538"/>
          <p14:tracePt t="127040" x="5846763" y="6065838"/>
          <p14:tracePt t="127042" x="5834063" y="6065838"/>
          <p14:tracePt t="127162" x="5821363" y="6065838"/>
          <p14:tracePt t="127180" x="5810250" y="6065838"/>
          <p14:tracePt t="127192" x="5797550" y="6065838"/>
          <p14:tracePt t="127200" x="5797550" y="6054725"/>
          <p14:tracePt t="127227" x="5784850" y="6054725"/>
          <p14:tracePt t="127272" x="5773738" y="6054725"/>
          <p14:tracePt t="127287" x="5773738" y="6042025"/>
          <p14:tracePt t="127291" x="5761038" y="6042025"/>
          <p14:tracePt t="127300" x="5748338" y="6042025"/>
          <p14:tracePt t="127302" x="5737225" y="6042025"/>
          <p14:tracePt t="127315" x="5724525" y="6029325"/>
          <p14:tracePt t="127322" x="5711825" y="6029325"/>
          <p14:tracePt t="127340" x="5700713" y="6029325"/>
          <p14:tracePt t="127342" x="5700713" y="6018213"/>
          <p14:tracePt t="127367" x="5688013" y="6018213"/>
          <p14:tracePt t="127392" x="5675313" y="6018213"/>
          <p14:tracePt t="127412" x="5664200" y="6018213"/>
          <p14:tracePt t="127420" x="5651500" y="6018213"/>
          <p14:tracePt t="127432" x="5651500" y="6005513"/>
          <p14:tracePt t="127434" x="5638800" y="6005513"/>
          <p14:tracePt t="127442" x="5627688" y="6005513"/>
          <p14:tracePt t="127487" x="5614988" y="6005513"/>
          <p14:tracePt t="127522" x="5602288" y="6005513"/>
          <p14:tracePt t="127532" x="5591175" y="6005513"/>
          <p14:tracePt t="127560" x="5578475" y="6005513"/>
          <p14:tracePt t="127575" x="5565775" y="6005513"/>
          <p14:tracePt t="127595" x="5554663" y="6005513"/>
          <p14:tracePt t="127615" x="5541963" y="6005513"/>
          <p14:tracePt t="127620" x="5529263" y="6005513"/>
          <p14:tracePt t="127627" x="5518150" y="6005513"/>
          <p14:tracePt t="127632" x="5505450" y="6005513"/>
          <p14:tracePt t="127640" x="5492750" y="5992813"/>
          <p14:tracePt t="127647" x="5481638" y="5992813"/>
          <p14:tracePt t="127656" x="5468938" y="5992813"/>
          <p14:tracePt t="127664" x="5456238" y="5992813"/>
          <p14:tracePt t="127672" x="5445125" y="5992813"/>
          <p14:tracePt t="127682" x="5432425" y="5992813"/>
          <p14:tracePt t="127695" x="5419725" y="5992813"/>
          <p14:tracePt t="127699" x="5419725" y="5981700"/>
          <p14:tracePt t="127706" x="5408613" y="5981700"/>
          <p14:tracePt t="127727" x="5395913" y="5981700"/>
          <p14:tracePt t="127735" x="5383213" y="5981700"/>
          <p14:tracePt t="127742" x="5370513" y="5981700"/>
          <p14:tracePt t="127752" x="5346700" y="5981700"/>
          <p14:tracePt t="127760" x="5334000" y="5981700"/>
          <p14:tracePt t="127762" x="5322888" y="5981700"/>
          <p14:tracePt t="127767" x="5310188" y="5981700"/>
          <p14:tracePt t="127773" x="5297488" y="5981700"/>
          <p14:tracePt t="127781" x="5286375" y="5981700"/>
          <p14:tracePt t="127795" x="5273675" y="5981700"/>
          <p14:tracePt t="127800" x="5260975" y="5981700"/>
          <p14:tracePt t="127806" x="5249863" y="5981700"/>
          <p14:tracePt t="127814" x="5224463" y="5981700"/>
          <p14:tracePt t="127822" x="5213350" y="5981700"/>
          <p14:tracePt t="127831" x="5200650" y="5981700"/>
          <p14:tracePt t="127839" x="5176838" y="5981700"/>
          <p14:tracePt t="127847" x="5127625" y="5981700"/>
          <p14:tracePt t="127856" x="5103813" y="5981700"/>
          <p14:tracePt t="127864" x="5078413" y="5981700"/>
          <p14:tracePt t="127872" x="5041900" y="5969000"/>
          <p14:tracePt t="127880" x="5005388" y="5969000"/>
          <p14:tracePt t="127889" x="4981575" y="5969000"/>
          <p14:tracePt t="127897" x="4945063" y="5969000"/>
          <p14:tracePt t="127905" x="4908550" y="5969000"/>
          <p14:tracePt t="127914" x="4872038" y="5969000"/>
          <p14:tracePt t="127922" x="4835525" y="5969000"/>
          <p14:tracePt t="127930" x="4822825" y="5969000"/>
          <p14:tracePt t="127939" x="4786313" y="5969000"/>
          <p14:tracePt t="127947" x="4738688" y="5969000"/>
          <p14:tracePt t="127955" x="4725988" y="5969000"/>
          <p14:tracePt t="127964" x="4713288" y="5969000"/>
          <p14:tracePt t="127972" x="4689475" y="5956300"/>
          <p14:tracePt t="127980" x="4676775" y="5956300"/>
          <p14:tracePt t="127989" x="4640263" y="5956300"/>
          <p14:tracePt t="127997" x="4616450" y="5956300"/>
          <p14:tracePt t="128005" x="4579938" y="5945188"/>
          <p14:tracePt t="128014" x="4506913" y="5945188"/>
          <p14:tracePt t="128022" x="4481513" y="5945188"/>
          <p14:tracePt t="128031" x="4433888" y="5945188"/>
          <p14:tracePt t="128039" x="4384675" y="5945188"/>
          <p14:tracePt t="128047" x="4298950" y="5945188"/>
          <p14:tracePt t="128055" x="4275138" y="5945188"/>
          <p14:tracePt t="128064" x="4225925" y="5945188"/>
          <p14:tracePt t="128072" x="4202113" y="5945188"/>
          <p14:tracePt t="128080" x="4189413" y="5945188"/>
          <p14:tracePt t="128089" x="4165600" y="5945188"/>
          <p14:tracePt t="128100" x="4152900" y="5945188"/>
          <p14:tracePt t="128105" x="4141788" y="5945188"/>
          <p14:tracePt t="128114" x="4129088" y="5945188"/>
          <p14:tracePt t="128252" x="4129088" y="5956300"/>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46586-0C51-D258-68F9-49D36F19B85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E947D9A-6E2F-293A-48A9-22F84454A59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CDCFE68-8FD8-A684-56C0-85BF8A38E26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5EF65634-607B-36BD-117C-1DB18076244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04F27A45-9B30-74FE-16F1-579FC222CB3A}"/>
              </a:ext>
            </a:extLst>
          </p:cNvPr>
          <p:cNvSpPr txBox="1"/>
          <p:nvPr/>
        </p:nvSpPr>
        <p:spPr>
          <a:xfrm>
            <a:off x="1176654" y="295910"/>
            <a:ext cx="3544635"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FECC0F76-2BC4-05A1-5072-F1A61595AF4D}"/>
              </a:ext>
            </a:extLst>
          </p:cNvPr>
          <p:cNvSpPr/>
          <p:nvPr/>
        </p:nvSpPr>
        <p:spPr>
          <a:xfrm>
            <a:off x="2489199" y="5213905"/>
            <a:ext cx="4389121" cy="93472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latin typeface="微软雅黑" panose="020B0503020204020204" pitchFamily="34" charset="-122"/>
                <a:ea typeface="微软雅黑" panose="020B0503020204020204" pitchFamily="34" charset="-122"/>
              </a:rPr>
              <a:t>In code search, all methods maintain </a:t>
            </a:r>
            <a:r>
              <a:rPr lang="en-US" altLang="zh-CN" b="1" dirty="0">
                <a:solidFill>
                  <a:srgbClr val="FF0000"/>
                </a:solidFill>
                <a:latin typeface="微软雅黑" panose="020B0503020204020204" pitchFamily="34" charset="-122"/>
                <a:ea typeface="微软雅黑" panose="020B0503020204020204" pitchFamily="34" charset="-122"/>
              </a:rPr>
              <a:t>relatively good performance</a:t>
            </a:r>
            <a:r>
              <a:rPr lang="en-US" altLang="zh-CN" dirty="0">
                <a:solidFill>
                  <a:schemeClr val="tx1"/>
                </a:solidFill>
                <a:latin typeface="微软雅黑" panose="020B0503020204020204" pitchFamily="34" charset="-122"/>
                <a:ea typeface="微软雅黑" panose="020B0503020204020204" pitchFamily="34" charset="-122"/>
              </a:rPr>
              <a:t>.</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8" name="箭头: 下 7">
            <a:extLst>
              <a:ext uri="{FF2B5EF4-FFF2-40B4-BE49-F238E27FC236}">
                <a16:creationId xmlns:a16="http://schemas.microsoft.com/office/drawing/2014/main" id="{57DD8549-A55D-BB06-56F9-6DCE75416902}"/>
              </a:ext>
            </a:extLst>
          </p:cNvPr>
          <p:cNvSpPr/>
          <p:nvPr/>
        </p:nvSpPr>
        <p:spPr>
          <a:xfrm rot="2766176">
            <a:off x="6213739" y="4577156"/>
            <a:ext cx="186576" cy="66184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
        <p:nvSpPr>
          <p:cNvPr id="11" name="矩形: 圆角 10">
            <a:extLst>
              <a:ext uri="{FF2B5EF4-FFF2-40B4-BE49-F238E27FC236}">
                <a16:creationId xmlns:a16="http://schemas.microsoft.com/office/drawing/2014/main" id="{37533D42-3425-9FF2-0D3B-B3952E1C5FEB}"/>
              </a:ext>
            </a:extLst>
          </p:cNvPr>
          <p:cNvSpPr/>
          <p:nvPr/>
        </p:nvSpPr>
        <p:spPr>
          <a:xfrm>
            <a:off x="7762240" y="5204753"/>
            <a:ext cx="3862472" cy="93472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latin typeface="微软雅黑" panose="020B0503020204020204" pitchFamily="34" charset="-122"/>
                <a:ea typeface="微软雅黑" panose="020B0503020204020204" pitchFamily="34" charset="-122"/>
              </a:rPr>
              <a:t>In code repair, all methods show a significant </a:t>
            </a:r>
            <a:r>
              <a:rPr lang="en-US" altLang="zh-CN" b="1" dirty="0">
                <a:solidFill>
                  <a:srgbClr val="FF0000"/>
                </a:solidFill>
                <a:latin typeface="微软雅黑" panose="020B0503020204020204" pitchFamily="34" charset="-122"/>
                <a:ea typeface="微软雅黑" panose="020B0503020204020204" pitchFamily="34" charset="-122"/>
              </a:rPr>
              <a:t>performance drop on Go and PHP</a:t>
            </a:r>
            <a:r>
              <a:rPr lang="en-US" altLang="zh-CN" dirty="0">
                <a:solidFill>
                  <a:schemeClr val="tx1"/>
                </a:solidFill>
                <a:latin typeface="微软雅黑" panose="020B0503020204020204" pitchFamily="34" charset="-122"/>
                <a:ea typeface="微软雅黑" panose="020B0503020204020204" pitchFamily="34" charset="-122"/>
              </a:rPr>
              <a:t>.</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 name="箭头: 下 11">
            <a:extLst>
              <a:ext uri="{FF2B5EF4-FFF2-40B4-BE49-F238E27FC236}">
                <a16:creationId xmlns:a16="http://schemas.microsoft.com/office/drawing/2014/main" id="{FDD074C1-EA56-D52F-E1E1-514FE76B91BE}"/>
              </a:ext>
            </a:extLst>
          </p:cNvPr>
          <p:cNvSpPr/>
          <p:nvPr/>
        </p:nvSpPr>
        <p:spPr>
          <a:xfrm rot="19444840">
            <a:off x="9616412" y="4646596"/>
            <a:ext cx="186576" cy="432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
        <p:nvSpPr>
          <p:cNvPr id="13" name="箭头: 下 12">
            <a:extLst>
              <a:ext uri="{FF2B5EF4-FFF2-40B4-BE49-F238E27FC236}">
                <a16:creationId xmlns:a16="http://schemas.microsoft.com/office/drawing/2014/main" id="{7BD0D923-FD59-4F0F-F9F4-743D28A440F9}"/>
              </a:ext>
            </a:extLst>
          </p:cNvPr>
          <p:cNvSpPr/>
          <p:nvPr/>
        </p:nvSpPr>
        <p:spPr>
          <a:xfrm rot="1960454">
            <a:off x="10685809" y="4622834"/>
            <a:ext cx="186576" cy="432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pic>
        <p:nvPicPr>
          <p:cNvPr id="4" name="图片 3">
            <a:extLst>
              <a:ext uri="{FF2B5EF4-FFF2-40B4-BE49-F238E27FC236}">
                <a16:creationId xmlns:a16="http://schemas.microsoft.com/office/drawing/2014/main" id="{A1F33619-2F3E-C7CE-D3C1-8A1939EFA891}"/>
              </a:ext>
            </a:extLst>
          </p:cNvPr>
          <p:cNvPicPr>
            <a:picLocks noChangeAspect="1"/>
          </p:cNvPicPr>
          <p:nvPr/>
        </p:nvPicPr>
        <p:blipFill>
          <a:blip r:embed="rId5"/>
          <a:stretch>
            <a:fillRect/>
          </a:stretch>
        </p:blipFill>
        <p:spPr>
          <a:xfrm>
            <a:off x="0" y="1435675"/>
            <a:ext cx="11955822" cy="3049321"/>
          </a:xfrm>
          <a:prstGeom prst="rect">
            <a:avLst/>
          </a:prstGeom>
        </p:spPr>
      </p:pic>
      <p:sp>
        <p:nvSpPr>
          <p:cNvPr id="2" name="矩形: 圆角 1">
            <a:extLst>
              <a:ext uri="{FF2B5EF4-FFF2-40B4-BE49-F238E27FC236}">
                <a16:creationId xmlns:a16="http://schemas.microsoft.com/office/drawing/2014/main" id="{0F546C19-20B0-255B-9EDC-F097C181B26B}"/>
              </a:ext>
            </a:extLst>
          </p:cNvPr>
          <p:cNvSpPr/>
          <p:nvPr/>
        </p:nvSpPr>
        <p:spPr>
          <a:xfrm>
            <a:off x="6341510" y="2255775"/>
            <a:ext cx="609600" cy="2281500"/>
          </a:xfrm>
          <a:prstGeom prst="roundRect">
            <a:avLst>
              <a:gd name="adj" fmla="val 717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CE95C994-098B-6D58-234F-7F6C9342339D}"/>
              </a:ext>
            </a:extLst>
          </p:cNvPr>
          <p:cNvSpPr/>
          <p:nvPr/>
        </p:nvSpPr>
        <p:spPr>
          <a:xfrm>
            <a:off x="9239366" y="2257700"/>
            <a:ext cx="609600" cy="2281500"/>
          </a:xfrm>
          <a:prstGeom prst="roundRect">
            <a:avLst>
              <a:gd name="adj" fmla="val 717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0634AB9D-9C74-F3CF-C8E0-1A8D3DDB2E39}"/>
              </a:ext>
            </a:extLst>
          </p:cNvPr>
          <p:cNvSpPr/>
          <p:nvPr/>
        </p:nvSpPr>
        <p:spPr>
          <a:xfrm>
            <a:off x="10583962" y="2259625"/>
            <a:ext cx="609600" cy="2281500"/>
          </a:xfrm>
          <a:prstGeom prst="roundRect">
            <a:avLst>
              <a:gd name="adj" fmla="val 717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1EC1726E-6101-CF2F-9F92-C8C3F3A8DED4}"/>
              </a:ext>
            </a:extLst>
          </p:cNvPr>
          <p:cNvSpPr txBox="1"/>
          <p:nvPr/>
        </p:nvSpPr>
        <p:spPr>
          <a:xfrm>
            <a:off x="348770" y="818748"/>
            <a:ext cx="78605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RQ1:</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Multi-PL Fusion within Same Task</a:t>
            </a:r>
          </a:p>
        </p:txBody>
      </p:sp>
      <p:pic>
        <p:nvPicPr>
          <p:cNvPr id="83" name="音频 82">
            <a:hlinkClick r:id="" action="ppaction://media"/>
            <a:extLst>
              <a:ext uri="{FF2B5EF4-FFF2-40B4-BE49-F238E27FC236}">
                <a16:creationId xmlns:a16="http://schemas.microsoft.com/office/drawing/2014/main" id="{F2854291-EFAE-DDBA-9BD3-BBE8916A42C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9729196"/>
      </p:ext>
    </p:extLst>
  </p:cSld>
  <p:clrMapOvr>
    <a:masterClrMapping/>
  </p:clrMapOvr>
  <mc:AlternateContent xmlns:mc="http://schemas.openxmlformats.org/markup-compatibility/2006">
    <mc:Choice xmlns:p14="http://schemas.microsoft.com/office/powerpoint/2010/main" Requires="p14">
      <p:transition spd="slow" p14:dur="2000" advTm="47062"/>
    </mc:Choice>
    <mc:Fallback>
      <p:transition spd="slow" advTm="470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3"/>
                </p:tgtEl>
              </p:cMediaNode>
            </p:audio>
          </p:childTnLst>
        </p:cTn>
      </p:par>
    </p:tnLst>
  </p:timing>
  <p:extLst>
    <p:ext uri="{3A86A75C-4F4B-4683-9AE1-C65F6400EC91}">
      <p14:laserTraceLst xmlns:p14="http://schemas.microsoft.com/office/powerpoint/2010/main">
        <p14:tracePtLst>
          <p14:tracePt t="395" x="2692400" y="3313113"/>
          <p14:tracePt t="421" x="2692400" y="3300413"/>
          <p14:tracePt t="427" x="2703513" y="3300413"/>
          <p14:tracePt t="429" x="2703513" y="3276600"/>
          <p14:tracePt t="436" x="2703513" y="3252788"/>
          <p14:tracePt t="442" x="2716213" y="3203575"/>
          <p14:tracePt t="449" x="2716213" y="3190875"/>
          <p14:tracePt t="457" x="2728913" y="3167063"/>
          <p14:tracePt t="465" x="2740025" y="3154363"/>
          <p14:tracePt t="474" x="2801938" y="3117850"/>
          <p14:tracePt t="482" x="2898775" y="3057525"/>
          <p14:tracePt t="490" x="2911475" y="3033713"/>
          <p14:tracePt t="498" x="2922588" y="2997200"/>
          <p14:tracePt t="507" x="2874963" y="2960688"/>
          <p14:tracePt t="515" x="2789238" y="2935288"/>
          <p14:tracePt t="523" x="2484438" y="2814638"/>
          <p14:tracePt t="532" x="2192338" y="2716213"/>
          <p14:tracePt t="540" x="2179638" y="2716213"/>
          <p14:tracePt t="763" x="2179638" y="2703513"/>
          <p14:tracePt t="775" x="2168525" y="2692400"/>
          <p14:tracePt t="790" x="2168525" y="2679700"/>
          <p14:tracePt t="800" x="2179638" y="2667000"/>
          <p14:tracePt t="808" x="2216150" y="2643188"/>
          <p14:tracePt t="810" x="2228850" y="2630488"/>
          <p14:tracePt t="816" x="2241550" y="2630488"/>
          <p14:tracePt t="823" x="2301875" y="2593975"/>
          <p14:tracePt t="832" x="2325688" y="2546350"/>
          <p14:tracePt t="840" x="2338388" y="2533650"/>
          <p14:tracePt t="848" x="2362200" y="2436813"/>
          <p14:tracePt t="857" x="2374900" y="2363788"/>
          <p14:tracePt t="865" x="2374900" y="2327275"/>
          <p14:tracePt t="873" x="2374900" y="2265363"/>
          <p14:tracePt t="881" x="2374900" y="2254250"/>
          <p14:tracePt t="890" x="2387600" y="2254250"/>
          <p14:tracePt t="900" x="2398713" y="2241550"/>
          <p14:tracePt t="906" x="2424113" y="2228850"/>
          <p14:tracePt t="915" x="2471738" y="2217738"/>
          <p14:tracePt t="923" x="2557463" y="2179638"/>
          <p14:tracePt t="931" x="2582863" y="2168525"/>
          <p14:tracePt t="982" x="2582863" y="2155825"/>
          <p14:tracePt t="987" x="2582863" y="2143125"/>
          <p14:tracePt t="998" x="2582863" y="2132013"/>
          <p14:tracePt t="1006" x="2582863" y="2095500"/>
          <p14:tracePt t="1015" x="2570163" y="2058988"/>
          <p14:tracePt t="1023" x="2570163" y="2033588"/>
          <p14:tracePt t="1031" x="2570163" y="2022475"/>
          <p14:tracePt t="1040" x="2570163" y="2009775"/>
          <p14:tracePt t="1048" x="2570163" y="1960563"/>
          <p14:tracePt t="1056" x="2570163" y="1936750"/>
          <p14:tracePt t="1065" x="2570163" y="1912938"/>
          <p14:tracePt t="1073" x="2557463" y="1876425"/>
          <p14:tracePt t="1082" x="2533650" y="1851025"/>
          <p14:tracePt t="1089" x="2497138" y="1814513"/>
          <p14:tracePt t="1098" x="2460625" y="1778000"/>
          <p14:tracePt t="1106" x="2387600" y="1741488"/>
          <p14:tracePt t="1115" x="2338388" y="1717675"/>
          <p14:tracePt t="1123" x="2205038" y="1681163"/>
          <p14:tracePt t="1131" x="2106613" y="1681163"/>
          <p14:tracePt t="1140" x="2058988" y="1681163"/>
          <p14:tracePt t="1148" x="1839913" y="1730375"/>
          <p14:tracePt t="1156" x="1692275" y="1814513"/>
          <p14:tracePt t="1165" x="1535113" y="1949450"/>
          <p14:tracePt t="1173" x="1509713" y="1985963"/>
          <p14:tracePt t="1356" x="1485900" y="1997075"/>
          <p14:tracePt t="1360" x="1473200" y="1985963"/>
          <p14:tracePt t="1364" x="1449388" y="1924050"/>
          <p14:tracePt t="1373" x="1412875" y="1814513"/>
          <p14:tracePt t="1381" x="1376363" y="1717675"/>
          <p14:tracePt t="1389" x="1327150" y="1657350"/>
          <p14:tracePt t="1462" x="1316038" y="1657350"/>
          <p14:tracePt t="1487" x="1303338" y="1657350"/>
          <p14:tracePt t="1495" x="1290638" y="1657350"/>
          <p14:tracePt t="1735" x="1303338" y="1657350"/>
          <p14:tracePt t="2121" x="1316038" y="1657350"/>
          <p14:tracePt t="2131" x="1339850" y="1644650"/>
          <p14:tracePt t="2135" x="1363663" y="1620838"/>
          <p14:tracePt t="2140" x="1376363" y="1608138"/>
          <p14:tracePt t="2147" x="1389063" y="1595438"/>
          <p14:tracePt t="2156" x="1425575" y="1558925"/>
          <p14:tracePt t="2165" x="1462088" y="1535113"/>
          <p14:tracePt t="2172" x="1473200" y="1535113"/>
          <p14:tracePt t="2180" x="1485900" y="1522413"/>
          <p14:tracePt t="2195" x="1498600" y="1509713"/>
          <p14:tracePt t="2200" x="1509713" y="1509713"/>
          <p14:tracePt t="2205" x="1522413" y="1509713"/>
          <p14:tracePt t="2213" x="1522413" y="1498600"/>
          <p14:tracePt t="2222" x="1522413" y="1485900"/>
          <p14:tracePt t="2230" x="1535113" y="1485900"/>
          <p14:tracePt t="2231" x="1546225" y="1473200"/>
          <p14:tracePt t="2260" x="1558925" y="1473200"/>
          <p14:tracePt t="2262" x="1558925" y="1462088"/>
          <p14:tracePt t="2267" x="1571625" y="1462088"/>
          <p14:tracePt t="2280" x="1571625" y="1449388"/>
          <p14:tracePt t="2287" x="1582738" y="1449388"/>
          <p14:tracePt t="4016" x="1595438" y="1449388"/>
          <p14:tracePt t="4021" x="1608138" y="1449388"/>
          <p14:tracePt t="4028" x="1631950" y="1449388"/>
          <p14:tracePt t="4030" x="1668463" y="1436688"/>
          <p14:tracePt t="4038" x="1681163" y="1425575"/>
          <p14:tracePt t="4045" x="1728788" y="1412875"/>
          <p14:tracePt t="4054" x="1803400" y="1389063"/>
          <p14:tracePt t="4062" x="1912938" y="1352550"/>
          <p14:tracePt t="4071" x="1960563" y="1339850"/>
          <p14:tracePt t="4078" x="2033588" y="1327150"/>
          <p14:tracePt t="4087" x="2095500" y="1316038"/>
          <p14:tracePt t="4095" x="2143125" y="1316038"/>
          <p14:tracePt t="4103" x="2192338" y="1316038"/>
          <p14:tracePt t="4112" x="2216150" y="1316038"/>
          <p14:tracePt t="4120" x="2228850" y="1316038"/>
          <p14:tracePt t="4147" x="2241550" y="1316038"/>
          <p14:tracePt t="4155" x="2252663" y="1316038"/>
          <p14:tracePt t="4162" x="2265363" y="1316038"/>
          <p14:tracePt t="4167" x="2278063" y="1316038"/>
          <p14:tracePt t="4170" x="2289175" y="1316038"/>
          <p14:tracePt t="4180" x="2301875" y="1316038"/>
          <p14:tracePt t="4187" x="2314575" y="1316038"/>
          <p14:tracePt t="4195" x="2325688" y="1316038"/>
          <p14:tracePt t="4196" x="2338388" y="1316038"/>
          <p14:tracePt t="4203" x="2351088" y="1316038"/>
          <p14:tracePt t="4287" x="2362200" y="1316038"/>
          <p14:tracePt t="4300" x="2374900" y="1316038"/>
          <p14:tracePt t="4337" x="2387600" y="1316038"/>
          <p14:tracePt t="4390" x="2398713" y="1316038"/>
          <p14:tracePt t="4401" x="2411413" y="1316038"/>
          <p14:tracePt t="4410" x="2424113" y="1316038"/>
          <p14:tracePt t="4412" x="2435225" y="1316038"/>
          <p14:tracePt t="4421" x="2460625" y="1316038"/>
          <p14:tracePt t="4428" x="2484438" y="1316038"/>
          <p14:tracePt t="4436" x="2520950" y="1316038"/>
          <p14:tracePt t="4445" x="2546350" y="1316038"/>
          <p14:tracePt t="4453" x="2582863" y="1316038"/>
          <p14:tracePt t="4461" x="2593975" y="1316038"/>
          <p14:tracePt t="4470" x="2619375" y="1316038"/>
          <p14:tracePt t="4478" x="2655888" y="1316038"/>
          <p14:tracePt t="4486" x="2667000" y="1316038"/>
          <p14:tracePt t="4495" x="2703513" y="1316038"/>
          <p14:tracePt t="4503" x="2765425" y="1316038"/>
          <p14:tracePt t="4511" x="2838450" y="1316038"/>
          <p14:tracePt t="4520" x="2849563" y="1316038"/>
          <p14:tracePt t="4528" x="2935288" y="1327150"/>
          <p14:tracePt t="4536" x="2995613" y="1327150"/>
          <p14:tracePt t="4545" x="3044825" y="1339850"/>
          <p14:tracePt t="4553" x="3094038" y="1339850"/>
          <p14:tracePt t="4561" x="3130550" y="1352550"/>
          <p14:tracePt t="4570" x="3178175" y="1352550"/>
          <p14:tracePt t="4578" x="3227388" y="1352550"/>
          <p14:tracePt t="4586" x="3276600" y="1352550"/>
          <p14:tracePt t="4595" x="3325813" y="1352550"/>
          <p14:tracePt t="4603" x="3362325" y="1363663"/>
          <p14:tracePt t="4611" x="3386138" y="1363663"/>
          <p14:tracePt t="4620" x="3398838" y="1363663"/>
          <p14:tracePt t="4628" x="3409950" y="1376363"/>
          <p14:tracePt t="4636" x="3422650" y="1376363"/>
          <p14:tracePt t="4645" x="3435350" y="1376363"/>
          <p14:tracePt t="4653" x="3446463" y="1376363"/>
          <p14:tracePt t="4670" x="3459163" y="1376363"/>
          <p14:tracePt t="4690" x="3471863" y="1376363"/>
          <p14:tracePt t="4697" x="3482975" y="1376363"/>
          <p14:tracePt t="4707" x="3495675" y="1376363"/>
          <p14:tracePt t="4710" x="3508375" y="1376363"/>
          <p14:tracePt t="4715" x="3519488" y="1376363"/>
          <p14:tracePt t="4728" x="3532188" y="1376363"/>
          <p14:tracePt t="4730" x="3544888" y="1376363"/>
          <p14:tracePt t="4742" x="3556000" y="1376363"/>
          <p14:tracePt t="4750" x="3568700" y="1376363"/>
          <p14:tracePt t="4755" x="3581400" y="1376363"/>
          <p14:tracePt t="4762" x="3592513" y="1376363"/>
          <p14:tracePt t="4769" x="3605213" y="1389063"/>
          <p14:tracePt t="4778" x="3629025" y="1389063"/>
          <p14:tracePt t="4786" x="3654425" y="1389063"/>
          <p14:tracePt t="4794" x="3678238" y="1389063"/>
          <p14:tracePt t="4803" x="3751263" y="1389063"/>
          <p14:tracePt t="4811" x="3800475" y="1389063"/>
          <p14:tracePt t="4819" x="3836988" y="1389063"/>
          <p14:tracePt t="4828" x="3897313" y="1389063"/>
          <p14:tracePt t="4836" x="3983038" y="1400175"/>
          <p14:tracePt t="4844" x="4056063" y="1400175"/>
          <p14:tracePt t="4853" x="4116388" y="1400175"/>
          <p14:tracePt t="4861" x="4178300" y="1400175"/>
          <p14:tracePt t="4869" x="4251325" y="1400175"/>
          <p14:tracePt t="4878" x="4311650" y="1400175"/>
          <p14:tracePt t="4886" x="4360863" y="1400175"/>
          <p14:tracePt t="4894" x="4421188" y="1400175"/>
          <p14:tracePt t="4903" x="4567238" y="1400175"/>
          <p14:tracePt t="4911" x="4713288" y="1400175"/>
          <p14:tracePt t="4919" x="4786313" y="1389063"/>
          <p14:tracePt t="4928" x="4994275" y="1363663"/>
          <p14:tracePt t="4936" x="5322888" y="1363663"/>
          <p14:tracePt t="4944" x="5565775" y="1363663"/>
          <p14:tracePt t="4953" x="5748338" y="1363663"/>
          <p14:tracePt t="4961" x="5870575" y="1363663"/>
          <p14:tracePt t="4969" x="6029325" y="1376363"/>
          <p14:tracePt t="4978" x="6065838" y="1376363"/>
          <p14:tracePt t="4986" x="6089650" y="1389063"/>
          <p14:tracePt t="4994" x="6102350" y="1400175"/>
          <p14:tracePt t="5003" x="6115050" y="1400175"/>
          <p14:tracePt t="5035" x="6138863" y="1400175"/>
          <p14:tracePt t="5040" x="6151563" y="1400175"/>
          <p14:tracePt t="5044" x="6175375" y="1400175"/>
          <p14:tracePt t="5052" x="6235700" y="1412875"/>
          <p14:tracePt t="5061" x="6308725" y="1412875"/>
          <p14:tracePt t="5069" x="6370638" y="1425575"/>
          <p14:tracePt t="5077" x="6418263" y="1425575"/>
          <p14:tracePt t="5086" x="6454775" y="1436688"/>
          <p14:tracePt t="5094" x="6480175" y="1436688"/>
          <p14:tracePt t="5102" x="6491288" y="1436688"/>
          <p14:tracePt t="5111" x="6503988" y="1436688"/>
          <p14:tracePt t="5155" x="6503988" y="1449388"/>
          <p14:tracePt t="8301" x="6516688" y="1449388"/>
          <p14:tracePt t="8308" x="6527800" y="1449388"/>
          <p14:tracePt t="8325" x="6540500" y="1449388"/>
          <p14:tracePt t="8375" x="6553200" y="1449388"/>
          <p14:tracePt t="8382" x="6564313" y="1449388"/>
          <p14:tracePt t="8391" x="6577013" y="1449388"/>
          <p14:tracePt t="8399" x="6589713" y="1449388"/>
          <p14:tracePt t="8407" x="6600825" y="1449388"/>
          <p14:tracePt t="8416" x="6613525" y="1449388"/>
          <p14:tracePt t="8475" x="6626225" y="1449388"/>
          <p14:tracePt t="8487" x="6637338" y="1449388"/>
          <p14:tracePt t="8488" x="6650038" y="1449388"/>
          <p14:tracePt t="8500" x="6673850" y="1449388"/>
          <p14:tracePt t="8507" x="6686550" y="1449388"/>
          <p14:tracePt t="8516" x="6710363" y="1449388"/>
          <p14:tracePt t="8524" x="6723063" y="1449388"/>
          <p14:tracePt t="8542" x="6735763" y="1449388"/>
          <p14:tracePt t="8555" x="6746875" y="1449388"/>
          <p14:tracePt t="8568" x="6759575" y="1449388"/>
          <p14:tracePt t="8575" x="6772275" y="1449388"/>
          <p14:tracePt t="8581" x="6796088" y="1449388"/>
          <p14:tracePt t="8587" x="6808788" y="1449388"/>
          <p14:tracePt t="8599" x="6858000" y="1449388"/>
          <p14:tracePt t="8608" x="6905625" y="1449388"/>
          <p14:tracePt t="8616" x="6991350" y="1449388"/>
          <p14:tracePt t="8624" x="7051675" y="1449388"/>
          <p14:tracePt t="8632" x="7137400" y="1449388"/>
          <p14:tracePt t="8641" x="7210425" y="1449388"/>
          <p14:tracePt t="8649" x="7307263" y="1449388"/>
          <p14:tracePt t="8657" x="7380288" y="1449388"/>
          <p14:tracePt t="8666" x="7466013" y="1449388"/>
          <p14:tracePt t="8674" x="7526338" y="1449388"/>
          <p14:tracePt t="8682" x="7612063" y="1449388"/>
          <p14:tracePt t="8691" x="7637463" y="1449388"/>
          <p14:tracePt t="9348" x="7624763" y="1449388"/>
          <p14:tracePt t="9349" x="7612063" y="1449388"/>
          <p14:tracePt t="9360" x="7600950" y="1449388"/>
          <p14:tracePt t="9365" x="7575550" y="1449388"/>
          <p14:tracePt t="9373" x="7539038" y="1436688"/>
          <p14:tracePt t="9382" x="7453313" y="1425575"/>
          <p14:tracePt t="9390" x="7416800" y="1425575"/>
          <p14:tracePt t="9398" x="7369175" y="1425575"/>
          <p14:tracePt t="9407" x="7259638" y="1425575"/>
          <p14:tracePt t="9415" x="7077075" y="1425575"/>
          <p14:tracePt t="9423" x="6796088" y="1425575"/>
          <p14:tracePt t="9432" x="6564313" y="1436688"/>
          <p14:tracePt t="9441" x="6454775" y="1462088"/>
          <p14:tracePt t="9441" x="6224588" y="1485900"/>
          <p14:tracePt t="9448" x="6126163" y="1498600"/>
          <p14:tracePt t="9457" x="5894388" y="1535113"/>
          <p14:tracePt t="9465" x="5700713" y="1558925"/>
          <p14:tracePt t="9473" x="5529263" y="1595438"/>
          <p14:tracePt t="9482" x="5359400" y="1608138"/>
          <p14:tracePt t="9490" x="5078413" y="1620838"/>
          <p14:tracePt t="9498" x="4957763" y="1620838"/>
          <p14:tracePt t="9507" x="4652963" y="1631950"/>
          <p14:tracePt t="9515" x="4214813" y="1693863"/>
          <p14:tracePt t="9523" x="3190875" y="1839913"/>
          <p14:tracePt t="9532" x="2447925" y="2022475"/>
          <p14:tracePt t="9735" x="2325688" y="2046288"/>
          <p14:tracePt t="9737" x="2265363" y="2046288"/>
          <p14:tracePt t="9746" x="2216150" y="2022475"/>
          <p14:tracePt t="9750" x="2179638" y="2022475"/>
          <p14:tracePt t="9756" x="2082800" y="1985963"/>
          <p14:tracePt t="9765" x="1997075" y="1960563"/>
          <p14:tracePt t="9773" x="1900238" y="1960563"/>
          <p14:tracePt t="9782" x="1839913" y="1960563"/>
          <p14:tracePt t="9790" x="1814513" y="1960563"/>
          <p14:tracePt t="9817" x="1827213" y="1973263"/>
          <p14:tracePt t="9822" x="1827213" y="1985963"/>
          <p14:tracePt t="9827" x="1839913" y="1985963"/>
          <p14:tracePt t="9831" x="1851025" y="2009775"/>
          <p14:tracePt t="9840" x="1863725" y="2033588"/>
          <p14:tracePt t="9848" x="1900238" y="2070100"/>
          <p14:tracePt t="9856" x="1912938" y="2082800"/>
          <p14:tracePt t="9865" x="1936750" y="2082800"/>
          <p14:tracePt t="9875" x="1936750" y="2095500"/>
          <p14:tracePt t="9881" x="1949450" y="2095500"/>
          <p14:tracePt t="9890" x="2009775" y="2106613"/>
          <p14:tracePt t="9898" x="2070100" y="2119313"/>
          <p14:tracePt t="9906" x="2205038" y="2168525"/>
          <p14:tracePt t="9914" x="2460625" y="2228850"/>
          <p14:tracePt t="9923" x="2971800" y="2327275"/>
          <p14:tracePt t="9931" x="3409950" y="2400300"/>
          <p14:tracePt t="9940" x="3678238" y="2436813"/>
          <p14:tracePt t="9948" x="4543425" y="2582863"/>
          <p14:tracePt t="9956" x="5224463" y="2703513"/>
          <p14:tracePt t="9964" x="5943600" y="2825750"/>
          <p14:tracePt t="9973" x="6662738" y="2960688"/>
          <p14:tracePt t="9981" x="7307263" y="3081338"/>
          <p14:tracePt t="9989" x="7831138" y="3203575"/>
          <p14:tracePt t="9998" x="8221663" y="3300413"/>
          <p14:tracePt t="10006" x="8526463" y="3362325"/>
          <p14:tracePt t="10014" x="8769350" y="3435350"/>
          <p14:tracePt t="10023" x="8951913" y="3484563"/>
          <p14:tracePt t="10031" x="9024938" y="3508375"/>
          <p14:tracePt t="10039" x="9037638" y="3508375"/>
          <p14:tracePt t="10047" x="9050338" y="3521075"/>
          <p14:tracePt t="10135" x="9050338" y="3532188"/>
          <p14:tracePt t="10142" x="9050338" y="3544888"/>
          <p14:tracePt t="10162" x="9061450" y="3544888"/>
          <p14:tracePt t="10275" x="9074150" y="3544888"/>
          <p14:tracePt t="10281" x="9086850" y="3544888"/>
          <p14:tracePt t="10287" x="9097963" y="3532188"/>
          <p14:tracePt t="10289" x="9110663" y="3532188"/>
          <p14:tracePt t="10298" x="9110663" y="3521075"/>
          <p14:tracePt t="10306" x="9134475" y="3508375"/>
          <p14:tracePt t="10314" x="9147175" y="3495675"/>
          <p14:tracePt t="10322" x="9170988" y="3471863"/>
          <p14:tracePt t="10331" x="9183688" y="3459163"/>
          <p14:tracePt t="10339" x="9196388" y="3448050"/>
          <p14:tracePt t="10348" x="9207500" y="3422650"/>
          <p14:tracePt t="10356" x="9220200" y="3386138"/>
          <p14:tracePt t="10364" x="9232900" y="3373438"/>
          <p14:tracePt t="10372" x="9244013" y="3349625"/>
          <p14:tracePt t="10381" x="9256713" y="3325813"/>
          <p14:tracePt t="10389" x="9269413" y="3289300"/>
          <p14:tracePt t="10400" x="9269413" y="3276600"/>
          <p14:tracePt t="10406" x="9269413" y="3263900"/>
          <p14:tracePt t="10414" x="9269413" y="3252788"/>
          <p14:tracePt t="10422" x="9269413" y="3240088"/>
          <p14:tracePt t="10431" x="9269413" y="3227388"/>
          <p14:tracePt t="10442" x="9269413" y="3216275"/>
          <p14:tracePt t="10456" x="9269413" y="3203575"/>
          <p14:tracePt t="10467" x="9269413" y="3190875"/>
          <p14:tracePt t="10469" x="9269413" y="3179763"/>
          <p14:tracePt t="10475" x="9269413" y="3167063"/>
          <p14:tracePt t="10481" x="9269413" y="3154363"/>
          <p14:tracePt t="10489" x="9269413" y="3143250"/>
          <p14:tracePt t="10497" x="9269413" y="3130550"/>
          <p14:tracePt t="10505" x="9269413" y="3106738"/>
          <p14:tracePt t="10514" x="9280525" y="3081338"/>
          <p14:tracePt t="10522" x="9280525" y="3057525"/>
          <p14:tracePt t="10530" x="9280525" y="3044825"/>
          <p14:tracePt t="10539" x="9280525" y="3021013"/>
          <p14:tracePt t="10547" x="9293225" y="3008313"/>
          <p14:tracePt t="10556" x="9293225" y="2984500"/>
          <p14:tracePt t="10564" x="9305925" y="2947988"/>
          <p14:tracePt t="10572" x="9305925" y="2924175"/>
          <p14:tracePt t="10581" x="9305925" y="2887663"/>
          <p14:tracePt t="10589" x="9317038" y="2862263"/>
          <p14:tracePt t="10597" x="9329738" y="2825750"/>
          <p14:tracePt t="10606" x="9342438" y="2801938"/>
          <p14:tracePt t="10614" x="9353550" y="2765425"/>
          <p14:tracePt t="10623" x="9366250" y="2740025"/>
          <p14:tracePt t="10623" x="9378950" y="2716213"/>
          <p14:tracePt t="10630" x="9378950" y="2692400"/>
          <p14:tracePt t="10639" x="9390063" y="2679700"/>
          <p14:tracePt t="10647" x="9390063" y="2655888"/>
          <p14:tracePt t="10656" x="9390063" y="2619375"/>
          <p14:tracePt t="10664" x="9390063" y="2593975"/>
          <p14:tracePt t="10672" x="9390063" y="2582863"/>
          <p14:tracePt t="10680" x="9390063" y="2557463"/>
          <p14:tracePt t="10689" x="9402763" y="2533650"/>
          <p14:tracePt t="10700" x="9402763" y="2520950"/>
          <p14:tracePt t="10705" x="9402763" y="2509838"/>
          <p14:tracePt t="10714" x="9402763" y="2497138"/>
          <p14:tracePt t="10735" x="9402763" y="2484438"/>
          <p14:tracePt t="10755" x="9402763" y="2473325"/>
          <p14:tracePt t="10802" x="9402763" y="2460625"/>
          <p14:tracePt t="10815" x="9402763" y="2447925"/>
          <p14:tracePt t="10831" x="9402763" y="2436813"/>
          <p14:tracePt t="10837" x="9390063" y="2436813"/>
          <p14:tracePt t="10857" x="9378950" y="2436813"/>
          <p14:tracePt t="10887" x="9378950" y="2424113"/>
          <p14:tracePt t="10935" x="9366250" y="2424113"/>
          <p14:tracePt t="10940" x="9366250" y="2411413"/>
          <p14:tracePt t="10997" x="9353550" y="2411413"/>
          <p14:tracePt t="11007" x="9342438" y="2411413"/>
          <p14:tracePt t="11009" x="9342438" y="2400300"/>
          <p14:tracePt t="11020" x="9342438" y="2387600"/>
          <p14:tracePt t="11022" x="9329738" y="2387600"/>
          <p14:tracePt t="11030" x="9317038" y="2374900"/>
          <p14:tracePt t="11038" x="9305925" y="2374900"/>
          <p14:tracePt t="11048" x="9305925" y="2363788"/>
          <p14:tracePt t="11068" x="9293225" y="2363788"/>
          <p14:tracePt t="11295" x="9280525" y="2363788"/>
          <p14:tracePt t="11337" x="9269413" y="2363788"/>
          <p14:tracePt t="11427" x="9256713" y="2363788"/>
          <p14:tracePt t="11442" x="9256713" y="2374900"/>
          <p14:tracePt t="11447" x="9244013" y="2374900"/>
          <p14:tracePt t="11460" x="9244013" y="2387600"/>
          <p14:tracePt t="11467" x="9244013" y="2400300"/>
          <p14:tracePt t="11480" x="9232900" y="2400300"/>
          <p14:tracePt t="11481" x="9232900" y="2411413"/>
          <p14:tracePt t="11495" x="9220200" y="2411413"/>
          <p14:tracePt t="11500" x="9220200" y="2424113"/>
          <p14:tracePt t="11542" x="9220200" y="2436813"/>
          <p14:tracePt t="11551" x="9207500" y="2436813"/>
          <p14:tracePt t="11563" x="9207500" y="2447925"/>
          <p14:tracePt t="11570" x="9196388" y="2447925"/>
          <p14:tracePt t="11582" x="9196388" y="2460625"/>
          <p14:tracePt t="11587" x="9183688" y="2460625"/>
          <p14:tracePt t="11597" x="9183688" y="2473325"/>
          <p14:tracePt t="11602" x="9170988" y="2484438"/>
          <p14:tracePt t="11608" x="9159875" y="2497138"/>
          <p14:tracePt t="11620" x="9159875" y="2509838"/>
          <p14:tracePt t="11622" x="9159875" y="2520950"/>
          <p14:tracePt t="11630" x="9147175" y="2520950"/>
          <p14:tracePt t="11638" x="9134475" y="2546350"/>
          <p14:tracePt t="11647" x="9123363" y="2557463"/>
          <p14:tracePt t="11655" x="9123363" y="2570163"/>
          <p14:tracePt t="11663" x="9110663" y="2582863"/>
          <p14:tracePt t="11671" x="9097963" y="2606675"/>
          <p14:tracePt t="11680" x="9086850" y="2606675"/>
          <p14:tracePt t="11688" x="9074150" y="2619375"/>
          <p14:tracePt t="11696" x="9074150" y="2643188"/>
          <p14:tracePt t="11704" x="9061450" y="2655888"/>
          <p14:tracePt t="11713" x="9050338" y="2667000"/>
          <p14:tracePt t="11721" x="9037638" y="2679700"/>
          <p14:tracePt t="11730" x="9024938" y="2703513"/>
          <p14:tracePt t="11738" x="9013825" y="2703513"/>
          <p14:tracePt t="11746" x="9013825" y="2728913"/>
          <p14:tracePt t="11754" x="9001125" y="2728913"/>
          <p14:tracePt t="11763" x="8988425" y="2752725"/>
          <p14:tracePt t="11771" x="8988425" y="2765425"/>
          <p14:tracePt t="11782" x="8977313" y="2765425"/>
          <p14:tracePt t="11795" x="8977313" y="2776538"/>
          <p14:tracePt t="11807" x="8977313" y="2789238"/>
          <p14:tracePt t="11835" x="8977313" y="2801938"/>
          <p14:tracePt t="11847" x="8977313" y="2814638"/>
          <p14:tracePt t="11848" x="8964613" y="2814638"/>
          <p14:tracePt t="11855" x="8964613" y="2825750"/>
          <p14:tracePt t="11877" x="8964613" y="2838450"/>
          <p14:tracePt t="11888" x="8964613" y="2851150"/>
          <p14:tracePt t="11907" x="8964613" y="2862263"/>
          <p14:tracePt t="11908" x="8951913" y="2862263"/>
          <p14:tracePt t="11915" x="8951913" y="2874963"/>
          <p14:tracePt t="11928" x="8951913" y="2887663"/>
          <p14:tracePt t="11938" x="8951913" y="2898775"/>
          <p14:tracePt t="11947" x="8951913" y="2911475"/>
          <p14:tracePt t="11970" x="8951913" y="2924175"/>
          <p14:tracePt t="12002" x="8951913" y="2935288"/>
          <p14:tracePt t="12042" x="8951913" y="2947988"/>
          <p14:tracePt t="12050" x="8951913" y="2960688"/>
          <p14:tracePt t="12055" x="8951913" y="2971800"/>
          <p14:tracePt t="12068" x="8939213" y="2971800"/>
          <p14:tracePt t="12075" x="8939213" y="2984500"/>
          <p14:tracePt t="12082" x="8939213" y="2997200"/>
          <p14:tracePt t="12102" x="8939213" y="3008313"/>
          <p14:tracePt t="12107" x="8939213" y="3021013"/>
          <p14:tracePt t="12115" x="8939213" y="3033713"/>
          <p14:tracePt t="12128" x="8939213" y="3044825"/>
          <p14:tracePt t="12138" x="8939213" y="3057525"/>
          <p14:tracePt t="12155" x="8939213" y="3070225"/>
          <p14:tracePt t="12161" x="8939213" y="3081338"/>
          <p14:tracePt t="12167" x="8939213" y="3094038"/>
          <p14:tracePt t="12182" x="8939213" y="3106738"/>
          <p14:tracePt t="12188" x="8964613" y="3117850"/>
          <p14:tracePt t="12195" x="8964613" y="3130550"/>
          <p14:tracePt t="12202" x="8977313" y="3143250"/>
          <p14:tracePt t="12207" x="8977313" y="3154363"/>
          <p14:tracePt t="12212" x="8988425" y="3154363"/>
          <p14:tracePt t="12221" x="9001125" y="3167063"/>
          <p14:tracePt t="12229" x="9001125" y="3179763"/>
          <p14:tracePt t="12298" x="9013825" y="3179763"/>
          <p14:tracePt t="12307" x="9024938" y="3190875"/>
          <p14:tracePt t="12315" x="9024938" y="3203575"/>
          <p14:tracePt t="12322" x="9037638" y="3216275"/>
          <p14:tracePt t="12347" x="9050338" y="3216275"/>
          <p14:tracePt t="12482" x="9050338" y="3227388"/>
          <p14:tracePt t="12547" x="9050338" y="3240088"/>
          <p14:tracePt t="12567" x="9050338" y="3252788"/>
          <p14:tracePt t="12578" x="9050338" y="3263900"/>
          <p14:tracePt t="12595" x="9050338" y="3276600"/>
          <p14:tracePt t="12607" x="9050338" y="3289300"/>
          <p14:tracePt t="12615" x="9050338" y="3300413"/>
          <p14:tracePt t="12630" x="9037638" y="3313113"/>
          <p14:tracePt t="12642" x="9037638" y="3325813"/>
          <p14:tracePt t="12662" x="9037638" y="3336925"/>
          <p14:tracePt t="12668" x="9037638" y="3349625"/>
          <p14:tracePt t="12675" x="9037638" y="3362325"/>
          <p14:tracePt t="12687" x="9037638" y="3373438"/>
          <p14:tracePt t="12696" x="9037638" y="3386138"/>
          <p14:tracePt t="12701" x="9024938" y="3398838"/>
          <p14:tracePt t="12707" x="9024938" y="3409950"/>
          <p14:tracePt t="12716" x="9024938" y="3422650"/>
          <p14:tracePt t="12721" x="9024938" y="3435350"/>
          <p14:tracePt t="12729" x="9024938" y="3448050"/>
          <p14:tracePt t="12740" x="9024938" y="3459163"/>
          <p14:tracePt t="12745" x="9024938" y="3471863"/>
          <p14:tracePt t="12754" x="9024938" y="3484563"/>
          <p14:tracePt t="12762" x="9024938" y="3508375"/>
          <p14:tracePt t="12775" x="9024938" y="3532188"/>
          <p14:tracePt t="12780" x="9024938" y="3544888"/>
          <p14:tracePt t="12787" x="9037638" y="3557588"/>
          <p14:tracePt t="12795" x="9037638" y="3568700"/>
          <p14:tracePt t="12803" x="9037638" y="3581400"/>
          <p14:tracePt t="12812" x="9050338" y="3605213"/>
          <p14:tracePt t="12821" x="9061450" y="3617913"/>
          <p14:tracePt t="12829" x="9061450" y="3630613"/>
          <p14:tracePt t="12837" x="9061450" y="3654425"/>
          <p14:tracePt t="12845" x="9061450" y="3667125"/>
          <p14:tracePt t="12853" x="9061450" y="3678238"/>
          <p14:tracePt t="12862" x="9074150" y="3690938"/>
          <p14:tracePt t="12870" x="9086850" y="3714750"/>
          <p14:tracePt t="12878" x="9086850" y="3727450"/>
          <p14:tracePt t="12887" x="9086850" y="3740150"/>
          <p14:tracePt t="12895" x="9086850" y="3751263"/>
          <p14:tracePt t="12903" x="9097963" y="3787775"/>
          <p14:tracePt t="12912" x="9110663" y="3800475"/>
          <p14:tracePt t="12920" x="9110663" y="3813175"/>
          <p14:tracePt t="12928" x="9110663" y="3824288"/>
          <p14:tracePt t="12936" x="9123363" y="3836988"/>
          <p14:tracePt t="12945" x="9123363" y="3849688"/>
          <p14:tracePt t="12953" x="9134475" y="3849688"/>
          <p14:tracePt t="12962" x="9134475" y="3860800"/>
          <p14:tracePt t="12975" x="9134475" y="3873500"/>
          <p14:tracePt t="12987" x="9147175" y="3886200"/>
          <p14:tracePt t="13003" x="9147175" y="3897313"/>
          <p14:tracePt t="13007" x="9147175" y="3910013"/>
          <p14:tracePt t="13012" x="9159875" y="3910013"/>
          <p14:tracePt t="13021" x="9170988" y="3922713"/>
          <p14:tracePt t="13028" x="9170988" y="3933825"/>
          <p14:tracePt t="13037" x="9183688" y="3946525"/>
          <p14:tracePt t="13045" x="9196388" y="3959225"/>
          <p14:tracePt t="13053" x="9207500" y="3970338"/>
          <p14:tracePt t="13061" x="9220200" y="3970338"/>
          <p14:tracePt t="13070" x="9232900" y="3983038"/>
          <p14:tracePt t="13078" x="9232900" y="3995738"/>
          <p14:tracePt t="13087" x="9244013" y="3995738"/>
          <p14:tracePt t="13095" x="9256713" y="3995738"/>
          <p14:tracePt t="13103" x="9269413" y="4006850"/>
          <p14:tracePt t="13147" x="9280525" y="4006850"/>
          <p14:tracePt t="13157" x="9293225" y="4019550"/>
          <p14:tracePt t="13167" x="9305925" y="4019550"/>
          <p14:tracePt t="13168" x="9317038" y="4019550"/>
          <p14:tracePt t="13177" x="9329738" y="4019550"/>
          <p14:tracePt t="13187" x="9342438" y="4019550"/>
          <p14:tracePt t="13190" x="9342438" y="4032250"/>
          <p14:tracePt t="13195" x="9353550" y="4032250"/>
          <p14:tracePt t="13207" x="9366250" y="4032250"/>
          <p14:tracePt t="13217" x="9378950" y="4032250"/>
          <p14:tracePt t="13237" x="9390063" y="4032250"/>
          <p14:tracePt t="13267" x="9402763" y="4032250"/>
          <p14:tracePt t="13275" x="9415463" y="4032250"/>
          <p14:tracePt t="13287" x="9426575" y="4032250"/>
          <p14:tracePt t="13295" x="9439275" y="4032250"/>
          <p14:tracePt t="13300" x="9451975" y="4032250"/>
          <p14:tracePt t="13308" x="9463088" y="4032250"/>
          <p14:tracePt t="13320" x="9475788" y="4032250"/>
          <p14:tracePt t="13327" x="9488488" y="4032250"/>
          <p14:tracePt t="13337" x="9499600" y="4019550"/>
          <p14:tracePt t="13357" x="9512300" y="4019550"/>
          <p14:tracePt t="13370" x="9512300" y="4006850"/>
          <p14:tracePt t="13375" x="9525000" y="4006850"/>
          <p14:tracePt t="13395" x="9536113" y="4006850"/>
          <p14:tracePt t="13407" x="9548813" y="4006850"/>
          <p14:tracePt t="13408" x="9548813" y="3995738"/>
          <p14:tracePt t="13416" x="9561513" y="3983038"/>
          <p14:tracePt t="13421" x="9572625" y="3983038"/>
          <p14:tracePt t="13428" x="9598025" y="3970338"/>
          <p14:tracePt t="13429" x="9598025" y="3959225"/>
          <p14:tracePt t="13436" x="9609138" y="3946525"/>
          <p14:tracePt t="13444" x="9634538" y="3933825"/>
          <p14:tracePt t="13453" x="9645650" y="3922713"/>
          <p14:tracePt t="13461" x="9658350" y="3897313"/>
          <p14:tracePt t="13470" x="9671050" y="3886200"/>
          <p14:tracePt t="13487" x="9671050" y="3873500"/>
          <p14:tracePt t="13496" x="9683750" y="3860800"/>
          <p14:tracePt t="13501" x="9694863" y="3849688"/>
          <p14:tracePt t="13507" x="9694863" y="3836988"/>
          <p14:tracePt t="13511" x="9694863" y="3824288"/>
          <p14:tracePt t="13519" x="9694863" y="3813175"/>
          <p14:tracePt t="13528" x="9707563" y="3776663"/>
          <p14:tracePt t="13536" x="9720263" y="3763963"/>
          <p14:tracePt t="13544" x="9720263" y="3740150"/>
          <p14:tracePt t="13553" x="9731375" y="3727450"/>
          <p14:tracePt t="13561" x="9731375" y="3703638"/>
          <p14:tracePt t="13569" x="9744075" y="3690938"/>
          <p14:tracePt t="13578" x="9744075" y="3678238"/>
          <p14:tracePt t="13586" x="9744075" y="3667125"/>
          <p14:tracePt t="13594" x="9756775" y="3654425"/>
          <p14:tracePt t="13603" x="9756775" y="3630613"/>
          <p14:tracePt t="13611" x="9756775" y="3605213"/>
          <p14:tracePt t="13620" x="9756775" y="3594100"/>
          <p14:tracePt t="13627" x="9756775" y="3568700"/>
          <p14:tracePt t="13636" x="9756775" y="3532188"/>
          <p14:tracePt t="13644" x="9767888" y="3508375"/>
          <p14:tracePt t="13653" x="9767888" y="3484563"/>
          <p14:tracePt t="13661" x="9780588" y="3448050"/>
          <p14:tracePt t="13669" x="9793288" y="3398838"/>
          <p14:tracePt t="13678" x="9793288" y="3386138"/>
          <p14:tracePt t="13686" x="9793288" y="3349625"/>
          <p14:tracePt t="13694" x="9793288" y="3325813"/>
          <p14:tracePt t="13703" x="9793288" y="3289300"/>
          <p14:tracePt t="13711" x="9793288" y="3252788"/>
          <p14:tracePt t="13720" x="9793288" y="3227388"/>
          <p14:tracePt t="13728" x="9793288" y="3216275"/>
          <p14:tracePt t="13736" x="9793288" y="3190875"/>
          <p14:tracePt t="13744" x="9793288" y="3154363"/>
          <p14:tracePt t="13753" x="9793288" y="3117850"/>
          <p14:tracePt t="13761" x="9793288" y="3094038"/>
          <p14:tracePt t="13769" x="9780588" y="3070225"/>
          <p14:tracePt t="13777" x="9780588" y="3033713"/>
          <p14:tracePt t="13786" x="9767888" y="2997200"/>
          <p14:tracePt t="13794" x="9756775" y="2971800"/>
          <p14:tracePt t="13802" x="9756775" y="2947988"/>
          <p14:tracePt t="13811" x="9756775" y="2924175"/>
          <p14:tracePt t="13819" x="9744075" y="2924175"/>
          <p14:tracePt t="13827" x="9744075" y="2898775"/>
          <p14:tracePt t="13836" x="9744075" y="2887663"/>
          <p14:tracePt t="13844" x="9731375" y="2862263"/>
          <p14:tracePt t="13852" x="9731375" y="2851150"/>
          <p14:tracePt t="13861" x="9731375" y="2825750"/>
          <p14:tracePt t="13869" x="9731375" y="2801938"/>
          <p14:tracePt t="13877" x="9731375" y="2789238"/>
          <p14:tracePt t="13886" x="9731375" y="2765425"/>
          <p14:tracePt t="13894" x="9720263" y="2728913"/>
          <p14:tracePt t="13902" x="9707563" y="2703513"/>
          <p14:tracePt t="13910" x="9707563" y="2679700"/>
          <p14:tracePt t="13919" x="9707563" y="2667000"/>
          <p14:tracePt t="13927" x="9707563" y="2655888"/>
          <p14:tracePt t="13936" x="9694863" y="2630488"/>
          <p14:tracePt t="13948" x="9694863" y="2619375"/>
          <p14:tracePt t="13955" x="9694863" y="2606675"/>
          <p14:tracePt t="13970" x="9694863" y="2593975"/>
          <p14:tracePt t="13978" x="9683750" y="2593975"/>
          <p14:tracePt t="13982" x="9683750" y="2582863"/>
          <p14:tracePt t="14017" x="9683750" y="2570163"/>
          <p14:tracePt t="14062" x="9683750" y="2557463"/>
          <p14:tracePt t="14275" x="9683750" y="2546350"/>
          <p14:tracePt t="14302" x="9683750" y="2533650"/>
          <p14:tracePt t="14322" x="9683750" y="2520950"/>
          <p14:tracePt t="14337" x="9683750" y="2509838"/>
          <p14:tracePt t="14367" x="9683750" y="2497138"/>
          <p14:tracePt t="14390" x="9683750" y="2484438"/>
          <p14:tracePt t="14427" x="9683750" y="2473325"/>
          <p14:tracePt t="14437" x="9683750" y="2460625"/>
          <p14:tracePt t="14450" x="9683750" y="2447925"/>
          <p14:tracePt t="14535" x="9683750" y="2436813"/>
          <p14:tracePt t="14562" x="9683750" y="2424113"/>
          <p14:tracePt t="14630" x="9671050" y="2424113"/>
          <p14:tracePt t="14757" x="9658350" y="2424113"/>
          <p14:tracePt t="14795" x="9645650" y="2424113"/>
          <p14:tracePt t="14890" x="9634538" y="2424113"/>
          <p14:tracePt t="16807" x="9621838" y="2424113"/>
          <p14:tracePt t="16816" x="9609138" y="2424113"/>
          <p14:tracePt t="16820" x="9598025" y="2436813"/>
          <p14:tracePt t="16827" x="9598025" y="2447925"/>
          <p14:tracePt t="16833" x="9585325" y="2460625"/>
          <p14:tracePt t="16841" x="9572625" y="2484438"/>
          <p14:tracePt t="16850" x="9561513" y="2509838"/>
          <p14:tracePt t="16858" x="9548813" y="2520950"/>
          <p14:tracePt t="16866" x="9536113" y="2533650"/>
          <p14:tracePt t="16875" x="9536113" y="2546350"/>
          <p14:tracePt t="16883" x="9536113" y="2570163"/>
          <p14:tracePt t="16891" x="9525000" y="2593975"/>
          <p14:tracePt t="16900" x="9512300" y="2619375"/>
          <p14:tracePt t="16908" x="9512300" y="2630488"/>
          <p14:tracePt t="16916" x="9499600" y="2643188"/>
          <p14:tracePt t="16925" x="9499600" y="2655888"/>
          <p14:tracePt t="16933" x="9499600" y="2667000"/>
          <p14:tracePt t="16941" x="9488488" y="2679700"/>
          <p14:tracePt t="16949" x="9488488" y="2692400"/>
          <p14:tracePt t="16958" x="9475788" y="2703513"/>
          <p14:tracePt t="16966" x="9475788" y="2716213"/>
          <p14:tracePt t="16975" x="9475788" y="2728913"/>
          <p14:tracePt t="16983" x="9475788" y="2752725"/>
          <p14:tracePt t="16991" x="9463088" y="2752725"/>
          <p14:tracePt t="16999" x="9463088" y="2765425"/>
          <p14:tracePt t="17008" x="9451975" y="2776538"/>
          <p14:tracePt t="17016" x="9451975" y="2801938"/>
          <p14:tracePt t="17024" x="9451975" y="2814638"/>
          <p14:tracePt t="17033" x="9451975" y="2825750"/>
          <p14:tracePt t="17041" x="9439275" y="2838450"/>
          <p14:tracePt t="17049" x="9439275" y="2874963"/>
          <p14:tracePt t="17060" x="9426575" y="2887663"/>
          <p14:tracePt t="17066" x="9426575" y="2898775"/>
          <p14:tracePt t="17074" x="9426575" y="2911475"/>
          <p14:tracePt t="17083" x="9415463" y="2935288"/>
          <p14:tracePt t="17091" x="9415463" y="2960688"/>
          <p14:tracePt t="17099" x="9415463" y="2971800"/>
          <p14:tracePt t="17108" x="9415463" y="3021013"/>
          <p14:tracePt t="17116" x="9415463" y="3033713"/>
          <p14:tracePt t="17124" x="9402763" y="3070225"/>
          <p14:tracePt t="17133" x="9402763" y="3106738"/>
          <p14:tracePt t="17141" x="9402763" y="3143250"/>
          <p14:tracePt t="17142" x="9402763" y="3154363"/>
          <p14:tracePt t="17149" x="9390063" y="3190875"/>
          <p14:tracePt t="17158" x="9390063" y="3203575"/>
          <p14:tracePt t="17166" x="9390063" y="3252788"/>
          <p14:tracePt t="17174" x="9390063" y="3289300"/>
          <p14:tracePt t="17183" x="9378950" y="3362325"/>
          <p14:tracePt t="17191" x="9378950" y="3398838"/>
          <p14:tracePt t="17199" x="9378950" y="3435350"/>
          <p14:tracePt t="17207" x="9366250" y="3471863"/>
          <p14:tracePt t="17216" x="9366250" y="3521075"/>
          <p14:tracePt t="17224" x="9366250" y="3557588"/>
          <p14:tracePt t="17233" x="9366250" y="3581400"/>
          <p14:tracePt t="17241" x="9366250" y="3605213"/>
          <p14:tracePt t="17249" x="9366250" y="3630613"/>
          <p14:tracePt t="17257" x="9366250" y="3641725"/>
          <p14:tracePt t="17266" x="9366250" y="3654425"/>
          <p14:tracePt t="17274" x="9366250" y="3667125"/>
          <p14:tracePt t="17283" x="9366250" y="3690938"/>
          <p14:tracePt t="17291" x="9353550" y="3690938"/>
          <p14:tracePt t="17302" x="9353550" y="3703638"/>
          <p14:tracePt t="17310" x="9353550" y="3714750"/>
          <p14:tracePt t="17317" x="9353550" y="3727450"/>
          <p14:tracePt t="17327" x="9342438" y="3727450"/>
          <p14:tracePt t="17332" x="9342438" y="3740150"/>
          <p14:tracePt t="17341" x="9329738" y="3751263"/>
          <p14:tracePt t="17349" x="9317038" y="3776663"/>
          <p14:tracePt t="17357" x="9305925" y="3787775"/>
          <p14:tracePt t="17366" x="9293225" y="3787775"/>
          <p14:tracePt t="17374" x="9269413" y="3813175"/>
          <p14:tracePt t="17382" x="9232900" y="3824288"/>
          <p14:tracePt t="17391" x="9183688" y="3836988"/>
          <p14:tracePt t="17399" x="9170988" y="3836988"/>
          <p14:tracePt t="17407" x="9097963" y="3849688"/>
          <p14:tracePt t="17416" x="9001125" y="3849688"/>
          <p14:tracePt t="17424" x="8939213" y="3860800"/>
          <p14:tracePt t="17432" x="8891588" y="3860800"/>
          <p14:tracePt t="17441" x="8829675" y="3860800"/>
          <p14:tracePt t="17449" x="8720138" y="3860800"/>
          <p14:tracePt t="17457" x="8696325" y="3860800"/>
          <p14:tracePt t="17466" x="8623300" y="3860800"/>
          <p14:tracePt t="17474" x="8599488" y="3860800"/>
          <p14:tracePt t="17482" x="8574088" y="3860800"/>
          <p14:tracePt t="17655" x="8562975" y="3860800"/>
          <p14:tracePt t="17660" x="8550275" y="3860800"/>
          <p14:tracePt t="17665" x="8550275" y="3873500"/>
          <p14:tracePt t="17674" x="8526463" y="3873500"/>
          <p14:tracePt t="17682" x="8489950" y="3897313"/>
          <p14:tracePt t="17691" x="8464550" y="3897313"/>
          <p14:tracePt t="17699" x="8440738" y="3910013"/>
          <p14:tracePt t="17707" x="8391525" y="3933825"/>
          <p14:tracePt t="17715" x="8331200" y="3959225"/>
          <p14:tracePt t="17724" x="8245475" y="3983038"/>
          <p14:tracePt t="17732" x="8185150" y="3995738"/>
          <p14:tracePt t="17740" x="8135938" y="4006850"/>
          <p14:tracePt t="17749" x="7893050" y="4056063"/>
          <p14:tracePt t="17757" x="7807325" y="4068763"/>
          <p14:tracePt t="17766" x="7661275" y="4081463"/>
          <p14:tracePt t="17774" x="7539038" y="4092575"/>
          <p14:tracePt t="17782" x="7343775" y="4092575"/>
          <p14:tracePt t="17790" x="7259638" y="4092575"/>
          <p14:tracePt t="17799" x="7223125" y="4105275"/>
          <p14:tracePt t="17807" x="7161213" y="4105275"/>
          <p14:tracePt t="17815" x="7088188" y="4105275"/>
          <p14:tracePt t="17824" x="6991350" y="4117975"/>
          <p14:tracePt t="17832" x="6918325" y="4129088"/>
          <p14:tracePt t="17840" x="6881813" y="4129088"/>
          <p14:tracePt t="17849" x="6746875" y="4154488"/>
          <p14:tracePt t="17857" x="6589713" y="4178300"/>
          <p14:tracePt t="17865" x="6381750" y="4238625"/>
          <p14:tracePt t="17874" x="6040438" y="4324350"/>
          <p14:tracePt t="17882" x="5408613" y="4530725"/>
          <p14:tracePt t="17890" x="4921250" y="4824413"/>
          <p14:tracePt t="18080" x="4835525" y="4860925"/>
          <p14:tracePt t="18082" x="4762500" y="4860925"/>
          <p14:tracePt t="18091" x="4713288" y="4848225"/>
          <p14:tracePt t="18098" x="4652963" y="4762500"/>
          <p14:tracePt t="18107" x="4640263" y="4640263"/>
          <p14:tracePt t="18115" x="4640263" y="4494213"/>
          <p14:tracePt t="18124" x="4738688" y="4311650"/>
          <p14:tracePt t="18132" x="4738688" y="4287838"/>
          <p14:tracePt t="18141" x="4738688" y="4264025"/>
          <p14:tracePt t="18171" x="4738688" y="4251325"/>
          <p14:tracePt t="18208" x="4725988" y="4227513"/>
          <p14:tracePt t="18216" x="4713288" y="4214813"/>
          <p14:tracePt t="18220" x="4702175" y="4214813"/>
          <p14:tracePt t="18223" x="4689475" y="4191000"/>
          <p14:tracePt t="18232" x="4665663" y="4178300"/>
          <p14:tracePt t="18240" x="4665663" y="4165600"/>
          <p14:tracePt t="18248" x="4616450" y="4129088"/>
          <p14:tracePt t="18257" x="4579938" y="4092575"/>
          <p14:tracePt t="18265" x="4554538" y="4081463"/>
          <p14:tracePt t="18273" x="4518025" y="4056063"/>
          <p14:tracePt t="18281" x="4481513" y="4043363"/>
          <p14:tracePt t="18290" x="4445000" y="4019550"/>
          <p14:tracePt t="18298" x="4445000" y="4006850"/>
          <p14:tracePt t="18307" x="4421188" y="3995738"/>
          <p14:tracePt t="18315" x="4408488" y="3983038"/>
          <p14:tracePt t="18323" x="4384675" y="3946525"/>
          <p14:tracePt t="18331" x="4348163" y="3897313"/>
          <p14:tracePt t="18340" x="4311650" y="3860800"/>
          <p14:tracePt t="18348" x="4275138" y="3813175"/>
          <p14:tracePt t="18356" x="4238625" y="3776663"/>
          <p14:tracePt t="18365" x="4202113" y="3727450"/>
          <p14:tracePt t="18373" x="4152900" y="3690938"/>
          <p14:tracePt t="18382" x="4141788" y="3667125"/>
          <p14:tracePt t="18390" x="4068763" y="3581400"/>
          <p14:tracePt t="18398" x="4043363" y="3557588"/>
          <p14:tracePt t="18406" x="4043363" y="3521075"/>
          <p14:tracePt t="18415" x="4019550" y="3495675"/>
          <p14:tracePt t="18423" x="4006850" y="3448050"/>
          <p14:tracePt t="18431" x="3983038" y="3386138"/>
          <p14:tracePt t="18440" x="3970338" y="3386138"/>
          <p14:tracePt t="18448" x="3946525" y="3300413"/>
          <p14:tracePt t="18457" x="3946525" y="3252788"/>
          <p14:tracePt t="18465" x="3933825" y="3216275"/>
          <p14:tracePt t="18473" x="3921125" y="3167063"/>
          <p14:tracePt t="18481" x="3910013" y="3106738"/>
          <p14:tracePt t="18490" x="3884613" y="3021013"/>
          <p14:tracePt t="18498" x="3884613" y="3008313"/>
          <p14:tracePt t="18506" x="3873500" y="2960688"/>
          <p14:tracePt t="18515" x="3860800" y="2911475"/>
          <p14:tracePt t="18523" x="3860800" y="2825750"/>
          <p14:tracePt t="18531" x="3860800" y="2765425"/>
          <p14:tracePt t="18540" x="3860800" y="2740025"/>
          <p14:tracePt t="18548" x="3860800" y="2643188"/>
          <p14:tracePt t="18556" x="3848100" y="2593975"/>
          <p14:tracePt t="18565" x="3848100" y="2546350"/>
          <p14:tracePt t="18573" x="3848100" y="2509838"/>
          <p14:tracePt t="18581" x="3848100" y="2473325"/>
          <p14:tracePt t="18590" x="3836988" y="2400300"/>
          <p14:tracePt t="18598" x="3836988" y="2374900"/>
          <p14:tracePt t="18606" x="3836988" y="2338388"/>
          <p14:tracePt t="18615" x="3824288" y="2301875"/>
          <p14:tracePt t="18623" x="3811588" y="2254250"/>
          <p14:tracePt t="18631" x="3811588" y="2228850"/>
          <p14:tracePt t="18640" x="3811588" y="2205038"/>
          <p14:tracePt t="18648" x="3811588" y="2168525"/>
          <p14:tracePt t="18656" x="3811588" y="2143125"/>
          <p14:tracePt t="18665" x="3811588" y="2119313"/>
          <p14:tracePt t="18673" x="3811588" y="2095500"/>
          <p14:tracePt t="18681" x="3824288" y="2082800"/>
          <p14:tracePt t="18690" x="3824288" y="2058988"/>
          <p14:tracePt t="18698" x="3824288" y="2046288"/>
          <p14:tracePt t="18706" x="3824288" y="2033588"/>
          <p14:tracePt t="18714" x="3824288" y="2009775"/>
          <p14:tracePt t="18723" x="3836988" y="1985963"/>
          <p14:tracePt t="18731" x="3848100" y="1960563"/>
          <p14:tracePt t="18739" x="3848100" y="1949450"/>
          <p14:tracePt t="18748" x="3848100" y="1924050"/>
          <p14:tracePt t="18756" x="3848100" y="1912938"/>
          <p14:tracePt t="18764" x="3848100" y="1900238"/>
          <p14:tracePt t="18773" x="3848100" y="1887538"/>
          <p14:tracePt t="18787" x="3848100" y="1876425"/>
          <p14:tracePt t="18798" x="3848100" y="1863725"/>
          <p14:tracePt t="18810" x="3848100" y="1851025"/>
          <p14:tracePt t="18820" x="3860800" y="1851025"/>
          <p14:tracePt t="18821" x="3860800" y="1839913"/>
          <p14:tracePt t="18827" x="3873500" y="1827213"/>
          <p14:tracePt t="18835" x="3884613" y="1814513"/>
          <p14:tracePt t="18839" x="3884613" y="1803400"/>
          <p14:tracePt t="18848" x="3884613" y="1790700"/>
          <p14:tracePt t="18856" x="3897313" y="1778000"/>
          <p14:tracePt t="18864" x="3897313" y="1766888"/>
          <p14:tracePt t="19087" x="3910013" y="1766888"/>
          <p14:tracePt t="19095" x="3910013" y="1778000"/>
          <p14:tracePt t="19101" x="3921125" y="1790700"/>
          <p14:tracePt t="19107" x="3933825" y="1790700"/>
          <p14:tracePt t="19115" x="3946525" y="1803400"/>
          <p14:tracePt t="19127" x="3959225" y="1803400"/>
          <p14:tracePt t="19131" x="3970338" y="1814513"/>
          <p14:tracePt t="19149" x="3983038" y="1814513"/>
          <p14:tracePt t="19156" x="3995738" y="1814513"/>
          <p14:tracePt t="19162" x="4006850" y="1814513"/>
          <p14:tracePt t="19175" x="4019550" y="1814513"/>
          <p14:tracePt t="19180" x="4032250" y="1827213"/>
          <p14:tracePt t="19237" x="4043363" y="1827213"/>
          <p14:tracePt t="19248" x="4056063" y="1839913"/>
          <p14:tracePt t="19262" x="4068763" y="1839913"/>
          <p14:tracePt t="19267" x="4079875" y="1839913"/>
          <p14:tracePt t="19272" x="4092575" y="1839913"/>
          <p14:tracePt t="19281" x="4116388" y="1839913"/>
          <p14:tracePt t="19289" x="4129088" y="1839913"/>
          <p14:tracePt t="19297" x="4152900" y="1851025"/>
          <p14:tracePt t="19305" x="4165600" y="1851025"/>
          <p14:tracePt t="19314" x="4189413" y="1851025"/>
          <p14:tracePt t="19347" x="4202113" y="1851025"/>
          <p14:tracePt t="19377" x="4214813" y="1851025"/>
          <p14:tracePt t="19382" x="4225925" y="1851025"/>
          <p14:tracePt t="19389" x="4238625" y="1851025"/>
          <p14:tracePt t="19395" x="4262438" y="1851025"/>
          <p14:tracePt t="19401" x="4298950" y="1851025"/>
          <p14:tracePt t="19407" x="4311650" y="1851025"/>
          <p14:tracePt t="19414" x="4335463" y="1851025"/>
          <p14:tracePt t="19422" x="4408488" y="1851025"/>
          <p14:tracePt t="19430" x="4433888" y="1851025"/>
          <p14:tracePt t="19439" x="4457700" y="1851025"/>
          <p14:tracePt t="19447" x="4481513" y="1851025"/>
          <p14:tracePt t="19456" x="4494213" y="1851025"/>
          <p14:tracePt t="19464" x="4518025" y="1851025"/>
          <p14:tracePt t="19472" x="4530725" y="1851025"/>
          <p14:tracePt t="19482" x="4543425" y="1851025"/>
          <p14:tracePt t="19489" x="4567238" y="1851025"/>
          <p14:tracePt t="19501" x="4579938" y="1851025"/>
          <p14:tracePt t="19505" x="4591050" y="1851025"/>
          <p14:tracePt t="19514" x="4627563" y="1851025"/>
          <p14:tracePt t="19522" x="4676775" y="1851025"/>
          <p14:tracePt t="19530" x="4713288" y="1851025"/>
          <p14:tracePt t="19539" x="4738688" y="1851025"/>
          <p14:tracePt t="19547" x="4775200" y="1851025"/>
          <p14:tracePt t="19555" x="4786313" y="1863725"/>
          <p14:tracePt t="19564" x="4822825" y="1863725"/>
          <p14:tracePt t="19572" x="4835525" y="1863725"/>
          <p14:tracePt t="19580" x="4859338" y="1863725"/>
          <p14:tracePt t="19589" x="4884738" y="1863725"/>
          <p14:tracePt t="19597" x="4895850" y="1863725"/>
          <p14:tracePt t="19607" x="4908550" y="1863725"/>
          <p14:tracePt t="19614" x="4921250" y="1863725"/>
          <p14:tracePt t="19622" x="4968875" y="1876425"/>
          <p14:tracePt t="19630" x="5005388" y="1876425"/>
          <p14:tracePt t="19639" x="5018088" y="1876425"/>
          <p14:tracePt t="19647" x="5078413" y="1876425"/>
          <p14:tracePt t="19648" x="5091113" y="1876425"/>
          <p14:tracePt t="19648" x="5127625" y="1876425"/>
          <p14:tracePt t="19656" x="5164138" y="1876425"/>
          <p14:tracePt t="19664" x="5224463" y="1876425"/>
          <p14:tracePt t="19672" x="5286375" y="1876425"/>
          <p14:tracePt t="19680" x="5310188" y="1876425"/>
          <p14:tracePt t="19689" x="5383213" y="1876425"/>
          <p14:tracePt t="19697" x="5408613" y="1876425"/>
          <p14:tracePt t="19705" x="5432425" y="1876425"/>
          <p14:tracePt t="20708" x="5445125" y="1876425"/>
          <p14:tracePt t="20715" x="5456238" y="1876425"/>
          <p14:tracePt t="20722" x="5468938" y="1876425"/>
          <p14:tracePt t="20728" x="5492750" y="1876425"/>
          <p14:tracePt t="20735" x="5518150" y="1876425"/>
          <p14:tracePt t="20740" x="5529263" y="1876425"/>
          <p14:tracePt t="20746" x="5554663" y="1887538"/>
          <p14:tracePt t="20754" x="5578475" y="1887538"/>
          <p14:tracePt t="20763" x="5627688" y="1912938"/>
          <p14:tracePt t="20771" x="5651500" y="1912938"/>
          <p14:tracePt t="20779" x="5664200" y="1912938"/>
          <p14:tracePt t="20787" x="5688013" y="1924050"/>
          <p14:tracePt t="20796" x="5711825" y="1949450"/>
          <p14:tracePt t="20807" x="5737225" y="1949450"/>
          <p14:tracePt t="20815" x="5748338" y="1960563"/>
          <p14:tracePt t="20821" x="5761038" y="1973263"/>
          <p14:tracePt t="20829" x="5810250" y="2009775"/>
          <p14:tracePt t="20837" x="5821363" y="2022475"/>
          <p14:tracePt t="20846" x="5857875" y="2033588"/>
          <p14:tracePt t="20854" x="5907088" y="2070100"/>
          <p14:tracePt t="20862" x="5943600" y="2095500"/>
          <p14:tracePt t="20871" x="5980113" y="2106613"/>
          <p14:tracePt t="20879" x="6003925" y="2119313"/>
          <p14:tracePt t="20887" x="6016625" y="2119313"/>
          <p14:tracePt t="20896" x="6040438" y="2132013"/>
          <p14:tracePt t="20904" x="6076950" y="2143125"/>
          <p14:tracePt t="20912" x="6115050" y="2143125"/>
          <p14:tracePt t="20921" x="6138863" y="2155825"/>
          <p14:tracePt t="20929" x="6175375" y="2155825"/>
          <p14:tracePt t="20938" x="6175375" y="2168525"/>
          <p14:tracePt t="20946" x="6211888" y="2168525"/>
          <p14:tracePt t="20954" x="6224588" y="2168525"/>
          <p14:tracePt t="20962" x="6248400" y="2168525"/>
          <p14:tracePt t="20970" x="6261100" y="2168525"/>
          <p14:tracePt t="20979" x="6272213" y="2179638"/>
          <p14:tracePt t="21002" x="6284913" y="2179638"/>
          <p14:tracePt t="21035" x="6284913" y="2192338"/>
          <p14:tracePt t="21041" x="6297613" y="2192338"/>
          <p14:tracePt t="21047" x="6308725" y="2192338"/>
          <p14:tracePt t="21054" x="6321425" y="2192338"/>
          <p14:tracePt t="21062" x="6357938" y="2192338"/>
          <p14:tracePt t="21071" x="6381750" y="2205038"/>
          <p14:tracePt t="21079" x="6394450" y="2205038"/>
          <p14:tracePt t="21088" x="6407150" y="2205038"/>
          <p14:tracePt t="21095" x="6430963" y="2205038"/>
          <p14:tracePt t="21104" x="6443663" y="2205038"/>
          <p14:tracePt t="21112" x="6454775" y="2205038"/>
          <p14:tracePt t="21121" x="6467475" y="2205038"/>
          <p14:tracePt t="21157" x="6480175" y="2205038"/>
          <p14:tracePt t="21163" x="6491288" y="2205038"/>
          <p14:tracePt t="21182" x="6491288" y="2217738"/>
          <p14:tracePt t="21188" x="6503988" y="2217738"/>
          <p14:tracePt t="22118" x="6503988" y="2228850"/>
          <p14:tracePt t="22135" x="6491288" y="2228850"/>
          <p14:tracePt t="22142" x="6480175" y="2241550"/>
          <p14:tracePt t="22155" x="6467475" y="2241550"/>
          <p14:tracePt t="22157" x="6467475" y="2254250"/>
          <p14:tracePt t="22171" x="6454775" y="2254250"/>
          <p14:tracePt t="22608" x="6443663" y="2254250"/>
          <p14:tracePt t="22615" x="6430963" y="2254250"/>
          <p14:tracePt t="22622" x="6430963" y="2265363"/>
          <p14:tracePt t="22628" x="6418263" y="2265363"/>
          <p14:tracePt t="22636" x="6418263" y="2278063"/>
          <p14:tracePt t="22647" x="6407150" y="2290763"/>
          <p14:tracePt t="22667" x="6394450" y="2290763"/>
          <p14:tracePt t="22687" x="6394450" y="2301875"/>
          <p14:tracePt t="22702" x="6394450" y="2314575"/>
          <p14:tracePt t="22708" x="6381750" y="2314575"/>
          <p14:tracePt t="22715" x="6381750" y="2338388"/>
          <p14:tracePt t="22720" x="6381750" y="2351088"/>
          <p14:tracePt t="22727" x="6370638" y="2351088"/>
          <p14:tracePt t="22736" x="6357938" y="2374900"/>
          <p14:tracePt t="22744" x="6357938" y="2387600"/>
          <p14:tracePt t="22752" x="6357938" y="2400300"/>
          <p14:tracePt t="22760" x="6357938" y="2411413"/>
          <p14:tracePt t="22769" x="6345238" y="2411413"/>
          <p14:tracePt t="22777" x="6345238" y="2424113"/>
          <p14:tracePt t="22786" x="6345238" y="2436813"/>
          <p14:tracePt t="22794" x="6345238" y="2447925"/>
          <p14:tracePt t="22802" x="6334125" y="2447925"/>
          <p14:tracePt t="22811" x="6334125" y="2460625"/>
          <p14:tracePt t="22819" x="6334125" y="2473325"/>
          <p14:tracePt t="22830" x="6334125" y="2484438"/>
          <p14:tracePt t="22836" x="6334125" y="2497138"/>
          <p14:tracePt t="22847" x="6321425" y="2509838"/>
          <p14:tracePt t="22852" x="6321425" y="2520950"/>
          <p14:tracePt t="22860" x="6321425" y="2533650"/>
          <p14:tracePt t="22869" x="6308725" y="2557463"/>
          <p14:tracePt t="22877" x="6308725" y="2570163"/>
          <p14:tracePt t="22886" x="6308725" y="2593975"/>
          <p14:tracePt t="22894" x="6297613" y="2619375"/>
          <p14:tracePt t="22902" x="6297613" y="2643188"/>
          <p14:tracePt t="22911" x="6297613" y="2679700"/>
          <p14:tracePt t="22919" x="6297613" y="2703513"/>
          <p14:tracePt t="22927" x="6297613" y="2728913"/>
          <p14:tracePt t="22935" x="6297613" y="2740025"/>
          <p14:tracePt t="22944" x="6297613" y="2776538"/>
          <p14:tracePt t="22952" x="6284913" y="2801938"/>
          <p14:tracePt t="22960" x="6284913" y="2814638"/>
          <p14:tracePt t="22969" x="6284913" y="2838450"/>
          <p14:tracePt t="22977" x="6284913" y="2851150"/>
          <p14:tracePt t="22985" x="6284913" y="2862263"/>
          <p14:tracePt t="22994" x="6284913" y="2887663"/>
          <p14:tracePt t="23002" x="6284913" y="2911475"/>
          <p14:tracePt t="23010" x="6284913" y="2924175"/>
          <p14:tracePt t="23019" x="6284913" y="2960688"/>
          <p14:tracePt t="23028" x="6284913" y="2971800"/>
          <p14:tracePt t="23035" x="6284913" y="2984500"/>
          <p14:tracePt t="23044" x="6272213" y="3021013"/>
          <p14:tracePt t="23052" x="6272213" y="3033713"/>
          <p14:tracePt t="23060" x="6272213" y="3057525"/>
          <p14:tracePt t="23069" x="6272213" y="3094038"/>
          <p14:tracePt t="23077" x="6272213" y="3117850"/>
          <p14:tracePt t="23085" x="6272213" y="3143250"/>
          <p14:tracePt t="23094" x="6272213" y="3167063"/>
          <p14:tracePt t="23102" x="6272213" y="3203575"/>
          <p14:tracePt t="23110" x="6272213" y="3227388"/>
          <p14:tracePt t="23119" x="6272213" y="3263900"/>
          <p14:tracePt t="23127" x="6272213" y="3276600"/>
          <p14:tracePt t="23135" x="6272213" y="3300413"/>
          <p14:tracePt t="23144" x="6272213" y="3336925"/>
          <p14:tracePt t="23152" x="6272213" y="3373438"/>
          <p14:tracePt t="23160" x="6272213" y="3398838"/>
          <p14:tracePt t="23168" x="6272213" y="3422650"/>
          <p14:tracePt t="23177" x="6272213" y="3435350"/>
          <p14:tracePt t="23185" x="6272213" y="3459163"/>
          <p14:tracePt t="23194" x="6272213" y="3484563"/>
          <p14:tracePt t="23202" x="6272213" y="3508375"/>
          <p14:tracePt t="23210" x="6272213" y="3544888"/>
          <p14:tracePt t="23219" x="6272213" y="3581400"/>
          <p14:tracePt t="23228" x="6272213" y="3605213"/>
          <p14:tracePt t="23228" x="6272213" y="3617913"/>
          <p14:tracePt t="23236" x="6272213" y="3641725"/>
          <p14:tracePt t="23244" x="6284913" y="3678238"/>
          <p14:tracePt t="23252" x="6284913" y="3703638"/>
          <p14:tracePt t="23260" x="6284913" y="3727450"/>
          <p14:tracePt t="23268" x="6308725" y="3787775"/>
          <p14:tracePt t="23277" x="6308725" y="3813175"/>
          <p14:tracePt t="23285" x="6308725" y="3849688"/>
          <p14:tracePt t="23294" x="6321425" y="3860800"/>
          <p14:tracePt t="23302" x="6334125" y="3873500"/>
          <p14:tracePt t="23310" x="6334125" y="3910013"/>
          <p14:tracePt t="23318" x="6345238" y="3910013"/>
          <p14:tracePt t="23327" x="6345238" y="3933825"/>
          <p14:tracePt t="23335" x="6357938" y="3946525"/>
          <p14:tracePt t="23343" x="6370638" y="3970338"/>
          <p14:tracePt t="23352" x="6370638" y="3995738"/>
          <p14:tracePt t="23360" x="6381750" y="4006850"/>
          <p14:tracePt t="23368" x="6394450" y="4032250"/>
          <p14:tracePt t="23377" x="6394450" y="4056063"/>
          <p14:tracePt t="23385" x="6407150" y="4068763"/>
          <p14:tracePt t="23393" x="6418263" y="4092575"/>
          <p14:tracePt t="23402" x="6430963" y="4117975"/>
          <p14:tracePt t="23410" x="6430963" y="4141788"/>
          <p14:tracePt t="23419" x="6443663" y="4165600"/>
          <p14:tracePt t="23427" x="6443663" y="4178300"/>
          <p14:tracePt t="23435" x="6454775" y="4178300"/>
          <p14:tracePt t="23443" x="6467475" y="4202113"/>
          <p14:tracePt t="23455" x="6467475" y="4214813"/>
          <p14:tracePt t="23497" x="6480175" y="4214813"/>
          <p14:tracePt t="23507" x="6491288" y="4214813"/>
          <p14:tracePt t="23515" x="6503988" y="4214813"/>
          <p14:tracePt t="23520" x="6516688" y="4214813"/>
          <p14:tracePt t="23521" x="6527800" y="4214813"/>
          <p14:tracePt t="23527" x="6553200" y="4214813"/>
          <p14:tracePt t="23535" x="6577013" y="4214813"/>
          <p14:tracePt t="23536" x="6589713" y="4214813"/>
          <p14:tracePt t="23543" x="6626225" y="4214813"/>
          <p14:tracePt t="23552" x="6673850" y="4214813"/>
          <p14:tracePt t="23560" x="6686550" y="4214813"/>
          <p14:tracePt t="23568" x="6735763" y="4214813"/>
          <p14:tracePt t="23577" x="6746875" y="4214813"/>
          <p14:tracePt t="23585" x="6772275" y="4214813"/>
          <p14:tracePt t="23593" x="6796088" y="4191000"/>
          <p14:tracePt t="23601" x="6821488" y="4178300"/>
          <p14:tracePt t="23610" x="6858000" y="4129088"/>
          <p14:tracePt t="23618" x="6894513" y="4081463"/>
          <p14:tracePt t="23626" x="6894513" y="4043363"/>
          <p14:tracePt t="23635" x="6918325" y="3995738"/>
          <p14:tracePt t="23643" x="6967538" y="3886200"/>
          <p14:tracePt t="23652" x="7004050" y="3787775"/>
          <p14:tracePt t="23660" x="7015163" y="3740150"/>
          <p14:tracePt t="23668" x="7051675" y="3630613"/>
          <p14:tracePt t="23676" x="7077075" y="3544888"/>
          <p14:tracePt t="23685" x="7088188" y="3484563"/>
          <p14:tracePt t="23693" x="7100888" y="3398838"/>
          <p14:tracePt t="23701" x="7100888" y="3336925"/>
          <p14:tracePt t="23710" x="7100888" y="3240088"/>
          <p14:tracePt t="23718" x="7100888" y="3190875"/>
          <p14:tracePt t="23726" x="7100888" y="3167063"/>
          <p14:tracePt t="23735" x="7100888" y="3117850"/>
          <p14:tracePt t="23743" x="7100888" y="3033713"/>
          <p14:tracePt t="23752" x="7100888" y="2971800"/>
          <p14:tracePt t="23760" x="7100888" y="2924175"/>
          <p14:tracePt t="23768" x="7100888" y="2874963"/>
          <p14:tracePt t="23776" x="7100888" y="2838450"/>
          <p14:tracePt t="23785" x="7088188" y="2814638"/>
          <p14:tracePt t="23793" x="7088188" y="2789238"/>
          <p14:tracePt t="23802" x="7077075" y="2776538"/>
          <p14:tracePt t="23810" x="7077075" y="2740025"/>
          <p14:tracePt t="23818" x="7064375" y="2716213"/>
          <p14:tracePt t="23826" x="7051675" y="2716213"/>
          <p14:tracePt t="23835" x="7040563" y="2679700"/>
          <p14:tracePt t="23843" x="7040563" y="2655888"/>
          <p14:tracePt t="23851" x="7040563" y="2643188"/>
          <p14:tracePt t="23860" x="7027863" y="2630488"/>
          <p14:tracePt t="23868" x="7015163" y="2593975"/>
          <p14:tracePt t="23876" x="7004050" y="2582863"/>
          <p14:tracePt t="23885" x="6991350" y="2533650"/>
          <p14:tracePt t="23893" x="6991350" y="2520950"/>
          <p14:tracePt t="23901" x="6978650" y="2497138"/>
          <p14:tracePt t="23910" x="6967538" y="2447925"/>
          <p14:tracePt t="23918" x="6954838" y="2424113"/>
          <p14:tracePt t="23926" x="6954838" y="2411413"/>
          <p14:tracePt t="23935" x="6942138" y="2387600"/>
          <p14:tracePt t="23943" x="6942138" y="2374900"/>
          <p14:tracePt t="23951" x="6931025" y="2363788"/>
          <p14:tracePt t="23975" x="6931025" y="2351088"/>
          <p14:tracePt t="23987" x="6931025" y="2338388"/>
          <p14:tracePt t="23997" x="6931025" y="2327275"/>
          <p14:tracePt t="24007" x="6918325" y="2327275"/>
          <p14:tracePt t="24030" x="6905625" y="2327275"/>
          <p14:tracePt t="24035" x="6905625" y="2314575"/>
          <p14:tracePt t="24057" x="6905625" y="2301875"/>
          <p14:tracePt t="24068" x="6894513" y="2301875"/>
          <p14:tracePt t="24075" x="6894513" y="2290763"/>
          <p14:tracePt t="24077" x="6881813" y="2290763"/>
          <p14:tracePt t="24090" x="6881813" y="2278063"/>
          <p14:tracePt t="24097" x="6869113" y="2278063"/>
          <p14:tracePt t="24250" x="6858000" y="2278063"/>
          <p14:tracePt t="24257" x="6845300" y="2278063"/>
          <p14:tracePt t="24277" x="6832600" y="2278063"/>
          <p14:tracePt t="24282" x="6832600" y="2265363"/>
          <p14:tracePt t="24287" x="6821488" y="2265363"/>
          <p14:tracePt t="24302" x="6808788" y="2265363"/>
          <p14:tracePt t="24307" x="6796088" y="2265363"/>
          <p14:tracePt t="24309" x="6783388" y="2265363"/>
          <p14:tracePt t="24322" x="6772275" y="2265363"/>
          <p14:tracePt t="24327" x="6759575" y="2265363"/>
          <p14:tracePt t="24347" x="6746875" y="2265363"/>
          <p14:tracePt t="24422" x="6735763" y="2265363"/>
          <p14:tracePt t="24430" x="6723063" y="2265363"/>
          <p14:tracePt t="24450" x="6710363" y="2265363"/>
          <p14:tracePt t="24455" x="6699250" y="2265363"/>
          <p14:tracePt t="24487" x="6686550" y="2265363"/>
          <p14:tracePt t="24495" x="6673850" y="2265363"/>
          <p14:tracePt t="24497" x="6662738" y="2265363"/>
          <p14:tracePt t="24537" x="6650038" y="2265363"/>
          <p14:tracePt t="24543" x="6637338" y="2254250"/>
          <p14:tracePt t="24549" x="6626225" y="2254250"/>
          <p14:tracePt t="24558" x="6613525" y="2254250"/>
          <p14:tracePt t="24562" x="6600825" y="2241550"/>
          <p14:tracePt t="24607" x="6589713" y="2241550"/>
          <p14:tracePt t="24627" x="6577013" y="2241550"/>
          <p14:tracePt t="24647" x="6564313" y="2241550"/>
          <p14:tracePt t="24655" x="6553200" y="2241550"/>
          <p14:tracePt t="24657" x="6540500" y="2241550"/>
          <p14:tracePt t="24670" x="6527800" y="2241550"/>
          <p14:tracePt t="24676" x="6516688" y="2241550"/>
          <p14:tracePt t="25395" x="6516688" y="2254250"/>
          <p14:tracePt t="25402" x="6516688" y="2265363"/>
          <p14:tracePt t="25407" x="6516688" y="2278063"/>
          <p14:tracePt t="25415" x="6516688" y="2290763"/>
          <p14:tracePt t="25422" x="6516688" y="2301875"/>
          <p14:tracePt t="25427" x="6516688" y="2314575"/>
          <p14:tracePt t="25435" x="6516688" y="2327275"/>
          <p14:tracePt t="25443" x="6516688" y="2338388"/>
          <p14:tracePt t="25450" x="6516688" y="2351088"/>
          <p14:tracePt t="25462" x="6516688" y="2363788"/>
          <p14:tracePt t="25470" x="6516688" y="2374900"/>
          <p14:tracePt t="25587" x="6516688" y="2387600"/>
          <p14:tracePt t="25678" x="6503988" y="2400300"/>
          <p14:tracePt t="25690" x="6503988" y="2411413"/>
          <p14:tracePt t="25708" x="6503988" y="2424113"/>
          <p14:tracePt t="25715" x="6491288" y="2424113"/>
          <p14:tracePt t="25717" x="6491288" y="2436813"/>
          <p14:tracePt t="25745" x="6491288" y="2447925"/>
          <p14:tracePt t="25762" x="6491288" y="2460625"/>
          <p14:tracePt t="25767" x="6480175" y="2460625"/>
          <p14:tracePt t="25776" x="6480175" y="2473325"/>
          <p14:tracePt t="25787" x="6480175" y="2484438"/>
          <p14:tracePt t="25788" x="6480175" y="2497138"/>
          <p14:tracePt t="25802" x="6467475" y="2509838"/>
          <p14:tracePt t="25810" x="6467475" y="2520950"/>
          <p14:tracePt t="25815" x="6454775" y="2533650"/>
          <p14:tracePt t="25827" x="6454775" y="2546350"/>
          <p14:tracePt t="25835" x="6454775" y="2557463"/>
          <p14:tracePt t="25843" x="6443663" y="2557463"/>
          <p14:tracePt t="25847" x="6443663" y="2570163"/>
          <p14:tracePt t="25849" x="6443663" y="2582863"/>
          <p14:tracePt t="25858" x="6430963" y="2582863"/>
          <p14:tracePt t="25866" x="6430963" y="2593975"/>
          <p14:tracePt t="25875" x="6430963" y="2619375"/>
          <p14:tracePt t="25887" x="6430963" y="2630488"/>
          <p14:tracePt t="25891" x="6430963" y="2643188"/>
          <p14:tracePt t="25899" x="6418263" y="2655888"/>
          <p14:tracePt t="25907" x="6418263" y="2679700"/>
          <p14:tracePt t="25916" x="6407150" y="2703513"/>
          <p14:tracePt t="25924" x="6407150" y="2716213"/>
          <p14:tracePt t="25933" x="6394450" y="2752725"/>
          <p14:tracePt t="25941" x="6394450" y="2776538"/>
          <p14:tracePt t="25949" x="6394450" y="2814638"/>
          <p14:tracePt t="25958" x="6394450" y="2825750"/>
          <p14:tracePt t="25966" x="6381750" y="2862263"/>
          <p14:tracePt t="25974" x="6381750" y="2898775"/>
          <p14:tracePt t="25982" x="6381750" y="2924175"/>
          <p14:tracePt t="25991" x="6381750" y="2960688"/>
          <p14:tracePt t="25999" x="6381750" y="2984500"/>
          <p14:tracePt t="26007" x="6381750" y="2997200"/>
          <p14:tracePt t="26016" x="6370638" y="3033713"/>
          <p14:tracePt t="26024" x="6370638" y="3057525"/>
          <p14:tracePt t="26033" x="6370638" y="3081338"/>
          <p14:tracePt t="26041" x="6370638" y="3094038"/>
          <p14:tracePt t="26049" x="6357938" y="3117850"/>
          <p14:tracePt t="26057" x="6357938" y="3143250"/>
          <p14:tracePt t="26066" x="6357938" y="3167063"/>
          <p14:tracePt t="26074" x="6357938" y="3179763"/>
          <p14:tracePt t="26083" x="6357938" y="3240088"/>
          <p14:tracePt t="26091" x="6357938" y="3263900"/>
          <p14:tracePt t="26099" x="6357938" y="3289300"/>
          <p14:tracePt t="26107" x="6357938" y="3336925"/>
          <p14:tracePt t="26116" x="6357938" y="3398838"/>
          <p14:tracePt t="26124" x="6357938" y="3435350"/>
          <p14:tracePt t="26132" x="6357938" y="3471863"/>
          <p14:tracePt t="26141" x="6357938" y="3495675"/>
          <p14:tracePt t="26149" x="6357938" y="3557588"/>
          <p14:tracePt t="26157" x="6357938" y="3568700"/>
          <p14:tracePt t="26166" x="6357938" y="3605213"/>
          <p14:tracePt t="26174" x="6357938" y="3630613"/>
          <p14:tracePt t="26182" x="6370638" y="3678238"/>
          <p14:tracePt t="26191" x="6370638" y="3714750"/>
          <p14:tracePt t="26199" x="6370638" y="3740150"/>
          <p14:tracePt t="26207" x="6381750" y="3776663"/>
          <p14:tracePt t="26216" x="6381750" y="3860800"/>
          <p14:tracePt t="26224" x="6394450" y="3897313"/>
          <p14:tracePt t="26232" x="6394450" y="3946525"/>
          <p14:tracePt t="26241" x="6394450" y="3983038"/>
          <p14:tracePt t="26249" x="6394450" y="4019550"/>
          <p14:tracePt t="26258" x="6394450" y="4032250"/>
          <p14:tracePt t="26266" x="6407150" y="4043363"/>
          <p14:tracePt t="26274" x="6407150" y="4068763"/>
          <p14:tracePt t="26282" x="6407150" y="4092575"/>
          <p14:tracePt t="26291" x="6407150" y="4129088"/>
          <p14:tracePt t="26299" x="6407150" y="4154488"/>
          <p14:tracePt t="26307" x="6407150" y="4165600"/>
          <p14:tracePt t="26316" x="6407150" y="4191000"/>
          <p14:tracePt t="26324" x="6418263" y="4251325"/>
          <p14:tracePt t="26332" x="6430963" y="4287838"/>
          <p14:tracePt t="26340" x="6430963" y="4311650"/>
          <p14:tracePt t="26349" x="6467475" y="4397375"/>
          <p14:tracePt t="26357" x="6480175" y="4410075"/>
          <p14:tracePt t="26366" x="6491288" y="4446588"/>
          <p14:tracePt t="26374" x="6503988" y="4470400"/>
          <p14:tracePt t="26382" x="6527800" y="4494213"/>
          <p14:tracePt t="26390" x="6540500" y="4519613"/>
          <p14:tracePt t="26399" x="6553200" y="4543425"/>
          <p14:tracePt t="26407" x="6553200" y="4556125"/>
          <p14:tracePt t="26415" x="6577013" y="4567238"/>
          <p14:tracePt t="26424" x="6600825" y="4592638"/>
          <p14:tracePt t="26432" x="6626225" y="4616450"/>
          <p14:tracePt t="26440" x="6637338" y="4616450"/>
          <p14:tracePt t="26449" x="6710363" y="4665663"/>
          <p14:tracePt t="26457" x="6735763" y="4665663"/>
          <p14:tracePt t="26465" x="6772275" y="4678363"/>
          <p14:tracePt t="26474" x="6832600" y="4689475"/>
          <p14:tracePt t="26482" x="6881813" y="4689475"/>
          <p14:tracePt t="26490" x="6918325" y="4689475"/>
          <p14:tracePt t="26499" x="6942138" y="4665663"/>
          <p14:tracePt t="26507" x="6967538" y="4629150"/>
          <p14:tracePt t="26515" x="7015163" y="4567238"/>
          <p14:tracePt t="26524" x="7064375" y="4483100"/>
          <p14:tracePt t="26532" x="7077075" y="4410075"/>
          <p14:tracePt t="26540" x="7088188" y="4373563"/>
          <p14:tracePt t="26549" x="7124700" y="4287838"/>
          <p14:tracePt t="26557" x="7124700" y="4264025"/>
          <p14:tracePt t="26565" x="7137400" y="4214813"/>
          <p14:tracePt t="26574" x="7161213" y="4165600"/>
          <p14:tracePt t="26582" x="7173913" y="4092575"/>
          <p14:tracePt t="26590" x="7186613" y="4019550"/>
          <p14:tracePt t="26599" x="7186613" y="3983038"/>
          <p14:tracePt t="26607" x="7197725" y="3897313"/>
          <p14:tracePt t="26616" x="7210425" y="3813175"/>
          <p14:tracePt t="26624" x="7223125" y="3678238"/>
          <p14:tracePt t="26632" x="7223125" y="3594100"/>
          <p14:tracePt t="26640" x="7223125" y="3557588"/>
          <p14:tracePt t="26649" x="7223125" y="3409950"/>
          <p14:tracePt t="26657" x="7223125" y="3373438"/>
          <p14:tracePt t="26665" x="7223125" y="3300413"/>
          <p14:tracePt t="26674" x="7223125" y="3240088"/>
          <p14:tracePt t="26682" x="7223125" y="3130550"/>
          <p14:tracePt t="26690" x="7223125" y="3044825"/>
          <p14:tracePt t="26699" x="7223125" y="3008313"/>
          <p14:tracePt t="26707" x="7223125" y="2924175"/>
          <p14:tracePt t="26708" x="7223125" y="2851150"/>
          <p14:tracePt t="26716" x="7223125" y="2801938"/>
          <p14:tracePt t="26724" x="7223125" y="2740025"/>
          <p14:tracePt t="26732" x="7210425" y="2667000"/>
          <p14:tracePt t="26740" x="7210425" y="2630488"/>
          <p14:tracePt t="26748" x="7197725" y="2570163"/>
          <p14:tracePt t="26757" x="7197725" y="2520950"/>
          <p14:tracePt t="26765" x="7197725" y="2473325"/>
          <p14:tracePt t="26773" x="7186613" y="2447925"/>
          <p14:tracePt t="26782" x="7186613" y="2411413"/>
          <p14:tracePt t="26790" x="7173913" y="2374900"/>
          <p14:tracePt t="26798" x="7173913" y="2363788"/>
          <p14:tracePt t="26807" x="7173913" y="2351088"/>
          <p14:tracePt t="26815" x="7173913" y="2338388"/>
          <p14:tracePt t="26824" x="7173913" y="2314575"/>
          <p14:tracePt t="26832" x="7173913" y="2301875"/>
          <p14:tracePt t="26840" x="7173913" y="2290763"/>
          <p14:tracePt t="26848" x="7161213" y="2265363"/>
          <p14:tracePt t="26857" x="7150100" y="2254250"/>
          <p14:tracePt t="26865" x="7137400" y="2228850"/>
          <p14:tracePt t="26873" x="7124700" y="2205038"/>
          <p14:tracePt t="26882" x="7100888" y="2179638"/>
          <p14:tracePt t="26890" x="7077075" y="2155825"/>
          <p14:tracePt t="26898" x="7077075" y="2143125"/>
          <p14:tracePt t="26907" x="7064375" y="2143125"/>
          <p14:tracePt t="26915" x="7064375" y="2132013"/>
          <p14:tracePt t="26930" x="7051675" y="2119313"/>
          <p14:tracePt t="26955" x="7040563" y="2119313"/>
          <p14:tracePt t="26967" x="7040563" y="2106613"/>
          <p14:tracePt t="26968" x="7027863" y="2106613"/>
          <p14:tracePt t="26977" x="7015163" y="2095500"/>
          <p14:tracePt t="26988" x="7004050" y="2095500"/>
          <p14:tracePt t="26997" x="6991350" y="2082800"/>
          <p14:tracePt t="27002" x="6978650" y="2082800"/>
          <p14:tracePt t="27008" x="6967538" y="2070100"/>
          <p14:tracePt t="27022" x="6954838" y="2058988"/>
          <p14:tracePt t="27067" x="6942138" y="2058988"/>
          <p14:tracePt t="28728" x="6942138" y="2070100"/>
          <p14:tracePt t="28735" x="6942138" y="2082800"/>
          <p14:tracePt t="28741" x="6942138" y="2106613"/>
          <p14:tracePt t="28748" x="6931025" y="2119313"/>
          <p14:tracePt t="28756" x="6931025" y="2132013"/>
          <p14:tracePt t="28763" x="6931025" y="2155825"/>
          <p14:tracePt t="28772" x="6931025" y="2179638"/>
          <p14:tracePt t="28780" x="6931025" y="2192338"/>
          <p14:tracePt t="28788" x="6931025" y="2205038"/>
          <p14:tracePt t="28796" x="6918325" y="2205038"/>
          <p14:tracePt t="28815" x="6918325" y="2217738"/>
          <p14:tracePt t="28847" x="6918325" y="2228850"/>
          <p14:tracePt t="29077" x="6905625" y="2228850"/>
          <p14:tracePt t="29079" x="6894513" y="2228850"/>
          <p14:tracePt t="29082" x="6894513" y="2217738"/>
          <p14:tracePt t="29088" x="6881813" y="2217738"/>
          <p14:tracePt t="29097" x="6869113" y="2217738"/>
          <p14:tracePt t="29107" x="6858000" y="2217738"/>
          <p14:tracePt t="29115" x="6845300" y="2217738"/>
          <p14:tracePt t="29122" x="6832600" y="2205038"/>
          <p14:tracePt t="29130" x="6821488" y="2205038"/>
          <p14:tracePt t="29138" x="6808788" y="2205038"/>
          <p14:tracePt t="29150" x="6796088" y="2205038"/>
          <p14:tracePt t="29155" x="6796088" y="2192338"/>
          <p14:tracePt t="29297" x="6783388" y="2192338"/>
          <p14:tracePt t="29307" x="6772275" y="2192338"/>
          <p14:tracePt t="29323" x="6759575" y="2192338"/>
          <p14:tracePt t="29328" x="6746875" y="2192338"/>
          <p14:tracePt t="29343" x="6735763" y="2192338"/>
          <p14:tracePt t="29350" x="6723063" y="2192338"/>
          <p14:tracePt t="29363" x="6710363" y="2192338"/>
          <p14:tracePt t="29377" x="6699250" y="2192338"/>
          <p14:tracePt t="29387" x="6686550" y="2192338"/>
          <p14:tracePt t="29397" x="6673850" y="2192338"/>
          <p14:tracePt t="29407" x="6662738" y="2192338"/>
          <p14:tracePt t="29408" x="6650038" y="2192338"/>
          <p14:tracePt t="29417" x="6637338" y="2192338"/>
          <p14:tracePt t="29422" x="6626225" y="2192338"/>
          <p14:tracePt t="29435" x="6613525" y="2192338"/>
          <p14:tracePt t="29442" x="6600825" y="2192338"/>
          <p14:tracePt t="29455" x="6589713" y="2192338"/>
          <p14:tracePt t="31290" x="6577013" y="2192338"/>
          <p14:tracePt t="31307" x="6577013" y="2205038"/>
          <p14:tracePt t="31328" x="6564313" y="2205038"/>
          <p14:tracePt t="31350" x="6564313" y="2217738"/>
          <p14:tracePt t="31362" x="6564313" y="2228850"/>
          <p14:tracePt t="31367" x="6553200" y="2228850"/>
          <p14:tracePt t="31376" x="6553200" y="2241550"/>
          <p14:tracePt t="31395" x="6540500" y="2241550"/>
          <p14:tracePt t="31417" x="6527800" y="2241550"/>
          <p14:tracePt t="31422" x="6527800" y="2254250"/>
          <p14:tracePt t="31428" x="6527800" y="2265363"/>
          <p14:tracePt t="31436" x="6516688" y="2265363"/>
          <p14:tracePt t="31444" x="6503988" y="2278063"/>
          <p14:tracePt t="31452" x="6503988" y="2301875"/>
          <p14:tracePt t="31461" x="6480175" y="2327275"/>
          <p14:tracePt t="31469" x="6467475" y="2351088"/>
          <p14:tracePt t="31478" x="6467475" y="2363788"/>
          <p14:tracePt t="31486" x="6454775" y="2374900"/>
          <p14:tracePt t="31494" x="6443663" y="2400300"/>
          <p14:tracePt t="31502" x="6430963" y="2411413"/>
          <p14:tracePt t="31511" x="6430963" y="2436813"/>
          <p14:tracePt t="31519" x="6430963" y="2447925"/>
          <p14:tracePt t="31527" x="6418263" y="2460625"/>
          <p14:tracePt t="31535" x="6407150" y="2509838"/>
          <p14:tracePt t="31544" x="6407150" y="2533650"/>
          <p14:tracePt t="31552" x="6394450" y="2582863"/>
          <p14:tracePt t="31561" x="6381750" y="2630488"/>
          <p14:tracePt t="31569" x="6357938" y="2703513"/>
          <p14:tracePt t="31577" x="6357938" y="2740025"/>
          <p14:tracePt t="31586" x="6345238" y="2776538"/>
          <p14:tracePt t="31594" x="6334125" y="2825750"/>
          <p14:tracePt t="31602" x="6334125" y="2887663"/>
          <p14:tracePt t="31611" x="6321425" y="2971800"/>
          <p14:tracePt t="31619" x="6321425" y="3021013"/>
          <p14:tracePt t="31627" x="6321425" y="3070225"/>
          <p14:tracePt t="31635" x="6308725" y="3154363"/>
          <p14:tracePt t="31644" x="6297613" y="3300413"/>
          <p14:tracePt t="31652" x="6284913" y="3373438"/>
          <p14:tracePt t="31661" x="6284913" y="3459163"/>
          <p14:tracePt t="31669" x="6284913" y="3557588"/>
          <p14:tracePt t="31677" x="6284913" y="3581400"/>
          <p14:tracePt t="31685" x="6272213" y="3654425"/>
          <p14:tracePt t="31694" x="6272213" y="3714750"/>
          <p14:tracePt t="31702" x="6272213" y="3776663"/>
          <p14:tracePt t="31710" x="6272213" y="3860800"/>
          <p14:tracePt t="31719" x="6272213" y="3933825"/>
          <p14:tracePt t="31727" x="6272213" y="3959225"/>
          <p14:tracePt t="31736" x="6284913" y="4032250"/>
          <p14:tracePt t="31744" x="6308725" y="4154488"/>
          <p14:tracePt t="31752" x="6321425" y="4227513"/>
          <p14:tracePt t="31760" x="6345238" y="4287838"/>
          <p14:tracePt t="31769" x="6381750" y="4397375"/>
          <p14:tracePt t="31777" x="6407150" y="4433888"/>
          <p14:tracePt t="31786" x="6418263" y="4494213"/>
          <p14:tracePt t="31794" x="6454775" y="4543425"/>
          <p14:tracePt t="31802" x="6480175" y="4592638"/>
          <p14:tracePt t="31810" x="6503988" y="4640263"/>
          <p14:tracePt t="31819" x="6516688" y="4652963"/>
          <p14:tracePt t="31827" x="6527800" y="4665663"/>
          <p14:tracePt t="31835" x="6540500" y="4678363"/>
          <p14:tracePt t="31844" x="6553200" y="4702175"/>
          <p14:tracePt t="31852" x="6577013" y="4714875"/>
          <p14:tracePt t="31860" x="6589713" y="4725988"/>
          <p14:tracePt t="31869" x="6613525" y="4751388"/>
          <p14:tracePt t="31877" x="6613525" y="4762500"/>
          <p14:tracePt t="31885" x="6637338" y="4775200"/>
          <p14:tracePt t="31894" x="6650038" y="4799013"/>
          <p14:tracePt t="31902" x="6673850" y="4811713"/>
          <p14:tracePt t="31903" x="6686550" y="4824413"/>
          <p14:tracePt t="31910" x="6699250" y="4835525"/>
          <p14:tracePt t="31919" x="6723063" y="4860925"/>
          <p14:tracePt t="31927" x="6735763" y="4860925"/>
          <p14:tracePt t="31935" x="6746875" y="4872038"/>
          <p14:tracePt t="31943" x="6783388" y="4884738"/>
          <p14:tracePt t="31952" x="6796088" y="4884738"/>
          <p14:tracePt t="31960" x="6821488" y="4897438"/>
          <p14:tracePt t="31968" x="6858000" y="4897438"/>
          <p14:tracePt t="31977" x="6894513" y="4897438"/>
          <p14:tracePt t="31985" x="6931025" y="4897438"/>
          <p14:tracePt t="31994" x="6978650" y="4897438"/>
          <p14:tracePt t="32002" x="7040563" y="4897438"/>
          <p14:tracePt t="32010" x="7113588" y="4860925"/>
          <p14:tracePt t="32019" x="7161213" y="4824413"/>
          <p14:tracePt t="32028" x="7186613" y="4787900"/>
          <p14:tracePt t="32029" x="7234238" y="4725988"/>
          <p14:tracePt t="32036" x="7259638" y="4689475"/>
          <p14:tracePt t="32043" x="7283450" y="4640263"/>
          <p14:tracePt t="32052" x="7307263" y="4567238"/>
          <p14:tracePt t="32060" x="7319963" y="4470400"/>
          <p14:tracePt t="32068" x="7343775" y="4384675"/>
          <p14:tracePt t="32077" x="7356475" y="4275138"/>
          <p14:tracePt t="32085" x="7369175" y="4165600"/>
          <p14:tracePt t="32093" x="7369175" y="4056063"/>
          <p14:tracePt t="32102" x="7369175" y="3922713"/>
          <p14:tracePt t="32110" x="7369175" y="3813175"/>
          <p14:tracePt t="32118" x="7369175" y="3763963"/>
          <p14:tracePt t="32127" x="7369175" y="3641725"/>
          <p14:tracePt t="32135" x="7369175" y="3557588"/>
          <p14:tracePt t="32143" x="7369175" y="3409950"/>
          <p14:tracePt t="32152" x="7369175" y="3349625"/>
          <p14:tracePt t="32160" x="7369175" y="3300413"/>
          <p14:tracePt t="32168" x="7369175" y="3240088"/>
          <p14:tracePt t="32177" x="7369175" y="3190875"/>
          <p14:tracePt t="32185" x="7369175" y="3143250"/>
          <p14:tracePt t="32193" x="7356475" y="3070225"/>
          <p14:tracePt t="32202" x="7343775" y="3008313"/>
          <p14:tracePt t="32210" x="7332663" y="2898775"/>
          <p14:tracePt t="32219" x="7307263" y="2814638"/>
          <p14:tracePt t="32227" x="7307263" y="2789238"/>
          <p14:tracePt t="32235" x="7283450" y="2716213"/>
          <p14:tracePt t="32243" x="7246938" y="2619375"/>
          <p14:tracePt t="32252" x="7234238" y="2570163"/>
          <p14:tracePt t="32260" x="7223125" y="2546350"/>
          <p14:tracePt t="32268" x="7186613" y="2509838"/>
          <p14:tracePt t="32277" x="7173913" y="2460625"/>
          <p14:tracePt t="32285" x="7150100" y="2447925"/>
          <p14:tracePt t="32293" x="7124700" y="2424113"/>
          <p14:tracePt t="32302" x="7088188" y="2374900"/>
          <p14:tracePt t="32310" x="7027863" y="2327275"/>
          <p14:tracePt t="32318" x="7004050" y="2314575"/>
          <p14:tracePt t="32327" x="6967538" y="2278063"/>
          <p14:tracePt t="32335" x="6942138" y="2265363"/>
          <p14:tracePt t="32343" x="6905625" y="2241550"/>
          <p14:tracePt t="32352" x="6881813" y="2205038"/>
          <p14:tracePt t="32360" x="6869113" y="2192338"/>
          <p14:tracePt t="32368" x="6832600" y="2168525"/>
          <p14:tracePt t="32377" x="6821488" y="2155825"/>
          <p14:tracePt t="32385" x="6808788" y="2143125"/>
          <p14:tracePt t="32393" x="6796088" y="2119313"/>
          <p14:tracePt t="32402" x="6783388" y="2106613"/>
          <p14:tracePt t="32410" x="6772275" y="2095500"/>
          <p14:tracePt t="32418" x="6759575" y="2095500"/>
          <p14:tracePt t="33868" x="6772275" y="2095500"/>
          <p14:tracePt t="33876" x="6783388" y="2095500"/>
          <p14:tracePt t="33877" x="6808788" y="2095500"/>
          <p14:tracePt t="33884" x="6845300" y="2095500"/>
          <p14:tracePt t="33892" x="6894513" y="2095500"/>
          <p14:tracePt t="33900" x="7004050" y="2095500"/>
          <p14:tracePt t="33908" x="7150100" y="2119313"/>
          <p14:tracePt t="33917" x="7392988" y="2119313"/>
          <p14:tracePt t="33925" x="7661275" y="2132013"/>
          <p14:tracePt t="33933" x="7966075" y="2143125"/>
          <p14:tracePt t="33942" x="8258175" y="2179638"/>
          <p14:tracePt t="33950" x="8562975" y="2228850"/>
          <p14:tracePt t="33958" x="8683625" y="2254250"/>
          <p14:tracePt t="33967" x="8732838" y="2265363"/>
          <p14:tracePt t="33975" x="8769350" y="2265363"/>
          <p14:tracePt t="34062" x="8782050" y="2265363"/>
          <p14:tracePt t="34117" x="8793163" y="2265363"/>
          <p14:tracePt t="34122" x="8805863" y="2265363"/>
          <p14:tracePt t="34133" x="8842375" y="2265363"/>
          <p14:tracePt t="34142" x="8891588" y="2265363"/>
          <p14:tracePt t="34150" x="8988425" y="2265363"/>
          <p14:tracePt t="34158" x="9037638" y="2265363"/>
          <p14:tracePt t="34176" x="9074150" y="2265363"/>
          <p14:tracePt t="34275" x="9086850" y="2265363"/>
          <p14:tracePt t="34317" x="9086850" y="2254250"/>
          <p14:tracePt t="34335" x="9086850" y="2241550"/>
          <p14:tracePt t="34337" x="9097963" y="2241550"/>
          <p14:tracePt t="34349" x="9097963" y="2228850"/>
          <p14:tracePt t="34358" x="9097963" y="2217738"/>
          <p14:tracePt t="34375" x="9097963" y="2205038"/>
          <p14:tracePt t="34377" x="9097963" y="2192338"/>
          <p14:tracePt t="34390" x="9097963" y="2179638"/>
          <p14:tracePt t="34402" x="9097963" y="2168525"/>
          <p14:tracePt t="34407" x="9097963" y="2155825"/>
          <p14:tracePt t="34422" x="9097963" y="2143125"/>
          <p14:tracePt t="34427" x="9097963" y="2132013"/>
          <p14:tracePt t="34435" x="9097963" y="2119313"/>
          <p14:tracePt t="34437" x="9097963" y="2106613"/>
          <p14:tracePt t="34442" x="9097963" y="2095500"/>
          <p14:tracePt t="34450" x="9097963" y="2070100"/>
          <p14:tracePt t="34458" x="9086850" y="2046288"/>
          <p14:tracePt t="34466" x="9086850" y="2022475"/>
          <p14:tracePt t="34475" x="9086850" y="2009775"/>
          <p14:tracePt t="34483" x="9074150" y="1960563"/>
          <p14:tracePt t="34491" x="9061450" y="1936750"/>
          <p14:tracePt t="34499" x="9050338" y="1912938"/>
          <p14:tracePt t="34508" x="9050338" y="1900238"/>
          <p14:tracePt t="34516" x="9050338" y="1876425"/>
          <p14:tracePt t="34524" x="9037638" y="1839913"/>
          <p14:tracePt t="34533" x="9037638" y="1814513"/>
          <p14:tracePt t="34541" x="9037638" y="1778000"/>
          <p14:tracePt t="34549" x="9037638" y="1730375"/>
          <p14:tracePt t="34558" x="9024938" y="1704975"/>
          <p14:tracePt t="34566" x="9024938" y="1693863"/>
          <p14:tracePt t="34575" x="9024938" y="1681163"/>
          <p14:tracePt t="34583" x="9013825" y="1681163"/>
          <p14:tracePt t="35137" x="9024938" y="1681163"/>
          <p14:tracePt t="35150" x="9037638" y="1681163"/>
          <p14:tracePt t="35267" x="9050338" y="1681163"/>
          <p14:tracePt t="35282" x="9061450" y="1681163"/>
          <p14:tracePt t="35310" x="9074150" y="1681163"/>
          <p14:tracePt t="35317" x="9086850" y="1681163"/>
          <p14:tracePt t="35330" x="9097963" y="1681163"/>
          <p14:tracePt t="35417" x="9110663" y="1681163"/>
          <p14:tracePt t="35422" x="9123363" y="1681163"/>
          <p14:tracePt t="35428" x="9134475" y="1681163"/>
          <p14:tracePt t="35435" x="9147175" y="1681163"/>
          <p14:tracePt t="35440" x="9159875" y="1681163"/>
          <p14:tracePt t="35449" x="9196388" y="1681163"/>
          <p14:tracePt t="35457" x="9220200" y="1681163"/>
          <p14:tracePt t="35458" x="9244013" y="1681163"/>
          <p14:tracePt t="35465" x="9269413" y="1681163"/>
          <p14:tracePt t="35474" x="9329738" y="1681163"/>
          <p14:tracePt t="35482" x="9390063" y="1681163"/>
          <p14:tracePt t="35490" x="9463088" y="1681163"/>
          <p14:tracePt t="35499" x="9512300" y="1681163"/>
          <p14:tracePt t="35507" x="9525000" y="1681163"/>
          <p14:tracePt t="35515" x="9572625" y="1681163"/>
          <p14:tracePt t="35523" x="9621838" y="1681163"/>
          <p14:tracePt t="35532" x="9671050" y="1681163"/>
          <p14:tracePt t="35540" x="9707563" y="1681163"/>
          <p14:tracePt t="35548" x="9731375" y="1681163"/>
          <p14:tracePt t="35557" x="9767888" y="1681163"/>
          <p14:tracePt t="35565" x="9793288" y="1681163"/>
          <p14:tracePt t="35573" x="9817100" y="1681163"/>
          <p14:tracePt t="35582" x="9829800" y="1681163"/>
          <p14:tracePt t="35590" x="9853613" y="1681163"/>
          <p14:tracePt t="35598" x="9877425" y="1681163"/>
          <p14:tracePt t="35607" x="9890125" y="1681163"/>
          <p14:tracePt t="35608" x="9902825" y="1681163"/>
          <p14:tracePt t="35616" x="9913938" y="1681163"/>
          <p14:tracePt t="35630" x="9926638" y="1681163"/>
          <p14:tracePt t="35637" x="9939338" y="1681163"/>
          <p14:tracePt t="35647" x="9950450" y="1681163"/>
          <p14:tracePt t="35662" x="9963150" y="1681163"/>
          <p14:tracePt t="35670" x="9975850" y="1681163"/>
          <p14:tracePt t="35690" x="9986963" y="1681163"/>
          <p14:tracePt t="35697" x="9999663" y="1681163"/>
          <p14:tracePt t="35702" x="10012363" y="1681163"/>
          <p14:tracePt t="35716" x="10023475" y="1681163"/>
          <p14:tracePt t="35722" x="10036175" y="1681163"/>
          <p14:tracePt t="35728" x="10048875" y="1681163"/>
          <p14:tracePt t="35735" x="10059988" y="1681163"/>
          <p14:tracePt t="35742" x="10072688" y="1681163"/>
          <p14:tracePt t="35748" x="10096500" y="1681163"/>
          <p14:tracePt t="35757" x="10133013" y="1681163"/>
          <p14:tracePt t="35765" x="10169525" y="1681163"/>
          <p14:tracePt t="35773" x="10206038" y="1681163"/>
          <p14:tracePt t="35782" x="10242550" y="1681163"/>
          <p14:tracePt t="35790" x="10328275" y="1681163"/>
          <p14:tracePt t="35798" x="10414000" y="1681163"/>
          <p14:tracePt t="35807" x="10450513" y="1681163"/>
          <p14:tracePt t="35815" x="10523538" y="1681163"/>
          <p14:tracePt t="35823" x="10620375" y="1681163"/>
          <p14:tracePt t="35831" x="10656888" y="1681163"/>
          <p14:tracePt t="35840" x="10742613" y="1693863"/>
          <p14:tracePt t="35848" x="10766425" y="1704975"/>
          <p14:tracePt t="35857" x="10779125" y="1704975"/>
          <p14:tracePt t="36056" x="10779125" y="1717675"/>
          <p14:tracePt t="36110" x="10766425" y="1730375"/>
          <p14:tracePt t="36115" x="10755313" y="1730375"/>
          <p14:tracePt t="36122" x="10755313" y="1741488"/>
          <p14:tracePt t="36127" x="10742613" y="1754188"/>
          <p14:tracePt t="36131" x="10729913" y="1754188"/>
          <p14:tracePt t="36140" x="10718800" y="1754188"/>
          <p14:tracePt t="36148" x="10706100" y="1766888"/>
          <p14:tracePt t="36156" x="10693400" y="1778000"/>
          <p14:tracePt t="36165" x="10682288" y="1778000"/>
          <p14:tracePt t="36173" x="10669588" y="1790700"/>
          <p14:tracePt t="36181" x="10669588" y="1803400"/>
          <p14:tracePt t="36189" x="10656888" y="1814513"/>
          <p14:tracePt t="36202" x="10645775" y="1827213"/>
          <p14:tracePt t="36210" x="10645775" y="1839913"/>
          <p14:tracePt t="36237" x="10645775" y="1851025"/>
          <p14:tracePt t="36247" x="10645775" y="1863725"/>
          <p14:tracePt t="36255" x="10645775" y="1876425"/>
          <p14:tracePt t="36277" x="10645775" y="1887538"/>
          <p14:tracePt t="36287" x="10645775" y="1900238"/>
          <p14:tracePt t="36297" x="10645775" y="1912938"/>
          <p14:tracePt t="36307" x="10645775" y="1924050"/>
          <p14:tracePt t="36315" x="10645775" y="1936750"/>
          <p14:tracePt t="36322" x="10645775" y="1949450"/>
          <p14:tracePt t="36327" x="10645775" y="1960563"/>
          <p14:tracePt t="36336" x="10645775" y="1973263"/>
          <p14:tracePt t="36339" x="10645775" y="1985963"/>
          <p14:tracePt t="36348" x="10656888" y="1997075"/>
          <p14:tracePt t="36356" x="10656888" y="2009775"/>
          <p14:tracePt t="36364" x="10656888" y="2022475"/>
          <p14:tracePt t="36373" x="10656888" y="2033588"/>
          <p14:tracePt t="36381" x="10656888" y="2046288"/>
          <p14:tracePt t="36389" x="10669588" y="2046288"/>
          <p14:tracePt t="36398" x="10669588" y="2058988"/>
          <p14:tracePt t="36406" x="10669588" y="2070100"/>
          <p14:tracePt t="36414" x="10669588" y="2082800"/>
          <p14:tracePt t="36427" x="10669588" y="2095500"/>
          <p14:tracePt t="36442" x="10669588" y="2106613"/>
          <p14:tracePt t="36455" x="10656888" y="2106613"/>
          <p14:tracePt t="36462" x="10656888" y="2119313"/>
          <p14:tracePt t="36467" x="10645775" y="2119313"/>
          <p14:tracePt t="36475" x="10633075" y="2119313"/>
          <p14:tracePt t="36481" x="10633075" y="2132013"/>
          <p14:tracePt t="36489" x="10609263" y="2143125"/>
          <p14:tracePt t="36502" x="10583863" y="2155825"/>
          <p14:tracePt t="36510" x="10560050" y="2155825"/>
          <p14:tracePt t="36515" x="10560050" y="2168525"/>
          <p14:tracePt t="36523" x="10547350" y="2168525"/>
          <p14:tracePt t="36531" x="10536238" y="2179638"/>
          <p14:tracePt t="36562" x="10523538" y="2179638"/>
          <p14:tracePt t="36575" x="10510838" y="2192338"/>
          <p14:tracePt t="36590" x="10499725" y="2192338"/>
          <p14:tracePt t="36607" x="10487025" y="2192338"/>
          <p14:tracePt t="36608" x="10487025" y="2205038"/>
          <p14:tracePt t="36617" x="10474325" y="2205038"/>
          <p14:tracePt t="36923" x="10463213" y="2205038"/>
          <p14:tracePt t="36931" x="10450513" y="2205038"/>
          <p14:tracePt t="36957" x="10437813" y="2205038"/>
          <p14:tracePt t="36970" x="10426700" y="2205038"/>
          <p14:tracePt t="36997" x="10414000" y="2205038"/>
          <p14:tracePt t="37022" x="10414000" y="2217738"/>
          <p14:tracePt t="37028" x="10401300" y="2217738"/>
          <p14:tracePt t="37035" x="10388600" y="2228850"/>
          <p14:tracePt t="37042" x="10377488" y="2241550"/>
          <p14:tracePt t="37048" x="10352088" y="2241550"/>
          <p14:tracePt t="37062" x="10328275" y="2241550"/>
          <p14:tracePt t="37067" x="10315575" y="2254250"/>
          <p14:tracePt t="37075" x="10304463" y="2265363"/>
          <p14:tracePt t="37080" x="10291763" y="2265363"/>
          <p14:tracePt t="37089" x="10255250" y="2265363"/>
          <p14:tracePt t="37097" x="10255250" y="2278063"/>
          <p14:tracePt t="37127" x="10242550" y="2278063"/>
          <p14:tracePt t="37135" x="10231438" y="2278063"/>
          <p14:tracePt t="37137" x="10218738" y="2290763"/>
          <p14:tracePt t="37148" x="10218738" y="2301875"/>
          <p14:tracePt t="37156" x="10206038" y="2301875"/>
          <p14:tracePt t="37157" x="10194925" y="2314575"/>
          <p14:tracePt t="37167" x="10194925" y="2327275"/>
          <p14:tracePt t="37172" x="10182225" y="2327275"/>
          <p14:tracePt t="37180" x="10169525" y="2338388"/>
          <p14:tracePt t="37189" x="10158413" y="2351088"/>
          <p14:tracePt t="37197" x="10158413" y="2363788"/>
          <p14:tracePt t="37205" x="10145713" y="2363788"/>
          <p14:tracePt t="37214" x="10145713" y="2374900"/>
          <p14:tracePt t="37222" x="10133013" y="2374900"/>
          <p14:tracePt t="37237" x="10133013" y="2387600"/>
          <p14:tracePt t="37375" x="10121900" y="2400300"/>
          <p14:tracePt t="37390" x="10109200" y="2400300"/>
          <p14:tracePt t="37416" x="10109200" y="2411413"/>
          <p14:tracePt t="37448" x="10096500" y="2411413"/>
          <p14:tracePt t="37456" x="10096500" y="2424113"/>
          <p14:tracePt t="37470" x="10096500" y="2436813"/>
          <p14:tracePt t="37487" x="10096500" y="2447925"/>
          <p14:tracePt t="37502" x="10096500" y="2460625"/>
          <p14:tracePt t="37510" x="10096500" y="2473325"/>
          <p14:tracePt t="37527" x="10096500" y="2484438"/>
          <p14:tracePt t="37528" x="10096500" y="2497138"/>
          <p14:tracePt t="37537" x="10096500" y="2509838"/>
          <p14:tracePt t="37548" x="10096500" y="2520950"/>
          <p14:tracePt t="37562" x="10096500" y="2533650"/>
          <p14:tracePt t="37575" x="10096500" y="2546350"/>
          <p14:tracePt t="37587" x="10096500" y="2557463"/>
          <p14:tracePt t="37788" x="10096500" y="2546350"/>
          <p14:tracePt t="37795" x="10085388" y="2546350"/>
          <p14:tracePt t="37807" x="10072688" y="2533650"/>
          <p14:tracePt t="37808" x="10072688" y="2520950"/>
          <p14:tracePt t="37822" x="10059988" y="2520950"/>
          <p14:tracePt t="37827" x="10059988" y="2509838"/>
          <p14:tracePt t="37830" x="10048875" y="2509838"/>
          <p14:tracePt t="37838" x="10048875" y="2497138"/>
          <p14:tracePt t="37847" x="10036175" y="2484438"/>
          <p14:tracePt t="37937" x="10023475" y="2484438"/>
          <p14:tracePt t="37957" x="10012363" y="2484438"/>
          <p14:tracePt t="38015" x="9999663" y="2484438"/>
          <p14:tracePt t="38017" x="9999663" y="2473325"/>
          <p14:tracePt t="38027" x="9986963" y="2473325"/>
          <p14:tracePt t="38042" x="9975850" y="2473325"/>
          <p14:tracePt t="38056" x="9963150" y="2473325"/>
          <p14:tracePt t="38067" x="9950450" y="2473325"/>
          <p14:tracePt t="38117" x="9939338" y="2473325"/>
          <p14:tracePt t="38122" x="9926638" y="2473325"/>
          <p14:tracePt t="38129" x="9913938" y="2473325"/>
          <p14:tracePt t="38138" x="9902825" y="2473325"/>
          <p14:tracePt t="38146" x="9890125" y="2473325"/>
          <p14:tracePt t="38155" x="9877425" y="2473325"/>
          <p14:tracePt t="38163" x="9866313" y="2473325"/>
          <p14:tracePt t="38171" x="9853613" y="2473325"/>
          <p14:tracePt t="38179" x="9829800" y="2473325"/>
          <p14:tracePt t="38196" x="9817100" y="2473325"/>
          <p14:tracePt t="38204" x="9804400" y="2473325"/>
          <p14:tracePt t="38213" x="9793288" y="2473325"/>
          <p14:tracePt t="38221" x="9780588" y="2473325"/>
          <p14:tracePt t="38229" x="9767888" y="2473325"/>
          <p14:tracePt t="38242" x="9756775" y="2473325"/>
          <p14:tracePt t="38250" x="9744075" y="2473325"/>
          <p14:tracePt t="38477" x="9731375" y="2473325"/>
          <p14:tracePt t="38517" x="9720263" y="2473325"/>
          <p14:tracePt t="38528" x="9707563" y="2473325"/>
          <p14:tracePt t="38535" x="9694863" y="2473325"/>
          <p14:tracePt t="38538" x="9683750" y="2473325"/>
          <p14:tracePt t="38547" x="9658350" y="2460625"/>
          <p14:tracePt t="38554" x="9645650" y="2460625"/>
          <p14:tracePt t="38563" x="9621838" y="2447925"/>
          <p14:tracePt t="38571" x="9585325" y="2447925"/>
          <p14:tracePt t="38579" x="9561513" y="2436813"/>
          <p14:tracePt t="38587" x="9561513" y="2424113"/>
          <p14:tracePt t="38596" x="9525000" y="2411413"/>
          <p14:tracePt t="38604" x="9512300" y="2387600"/>
          <p14:tracePt t="38612" x="9488488" y="2374900"/>
          <p14:tracePt t="38621" x="9475788" y="2363788"/>
          <p14:tracePt t="38629" x="9439275" y="2327275"/>
          <p14:tracePt t="38637" x="9439275" y="2301875"/>
          <p14:tracePt t="38646" x="9426575" y="2278063"/>
          <p14:tracePt t="38654" x="9402763" y="2254250"/>
          <p14:tracePt t="38662" x="9402763" y="2241550"/>
          <p14:tracePt t="38670" x="9402763" y="2217738"/>
          <p14:tracePt t="38679" x="9402763" y="2205038"/>
          <p14:tracePt t="38687" x="9390063" y="2192338"/>
          <p14:tracePt t="38697" x="9390063" y="2179638"/>
          <p14:tracePt t="38727" x="9390063" y="2168525"/>
          <p14:tracePt t="38787" x="9378950" y="2168525"/>
          <p14:tracePt t="38817" x="9378950" y="2155825"/>
          <p14:tracePt t="38831" x="9366250" y="2155825"/>
          <p14:tracePt t="38842" x="9353550" y="2155825"/>
          <p14:tracePt t="38855" x="9342438" y="2155825"/>
          <p14:tracePt t="38922" x="9329738" y="2155825"/>
          <p14:tracePt t="38957" x="9317038" y="2155825"/>
          <p14:tracePt t="38975" x="9317038" y="2168525"/>
          <p14:tracePt t="38982" x="9305925" y="2168525"/>
          <p14:tracePt t="38991" x="9305925" y="2179638"/>
          <p14:tracePt t="39002" x="9293225" y="2179638"/>
          <p14:tracePt t="39027" x="9280525" y="2179638"/>
          <p14:tracePt t="39029" x="9280525" y="2192338"/>
          <p14:tracePt t="39042" x="9280525" y="2205038"/>
          <p14:tracePt t="39056" x="9269413" y="2217738"/>
          <p14:tracePt t="39063" x="9269413" y="2228850"/>
          <p14:tracePt t="39067" x="9256713" y="2241550"/>
          <p14:tracePt t="39077" x="9256713" y="2254250"/>
          <p14:tracePt t="39082" x="9244013" y="2265363"/>
          <p14:tracePt t="39088" x="9232900" y="2278063"/>
          <p14:tracePt t="39096" x="9232900" y="2290763"/>
          <p14:tracePt t="39103" x="9232900" y="2301875"/>
          <p14:tracePt t="39112" x="9232900" y="2314575"/>
          <p14:tracePt t="39120" x="9220200" y="2327275"/>
          <p14:tracePt t="39128" x="9220200" y="2338388"/>
          <p14:tracePt t="39137" x="9207500" y="2351088"/>
          <p14:tracePt t="39145" x="9207500" y="2363788"/>
          <p14:tracePt t="39153" x="9207500" y="2387600"/>
          <p14:tracePt t="39162" x="9207500" y="2400300"/>
          <p14:tracePt t="39170" x="9207500" y="2424113"/>
          <p14:tracePt t="39178" x="9196388" y="2447925"/>
          <p14:tracePt t="39187" x="9196388" y="2460625"/>
          <p14:tracePt t="39195" x="9196388" y="2484438"/>
          <p14:tracePt t="39203" x="9196388" y="2509838"/>
          <p14:tracePt t="39212" x="9196388" y="2520950"/>
          <p14:tracePt t="39220" x="9196388" y="2546350"/>
          <p14:tracePt t="39228" x="9196388" y="2570163"/>
          <p14:tracePt t="39237" x="9183688" y="2593975"/>
          <p14:tracePt t="39245" x="9183688" y="2619375"/>
          <p14:tracePt t="39253" x="9183688" y="2643188"/>
          <p14:tracePt t="39262" x="9170988" y="2667000"/>
          <p14:tracePt t="39270" x="9159875" y="2703513"/>
          <p14:tracePt t="39279" x="9159875" y="2716213"/>
          <p14:tracePt t="39287" x="9159875" y="2740025"/>
          <p14:tracePt t="39295" x="9159875" y="2765425"/>
          <p14:tracePt t="39303" x="9147175" y="2838450"/>
          <p14:tracePt t="39312" x="9147175" y="2887663"/>
          <p14:tracePt t="39320" x="9147175" y="2960688"/>
          <p14:tracePt t="39328" x="9134475" y="3021013"/>
          <p14:tracePt t="39337" x="9134475" y="3081338"/>
          <p14:tracePt t="39345" x="9134475" y="3154363"/>
          <p14:tracePt t="39353" x="9134475" y="3216275"/>
          <p14:tracePt t="39362" x="9134475" y="3263900"/>
          <p14:tracePt t="39370" x="9134475" y="3336925"/>
          <p14:tracePt t="39378" x="9134475" y="3386138"/>
          <p14:tracePt t="39387" x="9134475" y="3409950"/>
          <p14:tracePt t="39395" x="9134475" y="3459163"/>
          <p14:tracePt t="39403" x="9147175" y="3544888"/>
          <p14:tracePt t="39411" x="9159875" y="3605213"/>
          <p14:tracePt t="39420" x="9170988" y="3667125"/>
          <p14:tracePt t="39428" x="9183688" y="3727450"/>
          <p14:tracePt t="39436" x="9207500" y="3763963"/>
          <p14:tracePt t="39445" x="9232900" y="3836988"/>
          <p14:tracePt t="39453" x="9256713" y="3910013"/>
          <p14:tracePt t="39462" x="9269413" y="3995738"/>
          <p14:tracePt t="39470" x="9305925" y="4081463"/>
          <p14:tracePt t="39478" x="9329738" y="4117975"/>
          <p14:tracePt t="39487" x="9329738" y="4129088"/>
          <p14:tracePt t="39495" x="9342438" y="4154488"/>
          <p14:tracePt t="39503" x="9366250" y="4178300"/>
          <p14:tracePt t="39512" x="9378950" y="4191000"/>
          <p14:tracePt t="39520" x="9378950" y="4202113"/>
          <p14:tracePt t="39528" x="9402763" y="4202113"/>
          <p14:tracePt t="39536" x="9402763" y="4214813"/>
          <p14:tracePt t="39545" x="9415463" y="4214813"/>
          <p14:tracePt t="39553" x="9426575" y="4214813"/>
          <p14:tracePt t="39561" x="9439275" y="4214813"/>
          <p14:tracePt t="39570" x="9463088" y="4214813"/>
          <p14:tracePt t="39578" x="9488488" y="4202113"/>
          <p14:tracePt t="39586" x="9488488" y="4191000"/>
          <p14:tracePt t="39595" x="9512300" y="4191000"/>
          <p14:tracePt t="39603" x="9548813" y="4178300"/>
          <p14:tracePt t="39611" x="9561513" y="4165600"/>
          <p14:tracePt t="39620" x="9572625" y="4165600"/>
          <p14:tracePt t="39628" x="9585325" y="4154488"/>
          <p14:tracePt t="39629" x="9598025" y="4154488"/>
          <p14:tracePt t="39636" x="9609138" y="4141788"/>
          <p14:tracePt t="39645" x="9621838" y="4141788"/>
          <p14:tracePt t="39653" x="9645650" y="4117975"/>
          <p14:tracePt t="39661" x="9658350" y="4105275"/>
          <p14:tracePt t="39670" x="9683750" y="4092575"/>
          <p14:tracePt t="39678" x="9694863" y="4068763"/>
          <p14:tracePt t="39686" x="9707563" y="4068763"/>
          <p14:tracePt t="39694" x="9707563" y="4056063"/>
          <p14:tracePt t="39703" x="9731375" y="4019550"/>
          <p14:tracePt t="39711" x="9744075" y="3995738"/>
          <p14:tracePt t="39720" x="9756775" y="3970338"/>
          <p14:tracePt t="39728" x="9756775" y="3946525"/>
          <p14:tracePt t="39736" x="9767888" y="3922713"/>
          <p14:tracePt t="39745" x="9780588" y="3886200"/>
          <p14:tracePt t="39753" x="9780588" y="3860800"/>
          <p14:tracePt t="39761" x="9793288" y="3849688"/>
          <p14:tracePt t="39770" x="9793288" y="3824288"/>
          <p14:tracePt t="39778" x="9793288" y="3800475"/>
          <p14:tracePt t="39786" x="9793288" y="3787775"/>
          <p14:tracePt t="39795" x="9793288" y="3776663"/>
          <p14:tracePt t="39803" x="9804400" y="3763963"/>
          <p14:tracePt t="39811" x="9817100" y="3727450"/>
          <p14:tracePt t="39819" x="9829800" y="3703638"/>
          <p14:tracePt t="39828" x="9840913" y="3678238"/>
          <p14:tracePt t="39836" x="9853613" y="3641725"/>
          <p14:tracePt t="39844" x="9866313" y="3630613"/>
          <p14:tracePt t="39853" x="9866313" y="3605213"/>
          <p14:tracePt t="39861" x="9877425" y="3581400"/>
          <p14:tracePt t="39869" x="9890125" y="3544888"/>
          <p14:tracePt t="39878" x="9890125" y="3532188"/>
          <p14:tracePt t="39886" x="9890125" y="3508375"/>
          <p14:tracePt t="39894" x="9902825" y="3508375"/>
          <p14:tracePt t="39903" x="9913938" y="3471863"/>
          <p14:tracePt t="39911" x="9926638" y="3448050"/>
          <p14:tracePt t="39919" x="9950450" y="3422650"/>
          <p14:tracePt t="39928" x="9963150" y="3409950"/>
          <p14:tracePt t="39936" x="9975850" y="3386138"/>
          <p14:tracePt t="39944" x="9986963" y="3373438"/>
          <p14:tracePt t="39953" x="9999663" y="3349625"/>
          <p14:tracePt t="39961" x="10012363" y="3336925"/>
          <p14:tracePt t="39969" x="10023475" y="3325813"/>
          <p14:tracePt t="39978" x="10023475" y="3313113"/>
          <p14:tracePt t="39986" x="10036175" y="3300413"/>
          <p14:tracePt t="39994" x="10036175" y="3289300"/>
          <p14:tracePt t="40002" x="10048875" y="3276600"/>
          <p14:tracePt t="40011" x="10048875" y="3252788"/>
          <p14:tracePt t="40022" x="10059988" y="3240088"/>
          <p14:tracePt t="40027" x="10059988" y="3227388"/>
          <p14:tracePt t="40036" x="10072688" y="3216275"/>
          <p14:tracePt t="40044" x="10085388" y="3190875"/>
          <p14:tracePt t="40053" x="10085388" y="3167063"/>
          <p14:tracePt t="40061" x="10085388" y="3143250"/>
          <p14:tracePt t="40069" x="10085388" y="3117850"/>
          <p14:tracePt t="40077" x="10085388" y="3106738"/>
          <p14:tracePt t="40086" x="10085388" y="3094038"/>
          <p14:tracePt t="40094" x="10085388" y="3070225"/>
          <p14:tracePt t="40102" x="10085388" y="3057525"/>
          <p14:tracePt t="40111" x="10085388" y="3021013"/>
          <p14:tracePt t="40119" x="10085388" y="2997200"/>
          <p14:tracePt t="40127" x="10085388" y="2971800"/>
          <p14:tracePt t="40136" x="10085388" y="2935288"/>
          <p14:tracePt t="40144" x="10085388" y="2911475"/>
          <p14:tracePt t="40152" x="10085388" y="2887663"/>
          <p14:tracePt t="40161" x="10085388" y="2851150"/>
          <p14:tracePt t="40169" x="10072688" y="2814638"/>
          <p14:tracePt t="40177" x="10072688" y="2789238"/>
          <p14:tracePt t="40186" x="10059988" y="2752725"/>
          <p14:tracePt t="40194" x="10036175" y="2692400"/>
          <p14:tracePt t="40202" x="10036175" y="2655888"/>
          <p14:tracePt t="40211" x="9999663" y="2570163"/>
          <p14:tracePt t="40219" x="9975850" y="2520950"/>
          <p14:tracePt t="40227" x="9963150" y="2509838"/>
          <p14:tracePt t="40236" x="9939338" y="2411413"/>
          <p14:tracePt t="40244" x="9913938" y="2363788"/>
          <p14:tracePt t="40252" x="9877425" y="2301875"/>
          <p14:tracePt t="40261" x="9866313" y="2278063"/>
          <p14:tracePt t="40269" x="9829800" y="2241550"/>
          <p14:tracePt t="40277" x="9829800" y="2228850"/>
          <p14:tracePt t="40286" x="9804400" y="2217738"/>
          <p14:tracePt t="40294" x="9793288" y="2205038"/>
          <p14:tracePt t="40302" x="9780588" y="2179638"/>
          <p14:tracePt t="40311" x="9756775" y="2155825"/>
          <p14:tracePt t="40319" x="9731375" y="2143125"/>
          <p14:tracePt t="40327" x="9720263" y="2132013"/>
          <p14:tracePt t="40335" x="9694863" y="2132013"/>
          <p14:tracePt t="40344" x="9683750" y="2119313"/>
          <p14:tracePt t="40352" x="9671050" y="2106613"/>
          <p14:tracePt t="40442" x="9683750" y="2106613"/>
          <p14:tracePt t="40447" x="9694863" y="2106613"/>
          <p14:tracePt t="40455" x="9720263" y="2095500"/>
          <p14:tracePt t="40460" x="9731375" y="2095500"/>
          <p14:tracePt t="40469" x="9793288" y="2095500"/>
          <p14:tracePt t="40477" x="9829800" y="2095500"/>
          <p14:tracePt t="40486" x="9877425" y="2095500"/>
          <p14:tracePt t="40494" x="9939338" y="2095500"/>
          <p14:tracePt t="40502" x="9999663" y="2095500"/>
          <p14:tracePt t="40510" x="10096500" y="2095500"/>
          <p14:tracePt t="40519" x="10182225" y="2119313"/>
          <p14:tracePt t="40527" x="10218738" y="2132013"/>
          <p14:tracePt t="40535" x="10304463" y="2143125"/>
          <p14:tracePt t="40544" x="10401300" y="2179638"/>
          <p14:tracePt t="40552" x="10437813" y="2205038"/>
          <p14:tracePt t="40560" x="10487025" y="2228850"/>
          <p14:tracePt t="40569" x="10547350" y="2254250"/>
          <p14:tracePt t="40577" x="10560050" y="2254250"/>
          <p14:tracePt t="40585" x="10583863" y="2278063"/>
          <p14:tracePt t="40594" x="10596563" y="2278063"/>
          <p14:tracePt t="40602" x="10620375" y="2278063"/>
          <p14:tracePt t="40610" x="10633075" y="2278063"/>
          <p14:tracePt t="40655" x="10645775" y="2278063"/>
          <p14:tracePt t="40675" x="10656888" y="2278063"/>
          <p14:tracePt t="40695" x="10669588" y="2278063"/>
          <p14:tracePt t="40750" x="10682288" y="2278063"/>
          <p14:tracePt t="40770" x="10682288" y="2290763"/>
          <p14:tracePt t="40775" x="10693400" y="2290763"/>
          <p14:tracePt t="40782" x="10706100" y="2290763"/>
          <p14:tracePt t="40787" x="10718800" y="2290763"/>
          <p14:tracePt t="40794" x="10718800" y="2301875"/>
          <p14:tracePt t="40802" x="10729913" y="2301875"/>
          <p14:tracePt t="40810" x="10742613" y="2314575"/>
          <p14:tracePt t="40818" x="10755313" y="2314575"/>
          <p14:tracePt t="40828" x="10766425" y="2314575"/>
          <p14:tracePt t="41162" x="10766425" y="2327275"/>
          <p14:tracePt t="41170" x="10755313" y="2338388"/>
          <p14:tracePt t="41187" x="10742613" y="2338388"/>
          <p14:tracePt t="41188" x="10742613" y="2351088"/>
          <p14:tracePt t="41202" x="10729913" y="2363788"/>
          <p14:tracePt t="41227" x="10729913" y="2374900"/>
          <p14:tracePt t="41242" x="10729913" y="2387600"/>
          <p14:tracePt t="41252" x="10729913" y="2400300"/>
          <p14:tracePt t="41254" x="10729913" y="2424113"/>
          <p14:tracePt t="41260" x="10729913" y="2436813"/>
          <p14:tracePt t="41268" x="10718800" y="2484438"/>
          <p14:tracePt t="41276" x="10718800" y="2520950"/>
          <p14:tracePt t="41285" x="10718800" y="2570163"/>
          <p14:tracePt t="41293" x="10706100" y="2606675"/>
          <p14:tracePt t="41301" x="10706100" y="2643188"/>
          <p14:tracePt t="41310" x="10706100" y="2703513"/>
          <p14:tracePt t="41318" x="10706100" y="2728913"/>
          <p14:tracePt t="41327" x="10706100" y="2752725"/>
          <p14:tracePt t="41335" x="10706100" y="2776538"/>
          <p14:tracePt t="41343" x="10706100" y="2801938"/>
          <p14:tracePt t="41351" x="10706100" y="2814638"/>
          <p14:tracePt t="41360" x="10706100" y="2851150"/>
          <p14:tracePt t="41368" x="10693400" y="2862263"/>
          <p14:tracePt t="41376" x="10693400" y="2887663"/>
          <p14:tracePt t="41385" x="10682288" y="2911475"/>
          <p14:tracePt t="41393" x="10682288" y="2960688"/>
          <p14:tracePt t="41401" x="10682288" y="2997200"/>
          <p14:tracePt t="41410" x="10682288" y="3081338"/>
          <p14:tracePt t="41418" x="10682288" y="3130550"/>
          <p14:tracePt t="41426" x="10682288" y="3167063"/>
          <p14:tracePt t="41435" x="10682288" y="3227388"/>
          <p14:tracePt t="41443" x="10682288" y="3300413"/>
          <p14:tracePt t="41452" x="10682288" y="3336925"/>
          <p14:tracePt t="41460" x="10682288" y="3373438"/>
          <p14:tracePt t="41468" x="10682288" y="3409950"/>
          <p14:tracePt t="41476" x="10682288" y="3435350"/>
          <p14:tracePt t="41485" x="10682288" y="3459163"/>
          <p14:tracePt t="41493" x="10682288" y="3484563"/>
          <p14:tracePt t="41501" x="10682288" y="3508375"/>
          <p14:tracePt t="41509" x="10682288" y="3557588"/>
          <p14:tracePt t="41518" x="10682288" y="3581400"/>
          <p14:tracePt t="41526" x="10693400" y="3594100"/>
          <p14:tracePt t="41535" x="10706100" y="3630613"/>
          <p14:tracePt t="41543" x="10706100" y="3678238"/>
          <p14:tracePt t="41551" x="10706100" y="3727450"/>
          <p14:tracePt t="41559" x="10718800" y="3751263"/>
          <p14:tracePt t="41568" x="10718800" y="3776663"/>
          <p14:tracePt t="41576" x="10729913" y="3813175"/>
          <p14:tracePt t="41584" x="10742613" y="3836988"/>
          <p14:tracePt t="41593" x="10742613" y="3860800"/>
          <p14:tracePt t="41601" x="10755313" y="3886200"/>
          <p14:tracePt t="41609" x="10766425" y="3933825"/>
          <p14:tracePt t="41618" x="10779125" y="3970338"/>
          <p14:tracePt t="41627" x="10779125" y="3995738"/>
          <p14:tracePt t="41634" x="10791825" y="3995738"/>
          <p14:tracePt t="41643" x="10791825" y="4032250"/>
          <p14:tracePt t="41651" x="10802938" y="4081463"/>
          <p14:tracePt t="41659" x="10828338" y="4105275"/>
          <p14:tracePt t="41668" x="10839450" y="4141788"/>
          <p14:tracePt t="41676" x="10864850" y="4191000"/>
          <p14:tracePt t="41684" x="10901363" y="4227513"/>
          <p14:tracePt t="41693" x="10912475" y="4275138"/>
          <p14:tracePt t="41701" x="10937875" y="4300538"/>
          <p14:tracePt t="41709" x="10961688" y="4348163"/>
          <p14:tracePt t="41718" x="10974388" y="4360863"/>
          <p14:tracePt t="41726" x="10998200" y="4360863"/>
          <p14:tracePt t="41734" x="10998200" y="4384675"/>
          <p14:tracePt t="41743" x="11010900" y="4384675"/>
          <p14:tracePt t="41751" x="11022013" y="4384675"/>
          <p14:tracePt t="41759" x="11022013" y="4397375"/>
          <p14:tracePt t="41810" x="11034713" y="4397375"/>
          <p14:tracePt t="41817" x="11047413" y="4397375"/>
          <p14:tracePt t="41826" x="11058525" y="4397375"/>
          <p14:tracePt t="41834" x="11083925" y="4397375"/>
          <p14:tracePt t="41842" x="11107738" y="4360863"/>
          <p14:tracePt t="41851" x="11156950" y="4324350"/>
          <p14:tracePt t="41859" x="11193463" y="4300538"/>
          <p14:tracePt t="41867" x="11206163" y="4264025"/>
          <p14:tracePt t="41876" x="11229975" y="4238625"/>
          <p14:tracePt t="41884" x="11229975" y="4227513"/>
          <p14:tracePt t="41892" x="11242675" y="4202113"/>
          <p14:tracePt t="41901" x="11253788" y="4191000"/>
          <p14:tracePt t="41909" x="11253788" y="4165600"/>
          <p14:tracePt t="41917" x="11253788" y="4129088"/>
          <p14:tracePt t="41927" x="11253788" y="4117975"/>
          <p14:tracePt t="41934" x="11253788" y="4105275"/>
          <p14:tracePt t="41942" x="11266488" y="4068763"/>
          <p14:tracePt t="41951" x="11279188" y="4006850"/>
          <p14:tracePt t="41959" x="11279188" y="3970338"/>
          <p14:tracePt t="41967" x="11290300" y="3946525"/>
          <p14:tracePt t="41976" x="11290300" y="3897313"/>
          <p14:tracePt t="41984" x="11290300" y="3849688"/>
          <p14:tracePt t="41992" x="11290300" y="3824288"/>
          <p14:tracePt t="42001" x="11303000" y="3787775"/>
          <p14:tracePt t="42009" x="11303000" y="3751263"/>
          <p14:tracePt t="42017" x="11303000" y="3727450"/>
          <p14:tracePt t="42026" x="11303000" y="3714750"/>
          <p14:tracePt t="42034" x="11303000" y="3690938"/>
          <p14:tracePt t="42042" x="11303000" y="3678238"/>
          <p14:tracePt t="42051" x="11303000" y="3667125"/>
          <p14:tracePt t="42059" x="11303000" y="3641725"/>
          <p14:tracePt t="42068" x="11303000" y="3630613"/>
          <p14:tracePt t="42075" x="11303000" y="3617913"/>
          <p14:tracePt t="42084" x="11303000" y="3594100"/>
          <p14:tracePt t="42092" x="11303000" y="3568700"/>
          <p14:tracePt t="42101" x="11303000" y="3544888"/>
          <p14:tracePt t="42109" x="11303000" y="3508375"/>
          <p14:tracePt t="42117" x="11303000" y="3495675"/>
          <p14:tracePt t="42126" x="11303000" y="3471863"/>
          <p14:tracePt t="42134" x="11303000" y="3448050"/>
          <p14:tracePt t="42143" x="11303000" y="3435350"/>
          <p14:tracePt t="42151" x="11303000" y="3409950"/>
          <p14:tracePt t="42159" x="11290300" y="3386138"/>
          <p14:tracePt t="42167" x="11290300" y="3373438"/>
          <p14:tracePt t="42176" x="11279188" y="3336925"/>
          <p14:tracePt t="42184" x="11279188" y="3313113"/>
          <p14:tracePt t="42192" x="11279188" y="3300413"/>
          <p14:tracePt t="42201" x="11266488" y="3276600"/>
          <p14:tracePt t="42209" x="11266488" y="3240088"/>
          <p14:tracePt t="42218" x="11266488" y="3216275"/>
          <p14:tracePt t="42227" x="11266488" y="3203575"/>
          <p14:tracePt t="42234" x="11266488" y="3190875"/>
          <p14:tracePt t="42242" x="11266488" y="3167063"/>
          <p14:tracePt t="42250" x="11266488" y="3143250"/>
          <p14:tracePt t="42259" x="11266488" y="3117850"/>
          <p14:tracePt t="42267" x="11266488" y="3106738"/>
          <p14:tracePt t="42275" x="11266488" y="3081338"/>
          <p14:tracePt t="42284" x="11253788" y="3044825"/>
          <p14:tracePt t="42292" x="11253788" y="3021013"/>
          <p14:tracePt t="42300" x="11253788" y="2997200"/>
          <p14:tracePt t="42309" x="11253788" y="2947988"/>
          <p14:tracePt t="42317" x="11253788" y="2935288"/>
          <p14:tracePt t="42325" x="11242675" y="2887663"/>
          <p14:tracePt t="42334" x="11242675" y="2862263"/>
          <p14:tracePt t="42342" x="11242675" y="2825750"/>
          <p14:tracePt t="42350" x="11242675" y="2776538"/>
          <p14:tracePt t="42359" x="11242675" y="2740025"/>
          <p14:tracePt t="42367" x="11242675" y="2716213"/>
          <p14:tracePt t="42375" x="11242675" y="2692400"/>
          <p14:tracePt t="42384" x="11242675" y="2667000"/>
          <p14:tracePt t="42392" x="11242675" y="2655888"/>
          <p14:tracePt t="42400" x="11242675" y="2630488"/>
          <p14:tracePt t="42408" x="11242675" y="2619375"/>
          <p14:tracePt t="42417" x="11229975" y="2606675"/>
          <p14:tracePt t="42427" x="11229975" y="2593975"/>
          <p14:tracePt t="42435" x="11229975" y="2582863"/>
          <p14:tracePt t="42442" x="11229975" y="2570163"/>
          <p14:tracePt t="42450" x="11229975" y="2546350"/>
          <p14:tracePt t="42459" x="11229975" y="2520950"/>
          <p14:tracePt t="42467" x="11229975" y="2497138"/>
          <p14:tracePt t="42475" x="11229975" y="2484438"/>
          <p14:tracePt t="42484" x="11217275" y="2460625"/>
          <p14:tracePt t="42492" x="11217275" y="2436813"/>
          <p14:tracePt t="42500" x="11217275" y="2424113"/>
          <p14:tracePt t="42508" x="11206163" y="2400300"/>
          <p14:tracePt t="42517" x="11206163" y="2387600"/>
          <p14:tracePt t="42525" x="11206163" y="2374900"/>
          <p14:tracePt t="42534" x="11193463" y="2351088"/>
          <p14:tracePt t="42542" x="11180763" y="2327275"/>
          <p14:tracePt t="42550" x="11169650" y="2278063"/>
          <p14:tracePt t="42559" x="11156950" y="2254250"/>
          <p14:tracePt t="42567" x="11156950" y="2241550"/>
          <p14:tracePt t="42575" x="11144250" y="2217738"/>
          <p14:tracePt t="42583" x="11133138" y="2192338"/>
          <p14:tracePt t="42592" x="11120438" y="2192338"/>
          <p14:tracePt t="42600" x="11120438" y="2179638"/>
          <p14:tracePt t="42609" x="11120438" y="2155825"/>
          <p14:tracePt t="42617" x="11107738" y="2155825"/>
          <p14:tracePt t="42630" x="11107738" y="2143125"/>
          <p14:tracePt t="42637" x="11107738" y="2132013"/>
          <p14:tracePt t="42657" x="11095038" y="2119313"/>
          <p14:tracePt t="42662" x="11095038" y="2106613"/>
          <p14:tracePt t="42677" x="11083925" y="2106613"/>
          <p14:tracePt t="42770" x="11071225" y="2106613"/>
          <p14:tracePt t="42802" x="11071225" y="2095500"/>
          <p14:tracePt t="42822" x="11058525" y="2095500"/>
          <p14:tracePt t="42855" x="11047413" y="2095500"/>
          <p14:tracePt t="42890" x="11034713" y="2095500"/>
          <p14:tracePt t="42895" x="11034713" y="2082800"/>
          <p14:tracePt t="43167" x="11022013" y="2082800"/>
          <p14:tracePt t="43190" x="11010900" y="2082800"/>
          <p14:tracePt t="43237" x="10998200" y="2082800"/>
          <p14:tracePt t="43610" x="10985500" y="2082800"/>
          <p14:tracePt t="43627" x="10974388" y="2082800"/>
          <p14:tracePt t="43629" x="10961688" y="2082800"/>
          <p14:tracePt t="43635" x="10948988" y="2082800"/>
          <p14:tracePt t="43642" x="10925175" y="2082800"/>
          <p14:tracePt t="43649" x="10875963" y="2095500"/>
          <p14:tracePt t="43658" x="10839450" y="2106613"/>
          <p14:tracePt t="43666" x="10791825" y="2106613"/>
          <p14:tracePt t="43674" x="10669588" y="2106613"/>
          <p14:tracePt t="43682" x="10474325" y="2119313"/>
          <p14:tracePt t="43691" x="10145713" y="2132013"/>
          <p14:tracePt t="43699" x="9926638" y="2132013"/>
          <p14:tracePt t="43707" x="9804400" y="2132013"/>
          <p14:tracePt t="43716" x="9499600" y="2132013"/>
          <p14:tracePt t="43724" x="9353550" y="2132013"/>
          <p14:tracePt t="43732" x="9244013" y="2132013"/>
          <p14:tracePt t="43741" x="9183688" y="2132013"/>
          <p14:tracePt t="43749" x="9159875" y="2132013"/>
          <p14:tracePt t="43957" x="9170988" y="2132013"/>
          <p14:tracePt t="43977" x="9183688" y="2132013"/>
          <p14:tracePt t="43987" x="9196388" y="2132013"/>
          <p14:tracePt t="43988" x="9196388" y="2119313"/>
          <p14:tracePt t="43997" x="9207500" y="2119313"/>
          <p14:tracePt t="44008" x="9220200" y="2119313"/>
          <p14:tracePt t="44016" x="9232900" y="2119313"/>
          <p14:tracePt t="44022" x="9244013" y="2119313"/>
          <p14:tracePt t="44030" x="9256713" y="2119313"/>
          <p14:tracePt t="44047" x="9269413" y="2119313"/>
          <p14:tracePt t="44048" x="9280525" y="2132013"/>
          <p14:tracePt t="44057" x="9293225" y="2132013"/>
          <p14:tracePt t="44066" x="9305925" y="2143125"/>
          <p14:tracePt t="44074" x="9317038" y="2155825"/>
          <p14:tracePt t="44082" x="9342438" y="2168525"/>
          <p14:tracePt t="44090" x="9390063" y="2179638"/>
          <p14:tracePt t="44099" x="9402763" y="2205038"/>
          <p14:tracePt t="44107" x="9415463" y="2217738"/>
          <p14:tracePt t="44115" x="9426575" y="2217738"/>
          <p14:tracePt t="44124" x="9451975" y="2228850"/>
          <p14:tracePt t="44167" x="9463088" y="2228850"/>
          <p14:tracePt t="44187" x="9475788" y="2228850"/>
          <p14:tracePt t="44247" x="9475788" y="2241550"/>
          <p14:tracePt t="44270" x="9488488" y="2241550"/>
          <p14:tracePt t="44290" x="9499600" y="2241550"/>
          <p14:tracePt t="44295" x="9512300" y="2241550"/>
          <p14:tracePt t="44307" x="9525000" y="2241550"/>
          <p14:tracePt t="44317" x="9536113" y="2241550"/>
          <p14:tracePt t="44475" x="9525000" y="2241550"/>
          <p14:tracePt t="44483" x="9525000" y="2254250"/>
          <p14:tracePt t="44489" x="9525000" y="2265363"/>
          <p14:tracePt t="44497" x="9512300" y="2265363"/>
          <p14:tracePt t="44515" x="9512300" y="2278063"/>
          <p14:tracePt t="44517" x="9499600" y="2278063"/>
          <p14:tracePt t="44527" x="9499600" y="2290763"/>
          <p14:tracePt t="44535" x="9499600" y="2301875"/>
          <p14:tracePt t="44547" x="9499600" y="2314575"/>
          <p14:tracePt t="44549" x="9512300" y="2327275"/>
          <p14:tracePt t="44558" x="9525000" y="2338388"/>
          <p14:tracePt t="44565" x="9536113" y="2338388"/>
          <p14:tracePt t="44573" x="9561513" y="2351088"/>
          <p14:tracePt t="44582" x="9585325" y="2363788"/>
          <p14:tracePt t="44590" x="9634538" y="2363788"/>
          <p14:tracePt t="44598" x="9671050" y="2363788"/>
          <p14:tracePt t="44607" x="9694863" y="2374900"/>
          <p14:tracePt t="44615" x="9767888" y="2374900"/>
          <p14:tracePt t="44623" x="9840913" y="2374900"/>
          <p14:tracePt t="44632" x="9926638" y="2374900"/>
          <p14:tracePt t="44640" x="10036175" y="2374900"/>
          <p14:tracePt t="44648" x="10158413" y="2374900"/>
          <p14:tracePt t="44657" x="10315575" y="2374900"/>
          <p14:tracePt t="44665" x="10487025" y="2374900"/>
          <p14:tracePt t="44673" x="10656888" y="2374900"/>
          <p14:tracePt t="44682" x="10802938" y="2374900"/>
          <p14:tracePt t="44690" x="10948988" y="2374900"/>
          <p14:tracePt t="44698" x="10998200" y="2374900"/>
          <p14:tracePt t="44706" x="11010900" y="2374900"/>
          <p14:tracePt t="44715" x="11022013" y="2374900"/>
          <p14:tracePt t="44795" x="11034713" y="2374900"/>
          <p14:tracePt t="44807" x="11034713" y="2363788"/>
          <p14:tracePt t="44808" x="11034713" y="2351088"/>
          <p14:tracePt t="44817" x="11034713" y="2327275"/>
          <p14:tracePt t="44823" x="11034713" y="2314575"/>
          <p14:tracePt t="44831" x="11034713" y="2301875"/>
          <p14:tracePt t="44840" x="11034713" y="2290763"/>
          <p14:tracePt t="44848" x="11034713" y="2265363"/>
          <p14:tracePt t="44857" x="11034713" y="2254250"/>
          <p14:tracePt t="44865" x="11010900" y="2228850"/>
          <p14:tracePt t="44875" x="11010900" y="2217738"/>
          <p14:tracePt t="44882" x="11010900" y="2205038"/>
          <p14:tracePt t="44890" x="10998200" y="2205038"/>
          <p14:tracePt t="44898" x="10998200" y="2192338"/>
          <p14:tracePt t="44906" x="10985500" y="2192338"/>
          <p14:tracePt t="44922" x="10974388" y="2192338"/>
          <p14:tracePt t="44927" x="10974388" y="2179638"/>
          <p14:tracePt t="44947" x="10961688" y="2179638"/>
          <p14:tracePt t="44970" x="10948988" y="2179638"/>
          <p14:tracePt t="45002" x="10937875" y="2179638"/>
          <p14:tracePt t="45010" x="10925175" y="2179638"/>
          <p14:tracePt t="45027" x="10912475" y="2179638"/>
          <p14:tracePt t="45028" x="10901363" y="2179638"/>
          <p14:tracePt t="45035" x="10888663" y="2179638"/>
          <p14:tracePt t="45047" x="10875963" y="2179638"/>
          <p14:tracePt t="45049" x="10864850" y="2179638"/>
          <p14:tracePt t="45057" x="10852150" y="2179638"/>
          <p14:tracePt t="45064" x="10839450" y="2179638"/>
          <p14:tracePt t="45073" x="10828338" y="2179638"/>
          <p14:tracePt t="45081" x="10815638" y="2179638"/>
          <p14:tracePt t="45089" x="10802938" y="2179638"/>
          <p14:tracePt t="45098" x="10802938" y="2192338"/>
          <p14:tracePt t="45127" x="10791825" y="2192338"/>
          <p14:tracePt t="45142" x="10779125" y="2192338"/>
          <p14:tracePt t="45150" x="10766425" y="2192338"/>
          <p14:tracePt t="45155" x="10766425" y="2205038"/>
          <p14:tracePt t="45157" x="10755313" y="2205038"/>
          <p14:tracePt t="45164" x="10742613" y="2205038"/>
          <p14:tracePt t="45173" x="10729913" y="2205038"/>
          <p14:tracePt t="45181" x="10718800" y="2217738"/>
          <p14:tracePt t="45189" x="10706100" y="2217738"/>
          <p14:tracePt t="45277" x="10729913" y="2217738"/>
          <p14:tracePt t="45282" x="10742613" y="2217738"/>
          <p14:tracePt t="45287" x="10755313" y="2217738"/>
          <p14:tracePt t="45289" x="10779125" y="2217738"/>
          <p14:tracePt t="45298" x="10852150" y="2217738"/>
          <p14:tracePt t="45306" x="10875963" y="2217738"/>
          <p14:tracePt t="45314" x="10937875" y="2217738"/>
          <p14:tracePt t="45322" x="11047413" y="2217738"/>
          <p14:tracePt t="45331" x="11133138" y="2217738"/>
          <p14:tracePt t="45339" x="11206163" y="2217738"/>
          <p14:tracePt t="45347" x="11217275" y="2217738"/>
          <p14:tracePt t="45356" x="11253788" y="2217738"/>
          <p14:tracePt t="45575" x="11242675" y="2217738"/>
          <p14:tracePt t="45587" x="11229975" y="2217738"/>
          <p14:tracePt t="45615" x="11217275" y="2217738"/>
          <p14:tracePt t="45617" x="11217275" y="2228850"/>
          <p14:tracePt t="45623" x="11206163" y="2228850"/>
          <p14:tracePt t="45635" x="11193463" y="2228850"/>
          <p14:tracePt t="45639" x="11180763" y="2241550"/>
          <p14:tracePt t="45648" x="11169650" y="2241550"/>
          <p14:tracePt t="45670" x="11156950" y="2241550"/>
          <p14:tracePt t="45687" x="11144250" y="2241550"/>
          <p14:tracePt t="45715" x="11133138" y="2241550"/>
          <p14:tracePt t="45717" x="11133138" y="2254250"/>
          <p14:tracePt t="45727" x="11120438" y="2254250"/>
          <p14:tracePt t="45735" x="11107738" y="2254250"/>
          <p14:tracePt t="45750" x="11107738" y="2265363"/>
          <p14:tracePt t="45762" x="11095038" y="2265363"/>
          <p14:tracePt t="45770" x="11083925" y="2265363"/>
          <p14:tracePt t="45787" x="11071225" y="2265363"/>
          <p14:tracePt t="45795" x="11058525" y="2278063"/>
          <p14:tracePt t="45798" x="11047413" y="2278063"/>
          <p14:tracePt t="45807" x="11047413" y="2290763"/>
          <p14:tracePt t="45815" x="11034713" y="2290763"/>
          <p14:tracePt t="45822" x="11034713" y="2301875"/>
          <p14:tracePt t="45830" x="11022013" y="2301875"/>
          <p14:tracePt t="45839" x="11010900" y="2314575"/>
          <p14:tracePt t="45847" x="10998200" y="2314575"/>
          <p14:tracePt t="45855" x="10985500" y="2327275"/>
          <p14:tracePt t="45882" x="10974388" y="2338388"/>
          <p14:tracePt t="45890" x="10961688" y="2351088"/>
          <p14:tracePt t="45907" x="10961688" y="2363788"/>
          <p14:tracePt t="45917" x="10961688" y="2374900"/>
          <p14:tracePt t="45923" x="10948988" y="2387600"/>
          <p14:tracePt t="45931" x="10937875" y="2387600"/>
          <p14:tracePt t="45937" x="10937875" y="2400300"/>
          <p14:tracePt t="45942" x="10937875" y="2411413"/>
          <p14:tracePt t="45948" x="10925175" y="2411413"/>
          <p14:tracePt t="46222" x="10912475" y="2411413"/>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67B6-3C7D-52A1-E3B8-E8D4BA30D22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1BD2B42-2AFA-3797-19FF-AFB08343B59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74941025-E65A-10E1-7DC0-FCF74FF973A9}"/>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74A3FF0-EE15-D18E-DF17-4BABE1629C4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8A19930-6FEC-C7AB-1A19-A4C2F544CDD4}"/>
              </a:ext>
            </a:extLst>
          </p:cNvPr>
          <p:cNvSpPr txBox="1"/>
          <p:nvPr/>
        </p:nvSpPr>
        <p:spPr>
          <a:xfrm>
            <a:off x="1176655" y="295910"/>
            <a:ext cx="3040782"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00347E4-897D-8E2A-1E0D-5974B25A7648}"/>
              </a:ext>
            </a:extLst>
          </p:cNvPr>
          <p:cNvPicPr>
            <a:picLocks noChangeAspect="1"/>
          </p:cNvPicPr>
          <p:nvPr/>
        </p:nvPicPr>
        <p:blipFill>
          <a:blip r:embed="rId5"/>
          <a:stretch>
            <a:fillRect/>
          </a:stretch>
        </p:blipFill>
        <p:spPr>
          <a:xfrm>
            <a:off x="862585" y="1538111"/>
            <a:ext cx="5225489" cy="3159990"/>
          </a:xfrm>
          <a:prstGeom prst="rect">
            <a:avLst/>
          </a:prstGeom>
        </p:spPr>
      </p:pic>
      <p:pic>
        <p:nvPicPr>
          <p:cNvPr id="8" name="图片 7">
            <a:extLst>
              <a:ext uri="{FF2B5EF4-FFF2-40B4-BE49-F238E27FC236}">
                <a16:creationId xmlns:a16="http://schemas.microsoft.com/office/drawing/2014/main" id="{C543817F-1A02-C2E7-DDFD-85D8EE6E6BE8}"/>
              </a:ext>
            </a:extLst>
          </p:cNvPr>
          <p:cNvPicPr>
            <a:picLocks noChangeAspect="1"/>
          </p:cNvPicPr>
          <p:nvPr/>
        </p:nvPicPr>
        <p:blipFill>
          <a:blip r:embed="rId6"/>
          <a:stretch>
            <a:fillRect/>
          </a:stretch>
        </p:blipFill>
        <p:spPr>
          <a:xfrm>
            <a:off x="6320327" y="1560526"/>
            <a:ext cx="5326019" cy="3137575"/>
          </a:xfrm>
          <a:prstGeom prst="rect">
            <a:avLst/>
          </a:prstGeom>
        </p:spPr>
      </p:pic>
      <p:sp>
        <p:nvSpPr>
          <p:cNvPr id="3" name="文本框 2">
            <a:extLst>
              <a:ext uri="{FF2B5EF4-FFF2-40B4-BE49-F238E27FC236}">
                <a16:creationId xmlns:a16="http://schemas.microsoft.com/office/drawing/2014/main" id="{38487216-8C1B-7FC8-30EA-AEE24070BC8C}"/>
              </a:ext>
            </a:extLst>
          </p:cNvPr>
          <p:cNvSpPr txBox="1"/>
          <p:nvPr/>
        </p:nvSpPr>
        <p:spPr>
          <a:xfrm>
            <a:off x="2459070" y="1306545"/>
            <a:ext cx="2860040" cy="369332"/>
          </a:xfrm>
          <a:prstGeom prst="rect">
            <a:avLst/>
          </a:prstGeom>
          <a:noFill/>
        </p:spPr>
        <p:txBody>
          <a:bodyPr wrap="square">
            <a:spAutoFit/>
          </a:bodyPr>
          <a:lstStyle/>
          <a:p>
            <a:pPr algn="ctr"/>
            <a:r>
              <a:rPr lang="en-US" altLang="zh-CN" dirty="0">
                <a:solidFill>
                  <a:srgbClr val="000000"/>
                </a:solidFill>
                <a:latin typeface="微软雅黑" panose="020B0503020204020204" pitchFamily="34" charset="-122"/>
                <a:ea typeface="微软雅黑" panose="020B0503020204020204" pitchFamily="34" charset="-122"/>
              </a:rPr>
              <a:t>Code</a:t>
            </a:r>
            <a:r>
              <a:rPr lang="zh-CN" altLang="en-US" dirty="0">
                <a:solidFill>
                  <a:srgbClr val="000000"/>
                </a:solidFill>
                <a:latin typeface="微软雅黑" panose="020B0503020204020204" pitchFamily="34" charset="-122"/>
                <a:ea typeface="微软雅黑" panose="020B0503020204020204" pitchFamily="34" charset="-122"/>
              </a:rPr>
              <a:t> </a:t>
            </a:r>
            <a:r>
              <a:rPr lang="en-US" altLang="zh-CN" dirty="0">
                <a:solidFill>
                  <a:srgbClr val="000000"/>
                </a:solidFill>
                <a:latin typeface="微软雅黑" panose="020B0503020204020204" pitchFamily="34" charset="-122"/>
                <a:ea typeface="微软雅黑" panose="020B0503020204020204" pitchFamily="34" charset="-122"/>
              </a:rPr>
              <a:t>Search</a:t>
            </a: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9334CC60-FF7F-C06E-FA4F-98128973C0AE}"/>
              </a:ext>
            </a:extLst>
          </p:cNvPr>
          <p:cNvSpPr txBox="1"/>
          <p:nvPr/>
        </p:nvSpPr>
        <p:spPr>
          <a:xfrm>
            <a:off x="8090509" y="1273901"/>
            <a:ext cx="2860040" cy="369332"/>
          </a:xfrm>
          <a:prstGeom prst="rect">
            <a:avLst/>
          </a:prstGeom>
          <a:noFill/>
        </p:spPr>
        <p:txBody>
          <a:bodyPr wrap="square">
            <a:spAutoFit/>
          </a:bodyPr>
          <a:lstStyle/>
          <a:p>
            <a:pPr algn="ctr"/>
            <a:r>
              <a:rPr lang="en-US" altLang="zh-CN" sz="1800" b="0" i="0" u="none" strike="noStrike" dirty="0">
                <a:solidFill>
                  <a:srgbClr val="000000"/>
                </a:solidFill>
                <a:latin typeface="微软雅黑" panose="020B0503020204020204" pitchFamily="34" charset="-122"/>
                <a:ea typeface="微软雅黑" panose="020B0503020204020204" pitchFamily="34" charset="-122"/>
              </a:rPr>
              <a:t>Code Repair</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7E6E171E-A6D1-5499-A6FE-E9BF9FBC43A0}"/>
              </a:ext>
            </a:extLst>
          </p:cNvPr>
          <p:cNvSpPr txBox="1"/>
          <p:nvPr/>
        </p:nvSpPr>
        <p:spPr>
          <a:xfrm>
            <a:off x="1412463" y="4860696"/>
            <a:ext cx="9367074" cy="1580689"/>
          </a:xfrm>
          <a:prstGeom prst="rect">
            <a:avLst/>
          </a:prstGeom>
          <a:solidFill>
            <a:schemeClr val="accent4">
              <a:lumMod val="20000"/>
              <a:lumOff val="80000"/>
            </a:schemeClr>
          </a:solidFill>
        </p:spPr>
        <p:txBody>
          <a:bodyPr wrap="square" lIns="108000" tIns="0" rIns="108000" bIns="0">
            <a:spAutoFit/>
          </a:bodyPr>
          <a:lstStyle/>
          <a:p>
            <a:pPr marL="285750" indent="-285750">
              <a:lnSpc>
                <a:spcPct val="125000"/>
              </a:lnSpc>
              <a:spcBef>
                <a:spcPts val="600"/>
              </a:spcBef>
              <a:buClr>
                <a:srgbClr val="000000"/>
              </a:buClr>
              <a:buFont typeface="Arial" panose="020B0604020202020204" pitchFamily="34" charset="0"/>
              <a:buChar char="•"/>
              <a:defRPr/>
            </a:pPr>
            <a:r>
              <a:rPr lang="en-US" altLang="zh-CN" sz="2000" dirty="0">
                <a:latin typeface="微软雅黑" panose="020B0503020204020204" pitchFamily="34" charset="-122"/>
                <a:ea typeface="微软雅黑" panose="020B0503020204020204" pitchFamily="34" charset="-122"/>
                <a:sym typeface="Arial"/>
              </a:rPr>
              <a:t>For parameter change distribution differences across PLs, code search shows much smaller variation than code repair.</a:t>
            </a:r>
          </a:p>
          <a:p>
            <a:pPr marL="285750" indent="-285750">
              <a:lnSpc>
                <a:spcPct val="125000"/>
              </a:lnSpc>
              <a:spcBef>
                <a:spcPts val="600"/>
              </a:spcBef>
              <a:buClr>
                <a:srgbClr val="000000"/>
              </a:buClr>
              <a:buFont typeface="Arial" panose="020B0604020202020204" pitchFamily="34" charset="0"/>
              <a:buChar char="•"/>
              <a:defRPr/>
            </a:pPr>
            <a:r>
              <a:rPr lang="en-US" altLang="zh-CN" sz="2000" dirty="0">
                <a:latin typeface="微软雅黑" panose="020B0503020204020204" pitchFamily="34" charset="-122"/>
                <a:ea typeface="微软雅黑" panose="020B0503020204020204" pitchFamily="34" charset="-122"/>
                <a:sym typeface="Arial"/>
              </a:rPr>
              <a:t>In code repair, </a:t>
            </a:r>
            <a:r>
              <a:rPr lang="en-US" altLang="zh-CN" sz="2000" b="1" dirty="0">
                <a:solidFill>
                  <a:srgbClr val="FF0000"/>
                </a:solidFill>
                <a:latin typeface="微软雅黑" panose="020B0503020204020204" pitchFamily="34" charset="-122"/>
                <a:ea typeface="微软雅黑" panose="020B0503020204020204" pitchFamily="34" charset="-122"/>
                <a:sym typeface="Arial"/>
              </a:rPr>
              <a:t>performance drops </a:t>
            </a:r>
            <a:r>
              <a:rPr lang="en-US" altLang="zh-CN" sz="2000" dirty="0">
                <a:latin typeface="微软雅黑" panose="020B0503020204020204" pitchFamily="34" charset="-122"/>
                <a:ea typeface="微软雅黑" panose="020B0503020204020204" pitchFamily="34" charset="-122"/>
                <a:sym typeface="Arial"/>
              </a:rPr>
              <a:t>usually occur on tasks </a:t>
            </a:r>
            <a:r>
              <a:rPr lang="en-US" altLang="zh-CN" sz="2000" b="1" dirty="0">
                <a:solidFill>
                  <a:srgbClr val="FF0000"/>
                </a:solidFill>
                <a:latin typeface="微软雅黑" panose="020B0503020204020204" pitchFamily="34" charset="-122"/>
                <a:ea typeface="微软雅黑" panose="020B0503020204020204" pitchFamily="34" charset="-122"/>
                <a:sym typeface="Arial"/>
              </a:rPr>
              <a:t>with smaller parameter changes</a:t>
            </a:r>
            <a:r>
              <a:rPr lang="en-US" altLang="zh-CN" sz="2000" dirty="0">
                <a:latin typeface="微软雅黑" panose="020B0503020204020204" pitchFamily="34" charset="-122"/>
                <a:ea typeface="微软雅黑" panose="020B0503020204020204" pitchFamily="34" charset="-122"/>
                <a:sym typeface="Arial"/>
              </a:rPr>
              <a:t>.</a:t>
            </a:r>
          </a:p>
        </p:txBody>
      </p:sp>
      <p:sp>
        <p:nvSpPr>
          <p:cNvPr id="11" name="文本框 10">
            <a:extLst>
              <a:ext uri="{FF2B5EF4-FFF2-40B4-BE49-F238E27FC236}">
                <a16:creationId xmlns:a16="http://schemas.microsoft.com/office/drawing/2014/main" id="{AE111604-D731-EED2-A511-026FAF4D7A40}"/>
              </a:ext>
            </a:extLst>
          </p:cNvPr>
          <p:cNvSpPr txBox="1"/>
          <p:nvPr/>
        </p:nvSpPr>
        <p:spPr>
          <a:xfrm>
            <a:off x="348770" y="818748"/>
            <a:ext cx="78605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RQ1:</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Multi-PL Fusion within Same Task</a:t>
            </a:r>
          </a:p>
        </p:txBody>
      </p:sp>
      <p:pic>
        <p:nvPicPr>
          <p:cNvPr id="57" name="音频 56">
            <a:hlinkClick r:id="" action="ppaction://media"/>
            <a:extLst>
              <a:ext uri="{FF2B5EF4-FFF2-40B4-BE49-F238E27FC236}">
                <a16:creationId xmlns:a16="http://schemas.microsoft.com/office/drawing/2014/main" id="{F299E770-8A47-76CB-280C-4010743B59BA}"/>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67562832"/>
      </p:ext>
    </p:extLst>
  </p:cSld>
  <p:clrMapOvr>
    <a:masterClrMapping/>
  </p:clrMapOvr>
  <mc:AlternateContent xmlns:mc="http://schemas.openxmlformats.org/markup-compatibility/2006">
    <mc:Choice xmlns:p14="http://schemas.microsoft.com/office/powerpoint/2010/main" Requires="p14">
      <p:transition spd="slow" p14:dur="2000" advTm="61780"/>
    </mc:Choice>
    <mc:Fallback>
      <p:transition spd="slow" advTm="61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7"/>
                </p:tgtEl>
              </p:cMediaNode>
            </p:audio>
          </p:childTnLst>
        </p:cTn>
      </p:par>
    </p:tnLst>
  </p:timing>
  <p:extLst>
    <p:ext uri="{3A86A75C-4F4B-4683-9AE1-C65F6400EC91}">
      <p14:laserTraceLst xmlns:p14="http://schemas.microsoft.com/office/powerpoint/2010/main">
        <p14:tracePtLst>
          <p14:tracePt t="303" x="10912475" y="2400300"/>
          <p14:tracePt t="1485" x="10901363" y="2400300"/>
          <p14:tracePt t="1703" x="10888663" y="2400300"/>
          <p14:tracePt t="1704" x="10875963" y="2400300"/>
          <p14:tracePt t="1716" x="10864850" y="2400300"/>
          <p14:tracePt t="1724" x="10852150" y="2400300"/>
          <p14:tracePt t="1735" x="10839450" y="2400300"/>
          <p14:tracePt t="1745" x="10828338" y="2400300"/>
          <p14:tracePt t="1749" x="10802938" y="2400300"/>
          <p14:tracePt t="1755" x="10802938" y="2387600"/>
          <p14:tracePt t="1756" x="10779125" y="2387600"/>
          <p14:tracePt t="1765" x="10766425" y="2387600"/>
          <p14:tracePt t="1773" x="10693400" y="2374900"/>
          <p14:tracePt t="1781" x="10645775" y="2363788"/>
          <p14:tracePt t="1790" x="10547350" y="2351088"/>
          <p14:tracePt t="1798" x="10450513" y="2338388"/>
          <p14:tracePt t="1807" x="10364788" y="2314575"/>
          <p14:tracePt t="1815" x="10315575" y="2301875"/>
          <p14:tracePt t="1823" x="10194925" y="2278063"/>
          <p14:tracePt t="1831" x="10109200" y="2254250"/>
          <p14:tracePt t="1840" x="9986963" y="2228850"/>
          <p14:tracePt t="1848" x="9866313" y="2205038"/>
          <p14:tracePt t="1856" x="9621838" y="2155825"/>
          <p14:tracePt t="1865" x="9536113" y="2119313"/>
          <p14:tracePt t="1873" x="9342438" y="2082800"/>
          <p14:tracePt t="1881" x="9170988" y="2033588"/>
          <p14:tracePt t="1890" x="8988425" y="1985963"/>
          <p14:tracePt t="1898" x="8696325" y="1912938"/>
          <p14:tracePt t="1906" x="8477250" y="1851025"/>
          <p14:tracePt t="1915" x="8355013" y="1827213"/>
          <p14:tracePt t="1923" x="8002588" y="1766888"/>
          <p14:tracePt t="1931" x="7747000" y="1717675"/>
          <p14:tracePt t="1940" x="7515225" y="1668463"/>
          <p14:tracePt t="1948" x="7270750" y="1620838"/>
          <p14:tracePt t="1956" x="6894513" y="1558925"/>
          <p14:tracePt t="1965" x="6772275" y="1546225"/>
          <p14:tracePt t="1973" x="6516688" y="1509713"/>
          <p14:tracePt t="1982" x="6284913" y="1485900"/>
          <p14:tracePt t="1990" x="6040438" y="1449388"/>
          <p14:tracePt t="1998" x="5627688" y="1412875"/>
          <p14:tracePt t="2006" x="5370513" y="1400175"/>
          <p14:tracePt t="2015" x="5249863" y="1400175"/>
          <p14:tracePt t="2023" x="4872038" y="1389063"/>
          <p14:tracePt t="2031" x="4665663" y="1376363"/>
          <p14:tracePt t="2039" x="4506913" y="1376363"/>
          <p14:tracePt t="2048" x="4324350" y="1376363"/>
          <p14:tracePt t="2056" x="4068763" y="1376363"/>
          <p14:tracePt t="2065" x="3983038" y="1376363"/>
          <p14:tracePt t="2073" x="3824288" y="1376363"/>
          <p14:tracePt t="2081" x="3678238" y="1376363"/>
          <p14:tracePt t="2090" x="3556000" y="1376363"/>
          <p14:tracePt t="2098" x="3336925" y="1376363"/>
          <p14:tracePt t="2106" x="3214688" y="1376363"/>
          <p14:tracePt t="2114" x="3154363" y="1376363"/>
          <p14:tracePt t="2123" x="3021013" y="1389063"/>
          <p14:tracePt t="2131" x="2862263" y="1412875"/>
          <p14:tracePt t="2139" x="2752725" y="1425575"/>
          <p14:tracePt t="2148" x="2643188" y="1436688"/>
          <p14:tracePt t="2156" x="2508250" y="1449388"/>
          <p14:tracePt t="2164" x="2460625" y="1449388"/>
          <p14:tracePt t="2173" x="2398713" y="1462088"/>
          <p14:tracePt t="2181" x="2325688" y="1462088"/>
          <p14:tracePt t="2189" x="2289175" y="1462088"/>
          <p14:tracePt t="2198" x="2265363" y="1462088"/>
          <p14:tracePt t="2206" x="2252663" y="1462088"/>
          <p14:tracePt t="2223" x="2241550" y="1462088"/>
          <p14:tracePt t="2224" x="2228850" y="1473200"/>
          <p14:tracePt t="2235" x="2205038" y="1473200"/>
          <p14:tracePt t="2239" x="2179638" y="1485900"/>
          <p14:tracePt t="2248" x="2132013" y="1485900"/>
          <p14:tracePt t="2256" x="2033588" y="1509713"/>
          <p14:tracePt t="2264" x="1997075" y="1509713"/>
          <p14:tracePt t="2273" x="1936750" y="1522413"/>
          <p14:tracePt t="2281" x="1900238" y="1535113"/>
          <p14:tracePt t="2289" x="1863725" y="1535113"/>
          <p14:tracePt t="2298" x="1851025" y="1535113"/>
          <p14:tracePt t="2323" x="1839913" y="1535113"/>
          <p14:tracePt t="2363" x="1827213" y="1535113"/>
          <p14:tracePt t="2389" x="1814513" y="1535113"/>
          <p14:tracePt t="2525" x="1827213" y="1535113"/>
          <p14:tracePt t="2530" x="1839913" y="1535113"/>
          <p14:tracePt t="2535" x="1839913" y="1522413"/>
          <p14:tracePt t="2539" x="1851025" y="1522413"/>
          <p14:tracePt t="2575" x="1851025" y="1509713"/>
          <p14:tracePt t="2576" x="1863725" y="1509713"/>
          <p14:tracePt t="2595" x="1876425" y="1509713"/>
          <p14:tracePt t="2605" x="1887538" y="1509713"/>
          <p14:tracePt t="2610" x="1887538" y="1498600"/>
          <p14:tracePt t="2615" x="1900238" y="1498600"/>
          <p14:tracePt t="2623" x="1912938" y="1485900"/>
          <p14:tracePt t="2635" x="1924050" y="1485900"/>
          <p14:tracePt t="2785" x="1936750" y="1473200"/>
          <p14:tracePt t="2803" x="1936750" y="1462088"/>
          <p14:tracePt t="2810" x="1936750" y="1449388"/>
          <p14:tracePt t="2815" x="1936750" y="1436688"/>
          <p14:tracePt t="2825" x="1936750" y="1425575"/>
          <p14:tracePt t="2835" x="1936750" y="1400175"/>
          <p14:tracePt t="2843" x="1936750" y="1389063"/>
          <p14:tracePt t="2849" x="1936750" y="1376363"/>
          <p14:tracePt t="2855" x="1924050" y="1363663"/>
          <p14:tracePt t="2865" x="1924050" y="1352550"/>
          <p14:tracePt t="2870" x="1912938" y="1339850"/>
          <p14:tracePt t="2874" x="1900238" y="1327150"/>
          <p14:tracePt t="2882" x="1887538" y="1316038"/>
          <p14:tracePt t="2889" x="1887538" y="1303338"/>
          <p14:tracePt t="2897" x="1863725" y="1303338"/>
          <p14:tracePt t="2905" x="1863725" y="1290638"/>
          <p14:tracePt t="2914" x="1863725" y="1279525"/>
          <p14:tracePt t="2922" x="1851025" y="1266825"/>
          <p14:tracePt t="2931" x="1839913" y="1266825"/>
          <p14:tracePt t="2940" x="1827213" y="1254125"/>
          <p14:tracePt t="2952" x="1827213" y="1243013"/>
          <p14:tracePt t="2957" x="1814513" y="1243013"/>
          <p14:tracePt t="2964" x="1803400" y="1243013"/>
          <p14:tracePt t="2983" x="1803400" y="1230313"/>
          <p14:tracePt t="2984" x="1790700" y="1230313"/>
          <p14:tracePt t="3045" x="1778000" y="1217613"/>
          <p14:tracePt t="3063" x="1765300" y="1217613"/>
          <p14:tracePt t="3064" x="1765300" y="1206500"/>
          <p14:tracePt t="3082" x="1754188" y="1206500"/>
          <p14:tracePt t="3090" x="1741488" y="1206500"/>
          <p14:tracePt t="5115" x="1754188" y="1206500"/>
          <p14:tracePt t="5125" x="1765300" y="1206500"/>
          <p14:tracePt t="5150" x="1778000" y="1206500"/>
          <p14:tracePt t="5218" x="1790700" y="1193800"/>
          <p14:tracePt t="5845" x="1778000" y="1193800"/>
          <p14:tracePt t="5865" x="1765300" y="1193800"/>
          <p14:tracePt t="5883" x="1754188" y="1206500"/>
          <p14:tracePt t="5890" x="1741488" y="1206500"/>
          <p14:tracePt t="5898" x="1741488" y="1217613"/>
          <p14:tracePt t="5914" x="1741488" y="1230313"/>
          <p14:tracePt t="6010" x="1728788" y="1230313"/>
          <p14:tracePt t="9045" x="1741488" y="1243013"/>
          <p14:tracePt t="9050" x="1778000" y="1254125"/>
          <p14:tracePt t="9055" x="1814513" y="1266825"/>
          <p14:tracePt t="9058" x="1863725" y="1279525"/>
          <p14:tracePt t="9066" x="2070100" y="1352550"/>
          <p14:tracePt t="9075" x="2241550" y="1400175"/>
          <p14:tracePt t="9083" x="2801938" y="1571625"/>
          <p14:tracePt t="9091" x="3240088" y="1681163"/>
          <p14:tracePt t="9099" x="3775075" y="1814513"/>
          <p14:tracePt t="9108" x="4298950" y="1936750"/>
          <p14:tracePt t="9116" x="5078413" y="2106613"/>
          <p14:tracePt t="9125" x="5273675" y="2143125"/>
          <p14:tracePt t="9133" x="5664200" y="2228850"/>
          <p14:tracePt t="9141" x="5943600" y="2290763"/>
          <p14:tracePt t="9150" x="6089650" y="2314575"/>
          <p14:tracePt t="9158" x="6126163" y="2327275"/>
          <p14:tracePt t="9169" x="6126163" y="2338388"/>
          <p14:tracePt t="9315" x="6115050" y="2338388"/>
          <p14:tracePt t="9323" x="6089650" y="2314575"/>
          <p14:tracePt t="9325" x="6076950" y="2301875"/>
          <p14:tracePt t="9333" x="6065838" y="2301875"/>
          <p14:tracePt t="9341" x="6029325" y="2265363"/>
          <p14:tracePt t="9350" x="5992813" y="2254250"/>
          <p14:tracePt t="9358" x="5930900" y="2228850"/>
          <p14:tracePt t="9366" x="5883275" y="2205038"/>
          <p14:tracePt t="9375" x="5846763" y="2192338"/>
          <p14:tracePt t="9376" x="5797550" y="2179638"/>
          <p14:tracePt t="9383" x="5761038" y="2179638"/>
          <p14:tracePt t="9391" x="5724525" y="2168525"/>
          <p14:tracePt t="9399" x="5651500" y="2155825"/>
          <p14:tracePt t="9408" x="5602288" y="2143125"/>
          <p14:tracePt t="9416" x="5505450" y="2119313"/>
          <p14:tracePt t="9424" x="5468938" y="2106613"/>
          <p14:tracePt t="9433" x="5408613" y="2095500"/>
          <p14:tracePt t="9441" x="5310188" y="2082800"/>
          <p14:tracePt t="9450" x="5213350" y="2070100"/>
          <p14:tracePt t="9458" x="5103813" y="2070100"/>
          <p14:tracePt t="9466" x="5041900" y="2058988"/>
          <p14:tracePt t="9474" x="5018088" y="2058988"/>
          <p14:tracePt t="9482" x="4981575" y="2058988"/>
          <p14:tracePt t="9491" x="4957763" y="2058988"/>
          <p14:tracePt t="9499" x="4945063" y="2058988"/>
          <p14:tracePt t="9635" x="4932363" y="2070100"/>
          <p14:tracePt t="9636" x="4921250" y="2082800"/>
          <p14:tracePt t="9642" x="4908550" y="2106613"/>
          <p14:tracePt t="9649" x="4895850" y="2132013"/>
          <p14:tracePt t="9657" x="4848225" y="2205038"/>
          <p14:tracePt t="9666" x="4811713" y="2254250"/>
          <p14:tracePt t="9674" x="4786313" y="2278063"/>
          <p14:tracePt t="9683" x="4738688" y="2338388"/>
          <p14:tracePt t="9683" x="4713288" y="2363788"/>
          <p14:tracePt t="9690" x="4640263" y="2424113"/>
          <p14:tracePt t="9699" x="4579938" y="2460625"/>
          <p14:tracePt t="9707" x="4506913" y="2497138"/>
          <p14:tracePt t="9716" x="4433888" y="2546350"/>
          <p14:tracePt t="9724" x="4397375" y="2557463"/>
          <p14:tracePt t="9732" x="4335463" y="2582863"/>
          <p14:tracePt t="9741" x="4275138" y="2593975"/>
          <p14:tracePt t="9749" x="4225925" y="2619375"/>
          <p14:tracePt t="9757" x="4202113" y="2619375"/>
          <p14:tracePt t="9765" x="4189413" y="2630488"/>
          <p14:tracePt t="9883" x="4202113" y="2630488"/>
          <p14:tracePt t="9884" x="4214813" y="2630488"/>
          <p14:tracePt t="9891" x="4214813" y="2619375"/>
          <p14:tracePt t="9899" x="4251325" y="2606675"/>
          <p14:tracePt t="9907" x="4275138" y="2582863"/>
          <p14:tracePt t="9916" x="4298950" y="2582863"/>
          <p14:tracePt t="9924" x="4335463" y="2570163"/>
          <p14:tracePt t="9932" x="4348163" y="2557463"/>
          <p14:tracePt t="9940" x="4360863" y="2557463"/>
          <p14:tracePt t="9949" x="4360863" y="2546350"/>
          <p14:tracePt t="10070" x="4348163" y="2546350"/>
          <p14:tracePt t="10076" x="4335463" y="2546350"/>
          <p14:tracePt t="10083" x="4311650" y="2546350"/>
          <p14:tracePt t="10089" x="4287838" y="2546350"/>
          <p14:tracePt t="10095" x="4262438" y="2546350"/>
          <p14:tracePt t="10103" x="4238625" y="2546350"/>
          <p14:tracePt t="10110" x="4202113" y="2546350"/>
          <p14:tracePt t="10116" x="4189413" y="2546350"/>
          <p14:tracePt t="10124" x="4178300" y="2546350"/>
          <p14:tracePt t="10132" x="4165600" y="2546350"/>
          <p14:tracePt t="10140" x="4152900" y="2546350"/>
          <p14:tracePt t="10149" x="4152900" y="2533650"/>
          <p14:tracePt t="10205" x="4152900" y="2520950"/>
          <p14:tracePt t="10216" x="4152900" y="2509838"/>
          <p14:tracePt t="10223" x="4152900" y="2484438"/>
          <p14:tracePt t="10224" x="4152900" y="2473325"/>
          <p14:tracePt t="10232" x="4165600" y="2460625"/>
          <p14:tracePt t="10240" x="4189413" y="2436813"/>
          <p14:tracePt t="10248" x="4202113" y="2400300"/>
          <p14:tracePt t="10257" x="4225925" y="2363788"/>
          <p14:tracePt t="10265" x="4238625" y="2351088"/>
          <p14:tracePt t="10274" x="4238625" y="2338388"/>
          <p14:tracePt t="10284" x="4238625" y="2327275"/>
          <p14:tracePt t="10290" x="4251325" y="2327275"/>
          <p14:tracePt t="10323" x="4251325" y="2314575"/>
          <p14:tracePt t="10324" x="4262438" y="2301875"/>
          <p14:tracePt t="10334" x="4275138" y="2290763"/>
          <p14:tracePt t="10340" x="4287838" y="2278063"/>
          <p14:tracePt t="10348" x="4298950" y="2254250"/>
          <p14:tracePt t="10357" x="4311650" y="2241550"/>
          <p14:tracePt t="10365" x="4311650" y="2217738"/>
          <p14:tracePt t="10374" x="4311650" y="2205038"/>
          <p14:tracePt t="10410" x="4311650" y="2192338"/>
          <p14:tracePt t="10425" x="4311650" y="2179638"/>
          <p14:tracePt t="10470" x="4298950" y="2168525"/>
          <p14:tracePt t="10478" x="4298950" y="2155825"/>
          <p14:tracePt t="10490" x="4287838" y="2143125"/>
          <p14:tracePt t="10495" x="4275138" y="2143125"/>
          <p14:tracePt t="10498" x="4262438" y="2143125"/>
          <p14:tracePt t="10506" x="4251325" y="2132013"/>
          <p14:tracePt t="10515" x="4251325" y="2119313"/>
          <p14:tracePt t="10523" x="4225925" y="2119313"/>
          <p14:tracePt t="10532" x="4214813" y="2106613"/>
          <p14:tracePt t="10540" x="4214813" y="2095500"/>
          <p14:tracePt t="10548" x="4189413" y="2082800"/>
          <p14:tracePt t="10557" x="4178300" y="2082800"/>
          <p14:tracePt t="10565" x="4165600" y="2082800"/>
          <p14:tracePt t="10573" x="4152900" y="2070100"/>
          <p14:tracePt t="10581" x="4141788" y="2058988"/>
          <p14:tracePt t="10590" x="4116388" y="2058988"/>
          <p14:tracePt t="10598" x="4079875" y="2058988"/>
          <p14:tracePt t="10607" x="4032250" y="2046288"/>
          <p14:tracePt t="10615" x="4019550" y="2046288"/>
          <p14:tracePt t="10623" x="3970338" y="2033588"/>
          <p14:tracePt t="10631" x="3946525" y="2033588"/>
          <p14:tracePt t="10640" x="3946525" y="2022475"/>
          <p14:tracePt t="10648" x="3921125" y="2022475"/>
          <p14:tracePt t="10656" x="3910013" y="2009775"/>
          <p14:tracePt t="10665" x="3897313" y="2009775"/>
          <p14:tracePt t="10673" x="3884613" y="2009775"/>
          <p14:tracePt t="10682" x="3873500" y="2009775"/>
          <p14:tracePt t="10690" x="3860800" y="2009775"/>
          <p14:tracePt t="10698" x="3848100" y="2009775"/>
          <p14:tracePt t="10715" x="3836988" y="1997075"/>
          <p14:tracePt t="10716" x="3824288" y="1997075"/>
          <p14:tracePt t="10730" x="3811588" y="1997075"/>
          <p14:tracePt t="10735" x="3800475" y="1997075"/>
          <p14:tracePt t="10740" x="3787775" y="1997075"/>
          <p14:tracePt t="10755" x="3775075" y="1997075"/>
          <p14:tracePt t="10763" x="3763963" y="1997075"/>
          <p14:tracePt t="10770" x="3763963" y="1985963"/>
          <p14:tracePt t="10783" x="3751263" y="1985963"/>
          <p14:tracePt t="10790" x="3738563" y="1985963"/>
          <p14:tracePt t="10795" x="3727450" y="1985963"/>
          <p14:tracePt t="10805" x="3714750" y="1985963"/>
          <p14:tracePt t="10809" x="3702050" y="1985963"/>
          <p14:tracePt t="10815" x="3690938" y="1985963"/>
          <p14:tracePt t="10823" x="3678238" y="1985963"/>
          <p14:tracePt t="10831" x="3654425" y="1985963"/>
          <p14:tracePt t="10840" x="3629025" y="1985963"/>
          <p14:tracePt t="10848" x="3592513" y="1985963"/>
          <p14:tracePt t="10856" x="3532188" y="1985963"/>
          <p14:tracePt t="10864" x="3508375" y="1985963"/>
          <p14:tracePt t="10873" x="3471863" y="1985963"/>
          <p14:tracePt t="10881" x="3459163" y="1985963"/>
          <p14:tracePt t="10889" x="3435350" y="1985963"/>
          <p14:tracePt t="10898" x="3409950" y="1985963"/>
          <p14:tracePt t="10906" x="3398838" y="1985963"/>
          <p14:tracePt t="10915" x="3386138" y="1985963"/>
          <p14:tracePt t="10924" x="3373438" y="1985963"/>
          <p14:tracePt t="10938" x="3362325" y="1985963"/>
          <p14:tracePt t="10943" x="3349625" y="1985963"/>
          <p14:tracePt t="10949" x="3336925" y="1985963"/>
          <p14:tracePt t="10956" x="3325813" y="1985963"/>
          <p14:tracePt t="10964" x="3313113" y="1985963"/>
          <p14:tracePt t="10973" x="3300413" y="1985963"/>
          <p14:tracePt t="10981" x="3289300" y="1985963"/>
          <p14:tracePt t="10989" x="3276600" y="1985963"/>
          <p14:tracePt t="11005" x="3263900" y="1985963"/>
          <p14:tracePt t="11015" x="3252788" y="1997075"/>
          <p14:tracePt t="11030" x="3240088" y="1997075"/>
          <p14:tracePt t="11036" x="3227388" y="1997075"/>
          <p14:tracePt t="11044" x="3214688" y="1997075"/>
          <p14:tracePt t="11054" x="3203575" y="2009775"/>
          <p14:tracePt t="11056" x="3190875" y="2009775"/>
          <p14:tracePt t="11065" x="3190875" y="2022475"/>
          <p14:tracePt t="11073" x="3178175" y="2022475"/>
          <p14:tracePt t="11081" x="3167063" y="2033588"/>
          <p14:tracePt t="11090" x="3154363" y="2033588"/>
          <p14:tracePt t="11090" x="3141663" y="2046288"/>
          <p14:tracePt t="11098" x="3130550" y="2058988"/>
          <p14:tracePt t="11106" x="3117850" y="2070100"/>
          <p14:tracePt t="11114" x="3105150" y="2082800"/>
          <p14:tracePt t="11122" x="3094038" y="2095500"/>
          <p14:tracePt t="11131" x="3081338" y="2106613"/>
          <p14:tracePt t="11139" x="3081338" y="2119313"/>
          <p14:tracePt t="11148" x="3068638" y="2132013"/>
          <p14:tracePt t="11156" x="3068638" y="2155825"/>
          <p14:tracePt t="11165" x="3057525" y="2168525"/>
          <p14:tracePt t="11173" x="3057525" y="2179638"/>
          <p14:tracePt t="11181" x="3044825" y="2192338"/>
          <p14:tracePt t="11189" x="3032125" y="2217738"/>
          <p14:tracePt t="11197" x="3021013" y="2254250"/>
          <p14:tracePt t="11206" x="2995613" y="2301875"/>
          <p14:tracePt t="11215" x="2995613" y="2327275"/>
          <p14:tracePt t="11223" x="2995613" y="2338388"/>
          <p14:tracePt t="11231" x="2984500" y="2374900"/>
          <p14:tracePt t="11239" x="2971800" y="2374900"/>
          <p14:tracePt t="11247" x="2971800" y="2387600"/>
          <p14:tracePt t="11256" x="2959100" y="2400300"/>
          <p14:tracePt t="11264" x="2959100" y="2411413"/>
          <p14:tracePt t="11274" x="2959100" y="2424113"/>
          <p14:tracePt t="11365" x="2959100" y="2436813"/>
          <p14:tracePt t="11377" x="2959100" y="2447925"/>
          <p14:tracePt t="11378" x="2959100" y="2460625"/>
          <p14:tracePt t="11390" x="2959100" y="2473325"/>
          <p14:tracePt t="11395" x="2959100" y="2484438"/>
          <p14:tracePt t="11403" x="2959100" y="2497138"/>
          <p14:tracePt t="11410" x="2959100" y="2509838"/>
          <p14:tracePt t="11415" x="2959100" y="2520950"/>
          <p14:tracePt t="11423" x="2959100" y="2533650"/>
          <p14:tracePt t="11431" x="2959100" y="2546350"/>
          <p14:tracePt t="11439" x="2959100" y="2557463"/>
          <p14:tracePt t="11447" x="2959100" y="2582863"/>
          <p14:tracePt t="11456" x="2971800" y="2593975"/>
          <p14:tracePt t="11464" x="2971800" y="2606675"/>
          <p14:tracePt t="11465" x="2971800" y="2619375"/>
          <p14:tracePt t="11474" x="2984500" y="2643188"/>
          <p14:tracePt t="11482" x="2984500" y="2655888"/>
          <p14:tracePt t="11489" x="2984500" y="2667000"/>
          <p14:tracePt t="11497" x="2984500" y="2703513"/>
          <p14:tracePt t="11506" x="2995613" y="2728913"/>
          <p14:tracePt t="11514" x="2995613" y="2752725"/>
          <p14:tracePt t="11523" x="3008313" y="2776538"/>
          <p14:tracePt t="11523" x="3008313" y="2801938"/>
          <p14:tracePt t="11530" x="3021013" y="2851150"/>
          <p14:tracePt t="11539" x="3032125" y="2898775"/>
          <p14:tracePt t="11547" x="3044825" y="2947988"/>
          <p14:tracePt t="11556" x="3057525" y="3008313"/>
          <p14:tracePt t="11564" x="3068638" y="3057525"/>
          <p14:tracePt t="11572" x="3094038" y="3117850"/>
          <p14:tracePt t="11580" x="3105150" y="3154363"/>
          <p14:tracePt t="11589" x="3130550" y="3190875"/>
          <p14:tracePt t="11597" x="3141663" y="3227388"/>
          <p14:tracePt t="11606" x="3154363" y="3263900"/>
          <p14:tracePt t="11614" x="3167063" y="3263900"/>
          <p14:tracePt t="11623" x="3178175" y="3300413"/>
          <p14:tracePt t="11630" x="3190875" y="3336925"/>
          <p14:tracePt t="11639" x="3214688" y="3362325"/>
          <p14:tracePt t="11647" x="3227388" y="3373438"/>
          <p14:tracePt t="11656" x="3252788" y="3409950"/>
          <p14:tracePt t="11664" x="3276600" y="3422650"/>
          <p14:tracePt t="11672" x="3289300" y="3448050"/>
          <p14:tracePt t="11680" x="3300413" y="3471863"/>
          <p14:tracePt t="11689" x="3325813" y="3484563"/>
          <p14:tracePt t="11697" x="3349625" y="3508375"/>
          <p14:tracePt t="11705" x="3373438" y="3532188"/>
          <p14:tracePt t="11714" x="3386138" y="3544888"/>
          <p14:tracePt t="11723" x="3409950" y="3557588"/>
          <p14:tracePt t="11723" x="3435350" y="3568700"/>
          <p14:tracePt t="11730" x="3471863" y="3581400"/>
          <p14:tracePt t="11739" x="3519488" y="3605213"/>
          <p14:tracePt t="11747" x="3581400" y="3630613"/>
          <p14:tracePt t="11756" x="3654425" y="3641725"/>
          <p14:tracePt t="11764" x="3702050" y="3667125"/>
          <p14:tracePt t="11772" x="3763963" y="3690938"/>
          <p14:tracePt t="11780" x="3800475" y="3703638"/>
          <p14:tracePt t="11789" x="3848100" y="3714750"/>
          <p14:tracePt t="11797" x="3921125" y="3727450"/>
          <p14:tracePt t="11805" x="3970338" y="3740150"/>
          <p14:tracePt t="11814" x="4006850" y="3751263"/>
          <p14:tracePt t="11822" x="4079875" y="3763963"/>
          <p14:tracePt t="11830" x="4141788" y="3763963"/>
          <p14:tracePt t="11839" x="4202113" y="3763963"/>
          <p14:tracePt t="11847" x="4287838" y="3763963"/>
          <p14:tracePt t="11855" x="4408488" y="3763963"/>
          <p14:tracePt t="11864" x="4579938" y="3763963"/>
          <p14:tracePt t="11872" x="4786313" y="3763963"/>
          <p14:tracePt t="11880" x="4932363" y="3763963"/>
          <p14:tracePt t="11888" x="5041900" y="3763963"/>
          <p14:tracePt t="11897" x="5151438" y="3763963"/>
          <p14:tracePt t="11905" x="5187950" y="3763963"/>
          <p14:tracePt t="11913" x="5200650" y="3763963"/>
          <p14:tracePt t="11963" x="5213350" y="3763963"/>
          <p14:tracePt t="11964" x="5237163" y="3763963"/>
          <p14:tracePt t="11972" x="5249863" y="3751263"/>
          <p14:tracePt t="11980" x="5297488" y="3727450"/>
          <p14:tracePt t="11988" x="5346700" y="3703638"/>
          <p14:tracePt t="11997" x="5432425" y="3654425"/>
          <p14:tracePt t="12005" x="5468938" y="3641725"/>
          <p14:tracePt t="12013" x="5481638" y="3630613"/>
          <p14:tracePt t="12022" x="5505450" y="3617913"/>
          <p14:tracePt t="12030" x="5518150" y="3605213"/>
          <p14:tracePt t="12038" x="5529263" y="3605213"/>
          <p14:tracePt t="12047" x="5541963" y="3594100"/>
          <p14:tracePt t="12057" x="5541963" y="3581400"/>
          <p14:tracePt t="12070" x="5554663" y="3581400"/>
          <p14:tracePt t="12078" x="5565775" y="3581400"/>
          <p14:tracePt t="12082" x="5565775" y="3568700"/>
          <p14:tracePt t="12088" x="5578475" y="3557588"/>
          <p14:tracePt t="12097" x="5591175" y="3544888"/>
          <p14:tracePt t="12105" x="5591175" y="3532188"/>
          <p14:tracePt t="12113" x="5602288" y="3532188"/>
          <p14:tracePt t="12122" x="5602288" y="3521075"/>
          <p14:tracePt t="12130" x="5602288" y="3508375"/>
          <p14:tracePt t="12138" x="5614988" y="3495675"/>
          <p14:tracePt t="12147" x="5614988" y="3484563"/>
          <p14:tracePt t="12155" x="5627688" y="3484563"/>
          <p14:tracePt t="12163" x="5627688" y="3471863"/>
          <p14:tracePt t="12172" x="5638800" y="3459163"/>
          <p14:tracePt t="12180" x="5638800" y="3448050"/>
          <p14:tracePt t="12188" x="5638800" y="3435350"/>
          <p14:tracePt t="12197" x="5638800" y="3422650"/>
          <p14:tracePt t="12205" x="5638800" y="3409950"/>
          <p14:tracePt t="12214" x="5638800" y="3398838"/>
          <p14:tracePt t="12223" x="5638800" y="3373438"/>
          <p14:tracePt t="12230" x="5651500" y="3349625"/>
          <p14:tracePt t="12238" x="5651500" y="3325813"/>
          <p14:tracePt t="12247" x="5664200" y="3300413"/>
          <p14:tracePt t="12255" x="5664200" y="3276600"/>
          <p14:tracePt t="12263" x="5664200" y="3240088"/>
          <p14:tracePt t="12272" x="5664200" y="3203575"/>
          <p14:tracePt t="12280" x="5675313" y="3179763"/>
          <p14:tracePt t="12288" x="5688013" y="3143250"/>
          <p14:tracePt t="12296" x="5688013" y="3081338"/>
          <p14:tracePt t="12305" x="5688013" y="3033713"/>
          <p14:tracePt t="12313" x="5688013" y="3008313"/>
          <p14:tracePt t="12322" x="5688013" y="2960688"/>
          <p14:tracePt t="12330" x="5688013" y="2911475"/>
          <p14:tracePt t="12338" x="5688013" y="2838450"/>
          <p14:tracePt t="12346" x="5688013" y="2801938"/>
          <p14:tracePt t="12355" x="5688013" y="2789238"/>
          <p14:tracePt t="12363" x="5688013" y="2740025"/>
          <p14:tracePt t="12372" x="5675313" y="2728913"/>
          <p14:tracePt t="12380" x="5675313" y="2679700"/>
          <p14:tracePt t="12388" x="5664200" y="2667000"/>
          <p14:tracePt t="12396" x="5638800" y="2630488"/>
          <p14:tracePt t="12405" x="5638800" y="2619375"/>
          <p14:tracePt t="12413" x="5627688" y="2593975"/>
          <p14:tracePt t="12421" x="5602288" y="2570163"/>
          <p14:tracePt t="12430" x="5578475" y="2509838"/>
          <p14:tracePt t="12438" x="5541963" y="2460625"/>
          <p14:tracePt t="12446" x="5518150" y="2411413"/>
          <p14:tracePt t="12455" x="5492750" y="2387600"/>
          <p14:tracePt t="12463" x="5468938" y="2351088"/>
          <p14:tracePt t="12471" x="5445125" y="2327275"/>
          <p14:tracePt t="12480" x="5445125" y="2314575"/>
          <p14:tracePt t="12488" x="5419725" y="2290763"/>
          <p14:tracePt t="12496" x="5408613" y="2278063"/>
          <p14:tracePt t="12505" x="5395913" y="2278063"/>
          <p14:tracePt t="12513" x="5395913" y="2265363"/>
          <p14:tracePt t="12521" x="5383213" y="2265363"/>
          <p14:tracePt t="12530" x="5383213" y="2254250"/>
          <p14:tracePt t="12538" x="5370513" y="2254250"/>
          <p14:tracePt t="12546" x="5359400" y="2241550"/>
          <p14:tracePt t="12554" x="5346700" y="2228850"/>
          <p14:tracePt t="12563" x="5322888" y="2217738"/>
          <p14:tracePt t="12574" x="5310188" y="2205038"/>
          <p14:tracePt t="12579" x="5297488" y="2192338"/>
          <p14:tracePt t="12588" x="5286375" y="2192338"/>
          <p14:tracePt t="12596" x="5260975" y="2179638"/>
          <p14:tracePt t="12605" x="5260975" y="2168525"/>
          <p14:tracePt t="12613" x="5249863" y="2168525"/>
          <p14:tracePt t="12621" x="5237163" y="2155825"/>
          <p14:tracePt t="12629" x="5224463" y="2155825"/>
          <p14:tracePt t="12638" x="5213350" y="2155825"/>
          <p14:tracePt t="12646" x="5200650" y="2155825"/>
          <p14:tracePt t="12657" x="5200650" y="2143125"/>
          <p14:tracePt t="12664" x="5187950" y="2143125"/>
          <p14:tracePt t="12677" x="5176838" y="2132013"/>
          <p14:tracePt t="12690" x="5164138" y="2132013"/>
          <p14:tracePt t="12696" x="5151438" y="2132013"/>
          <p14:tracePt t="12703" x="5140325" y="2132013"/>
          <p14:tracePt t="12705" x="5140325" y="2119313"/>
          <p14:tracePt t="12714" x="5127625" y="2119313"/>
          <p14:tracePt t="12721" x="5114925" y="2106613"/>
          <p14:tracePt t="12730" x="5103813" y="2106613"/>
          <p14:tracePt t="12738" x="5078413" y="2095500"/>
          <p14:tracePt t="12746" x="5054600" y="2095500"/>
          <p14:tracePt t="12754" x="5030788" y="2082800"/>
          <p14:tracePt t="12763" x="4968875" y="2070100"/>
          <p14:tracePt t="12771" x="4932363" y="2070100"/>
          <p14:tracePt t="12779" x="4895850" y="2058988"/>
          <p14:tracePt t="12788" x="4859338" y="2058988"/>
          <p14:tracePt t="12796" x="4811713" y="2046288"/>
          <p14:tracePt t="12805" x="4799013" y="2046288"/>
          <p14:tracePt t="12813" x="4786313" y="2046288"/>
          <p14:tracePt t="12821" x="4762500" y="2046288"/>
          <p14:tracePt t="12829" x="4738688" y="2046288"/>
          <p14:tracePt t="12838" x="4702175" y="2033588"/>
          <p14:tracePt t="12846" x="4676775" y="2033588"/>
          <p14:tracePt t="12854" x="4652963" y="2033588"/>
          <p14:tracePt t="12863" x="4627563" y="2022475"/>
          <p14:tracePt t="12871" x="4567238" y="2022475"/>
          <p14:tracePt t="12879" x="4530725" y="2022475"/>
          <p14:tracePt t="12888" x="4506913" y="2022475"/>
          <p14:tracePt t="12896" x="4445000" y="2022475"/>
          <p14:tracePt t="12905" x="4421188" y="2022475"/>
          <p14:tracePt t="12905" x="4408488" y="2022475"/>
          <p14:tracePt t="12912" x="4397375" y="2022475"/>
          <p14:tracePt t="12921" x="4384675" y="2022475"/>
          <p14:tracePt t="12929" x="4360863" y="2022475"/>
          <p14:tracePt t="12938" x="4348163" y="2022475"/>
          <p14:tracePt t="13003" x="4335463" y="2022475"/>
          <p14:tracePt t="13463" x="4324350" y="2022475"/>
          <p14:tracePt t="13470" x="4298950" y="2022475"/>
          <p14:tracePt t="13475" x="4275138" y="2022475"/>
          <p14:tracePt t="13479" x="4262438" y="2022475"/>
          <p14:tracePt t="13487" x="4225925" y="2022475"/>
          <p14:tracePt t="13496" x="4152900" y="2022475"/>
          <p14:tracePt t="13504" x="4105275" y="2022475"/>
          <p14:tracePt t="13512" x="4056063" y="2022475"/>
          <p14:tracePt t="13520" x="3983038" y="2022475"/>
          <p14:tracePt t="13529" x="3921125" y="2022475"/>
          <p14:tracePt t="13537" x="3848100" y="2033588"/>
          <p14:tracePt t="13546" x="3811588" y="2033588"/>
          <p14:tracePt t="13554" x="3800475" y="2033588"/>
          <p14:tracePt t="13562" x="3787775" y="2033588"/>
          <p14:tracePt t="13604" x="3775075" y="2033588"/>
          <p14:tracePt t="13614" x="3775075" y="2046288"/>
          <p14:tracePt t="13622" x="3763963" y="2046288"/>
          <p14:tracePt t="13624" x="3751263" y="2046288"/>
          <p14:tracePt t="13635" x="3738563" y="2058988"/>
          <p14:tracePt t="13637" x="3714750" y="2058988"/>
          <p14:tracePt t="13645" x="3702050" y="2058988"/>
          <p14:tracePt t="13653" x="3702050" y="2070100"/>
          <p14:tracePt t="13662" x="3678238" y="2070100"/>
          <p14:tracePt t="13670" x="3654425" y="2082800"/>
          <p14:tracePt t="13678" x="3629025" y="2095500"/>
          <p14:tracePt t="13687" x="3605213" y="2106613"/>
          <p14:tracePt t="13695" x="3592513" y="2119313"/>
          <p14:tracePt t="13703" x="3556000" y="2132013"/>
          <p14:tracePt t="13714" x="3544888" y="2143125"/>
          <p14:tracePt t="13720" x="3544888" y="2155825"/>
          <p14:tracePt t="13729" x="3532188" y="2155825"/>
          <p14:tracePt t="13737" x="3519488" y="2155825"/>
          <p14:tracePt t="13750" x="3519488" y="2168525"/>
          <p14:tracePt t="13762" x="3508375" y="2168525"/>
          <p14:tracePt t="13785" x="3508375" y="2179638"/>
          <p14:tracePt t="13815" x="3495675" y="2179638"/>
          <p14:tracePt t="13834" x="3482975" y="2179638"/>
          <p14:tracePt t="13942" x="3471863" y="2179638"/>
          <p14:tracePt t="14190" x="3471863" y="2192338"/>
          <p14:tracePt t="14196" x="3459163" y="2192338"/>
          <p14:tracePt t="14209" x="3446463" y="2192338"/>
          <p14:tracePt t="14214" x="3435350" y="2205038"/>
          <p14:tracePt t="14224" x="3422650" y="2205038"/>
          <p14:tracePt t="14234" x="3409950" y="2217738"/>
          <p14:tracePt t="14243" x="3398838" y="2217738"/>
          <p14:tracePt t="14254" x="3386138" y="2217738"/>
          <p14:tracePt t="14255" x="3373438" y="2217738"/>
          <p14:tracePt t="14262" x="3373438" y="2228850"/>
          <p14:tracePt t="14270" x="3362325" y="2228850"/>
          <p14:tracePt t="14278" x="3349625" y="2241550"/>
          <p14:tracePt t="14286" x="3325813" y="2241550"/>
          <p14:tracePt t="14295" x="3325813" y="2254250"/>
          <p14:tracePt t="14303" x="3300413" y="2265363"/>
          <p14:tracePt t="14311" x="3289300" y="2278063"/>
          <p14:tracePt t="14319" x="3263900" y="2290763"/>
          <p14:tracePt t="14328" x="3252788" y="2301875"/>
          <p14:tracePt t="14336" x="3240088" y="2301875"/>
          <p14:tracePt t="14344" x="3227388" y="2301875"/>
          <p14:tracePt t="14353" x="3227388" y="2314575"/>
          <p14:tracePt t="14364" x="3214688" y="2314575"/>
          <p14:tracePt t="14370" x="3214688" y="2327275"/>
          <p14:tracePt t="14378" x="3203575" y="2327275"/>
          <p14:tracePt t="14387" x="3190875" y="2338388"/>
          <p14:tracePt t="14403" x="3178175" y="2338388"/>
          <p14:tracePt t="14404" x="3178175" y="2351088"/>
          <p14:tracePt t="14414" x="3167063" y="2363788"/>
          <p14:tracePt t="14435" x="3154363" y="2374900"/>
          <p14:tracePt t="14445" x="3141663" y="2387600"/>
          <p14:tracePt t="14449" x="3141663" y="2400300"/>
          <p14:tracePt t="14454" x="3130550" y="2400300"/>
          <p14:tracePt t="14462" x="3130550" y="2411413"/>
          <p14:tracePt t="14470" x="3130550" y="2424113"/>
          <p14:tracePt t="14478" x="3117850" y="2424113"/>
          <p14:tracePt t="14486" x="3117850" y="2436813"/>
          <p14:tracePt t="14494" x="3105150" y="2436813"/>
          <p14:tracePt t="14503" x="3105150" y="2447925"/>
          <p14:tracePt t="14511" x="3105150" y="2460625"/>
          <p14:tracePt t="14519" x="3105150" y="2473325"/>
          <p14:tracePt t="14528" x="3094038" y="2484438"/>
          <p14:tracePt t="14536" x="3081338" y="2497138"/>
          <p14:tracePt t="14544" x="3068638" y="2509838"/>
          <p14:tracePt t="14553" x="3068638" y="2520950"/>
          <p14:tracePt t="14561" x="3057525" y="2533650"/>
          <p14:tracePt t="14569" x="3057525" y="2546350"/>
          <p14:tracePt t="14578" x="3044825" y="2557463"/>
          <p14:tracePt t="14586" x="3044825" y="2570163"/>
          <p14:tracePt t="14597" x="3044825" y="2582863"/>
          <p14:tracePt t="14604" x="3044825" y="2593975"/>
          <p14:tracePt t="14622" x="3044825" y="2606675"/>
          <p14:tracePt t="14920" x="3044825" y="2619375"/>
          <p14:tracePt t="14925" x="3044825" y="2630488"/>
          <p14:tracePt t="14936" x="3044825" y="2643188"/>
          <p14:tracePt t="14963" x="3044825" y="2655888"/>
          <p14:tracePt t="15014" x="3044825" y="2667000"/>
          <p14:tracePt t="15028" x="3044825" y="2679700"/>
          <p14:tracePt t="15034" x="3044825" y="2692400"/>
          <p14:tracePt t="15042" x="3057525" y="2703513"/>
          <p14:tracePt t="15044" x="3057525" y="2716213"/>
          <p14:tracePt t="15052" x="3057525" y="2728913"/>
          <p14:tracePt t="15060" x="3068638" y="2728913"/>
          <p14:tracePt t="15069" x="3081338" y="2752725"/>
          <p14:tracePt t="15077" x="3094038" y="2776538"/>
          <p14:tracePt t="15086" x="3117850" y="2789238"/>
          <p14:tracePt t="15094" x="3130550" y="2801938"/>
          <p14:tracePt t="15103" x="3130550" y="2825750"/>
          <p14:tracePt t="15110" x="3154363" y="2851150"/>
          <p14:tracePt t="15119" x="3190875" y="2862263"/>
          <p14:tracePt t="15127" x="3214688" y="2887663"/>
          <p14:tracePt t="15135" x="3240088" y="2911475"/>
          <p14:tracePt t="15144" x="3289300" y="2947988"/>
          <p14:tracePt t="15152" x="3313113" y="2960688"/>
          <p14:tracePt t="15160" x="3349625" y="2997200"/>
          <p14:tracePt t="15169" x="3373438" y="3008313"/>
          <p14:tracePt t="15177" x="3409950" y="3044825"/>
          <p14:tracePt t="15185" x="3422650" y="3057525"/>
          <p14:tracePt t="15194" x="3435350" y="3057525"/>
          <p14:tracePt t="15202" x="3459163" y="3070225"/>
          <p14:tracePt t="15203" x="3459163" y="3081338"/>
          <p14:tracePt t="15210" x="3471863" y="3081338"/>
          <p14:tracePt t="15219" x="3482975" y="3081338"/>
          <p14:tracePt t="15227" x="3508375" y="3094038"/>
          <p14:tracePt t="15235" x="3519488" y="3106738"/>
          <p14:tracePt t="15244" x="3556000" y="3106738"/>
          <p14:tracePt t="15252" x="3581400" y="3106738"/>
          <p14:tracePt t="15260" x="3617913" y="3117850"/>
          <p14:tracePt t="15269" x="3665538" y="3130550"/>
          <p14:tracePt t="15277" x="3714750" y="3143250"/>
          <p14:tracePt t="15285" x="3775075" y="3154363"/>
          <p14:tracePt t="15294" x="3787775" y="3154363"/>
          <p14:tracePt t="15302" x="3848100" y="3167063"/>
          <p14:tracePt t="15310" x="3946525" y="3179763"/>
          <p14:tracePt t="15319" x="3995738" y="3179763"/>
          <p14:tracePt t="15327" x="4056063" y="3179763"/>
          <p14:tracePt t="15335" x="4116388" y="3179763"/>
          <p14:tracePt t="15344" x="4178300" y="3179763"/>
          <p14:tracePt t="15352" x="4225925" y="3190875"/>
          <p14:tracePt t="15360" x="4298950" y="3190875"/>
          <p14:tracePt t="15369" x="4348163" y="3190875"/>
          <p14:tracePt t="15377" x="4433888" y="3190875"/>
          <p14:tracePt t="15385" x="4457700" y="3190875"/>
          <p14:tracePt t="15394" x="4481513" y="3190875"/>
          <p14:tracePt t="15402" x="4506913" y="3190875"/>
          <p14:tracePt t="15410" x="4554538" y="3190875"/>
          <p14:tracePt t="15419" x="4579938" y="3190875"/>
          <p14:tracePt t="15427" x="4591050" y="3190875"/>
          <p14:tracePt t="15435" x="4627563" y="3190875"/>
          <p14:tracePt t="15443" x="4652963" y="3179763"/>
          <p14:tracePt t="15452" x="4676775" y="3167063"/>
          <p14:tracePt t="15460" x="4713288" y="3167063"/>
          <p14:tracePt t="15468" x="4738688" y="3154363"/>
          <p14:tracePt t="15477" x="4775200" y="3130550"/>
          <p14:tracePt t="15485" x="4786313" y="3130550"/>
          <p14:tracePt t="15494" x="4799013" y="3130550"/>
          <p14:tracePt t="15502" x="4811713" y="3117850"/>
          <p14:tracePt t="15510" x="4848225" y="3094038"/>
          <p14:tracePt t="15518" x="4872038" y="3081338"/>
          <p14:tracePt t="15527" x="4884738" y="3070225"/>
          <p14:tracePt t="15535" x="4921250" y="3057525"/>
          <p14:tracePt t="15543" x="4945063" y="3033713"/>
          <p14:tracePt t="15552" x="4981575" y="3008313"/>
          <p14:tracePt t="15560" x="5018088" y="2971800"/>
          <p14:tracePt t="15568" x="5054600" y="2971800"/>
          <p14:tracePt t="15577" x="5078413" y="2947988"/>
          <p14:tracePt t="15585" x="5091113" y="2935288"/>
          <p14:tracePt t="15594" x="5091113" y="2924175"/>
          <p14:tracePt t="15602" x="5103813" y="2924175"/>
          <p14:tracePt t="15610" x="5103813" y="2911475"/>
          <p14:tracePt t="15618" x="5114925" y="2911475"/>
          <p14:tracePt t="15690" x="5114925" y="2898775"/>
          <p14:tracePt t="15697" x="5114925" y="2887663"/>
          <p14:tracePt t="15710" x="5114925" y="2874963"/>
          <p14:tracePt t="15715" x="5114925" y="2851150"/>
          <p14:tracePt t="15722" x="5114925" y="2838450"/>
          <p14:tracePt t="15727" x="5114925" y="2825750"/>
          <p14:tracePt t="15735" x="5114925" y="2814638"/>
          <p14:tracePt t="15743" x="5114925" y="2789238"/>
          <p14:tracePt t="15758" x="5114925" y="2776538"/>
          <p14:tracePt t="18016" x="5103813" y="2776538"/>
          <p14:tracePt t="18023" x="5091113" y="2776538"/>
          <p14:tracePt t="18033" x="5067300" y="2789238"/>
          <p14:tracePt t="18041" x="5018088" y="2801938"/>
          <p14:tracePt t="18050" x="4957763" y="2825750"/>
          <p14:tracePt t="18058" x="4859338" y="2851150"/>
          <p14:tracePt t="18074" x="4725988" y="2862263"/>
          <p14:tracePt t="18083" x="4665663" y="2862263"/>
          <p14:tracePt t="18091" x="4567238" y="2862263"/>
          <p14:tracePt t="18099" x="4530725" y="2874963"/>
          <p14:tracePt t="18108" x="4494213" y="2874963"/>
          <p14:tracePt t="18116" x="4408488" y="2874963"/>
          <p14:tracePt t="18124" x="4384675" y="2874963"/>
          <p14:tracePt t="18133" x="4324350" y="2874963"/>
          <p14:tracePt t="18141" x="4251325" y="2887663"/>
          <p14:tracePt t="18149" x="4189413" y="2887663"/>
          <p14:tracePt t="18158" x="4141788" y="2898775"/>
          <p14:tracePt t="18166" x="4129088" y="2898775"/>
          <p14:tracePt t="18178" x="4116388" y="2898775"/>
          <p14:tracePt t="18475" x="4129088" y="2898775"/>
          <p14:tracePt t="18476" x="4152900" y="2898775"/>
          <p14:tracePt t="18483" x="4165600" y="2898775"/>
          <p14:tracePt t="18490" x="4214813" y="2874963"/>
          <p14:tracePt t="18499" x="4225925" y="2874963"/>
          <p14:tracePt t="18507" x="4238625" y="2874963"/>
          <p14:tracePt t="18543" x="4251325" y="2874963"/>
          <p14:tracePt t="19165" x="4262438" y="2874963"/>
          <p14:tracePt t="19170" x="4275138" y="2874963"/>
          <p14:tracePt t="19174" x="4287838" y="2874963"/>
          <p14:tracePt t="19183" x="4298950" y="2874963"/>
          <p14:tracePt t="19190" x="4311650" y="2874963"/>
          <p14:tracePt t="19198" x="4324350" y="2874963"/>
          <p14:tracePt t="19207" x="4335463" y="2874963"/>
          <p14:tracePt t="19215" x="4348163" y="2874963"/>
          <p14:tracePt t="19405" x="4360863" y="2874963"/>
          <p14:tracePt t="19409" x="4371975" y="2874963"/>
          <p14:tracePt t="19423" x="4384675" y="2874963"/>
          <p14:tracePt t="19424" x="4397375" y="2874963"/>
          <p14:tracePt t="19431" x="4397375" y="2862263"/>
          <p14:tracePt t="19440" x="4408488" y="2862263"/>
          <p14:tracePt t="19448" x="4421188" y="2862263"/>
          <p14:tracePt t="19745" x="4433888" y="2862263"/>
          <p14:tracePt t="19782" x="4445000" y="2862263"/>
          <p14:tracePt t="19784" x="4457700" y="2862263"/>
          <p14:tracePt t="19802" x="4470400" y="2862263"/>
          <p14:tracePt t="19809" x="4481513" y="2862263"/>
          <p14:tracePt t="19817" x="4481513" y="2874963"/>
          <p14:tracePt t="19824" x="4494213" y="2874963"/>
          <p14:tracePt t="19914" x="4506913" y="2887663"/>
          <p14:tracePt t="19923" x="4518025" y="2887663"/>
          <p14:tracePt t="19943" x="4530725" y="2898775"/>
          <p14:tracePt t="19944" x="4543425" y="2898775"/>
          <p14:tracePt t="19949" x="4554538" y="2898775"/>
          <p14:tracePt t="19956" x="4567238" y="2911475"/>
          <p14:tracePt t="19965" x="4579938" y="2924175"/>
          <p14:tracePt t="19974" x="4591050" y="2924175"/>
          <p14:tracePt t="19981" x="4603750" y="2924175"/>
          <p14:tracePt t="19989" x="4616450" y="2924175"/>
          <p14:tracePt t="19997" x="4640263" y="2935288"/>
          <p14:tracePt t="20006" x="4652963" y="2935288"/>
          <p14:tracePt t="20014" x="4665663" y="2947988"/>
          <p14:tracePt t="20022" x="4676775" y="2947988"/>
          <p14:tracePt t="20031" x="4702175" y="2960688"/>
          <p14:tracePt t="20134" x="4713288" y="2960688"/>
          <p14:tracePt t="20149" x="4725988" y="2960688"/>
          <p14:tracePt t="20177" x="4738688" y="2971800"/>
          <p14:tracePt t="20224" x="4749800" y="2971800"/>
          <p14:tracePt t="20234" x="4749800" y="2984500"/>
          <p14:tracePt t="20242" x="4762500" y="2984500"/>
          <p14:tracePt t="20249" x="4775200" y="2984500"/>
          <p14:tracePt t="20378" x="4775200" y="2997200"/>
          <p14:tracePt t="20403" x="4775200" y="3008313"/>
          <p14:tracePt t="20418" x="4775200" y="3021013"/>
          <p14:tracePt t="20630" x="4762500" y="3021013"/>
          <p14:tracePt t="20638" x="4749800" y="3021013"/>
          <p14:tracePt t="20643" x="4738688" y="3021013"/>
          <p14:tracePt t="20647" x="4725988" y="3021013"/>
          <p14:tracePt t="20656" x="4713288" y="3021013"/>
          <p14:tracePt t="20664" x="4689475" y="3021013"/>
          <p14:tracePt t="20672" x="4640263" y="3021013"/>
          <p14:tracePt t="20680" x="4591050" y="3033713"/>
          <p14:tracePt t="20688" x="4554538" y="3033713"/>
          <p14:tracePt t="20697" x="4494213" y="3033713"/>
          <p14:tracePt t="20705" x="4457700" y="3033713"/>
          <p14:tracePt t="20714" x="4433888" y="3033713"/>
          <p14:tracePt t="20722" x="4408488" y="3033713"/>
          <p14:tracePt t="20730" x="4371975" y="3033713"/>
          <p14:tracePt t="20738" x="4348163" y="3033713"/>
          <p14:tracePt t="20747" x="4324350" y="3033713"/>
          <p14:tracePt t="20755" x="4311650" y="3033713"/>
          <p14:tracePt t="20763" x="4298950" y="3033713"/>
          <p14:tracePt t="20774" x="4287838" y="3033713"/>
          <p14:tracePt t="20780" x="4275138" y="3033713"/>
          <p14:tracePt t="20788" x="4262438" y="3033713"/>
          <p14:tracePt t="20797" x="4214813" y="3033713"/>
          <p14:tracePt t="20805" x="4189413" y="3033713"/>
          <p14:tracePt t="20813" x="4178300" y="3033713"/>
          <p14:tracePt t="20822" x="4152900" y="3033713"/>
          <p14:tracePt t="20830" x="4105275" y="3033713"/>
          <p14:tracePt t="20838" x="4079875" y="3033713"/>
          <p14:tracePt t="20847" x="4043363" y="3033713"/>
          <p14:tracePt t="20855" x="4006850" y="3033713"/>
          <p14:tracePt t="20863" x="3970338" y="3033713"/>
          <p14:tracePt t="20872" x="3933825" y="3021013"/>
          <p14:tracePt t="20880" x="3897313" y="3021013"/>
          <p14:tracePt t="20888" x="3836988" y="3021013"/>
          <p14:tracePt t="20897" x="3763963" y="3021013"/>
          <p14:tracePt t="20905" x="3714750" y="3021013"/>
          <p14:tracePt t="20913" x="3702050" y="3021013"/>
          <p14:tracePt t="20922" x="3641725" y="3021013"/>
          <p14:tracePt t="20930" x="3544888" y="3021013"/>
          <p14:tracePt t="20938" x="3482975" y="3021013"/>
          <p14:tracePt t="20947" x="3422650" y="3008313"/>
          <p14:tracePt t="20955" x="3398838" y="3008313"/>
          <p14:tracePt t="20963" x="3336925" y="2997200"/>
          <p14:tracePt t="20972" x="3313113" y="2984500"/>
          <p14:tracePt t="20980" x="3289300" y="2971800"/>
          <p14:tracePt t="20988" x="3252788" y="2971800"/>
          <p14:tracePt t="20997" x="3214688" y="2971800"/>
          <p14:tracePt t="21005" x="3190875" y="2960688"/>
          <p14:tracePt t="21013" x="3178175" y="2960688"/>
          <p14:tracePt t="21022" x="3154363" y="2960688"/>
          <p14:tracePt t="21030" x="3094038" y="2947988"/>
          <p14:tracePt t="21038" x="3044825" y="2935288"/>
          <p14:tracePt t="21046" x="2995613" y="2924175"/>
          <p14:tracePt t="21055" x="2971800" y="2924175"/>
          <p14:tracePt t="21063" x="2947988" y="2924175"/>
          <p14:tracePt t="21071" x="2935288" y="2924175"/>
          <p14:tracePt t="21080" x="2922588" y="2924175"/>
          <p14:tracePt t="21089" x="2911475" y="2911475"/>
          <p14:tracePt t="21115" x="2911475" y="2898775"/>
          <p14:tracePt t="21122" x="2898775" y="2898775"/>
          <p14:tracePt t="21124" x="2886075" y="2887663"/>
          <p14:tracePt t="21134" x="2874963" y="2887663"/>
          <p14:tracePt t="21142" x="2862263" y="2887663"/>
          <p14:tracePt t="21146" x="2849563" y="2874963"/>
          <p14:tracePt t="21155" x="2825750" y="2874963"/>
          <p14:tracePt t="21163" x="2825750" y="2862263"/>
          <p14:tracePt t="21229" x="2813050" y="2862263"/>
          <p14:tracePt t="21242" x="2801938" y="2862263"/>
          <p14:tracePt t="21385" x="2801938" y="2874963"/>
          <p14:tracePt t="21425" x="2813050" y="2887663"/>
          <p14:tracePt t="21435" x="2813050" y="2898775"/>
          <p14:tracePt t="21443" x="2813050" y="2911475"/>
          <p14:tracePt t="21449" x="2813050" y="2924175"/>
          <p14:tracePt t="21457" x="2813050" y="2935288"/>
          <p14:tracePt t="21484" x="2813050" y="2947988"/>
          <p14:tracePt t="21497" x="2801938" y="2947988"/>
          <p14:tracePt t="21502" x="2801938" y="2960688"/>
          <p14:tracePt t="21515" x="2789238" y="2971800"/>
          <p14:tracePt t="21554" x="2789238" y="2984500"/>
          <p14:tracePt t="21637" x="2789238" y="2997200"/>
          <p14:tracePt t="21649" x="2776538" y="2997200"/>
          <p14:tracePt t="21655" x="2776538" y="3008313"/>
          <p14:tracePt t="21663" x="2765425" y="3021013"/>
          <p14:tracePt t="21664" x="2765425" y="3033713"/>
          <p14:tracePt t="21677" x="2765425" y="3044825"/>
          <p14:tracePt t="21682" x="2752725" y="3057525"/>
          <p14:tracePt t="21697" x="2740025" y="3070225"/>
          <p14:tracePt t="21705" x="2728913" y="3070225"/>
          <p14:tracePt t="21709" x="2728913" y="3081338"/>
          <p14:tracePt t="21714" x="2728913" y="3094038"/>
          <p14:tracePt t="21721" x="2716213" y="3094038"/>
          <p14:tracePt t="21730" x="2703513" y="3106738"/>
          <p14:tracePt t="21737" x="2692400" y="3117850"/>
          <p14:tracePt t="21746" x="2667000" y="3143250"/>
          <p14:tracePt t="21755" x="2643188" y="3154363"/>
          <p14:tracePt t="21764" x="2630488" y="3167063"/>
          <p14:tracePt t="21771" x="2619375" y="3179763"/>
          <p14:tracePt t="21779" x="2606675" y="3179763"/>
          <p14:tracePt t="21789" x="2606675" y="3190875"/>
          <p14:tracePt t="21797" x="2593975" y="3190875"/>
          <p14:tracePt t="21805" x="2593975" y="3203575"/>
          <p14:tracePt t="21812" x="2582863" y="3203575"/>
          <p14:tracePt t="21822" x="2570163" y="3216275"/>
          <p14:tracePt t="21829" x="2557463" y="3216275"/>
          <p14:tracePt t="21837" x="2533650" y="3240088"/>
          <p14:tracePt t="21846" x="2520950" y="3276600"/>
          <p14:tracePt t="21854" x="2520950" y="3289300"/>
          <p14:tracePt t="21862" x="2508250" y="3313113"/>
          <p14:tracePt t="21871" x="2497138" y="3336925"/>
          <p14:tracePt t="21879" x="2484438" y="3349625"/>
          <p14:tracePt t="21887" x="2484438" y="3362325"/>
          <p14:tracePt t="21896" x="2484438" y="3373438"/>
          <p14:tracePt t="22075" x="2484438" y="3362325"/>
          <p14:tracePt t="22076" x="2484438" y="3349625"/>
          <p14:tracePt t="22083" x="2471738" y="3349625"/>
          <p14:tracePt t="22089" x="2460625" y="3336925"/>
          <p14:tracePt t="22097" x="2460625" y="3325813"/>
          <p14:tracePt t="22105" x="2460625" y="3313113"/>
          <p14:tracePt t="22112" x="2447925" y="3313113"/>
          <p14:tracePt t="22120" x="2435225" y="3300413"/>
          <p14:tracePt t="22129" x="2424113" y="3276600"/>
          <p14:tracePt t="22138" x="2398713" y="3240088"/>
          <p14:tracePt t="22146" x="2387600" y="3216275"/>
          <p14:tracePt t="22154" x="2387600" y="3203575"/>
          <p14:tracePt t="22162" x="2362200" y="3179763"/>
          <p14:tracePt t="22170" x="2351088" y="3154363"/>
          <p14:tracePt t="22179" x="2338388" y="3143250"/>
          <p14:tracePt t="22187" x="2338388" y="3130550"/>
          <p14:tracePt t="22195" x="2338388" y="3117850"/>
          <p14:tracePt t="22204" x="2325688" y="3117850"/>
          <p14:tracePt t="22217" x="2325688" y="3106738"/>
          <p14:tracePt t="22229" x="2325688" y="3094038"/>
          <p14:tracePt t="22234" x="2314575" y="3094038"/>
          <p14:tracePt t="22242" x="2314575" y="3081338"/>
          <p14:tracePt t="22245" x="2301875" y="3081338"/>
          <p14:tracePt t="22257" x="2301875" y="3070225"/>
          <p14:tracePt t="22264" x="2289175" y="3057525"/>
          <p14:tracePt t="22270" x="2278063" y="3057525"/>
          <p14:tracePt t="22279" x="2265363" y="3033713"/>
          <p14:tracePt t="22287" x="2241550" y="3008313"/>
          <p14:tracePt t="22295" x="2228850" y="2984500"/>
          <p14:tracePt t="22304" x="2216150" y="2971800"/>
          <p14:tracePt t="22312" x="2192338" y="2960688"/>
          <p14:tracePt t="22320" x="2179638" y="2947988"/>
          <p14:tracePt t="22329" x="2168525" y="2935288"/>
          <p14:tracePt t="22337" x="2168525" y="2924175"/>
          <p14:tracePt t="22349" x="2168525" y="2911475"/>
          <p14:tracePt t="22354" x="2155825" y="2911475"/>
          <p14:tracePt t="22362" x="2155825" y="2898775"/>
          <p14:tracePt t="22370" x="2143125" y="2887663"/>
          <p14:tracePt t="22379" x="2143125" y="2874963"/>
          <p14:tracePt t="22387" x="2143125" y="2862263"/>
          <p14:tracePt t="22395" x="2132013" y="2838450"/>
          <p14:tracePt t="22403" x="2119313" y="2825750"/>
          <p14:tracePt t="22412" x="2106613" y="2801938"/>
          <p14:tracePt t="22424" x="2106613" y="2789238"/>
          <p14:tracePt t="22434" x="2106613" y="2776538"/>
          <p14:tracePt t="22442" x="2106613" y="2765425"/>
          <p14:tracePt t="22445" x="2095500" y="2765425"/>
          <p14:tracePt t="22463" x="2082800" y="2765425"/>
          <p14:tracePt t="22474" x="2082800" y="2752725"/>
          <p14:tracePt t="22483" x="2082800" y="2740025"/>
          <p14:tracePt t="22494" x="2082800" y="2728913"/>
          <p14:tracePt t="22496" x="2082800" y="2716213"/>
          <p14:tracePt t="22504" x="2082800" y="2703513"/>
          <p14:tracePt t="22522" x="2082800" y="2692400"/>
          <p14:tracePt t="22534" x="2082800" y="2679700"/>
          <p14:tracePt t="22577" x="2070100" y="2679700"/>
          <p14:tracePt t="23542" x="2082800" y="2679700"/>
          <p14:tracePt t="23550" x="2082800" y="2692400"/>
          <p14:tracePt t="23554" x="2095500" y="2692400"/>
          <p14:tracePt t="23664" x="2095500" y="2703513"/>
          <p14:tracePt t="23749" x="2095500" y="2716213"/>
          <p14:tracePt t="23783" x="2095500" y="2728913"/>
          <p14:tracePt t="23794" x="2106613" y="2728913"/>
          <p14:tracePt t="23809" x="2106613" y="2740025"/>
          <p14:tracePt t="23849" x="2106613" y="2752725"/>
          <p14:tracePt t="24003" x="2106613" y="2765425"/>
          <p14:tracePt t="24010" x="2106613" y="2776538"/>
          <p14:tracePt t="24017" x="2119313" y="2789238"/>
          <p14:tracePt t="24029" x="2119313" y="2801938"/>
          <p14:tracePt t="24035" x="2119313" y="2814638"/>
          <p14:tracePt t="24036" x="2132013" y="2814638"/>
          <p14:tracePt t="24050" x="2132013" y="2825750"/>
          <p14:tracePt t="24057" x="2132013" y="2838450"/>
          <p14:tracePt t="24069" x="2132013" y="2851150"/>
          <p14:tracePt t="24114" x="2132013" y="2862263"/>
          <p14:tracePt t="24124" x="2143125" y="2862263"/>
          <p14:tracePt t="24129" x="2143125" y="2874963"/>
          <p14:tracePt t="24142" x="2155825" y="2887663"/>
          <p14:tracePt t="24144" x="2155825" y="2898775"/>
          <p14:tracePt t="24152" x="2155825" y="2911475"/>
          <p14:tracePt t="24160" x="2168525" y="2935288"/>
          <p14:tracePt t="24169" x="2179638" y="2947988"/>
          <p14:tracePt t="24177" x="2192338" y="2971800"/>
          <p14:tracePt t="24185" x="2205038" y="2997200"/>
          <p14:tracePt t="24194" x="2216150" y="3008313"/>
          <p14:tracePt t="24202" x="2228850" y="3021013"/>
          <p14:tracePt t="24210" x="2265363" y="3057525"/>
          <p14:tracePt t="24218" x="2289175" y="3070225"/>
          <p14:tracePt t="24227" x="2301875" y="3081338"/>
          <p14:tracePt t="24235" x="2301875" y="3094038"/>
          <p14:tracePt t="24236" x="2314575" y="3094038"/>
          <p14:tracePt t="24244" x="2314575" y="3106738"/>
          <p14:tracePt t="24252" x="2325688" y="3106738"/>
          <p14:tracePt t="24277" x="2325688" y="3117850"/>
          <p14:tracePt t="24284" x="2338388" y="3130550"/>
          <p14:tracePt t="24297" x="2338388" y="3143250"/>
          <p14:tracePt t="24302" x="2351088" y="3143250"/>
          <p14:tracePt t="24354" x="2362200" y="3154363"/>
          <p14:tracePt t="24498" x="2362200" y="3167063"/>
          <p14:tracePt t="24525" x="2362200" y="3179763"/>
          <p14:tracePt t="24530" x="2374900" y="3179763"/>
          <p14:tracePt t="24563" x="2374900" y="3190875"/>
          <p14:tracePt t="24589" x="2374900" y="3203575"/>
          <p14:tracePt t="25034" x="2387600" y="3203575"/>
          <p14:tracePt t="25089" x="2398713" y="3203575"/>
          <p14:tracePt t="25105" x="2398713" y="3190875"/>
          <p14:tracePt t="25118" x="2411413" y="3190875"/>
          <p14:tracePt t="25122" x="2411413" y="3179763"/>
          <p14:tracePt t="25144" x="2411413" y="3167063"/>
          <p14:tracePt t="25149" x="2424113" y="3167063"/>
          <p14:tracePt t="25185" x="2424113" y="3154363"/>
          <p14:tracePt t="25209" x="2435225" y="3154363"/>
          <p14:tracePt t="25314" x="2447925" y="3179763"/>
          <p14:tracePt t="25316" x="2460625" y="3190875"/>
          <p14:tracePt t="25326" x="2471738" y="3227388"/>
          <p14:tracePt t="25334" x="2497138" y="3252788"/>
          <p14:tracePt t="25342" x="2520950" y="3300413"/>
          <p14:tracePt t="25351" x="2606675" y="3373438"/>
          <p14:tracePt t="25359" x="2655888" y="3422650"/>
          <p14:tracePt t="25367" x="2716213" y="3459163"/>
          <p14:tracePt t="25376" x="2765425" y="3508375"/>
          <p14:tracePt t="25384" x="2801938" y="3544888"/>
          <p14:tracePt t="25392" x="2849563" y="3568700"/>
          <p14:tracePt t="25401" x="2886075" y="3605213"/>
          <p14:tracePt t="25409" x="2911475" y="3617913"/>
          <p14:tracePt t="25417" x="2935288" y="3641725"/>
          <p14:tracePt t="25449" x="2935288" y="3654425"/>
          <p14:tracePt t="25583" x="2922588" y="3654425"/>
          <p14:tracePt t="25594" x="2911475" y="3654425"/>
          <p14:tracePt t="25595" x="2898775" y="3641725"/>
          <p14:tracePt t="25602" x="2886075" y="3641725"/>
          <p14:tracePt t="25610" x="2874963" y="3630613"/>
          <p14:tracePt t="25618" x="2862263" y="3630613"/>
          <p14:tracePt t="25626" x="2849563" y="3630613"/>
          <p14:tracePt t="25634" x="2838450" y="3630613"/>
          <p14:tracePt t="25643" x="2825750" y="3630613"/>
          <p14:tracePt t="25650" x="2813050" y="3617913"/>
          <p14:tracePt t="25659" x="2813050" y="3605213"/>
          <p14:tracePt t="25667" x="2801938" y="3605213"/>
          <p14:tracePt t="25709" x="2789238" y="3594100"/>
          <p14:tracePt t="25718" x="2776538" y="3594100"/>
          <p14:tracePt t="25729" x="2765425" y="3594100"/>
          <p14:tracePt t="25742" x="2765425" y="3581400"/>
          <p14:tracePt t="25744" x="2752725" y="3581400"/>
          <p14:tracePt t="25750" x="2752725" y="3568700"/>
          <p14:tracePt t="25759" x="2740025" y="3568700"/>
          <p14:tracePt t="25767" x="2716213" y="3557588"/>
          <p14:tracePt t="25775" x="2703513" y="3557588"/>
          <p14:tracePt t="25784" x="2692400" y="3532188"/>
          <p14:tracePt t="25792" x="2679700" y="3532188"/>
          <p14:tracePt t="25800" x="2679700" y="3508375"/>
          <p14:tracePt t="25809" x="2655888" y="3508375"/>
          <p14:tracePt t="25817" x="2643188" y="3484563"/>
          <p14:tracePt t="25825" x="2630488" y="3459163"/>
          <p14:tracePt t="25834" x="2619375" y="3459163"/>
          <p14:tracePt t="25843" x="2606675" y="3448050"/>
          <p14:tracePt t="25844" x="2593975" y="3422650"/>
          <p14:tracePt t="25850" x="2582863" y="3422650"/>
          <p14:tracePt t="25859" x="2570163" y="3398838"/>
          <p14:tracePt t="25867" x="2557463" y="3386138"/>
          <p14:tracePt t="25875" x="2546350" y="3386138"/>
          <p14:tracePt t="25884" x="2520950" y="3362325"/>
          <p14:tracePt t="25892" x="2520950" y="3349625"/>
          <p14:tracePt t="25900" x="2497138" y="3336925"/>
          <p14:tracePt t="25908" x="2484438" y="3325813"/>
          <p14:tracePt t="25917" x="2460625" y="3300413"/>
          <p14:tracePt t="25925" x="2460625" y="3289300"/>
          <p14:tracePt t="25934" x="2447925" y="3289300"/>
          <p14:tracePt t="25942" x="2435225" y="3276600"/>
          <p14:tracePt t="25950" x="2435225" y="3263900"/>
          <p14:tracePt t="25959" x="2424113" y="3263900"/>
          <p14:tracePt t="25967" x="2411413" y="3252788"/>
          <p14:tracePt t="25975" x="2398713" y="3240088"/>
          <p14:tracePt t="25983" x="2398713" y="3227388"/>
          <p14:tracePt t="25992" x="2387600" y="3227388"/>
          <p14:tracePt t="26000" x="2374900" y="3216275"/>
          <p14:tracePt t="26008" x="2362200" y="3203575"/>
          <p14:tracePt t="26017" x="2338388" y="3190875"/>
          <p14:tracePt t="26025" x="2325688" y="3179763"/>
          <p14:tracePt t="26033" x="2314575" y="3167063"/>
          <p14:tracePt t="26042" x="2301875" y="3167063"/>
          <p14:tracePt t="26050" x="2289175" y="3154363"/>
          <p14:tracePt t="26058" x="2278063" y="3143250"/>
          <p14:tracePt t="26069" x="2265363" y="3143250"/>
          <p14:tracePt t="26084" x="2252663" y="3143250"/>
          <p14:tracePt t="26094" x="2252663" y="3130550"/>
          <p14:tracePt t="26117" x="2241550" y="3130550"/>
          <p14:tracePt t="26122" x="2241550" y="3117850"/>
          <p14:tracePt t="26125" x="2228850" y="3117850"/>
          <p14:tracePt t="26137" x="2216150" y="3117850"/>
          <p14:tracePt t="26142" x="2205038" y="3117850"/>
          <p14:tracePt t="26150" x="2192338" y="3117850"/>
          <p14:tracePt t="26158" x="2179638" y="3117850"/>
          <p14:tracePt t="26167" x="2168525" y="3106738"/>
          <p14:tracePt t="26175" x="2155825" y="3094038"/>
          <p14:tracePt t="26183" x="2143125" y="3094038"/>
          <p14:tracePt t="26191" x="2132013" y="3094038"/>
          <p14:tracePt t="26222" x="2119313" y="3094038"/>
          <p14:tracePt t="26249" x="2106613" y="3094038"/>
          <p14:tracePt t="26334" x="2119313" y="3094038"/>
          <p14:tracePt t="26343" x="2119313" y="3106738"/>
          <p14:tracePt t="26344" x="2132013" y="3106738"/>
          <p14:tracePt t="26350" x="2143125" y="3117850"/>
          <p14:tracePt t="26358" x="2168525" y="3130550"/>
          <p14:tracePt t="26366" x="2205038" y="3167063"/>
          <p14:tracePt t="26375" x="2241550" y="3216275"/>
          <p14:tracePt t="26383" x="2301875" y="3240088"/>
          <p14:tracePt t="26391" x="2325688" y="3252788"/>
          <p14:tracePt t="26400" x="2362200" y="3289300"/>
          <p14:tracePt t="26408" x="2435225" y="3313113"/>
          <p14:tracePt t="26416" x="2570163" y="3362325"/>
          <p14:tracePt t="26425" x="2679700" y="3398838"/>
          <p14:tracePt t="26433" x="2752725" y="3422650"/>
          <p14:tracePt t="26441" x="2898775" y="3448050"/>
          <p14:tracePt t="26450" x="3094038" y="3471863"/>
          <p14:tracePt t="26458" x="3459163" y="3508375"/>
          <p14:tracePt t="26466" x="3751263" y="3521075"/>
          <p14:tracePt t="26475" x="3910013" y="3521075"/>
          <p14:tracePt t="26483" x="4238625" y="3557588"/>
          <p14:tracePt t="26491" x="4603750" y="3581400"/>
          <p14:tracePt t="26500" x="4775200" y="3594100"/>
          <p14:tracePt t="26508" x="4895850" y="3617913"/>
          <p14:tracePt t="26516" x="5041900" y="3630613"/>
          <p14:tracePt t="26524" x="5067300" y="3630613"/>
          <p14:tracePt t="26533" x="5103813" y="3630613"/>
          <p14:tracePt t="26541" x="5114925" y="3630613"/>
          <p14:tracePt t="26550" x="5140325" y="3630613"/>
          <p14:tracePt t="26558" x="5176838" y="3617913"/>
          <p14:tracePt t="26566" x="5224463" y="3594100"/>
          <p14:tracePt t="26575" x="5237163" y="3594100"/>
          <p14:tracePt t="26583" x="5310188" y="3581400"/>
          <p14:tracePt t="26591" x="5395913" y="3557588"/>
          <p14:tracePt t="26599" x="5505450" y="3544888"/>
          <p14:tracePt t="26608" x="5602288" y="3532188"/>
          <p14:tracePt t="26616" x="5675313" y="3521075"/>
          <p14:tracePt t="26642" x="5688013" y="3521075"/>
          <p14:tracePt t="26655" x="5688013" y="3508375"/>
          <p14:tracePt t="26669" x="5688013" y="3495675"/>
          <p14:tracePt t="26677" x="5688013" y="3484563"/>
          <p14:tracePt t="26684" x="5688013" y="3471863"/>
          <p14:tracePt t="26695" x="5688013" y="3459163"/>
          <p14:tracePt t="26704" x="5688013" y="3448050"/>
          <p14:tracePt t="26715" x="5688013" y="3435350"/>
          <p14:tracePt t="26722" x="5700713" y="3435350"/>
          <p14:tracePt t="26735" x="5711825" y="3422650"/>
          <p14:tracePt t="26744" x="5724525" y="3409950"/>
          <p14:tracePt t="26750" x="5737225" y="3409950"/>
          <p14:tracePt t="26755" x="5737225" y="3398838"/>
          <p14:tracePt t="26762" x="5761038" y="3398838"/>
          <p14:tracePt t="26766" x="5773738" y="3398838"/>
          <p14:tracePt t="26774" x="5784850" y="3386138"/>
          <p14:tracePt t="26783" x="5846763" y="3373438"/>
          <p14:tracePt t="26791" x="5943600" y="3373438"/>
          <p14:tracePt t="26800" x="6053138" y="3362325"/>
          <p14:tracePt t="26808" x="6235700" y="3349625"/>
          <p14:tracePt t="26816" x="6577013" y="3349625"/>
          <p14:tracePt t="26824" x="6869113" y="3349625"/>
          <p14:tracePt t="26833" x="7051675" y="3349625"/>
          <p14:tracePt t="26841" x="7405688" y="3349625"/>
          <p14:tracePt t="26849" x="7770813" y="3349625"/>
          <p14:tracePt t="26858" x="8281988" y="3362325"/>
          <p14:tracePt t="26866" x="8562975" y="3373438"/>
          <p14:tracePt t="26874" x="8696325" y="3386138"/>
          <p14:tracePt t="26883" x="8878888" y="3398838"/>
          <p14:tracePt t="26891" x="9001125" y="3409950"/>
          <p14:tracePt t="26899" x="9013825" y="3422650"/>
          <p14:tracePt t="26934" x="9001125" y="3422650"/>
          <p14:tracePt t="26942" x="8988425" y="3422650"/>
          <p14:tracePt t="26950" x="8977313" y="3422650"/>
          <p14:tracePt t="26969" x="8964613" y="3422650"/>
          <p14:tracePt t="26984" x="8951913" y="3422650"/>
          <p14:tracePt t="26994" x="8939213" y="3422650"/>
          <p14:tracePt t="27003" x="8928100" y="3409950"/>
          <p14:tracePt t="27009" x="8915400" y="3409950"/>
          <p14:tracePt t="27014" x="8902700" y="3398838"/>
          <p14:tracePt t="27016" x="8891588" y="3398838"/>
          <p14:tracePt t="27024" x="8842375" y="3386138"/>
          <p14:tracePt t="27032" x="8818563" y="3386138"/>
          <p14:tracePt t="27041" x="8756650" y="3373438"/>
          <p14:tracePt t="27049" x="8683625" y="3362325"/>
          <p14:tracePt t="27057" x="8586788" y="3349625"/>
          <p14:tracePt t="27066" x="8526463" y="3336925"/>
          <p14:tracePt t="27074" x="8501063" y="3325813"/>
          <p14:tracePt t="27082" x="8440738" y="3300413"/>
          <p14:tracePt t="27091" x="8367713" y="3276600"/>
          <p14:tracePt t="27099" x="8307388" y="3263900"/>
          <p14:tracePt t="27107" x="8258175" y="3227388"/>
          <p14:tracePt t="27116" x="8172450" y="3167063"/>
          <p14:tracePt t="27124" x="8148638" y="3154363"/>
          <p14:tracePt t="27132" x="8135938" y="3143250"/>
          <p14:tracePt t="27141" x="8123238" y="3130550"/>
          <p14:tracePt t="27149" x="8123238" y="3117850"/>
          <p14:tracePt t="27157" x="8112125" y="3106738"/>
          <p14:tracePt t="27166" x="8099425" y="3094038"/>
          <p14:tracePt t="27177" x="8086725" y="3094038"/>
          <p14:tracePt t="27184" x="8075613" y="3070225"/>
          <p14:tracePt t="27191" x="8062913" y="3070225"/>
          <p14:tracePt t="27199" x="8039100" y="3070225"/>
          <p14:tracePt t="27207" x="7989888" y="3044825"/>
          <p14:tracePt t="27215" x="7929563" y="3021013"/>
          <p14:tracePt t="27224" x="7867650" y="2997200"/>
          <p14:tracePt t="27232" x="7820025" y="2984500"/>
          <p14:tracePt t="27241" x="7807325" y="2960688"/>
          <p14:tracePt t="27249" x="7783513" y="2947988"/>
          <p14:tracePt t="27257" x="7758113" y="2924175"/>
          <p14:tracePt t="27266" x="7747000" y="2924175"/>
          <p14:tracePt t="27274" x="7734300" y="2911475"/>
          <p14:tracePt t="27283" x="7721600" y="2911475"/>
          <p14:tracePt t="27295" x="7710488" y="2911475"/>
          <p14:tracePt t="27302" x="7697788" y="2911475"/>
          <p14:tracePt t="27307" x="7697788" y="2898775"/>
          <p14:tracePt t="27316" x="7673975" y="2898775"/>
          <p14:tracePt t="27324" x="7661275" y="2898775"/>
          <p14:tracePt t="27332" x="7661275" y="2887663"/>
          <p14:tracePt t="27340" x="7648575" y="2887663"/>
          <p14:tracePt t="27354" x="7648575" y="2874963"/>
          <p14:tracePt t="27357" x="7648575" y="2862263"/>
          <p14:tracePt t="27365" x="7637463" y="2851150"/>
          <p14:tracePt t="27377" x="7637463" y="2838450"/>
          <p14:tracePt t="27383" x="7637463" y="2825750"/>
          <p14:tracePt t="27394" x="7637463" y="2814638"/>
          <p14:tracePt t="27402" x="7637463" y="2801938"/>
          <p14:tracePt t="27409" x="7637463" y="2789238"/>
          <p14:tracePt t="27415" x="7637463" y="2776538"/>
          <p14:tracePt t="27424" x="7637463" y="2765425"/>
          <p14:tracePt t="27432" x="7637463" y="2752725"/>
          <p14:tracePt t="27440" x="7648575" y="2728913"/>
          <p14:tracePt t="27449" x="7685088" y="2716213"/>
          <p14:tracePt t="27457" x="7697788" y="2692400"/>
          <p14:tracePt t="27465" x="7710488" y="2692400"/>
          <p14:tracePt t="27483" x="7710488" y="2679700"/>
          <p14:tracePt t="27557" x="7721600" y="2679700"/>
          <p14:tracePt t="27562" x="7721600" y="2667000"/>
          <p14:tracePt t="27574" x="7734300" y="2667000"/>
          <p14:tracePt t="27583" x="7747000" y="2667000"/>
          <p14:tracePt t="27584" x="7747000" y="2655888"/>
          <p14:tracePt t="27594" x="7747000" y="2643188"/>
          <p14:tracePt t="27603" x="7758113" y="2643188"/>
          <p14:tracePt t="27634" x="7758113" y="2630488"/>
          <p14:tracePt t="27649" x="7770813" y="2630488"/>
          <p14:tracePt t="27776" x="7770813" y="2643188"/>
          <p14:tracePt t="27783" x="7770813" y="2655888"/>
          <p14:tracePt t="27790" x="7770813" y="2667000"/>
          <p14:tracePt t="27795" x="7770813" y="2679700"/>
          <p14:tracePt t="27798" x="7770813" y="2692400"/>
          <p14:tracePt t="27807" x="7783513" y="2728913"/>
          <p14:tracePt t="27815" x="7783513" y="2752725"/>
          <p14:tracePt t="27824" x="7794625" y="2765425"/>
          <p14:tracePt t="27832" x="7807325" y="2776538"/>
          <p14:tracePt t="27840" x="7807325" y="2789238"/>
          <p14:tracePt t="27865" x="7807325" y="2801938"/>
          <p14:tracePt t="27874" x="7807325" y="2814638"/>
          <p14:tracePt t="27884" x="7807325" y="2825750"/>
          <p14:tracePt t="27889" x="7820025" y="2825750"/>
          <p14:tracePt t="27902" x="7820025" y="2838450"/>
          <p14:tracePt t="27903" x="7831138" y="2851150"/>
          <p14:tracePt t="27917" x="7843838" y="2862263"/>
          <p14:tracePt t="27922" x="7843838" y="2874963"/>
          <p14:tracePt t="27924" x="7843838" y="2887663"/>
          <p14:tracePt t="27934" x="7856538" y="2898775"/>
          <p14:tracePt t="27940" x="7856538" y="2911475"/>
          <p14:tracePt t="27948" x="7867650" y="2924175"/>
          <p14:tracePt t="27957" x="7880350" y="2947988"/>
          <p14:tracePt t="27965" x="7893050" y="2971800"/>
          <p14:tracePt t="27974" x="7904163" y="2971800"/>
          <p14:tracePt t="27982" x="7916863" y="3008313"/>
          <p14:tracePt t="27990" x="7953375" y="3057525"/>
          <p14:tracePt t="27998" x="8026400" y="3094038"/>
          <p14:tracePt t="28007" x="8086725" y="3154363"/>
          <p14:tracePt t="28015" x="8135938" y="3179763"/>
          <p14:tracePt t="28023" x="8196263" y="3216275"/>
          <p14:tracePt t="28032" x="8294688" y="3289300"/>
          <p14:tracePt t="28040" x="8367713" y="3349625"/>
          <p14:tracePt t="28048" x="8453438" y="3409950"/>
          <p14:tracePt t="28056" x="8574088" y="3521075"/>
          <p14:tracePt t="28065" x="8659813" y="3605213"/>
          <p14:tracePt t="28073" x="8709025" y="3641725"/>
          <p14:tracePt t="28081" x="8818563" y="3740150"/>
          <p14:tracePt t="28090" x="9001125" y="3873500"/>
          <p14:tracePt t="28098" x="9110663" y="3946525"/>
          <p14:tracePt t="28106" x="9207500" y="4019550"/>
          <p14:tracePt t="28115" x="9280525" y="4056063"/>
          <p14:tracePt t="28123" x="9329738" y="4081463"/>
          <p14:tracePt t="28131" x="9353550" y="4105275"/>
          <p14:tracePt t="28140" x="9378950" y="4105275"/>
          <p14:tracePt t="28224" x="9366250" y="4105275"/>
          <p14:tracePt t="28234" x="9353550" y="4105275"/>
          <p14:tracePt t="28235" x="9329738" y="4105275"/>
          <p14:tracePt t="28242" x="9293225" y="4105275"/>
          <p14:tracePt t="28248" x="9269413" y="4105275"/>
          <p14:tracePt t="28256" x="9159875" y="4081463"/>
          <p14:tracePt t="28264" x="9097963" y="4068763"/>
          <p14:tracePt t="28273" x="8951913" y="4032250"/>
          <p14:tracePt t="28281" x="8793163" y="4006850"/>
          <p14:tracePt t="28290" x="8647113" y="3995738"/>
          <p14:tracePt t="28298" x="8428038" y="3959225"/>
          <p14:tracePt t="28306" x="8294688" y="3933825"/>
          <p14:tracePt t="28315" x="8232775" y="3910013"/>
          <p14:tracePt t="28323" x="8112125" y="3897313"/>
          <p14:tracePt t="28331" x="8050213" y="3897313"/>
          <p14:tracePt t="28340" x="8039100" y="3897313"/>
          <p14:tracePt t="28348" x="8026400" y="3897313"/>
          <p14:tracePt t="28356" x="8013700" y="3897313"/>
          <p14:tracePt t="28365" x="8002588" y="3897313"/>
          <p14:tracePt t="28373" x="7977188" y="3897313"/>
          <p14:tracePt t="28381" x="7966075" y="3897313"/>
          <p14:tracePt t="28390" x="7929563" y="3897313"/>
          <p14:tracePt t="28398" x="7880350" y="3886200"/>
          <p14:tracePt t="28406" x="7843838" y="3886200"/>
          <p14:tracePt t="28415" x="7831138" y="3873500"/>
          <p14:tracePt t="28423" x="7770813" y="3860800"/>
          <p14:tracePt t="28431" x="7734300" y="3860800"/>
          <p14:tracePt t="28439" x="7697788" y="3849688"/>
          <p14:tracePt t="28448" x="7661275" y="3836988"/>
          <p14:tracePt t="28456" x="7637463" y="3824288"/>
          <p14:tracePt t="28465" x="7624763" y="3824288"/>
          <p14:tracePt t="28473" x="7612063" y="3824288"/>
          <p14:tracePt t="28481" x="7600950" y="3813175"/>
          <p14:tracePt t="28489" x="7575550" y="3800475"/>
          <p14:tracePt t="28498" x="7564438" y="3787775"/>
          <p14:tracePt t="28506" x="7539038" y="3776663"/>
          <p14:tracePt t="28514" x="7539038" y="3763963"/>
          <p14:tracePt t="28523" x="7515225" y="3751263"/>
          <p14:tracePt t="28531" x="7478713" y="3714750"/>
          <p14:tracePt t="28539" x="7466013" y="3690938"/>
          <p14:tracePt t="28548" x="7429500" y="3667125"/>
          <p14:tracePt t="28556" x="7380288" y="3630613"/>
          <p14:tracePt t="28565" x="7356475" y="3605213"/>
          <p14:tracePt t="28573" x="7343775" y="3605213"/>
          <p14:tracePt t="28581" x="7343775" y="3594100"/>
          <p14:tracePt t="28589" x="7343775" y="3581400"/>
          <p14:tracePt t="28602" x="7343775" y="3568700"/>
          <p14:tracePt t="28755" x="7343775" y="3581400"/>
          <p14:tracePt t="28762" x="7343775" y="3594100"/>
          <p14:tracePt t="28764" x="7343775" y="3605213"/>
          <p14:tracePt t="28773" x="7343775" y="3630613"/>
          <p14:tracePt t="28781" x="7380288" y="3678238"/>
          <p14:tracePt t="28789" x="7416800" y="3740150"/>
          <p14:tracePt t="28797" x="7489825" y="3824288"/>
          <p14:tracePt t="28806" x="7526338" y="3873500"/>
          <p14:tracePt t="28814" x="7551738" y="3897313"/>
          <p14:tracePt t="28822" x="7612063" y="3946525"/>
          <p14:tracePt t="28831" x="7721600" y="4043363"/>
          <p14:tracePt t="28839" x="7807325" y="4105275"/>
          <p14:tracePt t="28847" x="7893050" y="4154488"/>
          <p14:tracePt t="28856" x="7953375" y="4202113"/>
          <p14:tracePt t="28864" x="8013700" y="4214813"/>
          <p14:tracePt t="28872" x="8062913" y="4238625"/>
          <p14:tracePt t="28881" x="8123238" y="4251325"/>
          <p14:tracePt t="28889" x="8172450" y="4275138"/>
          <p14:tracePt t="28897" x="8185150" y="4275138"/>
          <p14:tracePt t="28906" x="8196263" y="4275138"/>
          <p14:tracePt t="28942" x="8208963" y="4275138"/>
          <p14:tracePt t="28957" x="8221663" y="4275138"/>
          <p14:tracePt t="28965" x="8232775" y="4275138"/>
          <p14:tracePt t="28982" x="8245475" y="4275138"/>
          <p14:tracePt t="28992" x="8258175" y="4275138"/>
          <p14:tracePt t="29009" x="8270875" y="4275138"/>
          <p14:tracePt t="29023" x="8281988" y="4287838"/>
          <p14:tracePt t="29024" x="8294688" y="4287838"/>
          <p14:tracePt t="29031" x="8307388" y="4287838"/>
          <p14:tracePt t="29039" x="8331200" y="4287838"/>
          <p14:tracePt t="29047" x="8367713" y="4300538"/>
          <p14:tracePt t="29056" x="8391525" y="4300538"/>
          <p14:tracePt t="29064" x="8440738" y="4300538"/>
          <p14:tracePt t="29065" x="8477250" y="4311650"/>
          <p14:tracePt t="29072" x="8501063" y="4311650"/>
          <p14:tracePt t="29080" x="8550275" y="4311650"/>
          <p14:tracePt t="29089" x="8586788" y="4311650"/>
          <p14:tracePt t="29097" x="8659813" y="4311650"/>
          <p14:tracePt t="29105" x="8683625" y="4311650"/>
          <p14:tracePt t="29114" x="8696325" y="4311650"/>
          <p14:tracePt t="29122" x="8709025" y="4311650"/>
          <p14:tracePt t="29144" x="8709025" y="4324350"/>
          <p14:tracePt t="30069" x="8696325" y="4324350"/>
          <p14:tracePt t="30098" x="8683625" y="4324350"/>
          <p14:tracePt t="30102" x="8672513" y="4324350"/>
          <p14:tracePt t="30105" x="8672513" y="4311650"/>
          <p14:tracePt t="30113" x="8647113" y="4311650"/>
          <p14:tracePt t="30121" x="8610600" y="4287838"/>
          <p14:tracePt t="30130" x="8550275" y="4287838"/>
          <p14:tracePt t="30138" x="8477250" y="4264025"/>
          <p14:tracePt t="30146" x="8440738" y="4251325"/>
          <p14:tracePt t="30155" x="8416925" y="4238625"/>
          <p14:tracePt t="30163" x="8367713" y="4227513"/>
          <p14:tracePt t="30171" x="8307388" y="4214813"/>
          <p14:tracePt t="30179" x="8281988" y="4214813"/>
          <p14:tracePt t="30188" x="8258175" y="4214813"/>
          <p14:tracePt t="30196" x="8245475" y="4214813"/>
          <p14:tracePt t="30204" x="8245475" y="4202113"/>
          <p14:tracePt t="30213" x="8232775" y="4202113"/>
          <p14:tracePt t="30221" x="8221663" y="4202113"/>
          <p14:tracePt t="30230" x="8208963" y="4191000"/>
          <p14:tracePt t="30238" x="8185150" y="4191000"/>
          <p14:tracePt t="30246" x="8148638" y="4191000"/>
          <p14:tracePt t="30254" x="8135938" y="4191000"/>
          <p14:tracePt t="30263" x="8075613" y="4178300"/>
          <p14:tracePt t="30271" x="8050213" y="4178300"/>
          <p14:tracePt t="30279" x="8013700" y="4178300"/>
          <p14:tracePt t="30288" x="7989888" y="4178300"/>
          <p14:tracePt t="30296" x="7966075" y="4178300"/>
          <p14:tracePt t="30304" x="7953375" y="4178300"/>
          <p14:tracePt t="30329" x="7940675" y="4178300"/>
          <p14:tracePt t="30338" x="7929563" y="4178300"/>
          <p14:tracePt t="30342" x="7916863" y="4178300"/>
          <p14:tracePt t="30349" x="7904163" y="4178300"/>
          <p14:tracePt t="30355" x="7893050" y="4178300"/>
          <p14:tracePt t="30356" x="7880350" y="4178300"/>
          <p14:tracePt t="30363" x="7843838" y="4178300"/>
          <p14:tracePt t="30371" x="7820025" y="4178300"/>
          <p14:tracePt t="30379" x="7783513" y="4178300"/>
          <p14:tracePt t="30388" x="7747000" y="4178300"/>
          <p14:tracePt t="30396" x="7673975" y="4178300"/>
          <p14:tracePt t="30404" x="7600950" y="4165600"/>
          <p14:tracePt t="30413" x="7588250" y="4165600"/>
          <p14:tracePt t="30421" x="7539038" y="4165600"/>
          <p14:tracePt t="30429" x="7453313" y="4165600"/>
          <p14:tracePt t="30437" x="7307263" y="4165600"/>
          <p14:tracePt t="30446" x="7161213" y="4165600"/>
          <p14:tracePt t="30454" x="7077075" y="4165600"/>
          <p14:tracePt t="30463" x="6905625" y="4165600"/>
          <p14:tracePt t="30471" x="6662738" y="4165600"/>
          <p14:tracePt t="30479" x="6480175" y="4165600"/>
          <p14:tracePt t="30488" x="6308725" y="4165600"/>
          <p14:tracePt t="30496" x="6065838" y="4165600"/>
          <p14:tracePt t="30504" x="6003925" y="4165600"/>
          <p14:tracePt t="30512" x="5857875" y="4154488"/>
          <p14:tracePt t="30521" x="5711825" y="4154488"/>
          <p14:tracePt t="30529" x="5554663" y="4129088"/>
          <p14:tracePt t="30537" x="5334000" y="4117975"/>
          <p14:tracePt t="30546" x="5187950" y="4117975"/>
          <p14:tracePt t="30554" x="5114925" y="4117975"/>
          <p14:tracePt t="30562" x="5018088" y="4117975"/>
          <p14:tracePt t="30571" x="4884738" y="4105275"/>
          <p14:tracePt t="30579" x="4822825" y="4092575"/>
          <p14:tracePt t="30587" x="4786313" y="4092575"/>
          <p14:tracePt t="30596" x="4762500" y="4092575"/>
          <p14:tracePt t="30604" x="4749800" y="4081463"/>
          <p14:tracePt t="30612" x="4738688" y="4081463"/>
          <p14:tracePt t="30621" x="4725988" y="4068763"/>
          <p14:tracePt t="30635" x="4713288" y="4068763"/>
          <p14:tracePt t="30642" x="4702175" y="4068763"/>
          <p14:tracePt t="30646" x="4702175" y="4056063"/>
          <p14:tracePt t="30654" x="4689475" y="4056063"/>
          <p14:tracePt t="30655" x="4665663" y="4056063"/>
          <p14:tracePt t="30655" x="4652963" y="4056063"/>
          <p14:tracePt t="30663" x="4640263" y="4056063"/>
          <p14:tracePt t="30671" x="4603750" y="4043363"/>
          <p14:tracePt t="30679" x="4567238" y="4043363"/>
          <p14:tracePt t="30687" x="4543425" y="4032250"/>
          <p14:tracePt t="30696" x="4518025" y="4019550"/>
          <p14:tracePt t="30704" x="4494213" y="4019550"/>
          <p14:tracePt t="30714" x="4481513" y="4019550"/>
          <p14:tracePt t="30721" x="4470400" y="4019550"/>
          <p14:tracePt t="30729" x="4457700" y="4019550"/>
          <p14:tracePt t="30737" x="4433888" y="4019550"/>
          <p14:tracePt t="30746" x="4421188" y="4019550"/>
          <p14:tracePt t="30754" x="4408488" y="4006850"/>
          <p14:tracePt t="30762" x="4384675" y="4006850"/>
          <p14:tracePt t="30771" x="4360863" y="3995738"/>
          <p14:tracePt t="30779" x="4335463" y="3995738"/>
          <p14:tracePt t="30787" x="4324350" y="3995738"/>
          <p14:tracePt t="30796" x="4311650" y="3995738"/>
          <p14:tracePt t="30804" x="4298950" y="3983038"/>
          <p14:tracePt t="30812" x="4287838" y="3983038"/>
          <p14:tracePt t="30820" x="4275138" y="3983038"/>
          <p14:tracePt t="30829" x="4262438" y="3983038"/>
          <p14:tracePt t="30838" x="4251325" y="3983038"/>
          <p14:tracePt t="30845" x="4225925" y="3983038"/>
          <p14:tracePt t="30854" x="4214813" y="3983038"/>
          <p14:tracePt t="30862" x="4189413" y="3970338"/>
          <p14:tracePt t="30870" x="4152900" y="3970338"/>
          <p14:tracePt t="30879" x="4129088" y="3970338"/>
          <p14:tracePt t="30887" x="4105275" y="3959225"/>
          <p14:tracePt t="30895" x="4079875" y="3959225"/>
          <p14:tracePt t="30904" x="4043363" y="3946525"/>
          <p14:tracePt t="30914" x="4032250" y="3946525"/>
          <p14:tracePt t="30920" x="4006850" y="3946525"/>
          <p14:tracePt t="30929" x="3995738" y="3933825"/>
          <p14:tracePt t="30937" x="3959225" y="3922713"/>
          <p14:tracePt t="30945" x="3921125" y="3922713"/>
          <p14:tracePt t="30954" x="3897313" y="3922713"/>
          <p14:tracePt t="30962" x="3848100" y="3910013"/>
          <p14:tracePt t="30970" x="3763963" y="3886200"/>
          <p14:tracePt t="30979" x="3702050" y="3873500"/>
          <p14:tracePt t="30987" x="3654425" y="3860800"/>
          <p14:tracePt t="30996" x="3605213" y="3836988"/>
          <p14:tracePt t="31004" x="3508375" y="3824288"/>
          <p14:tracePt t="31012" x="3482975" y="3813175"/>
          <p14:tracePt t="31020" x="3422650" y="3787775"/>
          <p14:tracePt t="31029" x="3373438" y="3763963"/>
          <p14:tracePt t="31037" x="3300413" y="3740150"/>
          <p14:tracePt t="31045" x="3240088" y="3727450"/>
          <p14:tracePt t="31054" x="3214688" y="3727450"/>
          <p14:tracePt t="31062" x="3154363" y="3703638"/>
          <p14:tracePt t="31070" x="3081338" y="3667125"/>
          <p14:tracePt t="31079" x="3032125" y="3654425"/>
          <p14:tracePt t="31087" x="2984500" y="3641725"/>
          <p14:tracePt t="31095" x="2947988" y="3630613"/>
          <p14:tracePt t="31104" x="2922588" y="3605213"/>
          <p14:tracePt t="31112" x="2886075" y="3594100"/>
          <p14:tracePt t="31120" x="2862263" y="3594100"/>
          <p14:tracePt t="31128" x="2849563" y="3568700"/>
          <p14:tracePt t="31137" x="2838450" y="3557588"/>
          <p14:tracePt t="31145" x="2813050" y="3557588"/>
          <p14:tracePt t="31154" x="2813050" y="3544888"/>
          <p14:tracePt t="31162" x="2789238" y="3532188"/>
          <p14:tracePt t="31170" x="2752725" y="3521075"/>
          <p14:tracePt t="31179" x="2740025" y="3495675"/>
          <p14:tracePt t="31187" x="2716213" y="3495675"/>
          <p14:tracePt t="31195" x="2703513" y="3495675"/>
          <p14:tracePt t="31203" x="2692400" y="3471863"/>
          <p14:tracePt t="31212" x="2692400" y="3459163"/>
          <p14:tracePt t="31220" x="2667000" y="3459163"/>
          <p14:tracePt t="31228" x="2655888" y="3448050"/>
          <p14:tracePt t="31237" x="2630488" y="3435350"/>
          <p14:tracePt t="31245" x="2630488" y="3422650"/>
          <p14:tracePt t="31253" x="2606675" y="3422650"/>
          <p14:tracePt t="31262" x="2593975" y="3409950"/>
          <p14:tracePt t="31270" x="2557463" y="3398838"/>
          <p14:tracePt t="31278" x="2533650" y="3386138"/>
          <p14:tracePt t="31287" x="2520950" y="3373438"/>
          <p14:tracePt t="31295" x="2497138" y="3362325"/>
          <p14:tracePt t="31303" x="2484438" y="3362325"/>
          <p14:tracePt t="31312" x="2460625" y="3349625"/>
          <p14:tracePt t="31320" x="2447925" y="3336925"/>
          <p14:tracePt t="31328" x="2435225" y="3336925"/>
          <p14:tracePt t="31337" x="2411413" y="3325813"/>
          <p14:tracePt t="31345" x="2398713" y="3325813"/>
          <p14:tracePt t="31353" x="2398713" y="3313113"/>
          <p14:tracePt t="31362" x="2374900" y="3313113"/>
          <p14:tracePt t="31370" x="2338388" y="3300413"/>
          <p14:tracePt t="31378" x="2314575" y="3289300"/>
          <p14:tracePt t="31387" x="2289175" y="3276600"/>
          <p14:tracePt t="31395" x="2265363" y="3263900"/>
          <p14:tracePt t="31404" x="2252663" y="3252788"/>
          <p14:tracePt t="31412" x="2241550" y="3252788"/>
          <p14:tracePt t="31420" x="2241550" y="3240088"/>
          <p14:tracePt t="31428" x="2228850" y="3240088"/>
          <p14:tracePt t="31437" x="2216150" y="3227388"/>
          <p14:tracePt t="31445" x="2205038" y="3216275"/>
          <p14:tracePt t="31455" x="2205038" y="3203575"/>
          <p14:tracePt t="31464" x="2192338" y="3203575"/>
          <p14:tracePt t="31474" x="2179638" y="3203575"/>
          <p14:tracePt t="31489" x="2168525" y="3203575"/>
          <p14:tracePt t="31532" x="2155825" y="3203575"/>
          <p14:tracePt t="31544" x="2155825" y="3190875"/>
          <p14:tracePt t="31604" x="2168525" y="3190875"/>
          <p14:tracePt t="31610" x="2179638" y="3179763"/>
          <p14:tracePt t="31620" x="2205038" y="3167063"/>
          <p14:tracePt t="31628" x="2241550" y="3167063"/>
          <p14:tracePt t="31636" x="2278063" y="3143250"/>
          <p14:tracePt t="31645" x="2289175" y="3143250"/>
          <p14:tracePt t="31653" x="2301875" y="3143250"/>
          <p14:tracePt t="31661" x="2314575" y="3130550"/>
          <p14:tracePt t="31674" x="2314575" y="3117850"/>
          <p14:tracePt t="31682" x="2325688" y="3117850"/>
          <p14:tracePt t="31689" x="2338388" y="3106738"/>
          <p14:tracePt t="31702" x="2351088" y="3106738"/>
          <p14:tracePt t="31709" x="2362200" y="3106738"/>
          <p14:tracePt t="31714" x="2374900" y="3094038"/>
          <p14:tracePt t="31722" x="2374900" y="3081338"/>
          <p14:tracePt t="31728" x="2387600" y="3081338"/>
          <p14:tracePt t="31749" x="2387600" y="3070225"/>
          <p14:tracePt t="31762" x="2387600" y="3057525"/>
          <p14:tracePt t="31770" x="2387600" y="3044825"/>
          <p14:tracePt t="32049" x="2398713" y="3044825"/>
          <p14:tracePt t="32054" x="2398713" y="3033713"/>
          <p14:tracePt t="32062" x="2411413" y="3033713"/>
          <p14:tracePt t="32063" x="2424113" y="3021013"/>
          <p14:tracePt t="32074" x="2435225" y="3021013"/>
          <p14:tracePt t="32083" x="2447925" y="3021013"/>
          <p14:tracePt t="32086" x="2447925" y="3008313"/>
          <p14:tracePt t="32095" x="2460625" y="3008313"/>
          <p14:tracePt t="32103" x="2460625" y="2997200"/>
          <p14:tracePt t="32144" x="2471738" y="2997200"/>
          <p14:tracePt t="32153" x="2484438" y="2997200"/>
          <p14:tracePt t="32157" x="2484438" y="2984500"/>
          <p14:tracePt t="32170" x="2497138" y="2984500"/>
          <p14:tracePt t="32178" x="2508250" y="2984500"/>
          <p14:tracePt t="32184" x="2520950" y="2984500"/>
          <p14:tracePt t="32202" x="2533650" y="2971800"/>
          <p14:tracePt t="32209" x="2546350" y="2971800"/>
          <p14:tracePt t="32237" x="2557463" y="2971800"/>
          <p14:tracePt t="32282" x="2570163" y="2971800"/>
          <p14:tracePt t="32289" x="2582863" y="2971800"/>
          <p14:tracePt t="32295" x="2593975" y="2971800"/>
          <p14:tracePt t="32304" x="2606675" y="2971800"/>
          <p14:tracePt t="32311" x="2630488" y="2984500"/>
          <p14:tracePt t="32319" x="2655888" y="2984500"/>
          <p14:tracePt t="32327" x="2679700" y="2984500"/>
          <p14:tracePt t="32336" x="2728913" y="2997200"/>
          <p14:tracePt t="32344" x="2752725" y="2997200"/>
          <p14:tracePt t="32345" x="2776538" y="3008313"/>
          <p14:tracePt t="32352" x="2789238" y="3008313"/>
          <p14:tracePt t="32361" x="2813050" y="3021013"/>
          <p14:tracePt t="32369" x="2825750" y="3021013"/>
          <p14:tracePt t="32412" x="2838450" y="3021013"/>
          <p14:tracePt t="32429" x="2849563" y="3021013"/>
          <p14:tracePt t="32457" x="2862263" y="3021013"/>
          <p14:tracePt t="32510" x="2874963" y="3021013"/>
          <p14:tracePt t="32542" x="2886075" y="3021013"/>
          <p14:tracePt t="32743" x="2886075" y="3033713"/>
          <p14:tracePt t="32744" x="2898775" y="3033713"/>
          <p14:tracePt t="32753" x="2911475" y="3044825"/>
          <p14:tracePt t="32837" x="2922588" y="3044825"/>
          <p14:tracePt t="32843" x="2935288" y="3044825"/>
          <p14:tracePt t="32844" x="2935288" y="3057525"/>
          <p14:tracePt t="32854" x="2959100" y="3057525"/>
          <p14:tracePt t="32860" x="2971800" y="3057525"/>
          <p14:tracePt t="32869" x="2995613" y="3057525"/>
          <p14:tracePt t="32877" x="3021013" y="3070225"/>
          <p14:tracePt t="32885" x="3044825" y="3081338"/>
          <p14:tracePt t="32894" x="3057525" y="3081338"/>
          <p14:tracePt t="32902" x="3068638" y="3081338"/>
          <p14:tracePt t="32910" x="3081338" y="3094038"/>
          <p14:tracePt t="32919" x="3094038" y="3094038"/>
          <p14:tracePt t="33195" x="3105150" y="3094038"/>
          <p14:tracePt t="33289" x="3117850" y="3094038"/>
          <p14:tracePt t="33297" x="3130550" y="3094038"/>
          <p14:tracePt t="33322" x="3141663" y="3094038"/>
          <p14:tracePt t="33383" x="3154363" y="3094038"/>
          <p14:tracePt t="33402" x="3167063" y="3094038"/>
          <p14:tracePt t="33410" x="3178175" y="3094038"/>
          <p14:tracePt t="33414" x="3190875" y="3094038"/>
          <p14:tracePt t="33575" x="3190875" y="3106738"/>
          <p14:tracePt t="34405" x="3203575" y="3106738"/>
          <p14:tracePt t="34470" x="3203575" y="3117850"/>
          <p14:tracePt t="34522" x="3190875" y="3117850"/>
          <p14:tracePt t="34524" x="3178175" y="3117850"/>
          <p14:tracePt t="34529" x="3167063" y="3117850"/>
          <p14:tracePt t="34534" x="3167063" y="3130550"/>
          <p14:tracePt t="34543" x="3154363" y="3130550"/>
          <p14:tracePt t="34550" x="3141663" y="3143250"/>
          <p14:tracePt t="34559" x="3130550" y="3143250"/>
          <p14:tracePt t="34567" x="3117850" y="3143250"/>
          <p14:tracePt t="34575" x="3105150" y="3143250"/>
          <p14:tracePt t="34584" x="3105150" y="3154363"/>
          <p14:tracePt t="34597" x="3094038" y="3154363"/>
          <p14:tracePt t="34604" x="3081338" y="3154363"/>
          <p14:tracePt t="34617" x="3081338" y="3167063"/>
          <p14:tracePt t="34630" x="3068638" y="3167063"/>
          <p14:tracePt t="34635" x="3057525" y="3167063"/>
          <p14:tracePt t="34643" x="3044825" y="3167063"/>
          <p14:tracePt t="34644" x="3044825" y="3179763"/>
          <p14:tracePt t="34650" x="3032125" y="3179763"/>
          <p14:tracePt t="34659" x="3021013" y="3179763"/>
          <p14:tracePt t="34667" x="3021013" y="3190875"/>
          <p14:tracePt t="34675" x="3008313" y="3190875"/>
          <p14:tracePt t="34684" x="2995613" y="3190875"/>
          <p14:tracePt t="34717" x="2995613" y="3203575"/>
          <p14:tracePt t="34844" x="2995613" y="3216275"/>
          <p14:tracePt t="34854" x="2995613" y="3227388"/>
          <p14:tracePt t="34863" x="2995613" y="3240088"/>
          <p14:tracePt t="34877" x="2995613" y="3252788"/>
          <p14:tracePt t="34884" x="2995613" y="3263900"/>
          <p14:tracePt t="34897" x="2995613" y="3276600"/>
          <p14:tracePt t="34902" x="2995613" y="3289300"/>
          <p14:tracePt t="34914" x="2995613" y="3300413"/>
          <p14:tracePt t="34916" x="2995613" y="3313113"/>
          <p14:tracePt t="34922" x="2995613" y="3325813"/>
          <p14:tracePt t="34930" x="2995613" y="3336925"/>
          <p14:tracePt t="34934" x="2995613" y="3349625"/>
          <p14:tracePt t="34943" x="2995613" y="3362325"/>
          <p14:tracePt t="34957" x="2984500" y="3373438"/>
          <p14:tracePt t="34964" x="2984500" y="3386138"/>
          <p14:tracePt t="34969" x="2971800" y="3386138"/>
          <p14:tracePt t="34982" x="2959100" y="3386138"/>
          <p14:tracePt t="35002" x="2959100" y="3398838"/>
          <p14:tracePt t="35004" x="2947988" y="3398838"/>
          <p14:tracePt t="35009" x="2935288" y="3398838"/>
          <p14:tracePt t="35064" x="2922588" y="3398838"/>
          <p14:tracePt t="35077" x="2911475" y="3398838"/>
          <p14:tracePt t="35090" x="2898775" y="3398838"/>
          <p14:tracePt t="35109" x="2886075" y="3386138"/>
          <p14:tracePt t="35112" x="2886075" y="3373438"/>
          <p14:tracePt t="35117" x="2874963" y="3362325"/>
          <p14:tracePt t="35125" x="2874963" y="3349625"/>
          <p14:tracePt t="35133" x="2862263" y="3336925"/>
          <p14:tracePt t="35141" x="2849563" y="3313113"/>
          <p14:tracePt t="35150" x="2838450" y="3276600"/>
          <p14:tracePt t="35158" x="2838450" y="3263900"/>
          <p14:tracePt t="35166" x="2825750" y="3263900"/>
          <p14:tracePt t="35177" x="2825750" y="3252788"/>
          <p14:tracePt t="35209" x="2813050" y="3252788"/>
          <p14:tracePt t="35214" x="2813050" y="3240088"/>
          <p14:tracePt t="35234" x="2801938" y="3227388"/>
          <p14:tracePt t="35236" x="2789238" y="3216275"/>
          <p14:tracePt t="35242" x="2776538" y="3203575"/>
          <p14:tracePt t="35254" x="2776538" y="3190875"/>
          <p14:tracePt t="35258" x="2752725" y="3179763"/>
          <p14:tracePt t="35266" x="2740025" y="3167063"/>
          <p14:tracePt t="35275" x="2728913" y="3143250"/>
          <p14:tracePt t="35283" x="2716213" y="3143250"/>
          <p14:tracePt t="35291" x="2716213" y="3117850"/>
          <p14:tracePt t="35300" x="2703513" y="3117850"/>
          <p14:tracePt t="35308" x="2692400" y="3094038"/>
          <p14:tracePt t="35316" x="2667000" y="3070225"/>
          <p14:tracePt t="35325" x="2643188" y="3044825"/>
          <p14:tracePt t="35333" x="2643188" y="3021013"/>
          <p14:tracePt t="35341" x="2606675" y="2984500"/>
          <p14:tracePt t="35350" x="2582863" y="2947988"/>
          <p14:tracePt t="35358" x="2546350" y="2887663"/>
          <p14:tracePt t="35366" x="2533650" y="2862263"/>
          <p14:tracePt t="35374" x="2520950" y="2838450"/>
          <p14:tracePt t="35383" x="2508250" y="2814638"/>
          <p14:tracePt t="35391" x="2508250" y="2801938"/>
          <p14:tracePt t="35400" x="2508250" y="2789238"/>
          <p14:tracePt t="35408" x="2497138" y="2776538"/>
          <p14:tracePt t="35416" x="2497138" y="2765425"/>
          <p14:tracePt t="35444" x="2497138" y="2752725"/>
          <p14:tracePt t="35450" x="2484438" y="2752725"/>
          <p14:tracePt t="35457" x="2484438" y="2740025"/>
          <p14:tracePt t="35469" x="2471738" y="2740025"/>
          <p14:tracePt t="35484" x="2471738" y="2728913"/>
          <p14:tracePt t="35497" x="2460625" y="2728913"/>
          <p14:tracePt t="35504" x="2460625" y="2716213"/>
          <p14:tracePt t="35554" x="2447925" y="2716213"/>
          <p14:tracePt t="35562" x="2435225" y="2703513"/>
          <p14:tracePt t="35569" x="2424113" y="2692400"/>
          <p14:tracePt t="35575" x="2398713" y="2692400"/>
          <p14:tracePt t="35583" x="2387600" y="2679700"/>
          <p14:tracePt t="35594" x="2374900" y="2679700"/>
          <p14:tracePt t="35604" x="2362200" y="2667000"/>
          <p14:tracePt t="35622" x="2351088" y="2667000"/>
          <p14:tracePt t="35624" x="2351088" y="2655888"/>
          <p14:tracePt t="35657" x="2338388" y="2655888"/>
          <p14:tracePt t="35664" x="2338388" y="2643188"/>
          <p14:tracePt t="35682" x="2325688" y="2643188"/>
          <p14:tracePt t="35684" x="2325688" y="2630488"/>
          <p14:tracePt t="35691" x="2314575" y="2630488"/>
          <p14:tracePt t="35699" x="2314575" y="2619375"/>
          <p14:tracePt t="35709" x="2314575" y="2606675"/>
          <p14:tracePt t="35716" x="2301875" y="2606675"/>
          <p14:tracePt t="35724" x="2289175" y="2593975"/>
          <p14:tracePt t="35733" x="2278063" y="2582863"/>
          <p14:tracePt t="35743" x="2278063" y="2570163"/>
          <p14:tracePt t="35754" x="2265363" y="2557463"/>
          <p14:tracePt t="35762" x="2265363" y="2546350"/>
          <p14:tracePt t="35766" x="2252663" y="2546350"/>
          <p14:tracePt t="35775" x="2252663" y="2533650"/>
          <p14:tracePt t="35783" x="2252663" y="2520950"/>
          <p14:tracePt t="35791" x="2252663" y="2509838"/>
          <p14:tracePt t="35799" x="2241550" y="2497138"/>
          <p14:tracePt t="35810" x="2228850" y="2484438"/>
          <p14:tracePt t="35816" x="2228850" y="2473325"/>
          <p14:tracePt t="35849" x="2216150" y="2473325"/>
          <p14:tracePt t="35854" x="2216150" y="2460625"/>
          <p14:tracePt t="36163" x="2205038" y="2460625"/>
          <p14:tracePt t="36197" x="2192338" y="2460625"/>
          <p14:tracePt t="36244" x="2192338" y="2473325"/>
          <p14:tracePt t="36254" x="2192338" y="2484438"/>
          <p14:tracePt t="36264" x="2192338" y="2497138"/>
          <p14:tracePt t="36272" x="2192338" y="2509838"/>
          <p14:tracePt t="36283" x="2179638" y="2520950"/>
          <p14:tracePt t="36294" x="2179638" y="2533650"/>
          <p14:tracePt t="36296" x="2179638" y="2546350"/>
          <p14:tracePt t="36309" x="2179638" y="2557463"/>
          <p14:tracePt t="36317" x="2179638" y="2570163"/>
          <p14:tracePt t="36323" x="2179638" y="2582863"/>
          <p14:tracePt t="36334" x="2179638" y="2593975"/>
          <p14:tracePt t="36335" x="2179638" y="2606675"/>
          <p14:tracePt t="36350" x="2179638" y="2619375"/>
          <p14:tracePt t="36358" x="2179638" y="2630488"/>
          <p14:tracePt t="36362" x="2179638" y="2643188"/>
          <p14:tracePt t="36374" x="2179638" y="2655888"/>
          <p14:tracePt t="36375" x="2192338" y="2679700"/>
          <p14:tracePt t="36384" x="2205038" y="2679700"/>
          <p14:tracePt t="36390" x="2205038" y="2703513"/>
          <p14:tracePt t="36399" x="2216150" y="2716213"/>
          <p14:tracePt t="36407" x="2228850" y="2740025"/>
          <p14:tracePt t="36415" x="2241550" y="2765425"/>
          <p14:tracePt t="36423" x="2252663" y="2776538"/>
          <p14:tracePt t="36432" x="2278063" y="2814638"/>
          <p14:tracePt t="36440" x="2289175" y="2825750"/>
          <p14:tracePt t="36448" x="2325688" y="2851150"/>
          <p14:tracePt t="36457" x="2325688" y="2874963"/>
          <p14:tracePt t="36465" x="2338388" y="2887663"/>
          <p14:tracePt t="36473" x="2351088" y="2887663"/>
          <p14:tracePt t="36482" x="2351088" y="2898775"/>
          <p14:tracePt t="36490" x="2362200" y="2911475"/>
          <p14:tracePt t="36502" x="2374900" y="2924175"/>
          <p14:tracePt t="36507" x="2374900" y="2935288"/>
          <p14:tracePt t="36515" x="2387600" y="2947988"/>
          <p14:tracePt t="36524" x="2387600" y="2960688"/>
          <p14:tracePt t="36532" x="2387600" y="2971800"/>
          <p14:tracePt t="36540" x="2398713" y="2971800"/>
          <p14:tracePt t="36548" x="2411413" y="2984500"/>
          <p14:tracePt t="36557" x="2424113" y="3008313"/>
          <p14:tracePt t="36565" x="2435225" y="3033713"/>
          <p14:tracePt t="36573" x="2435225" y="3044825"/>
          <p14:tracePt t="36582" x="2447925" y="3044825"/>
          <p14:tracePt t="36590" x="2460625" y="3070225"/>
          <p14:tracePt t="36598" x="2471738" y="3094038"/>
          <p14:tracePt t="36607" x="2484438" y="3106738"/>
          <p14:tracePt t="36615" x="2484438" y="3130550"/>
          <p14:tracePt t="36623" x="2508250" y="3154363"/>
          <p14:tracePt t="36632" x="2508250" y="3179763"/>
          <p14:tracePt t="36640" x="2533650" y="3203575"/>
          <p14:tracePt t="36648" x="2546350" y="3240088"/>
          <p14:tracePt t="36657" x="2570163" y="3289300"/>
          <p14:tracePt t="36665" x="2582863" y="3313113"/>
          <p14:tracePt t="36673" x="2593975" y="3336925"/>
          <p14:tracePt t="36682" x="2630488" y="3362325"/>
          <p14:tracePt t="36690" x="2655888" y="3398838"/>
          <p14:tracePt t="36698" x="2679700" y="3422650"/>
          <p14:tracePt t="36707" x="2703513" y="3448050"/>
          <p14:tracePt t="36715" x="2728913" y="3484563"/>
          <p14:tracePt t="36723" x="2752725" y="3508375"/>
          <p14:tracePt t="36732" x="2776538" y="3532188"/>
          <p14:tracePt t="36740" x="2801938" y="3557588"/>
          <p14:tracePt t="36748" x="2838450" y="3594100"/>
          <p14:tracePt t="36756" x="2874963" y="3617913"/>
          <p14:tracePt t="36765" x="2886075" y="3630613"/>
          <p14:tracePt t="36773" x="2886075" y="3641725"/>
          <p14:tracePt t="36782" x="2898775" y="3654425"/>
          <p14:tracePt t="36790" x="2911475" y="3667125"/>
          <p14:tracePt t="36798" x="2922588" y="3678238"/>
          <p14:tracePt t="36806" x="2922588" y="3703638"/>
          <p14:tracePt t="36815" x="2947988" y="3714750"/>
          <p14:tracePt t="36823" x="2959100" y="3740150"/>
          <p14:tracePt t="36831" x="2984500" y="3763963"/>
          <p14:tracePt t="36840" x="3021013" y="3800475"/>
          <p14:tracePt t="36848" x="3044825" y="3824288"/>
          <p14:tracePt t="36856" x="3081338" y="3849688"/>
          <p14:tracePt t="36865" x="3094038" y="3849688"/>
          <p14:tracePt t="36873" x="3105150" y="3860800"/>
          <p14:tracePt t="36881" x="3105150" y="3873500"/>
          <p14:tracePt t="36890" x="3130550" y="3886200"/>
          <p14:tracePt t="36898" x="3141663" y="3910013"/>
          <p14:tracePt t="36906" x="3178175" y="3922713"/>
          <p14:tracePt t="36915" x="3178175" y="3933825"/>
          <p14:tracePt t="36923" x="3240088" y="3959225"/>
          <p14:tracePt t="36931" x="3276600" y="3983038"/>
          <p14:tracePt t="36940" x="3313113" y="3995738"/>
          <p14:tracePt t="36948" x="3336925" y="3995738"/>
          <p14:tracePt t="36956" x="3373438" y="4019550"/>
          <p14:tracePt t="36965" x="3386138" y="4032250"/>
          <p14:tracePt t="36973" x="3398838" y="4032250"/>
          <p14:tracePt t="36984" x="3409950" y="4032250"/>
          <p14:tracePt t="37004" x="3422650" y="4032250"/>
          <p14:tracePt t="37015" x="3435350" y="4043363"/>
          <p14:tracePt t="37016" x="3446463" y="4043363"/>
          <p14:tracePt t="37023" x="3459163" y="4043363"/>
          <p14:tracePt t="37031" x="3482975" y="4056063"/>
          <p14:tracePt t="37040" x="3532188" y="4056063"/>
          <p14:tracePt t="37048" x="3581400" y="4056063"/>
          <p14:tracePt t="37056" x="3641725" y="4056063"/>
          <p14:tracePt t="37065" x="3665538" y="4056063"/>
          <p14:tracePt t="37073" x="3678238" y="4056063"/>
          <p14:tracePt t="37081" x="3738563" y="4068763"/>
          <p14:tracePt t="37089" x="3800475" y="4068763"/>
          <p14:tracePt t="37098" x="3860800" y="4068763"/>
          <p14:tracePt t="37106" x="3933825" y="4081463"/>
          <p14:tracePt t="37114" x="3970338" y="4081463"/>
          <p14:tracePt t="37123" x="4056063" y="4092575"/>
          <p14:tracePt t="37131" x="4092575" y="4105275"/>
          <p14:tracePt t="37140" x="4129088" y="4117975"/>
          <p14:tracePt t="37148" x="4152900" y="4129088"/>
          <p14:tracePt t="37156" x="4178300" y="4129088"/>
          <p14:tracePt t="37164" x="4189413" y="4129088"/>
          <p14:tracePt t="37173" x="4202113" y="4141788"/>
          <p14:tracePt t="37184" x="4214813" y="4141788"/>
          <p14:tracePt t="37194" x="4225925" y="4141788"/>
          <p14:tracePt t="41464" x="4214813" y="4117975"/>
          <p14:tracePt t="41470" x="4189413" y="4081463"/>
          <p14:tracePt t="41474" x="4165600" y="4056063"/>
          <p14:tracePt t="41477" x="4152900" y="4043363"/>
          <p14:tracePt t="41486" x="4105275" y="3983038"/>
          <p14:tracePt t="41494" x="4092575" y="3970338"/>
          <p14:tracePt t="41503" x="4056063" y="3933825"/>
          <p14:tracePt t="41503" x="4032250" y="3910013"/>
          <p14:tracePt t="41510" x="3995738" y="3873500"/>
          <p14:tracePt t="41519" x="3946525" y="3824288"/>
          <p14:tracePt t="41527" x="3897313" y="3787775"/>
          <p14:tracePt t="41536" x="3873500" y="3763963"/>
          <p14:tracePt t="41544" x="3848100" y="3740150"/>
          <p14:tracePt t="41553" x="3836988" y="3727450"/>
          <p14:tracePt t="41560" x="3824288" y="3703638"/>
          <p14:tracePt t="41569" x="3811588" y="3703638"/>
          <p14:tracePt t="41577" x="3787775" y="3678238"/>
          <p14:tracePt t="41585" x="3775075" y="3667125"/>
          <p14:tracePt t="41594" x="3763963" y="3641725"/>
          <p14:tracePt t="41602" x="3738563" y="3641725"/>
          <p14:tracePt t="41610" x="3714750" y="3605213"/>
          <p14:tracePt t="41619" x="3678238" y="3581400"/>
          <p14:tracePt t="41627" x="3641725" y="3557588"/>
          <p14:tracePt t="41635" x="3617913" y="3521075"/>
          <p14:tracePt t="41643" x="3581400" y="3495675"/>
          <p14:tracePt t="41652" x="3556000" y="3471863"/>
          <p14:tracePt t="41660" x="3532188" y="3448050"/>
          <p14:tracePt t="41669" x="3519488" y="3435350"/>
          <p14:tracePt t="41677" x="3482975" y="3398838"/>
          <p14:tracePt t="41685" x="3471863" y="3373438"/>
          <p14:tracePt t="41693" x="3459163" y="3373438"/>
          <p14:tracePt t="41702" x="3435350" y="3349625"/>
          <p14:tracePt t="41710" x="3386138" y="3313113"/>
          <p14:tracePt t="41718" x="3373438" y="3289300"/>
          <p14:tracePt t="41727" x="3349625" y="3263900"/>
          <p14:tracePt t="41735" x="3325813" y="3240088"/>
          <p14:tracePt t="41743" x="3313113" y="3227388"/>
          <p14:tracePt t="41752" x="3289300" y="3203575"/>
          <p14:tracePt t="41760" x="3276600" y="3167063"/>
          <p14:tracePt t="41768" x="3252788" y="3143250"/>
          <p14:tracePt t="41777" x="3227388" y="3117850"/>
          <p14:tracePt t="41785" x="3214688" y="3094038"/>
          <p14:tracePt t="41797" x="3214688" y="3081338"/>
          <p14:tracePt t="41802" x="3203575" y="3070225"/>
          <p14:tracePt t="41817" x="3203575" y="3057525"/>
          <p14:tracePt t="41822" x="3190875" y="3057525"/>
          <p14:tracePt t="41829" x="3190875" y="3044825"/>
          <p14:tracePt t="41837" x="3178175" y="3044825"/>
          <p14:tracePt t="41844" x="3178175" y="3033713"/>
          <p14:tracePt t="42229" x="3178175" y="3021013"/>
          <p14:tracePt t="42235" x="3167063" y="3008313"/>
          <p14:tracePt t="42252" x="3167063" y="2997200"/>
          <p14:tracePt t="42262" x="3154363" y="2997200"/>
          <p14:tracePt t="42263" x="3154363" y="2984500"/>
          <p14:tracePt t="42289" x="3141663" y="2984500"/>
          <p14:tracePt t="42302" x="3141663" y="2971800"/>
          <p14:tracePt t="42343" x="3130550" y="2960688"/>
          <p14:tracePt t="42369" x="3130550" y="2947988"/>
          <p14:tracePt t="42417" x="3130550" y="2935288"/>
          <p14:tracePt t="42651" x="3130550" y="2924175"/>
          <p14:tracePt t="42749" x="3117850" y="2924175"/>
          <p14:tracePt t="42824" x="3117850" y="2911475"/>
          <p14:tracePt t="42829" x="3105150" y="2911475"/>
          <p14:tracePt t="42843" x="3094038" y="2898775"/>
          <p14:tracePt t="42854" x="3081338" y="2887663"/>
          <p14:tracePt t="42862" x="3068638" y="2887663"/>
          <p14:tracePt t="42874" x="3057525" y="2874963"/>
          <p14:tracePt t="42889" x="3044825" y="2874963"/>
          <p14:tracePt t="42902" x="3044825" y="2862263"/>
          <p14:tracePt t="42903" x="3032125" y="2862263"/>
          <p14:tracePt t="43606" x="3021013" y="2862263"/>
          <p14:tracePt t="43618" x="3008313" y="2862263"/>
          <p14:tracePt t="43629" x="2995613" y="2862263"/>
          <p14:tracePt t="43725" x="2984500" y="2862263"/>
          <p14:tracePt t="43732" x="2971800" y="2862263"/>
          <p14:tracePt t="43777" x="2959100" y="2862263"/>
          <p14:tracePt t="43822" x="2947988" y="2862263"/>
          <p14:tracePt t="43858" x="2935288" y="2862263"/>
          <p14:tracePt t="43873" x="2922588" y="2862263"/>
          <p14:tracePt t="43884" x="2911475" y="2862263"/>
          <p14:tracePt t="43955" x="2898775" y="2862263"/>
          <p14:tracePt t="43969" x="2886075" y="2862263"/>
          <p14:tracePt t="44022" x="2874963" y="2862263"/>
          <p14:tracePt t="44037" x="2862263" y="2862263"/>
          <p14:tracePt t="44044" x="2849563" y="2862263"/>
          <p14:tracePt t="44074" x="2838450" y="2874963"/>
          <p14:tracePt t="44170" x="2825750" y="2874963"/>
          <p14:tracePt t="44243" x="2813050" y="2874963"/>
          <p14:tracePt t="44252" x="2801938" y="2874963"/>
          <p14:tracePt t="44263" x="2789238" y="2874963"/>
          <p14:tracePt t="44277" x="2776538" y="2874963"/>
          <p14:tracePt t="44283" x="2765425" y="2874963"/>
          <p14:tracePt t="44294" x="2752725" y="2874963"/>
          <p14:tracePt t="44295" x="2740025" y="2874963"/>
          <p14:tracePt t="44302" x="2728913" y="2862263"/>
          <p14:tracePt t="44308" x="2703513" y="2851150"/>
          <p14:tracePt t="44316" x="2667000" y="2838450"/>
          <p14:tracePt t="44324" x="2619375" y="2814638"/>
          <p14:tracePt t="44333" x="2619375" y="2801938"/>
          <p14:tracePt t="44341" x="2582863" y="2789238"/>
          <p14:tracePt t="44349" x="2546350" y="2752725"/>
          <p14:tracePt t="44358" x="2497138" y="2728913"/>
          <p14:tracePt t="44366" x="2471738" y="2703513"/>
          <p14:tracePt t="44374" x="2460625" y="2692400"/>
          <p14:tracePt t="44382" x="2424113" y="2655888"/>
          <p14:tracePt t="44391" x="2398713" y="2630488"/>
          <p14:tracePt t="44399" x="2387600" y="2606675"/>
          <p14:tracePt t="44408" x="2362200" y="2593975"/>
          <p14:tracePt t="44416" x="2338388" y="2557463"/>
          <p14:tracePt t="44424" x="2314575" y="2533650"/>
          <p14:tracePt t="44433" x="2314575" y="2520950"/>
          <p14:tracePt t="44441" x="2289175" y="2509838"/>
          <p14:tracePt t="44449" x="2278063" y="2497138"/>
          <p14:tracePt t="44458" x="2252663" y="2473325"/>
          <p14:tracePt t="44469" x="2252663" y="2460625"/>
          <p14:tracePt t="44475" x="2241550" y="2460625"/>
          <p14:tracePt t="44483" x="2241550" y="2447925"/>
          <p14:tracePt t="44532" x="2228850" y="2447925"/>
          <p14:tracePt t="44758" x="2216150" y="2447925"/>
          <p14:tracePt t="44759" x="2216150" y="2436813"/>
          <p14:tracePt t="44772" x="2205038" y="2424113"/>
          <p14:tracePt t="44783" x="2192338" y="2424113"/>
          <p14:tracePt t="44789" x="2192338" y="2411413"/>
          <p14:tracePt t="44794" x="2179638" y="2400300"/>
          <p14:tracePt t="44799" x="2168525" y="2400300"/>
          <p14:tracePt t="44807" x="2155825" y="2387600"/>
          <p14:tracePt t="44816" x="2143125" y="2363788"/>
          <p14:tracePt t="44824" x="2119313" y="2338388"/>
          <p14:tracePt t="44832" x="2106613" y="2327275"/>
          <p14:tracePt t="44841" x="2095500" y="2314575"/>
          <p14:tracePt t="44849" x="2082800" y="2301875"/>
          <p14:tracePt t="44857" x="2070100" y="2278063"/>
          <p14:tracePt t="44866" x="2058988" y="2265363"/>
          <p14:tracePt t="44874" x="2046288" y="2265363"/>
          <p14:tracePt t="44875" x="2046288" y="2254250"/>
          <p14:tracePt t="44875" x="2033588" y="2254250"/>
          <p14:tracePt t="44883" x="2033588" y="2241550"/>
          <p14:tracePt t="44890" x="2022475" y="2241550"/>
          <p14:tracePt t="44899" x="2009775" y="2228850"/>
          <p14:tracePt t="44915" x="2009775" y="2217738"/>
          <p14:tracePt t="44946" x="2009775" y="2205038"/>
          <p14:tracePt t="45115" x="1997075" y="2205038"/>
          <p14:tracePt t="45150" x="1997075" y="2217738"/>
          <p14:tracePt t="45155" x="1985963" y="2217738"/>
          <p14:tracePt t="45162" x="1985963" y="2228850"/>
          <p14:tracePt t="45177" x="1973263" y="2228850"/>
          <p14:tracePt t="45183" x="1973263" y="2241550"/>
          <p14:tracePt t="45198" x="1973263" y="2254250"/>
          <p14:tracePt t="45257" x="1960563" y="2254250"/>
          <p14:tracePt t="45265" x="1960563" y="2265363"/>
          <p14:tracePt t="45277" x="1949450" y="2278063"/>
          <p14:tracePt t="45290" x="1949450" y="2290763"/>
          <p14:tracePt t="45437" x="1949450" y="2301875"/>
          <p14:tracePt t="45449" x="1949450" y="2314575"/>
          <p14:tracePt t="45454" x="1936750" y="2314575"/>
          <p14:tracePt t="45477" x="1936750" y="2327275"/>
          <p14:tracePt t="45484" x="1936750" y="2338388"/>
          <p14:tracePt t="45494" x="1936750" y="2351088"/>
          <p14:tracePt t="45503" x="1936750" y="2363788"/>
          <p14:tracePt t="45504" x="1936750" y="2374900"/>
          <p14:tracePt t="45515" x="1936750" y="2387600"/>
          <p14:tracePt t="45525" x="1936750" y="2400300"/>
          <p14:tracePt t="45534" x="1936750" y="2411413"/>
          <p14:tracePt t="45535" x="1924050" y="2424113"/>
          <p14:tracePt t="45544" x="1924050" y="2436813"/>
          <p14:tracePt t="45554" x="1924050" y="2447925"/>
          <p14:tracePt t="45557" x="1924050" y="2460625"/>
          <p14:tracePt t="45565" x="1924050" y="2473325"/>
          <p14:tracePt t="45573" x="1924050" y="2497138"/>
          <p14:tracePt t="45582" x="1924050" y="2509838"/>
          <p14:tracePt t="45590" x="1924050" y="2533650"/>
          <p14:tracePt t="45598" x="1924050" y="2546350"/>
          <p14:tracePt t="45607" x="1924050" y="2557463"/>
          <p14:tracePt t="45615" x="1924050" y="2570163"/>
          <p14:tracePt t="45623" x="1924050" y="2582863"/>
          <p14:tracePt t="45631" x="1924050" y="2593975"/>
          <p14:tracePt t="45640" x="1924050" y="2606675"/>
          <p14:tracePt t="45649" x="1924050" y="2619375"/>
          <p14:tracePt t="45664" x="1924050" y="2630488"/>
          <p14:tracePt t="45682" x="1924050" y="2643188"/>
          <p14:tracePt t="45725" x="1924050" y="2655888"/>
          <p14:tracePt t="45765" x="1924050" y="2667000"/>
          <p14:tracePt t="45855" x="1912938" y="2667000"/>
          <p14:tracePt t="45990" x="1912938" y="2679700"/>
          <p14:tracePt t="46009" x="1912938" y="2692400"/>
          <p14:tracePt t="46023" x="1912938" y="2703513"/>
          <p14:tracePt t="46034" x="1924050" y="2703513"/>
          <p14:tracePt t="46042" x="1924050" y="2716213"/>
          <p14:tracePt t="46043" x="1936750" y="2716213"/>
          <p14:tracePt t="46049" x="1936750" y="2728913"/>
          <p14:tracePt t="46069" x="1936750" y="2740025"/>
          <p14:tracePt t="46125" x="1949450" y="2752725"/>
          <p14:tracePt t="46135" x="1949450" y="2765425"/>
          <p14:tracePt t="46139" x="1960563" y="2765425"/>
          <p14:tracePt t="46148" x="1960563" y="2776538"/>
          <p14:tracePt t="46156" x="1960563" y="2789238"/>
          <p14:tracePt t="46164" x="1960563" y="2801938"/>
          <p14:tracePt t="46174" x="1960563" y="2814638"/>
          <p14:tracePt t="46181" x="1973263" y="2814638"/>
          <p14:tracePt t="46189" x="1973263" y="2825750"/>
          <p14:tracePt t="46209" x="1985963" y="2825750"/>
          <p14:tracePt t="46215" x="1985963" y="2838450"/>
          <p14:tracePt t="46235" x="1997075" y="2851150"/>
          <p14:tracePt t="46249" x="1997075" y="2862263"/>
          <p14:tracePt t="46277" x="1997075" y="2874963"/>
          <p14:tracePt t="46309" x="2009775" y="2887663"/>
          <p14:tracePt t="46337" x="2022475" y="2898775"/>
          <p14:tracePt t="46344" x="2022475" y="2911475"/>
          <p14:tracePt t="46362" x="2022475" y="2924175"/>
          <p14:tracePt t="46382" x="2033588" y="2935288"/>
          <p14:tracePt t="46390" x="2033588" y="2947988"/>
          <p14:tracePt t="46402" x="2046288" y="2947988"/>
          <p14:tracePt t="46425" x="2046288" y="2960688"/>
          <p14:tracePt t="46469" x="2046288" y="2971800"/>
          <p14:tracePt t="46478" x="2058988" y="2971800"/>
          <p14:tracePt t="46489" x="2058988" y="2984500"/>
          <p14:tracePt t="46498" x="2058988" y="2997200"/>
          <p14:tracePt t="46502" x="2058988" y="3008313"/>
          <p14:tracePt t="46510" x="2070100" y="3008313"/>
          <p14:tracePt t="46514" x="2070100" y="3021013"/>
          <p14:tracePt t="46522" x="2070100" y="3033713"/>
          <p14:tracePt t="46531" x="2082800" y="3044825"/>
          <p14:tracePt t="46539" x="2082800" y="3057525"/>
          <p14:tracePt t="46547" x="2095500" y="3070225"/>
          <p14:tracePt t="46556" x="2106613" y="3106738"/>
          <p14:tracePt t="46564" x="2119313" y="3130550"/>
          <p14:tracePt t="46572" x="2132013" y="3143250"/>
          <p14:tracePt t="46581" x="2155825" y="3179763"/>
          <p14:tracePt t="46590" x="2168525" y="3203575"/>
          <p14:tracePt t="46597" x="2192338" y="3240088"/>
          <p14:tracePt t="46606" x="2228850" y="3263900"/>
          <p14:tracePt t="46614" x="2228850" y="3276600"/>
          <p14:tracePt t="46622" x="2252663" y="3300413"/>
          <p14:tracePt t="46630" x="2278063" y="3325813"/>
          <p14:tracePt t="46639" x="2314575" y="3362325"/>
          <p14:tracePt t="46647" x="2325688" y="3373438"/>
          <p14:tracePt t="46656" x="2338388" y="3398838"/>
          <p14:tracePt t="46664" x="2374900" y="3435350"/>
          <p14:tracePt t="46672" x="2387600" y="3448050"/>
          <p14:tracePt t="46680" x="2424113" y="3471863"/>
          <p14:tracePt t="46689" x="2447925" y="3495675"/>
          <p14:tracePt t="46697" x="2471738" y="3521075"/>
          <p14:tracePt t="46705" x="2497138" y="3544888"/>
          <p14:tracePt t="46714" x="2508250" y="3557588"/>
          <p14:tracePt t="46722" x="2533650" y="3568700"/>
          <p14:tracePt t="46730" x="2557463" y="3594100"/>
          <p14:tracePt t="46739" x="2593975" y="3617913"/>
          <p14:tracePt t="46747" x="2619375" y="3641725"/>
          <p14:tracePt t="46755" x="2643188" y="3667125"/>
          <p14:tracePt t="46764" x="2679700" y="3690938"/>
          <p14:tracePt t="46772" x="2692400" y="3703638"/>
          <p14:tracePt t="46780" x="2728913" y="3727450"/>
          <p14:tracePt t="46789" x="2752725" y="3751263"/>
          <p14:tracePt t="46797" x="2789238" y="3776663"/>
          <p14:tracePt t="46805" x="2801938" y="3787775"/>
          <p14:tracePt t="46814" x="2825750" y="3800475"/>
          <p14:tracePt t="46822" x="2838450" y="3813175"/>
          <p14:tracePt t="46830" x="2862263" y="3824288"/>
          <p14:tracePt t="46839" x="2886075" y="3849688"/>
          <p14:tracePt t="46847" x="2911475" y="3849688"/>
          <p14:tracePt t="46855" x="2935288" y="3873500"/>
          <p14:tracePt t="46864" x="2984500" y="3897313"/>
          <p14:tracePt t="46872" x="2995613" y="3897313"/>
          <p14:tracePt t="46880" x="3032125" y="3922713"/>
          <p14:tracePt t="46889" x="3081338" y="3933825"/>
          <p14:tracePt t="46897" x="3154363" y="3959225"/>
          <p14:tracePt t="46905" x="3214688" y="3970338"/>
          <p14:tracePt t="46914" x="3252788" y="3983038"/>
          <p14:tracePt t="46922" x="3325813" y="4006850"/>
          <p14:tracePt t="46930" x="3422650" y="4019550"/>
          <p14:tracePt t="46939" x="3482975" y="4032250"/>
          <p14:tracePt t="46947" x="3532188" y="4043363"/>
          <p14:tracePt t="46955" x="3592513" y="4056063"/>
          <p14:tracePt t="46964" x="3654425" y="4056063"/>
          <p14:tracePt t="46972" x="3714750" y="4056063"/>
          <p14:tracePt t="46980" x="3763963" y="4068763"/>
          <p14:tracePt t="46989" x="3800475" y="4081463"/>
          <p14:tracePt t="46997" x="3873500" y="4081463"/>
          <p14:tracePt t="47005" x="3897313" y="4092575"/>
          <p14:tracePt t="47013" x="3897313" y="4105275"/>
          <p14:tracePt t="47022" x="3910013" y="4105275"/>
          <p14:tracePt t="47203" x="3921125" y="4105275"/>
          <p14:tracePt t="47242" x="3921125" y="4117975"/>
          <p14:tracePt t="47262" x="3933825" y="4117975"/>
          <p14:tracePt t="47264" x="3946525" y="4129088"/>
          <p14:tracePt t="47282" x="3970338" y="4141788"/>
          <p14:tracePt t="47283" x="3983038" y="4141788"/>
          <p14:tracePt t="47289" x="3983038" y="4154488"/>
          <p14:tracePt t="47297" x="4006850" y="4154488"/>
          <p14:tracePt t="47305" x="4019550" y="4165600"/>
          <p14:tracePt t="47313" x="4032250" y="4165600"/>
          <p14:tracePt t="47321" x="4056063" y="4165600"/>
          <p14:tracePt t="47330" x="4079875" y="4178300"/>
          <p14:tracePt t="47338" x="4092575" y="4178300"/>
          <p14:tracePt t="47349" x="4105275" y="4178300"/>
          <p14:tracePt t="47409" x="4116388" y="4178300"/>
          <p14:tracePt t="47415" x="4129088" y="4178300"/>
          <p14:tracePt t="47422" x="4141788" y="4178300"/>
          <p14:tracePt t="47423" x="4152900" y="4178300"/>
          <p14:tracePt t="47434" x="4165600" y="4178300"/>
          <p14:tracePt t="47438" x="4178300" y="4178300"/>
          <p14:tracePt t="47446" x="4202113" y="4178300"/>
          <p14:tracePt t="47455" x="4214813" y="4178300"/>
          <p14:tracePt t="47464" x="4238625" y="4165600"/>
          <p14:tracePt t="47471" x="4251325" y="4165600"/>
          <p14:tracePt t="47480" x="4275138" y="4165600"/>
          <p14:tracePt t="47488" x="4287838" y="4165600"/>
          <p14:tracePt t="47496" x="4311650" y="4165600"/>
          <p14:tracePt t="47505" x="4335463" y="4165600"/>
          <p14:tracePt t="47513" x="4360863" y="4165600"/>
          <p14:tracePt t="47521" x="4397375" y="4165600"/>
          <p14:tracePt t="47530" x="4445000" y="4165600"/>
          <p14:tracePt t="47538" x="4530725" y="4178300"/>
          <p14:tracePt t="47546" x="4591050" y="4191000"/>
          <p14:tracePt t="47554" x="4627563" y="4191000"/>
          <p14:tracePt t="47563" x="4689475" y="4191000"/>
          <p14:tracePt t="47571" x="4749800" y="4191000"/>
          <p14:tracePt t="47580" x="4811713" y="4191000"/>
          <p14:tracePt t="47588" x="4884738" y="4202113"/>
          <p14:tracePt t="47596" x="4981575" y="4202113"/>
          <p14:tracePt t="47605" x="5067300" y="4214813"/>
          <p14:tracePt t="47613" x="5103813" y="4214813"/>
          <p14:tracePt t="47621" x="5187950" y="4227513"/>
          <p14:tracePt t="47629" x="5286375" y="4238625"/>
          <p14:tracePt t="47638" x="5481638" y="4287838"/>
          <p14:tracePt t="47646" x="5651500" y="4311650"/>
          <p14:tracePt t="47654" x="5761038" y="4324350"/>
          <p14:tracePt t="47663" x="6089650" y="4360863"/>
          <p14:tracePt t="47671" x="6321425" y="4373563"/>
          <p14:tracePt t="47679" x="6540500" y="4384675"/>
          <p14:tracePt t="47688" x="6746875" y="4397375"/>
          <p14:tracePt t="47696" x="7040563" y="4421188"/>
          <p14:tracePt t="47705" x="7210425" y="4433888"/>
          <p14:tracePt t="47713" x="7270750" y="4433888"/>
          <p14:tracePt t="47721" x="7392988" y="4446588"/>
          <p14:tracePt t="47730" x="7489825" y="4446588"/>
          <p14:tracePt t="47738" x="7648575" y="4457700"/>
          <p14:tracePt t="47746" x="7721600" y="4457700"/>
          <p14:tracePt t="47755" x="7758113" y="4457700"/>
          <p14:tracePt t="47763" x="7807325" y="4457700"/>
          <p14:tracePt t="47771" x="7831138" y="4457700"/>
          <p14:tracePt t="47780" x="7843838" y="4457700"/>
          <p14:tracePt t="47788" x="7867650" y="4457700"/>
          <p14:tracePt t="47796" x="7880350" y="4457700"/>
          <p14:tracePt t="47804" x="7904163" y="4446588"/>
          <p14:tracePt t="47814" x="7904163" y="4433888"/>
          <p14:tracePt t="47821" x="7916863" y="4433888"/>
          <p14:tracePt t="47829" x="7929563" y="4421188"/>
          <p14:tracePt t="47838" x="7966075" y="4421188"/>
          <p14:tracePt t="47846" x="7977188" y="4410075"/>
          <p14:tracePt t="47854" x="7989888" y="4410075"/>
          <p14:tracePt t="47863" x="7989888" y="4397375"/>
          <p14:tracePt t="47871" x="8026400" y="4397375"/>
          <p14:tracePt t="47879" x="8039100" y="4384675"/>
          <p14:tracePt t="47888" x="8050213" y="4373563"/>
          <p14:tracePt t="47897" x="8062913" y="4360863"/>
          <p14:tracePt t="47914" x="8075613" y="4360863"/>
          <p14:tracePt t="47923" x="8075613" y="4348163"/>
          <p14:tracePt t="47930" x="8086725" y="4348163"/>
          <p14:tracePt t="47938" x="8099425" y="4348163"/>
          <p14:tracePt t="47942" x="8099425" y="4337050"/>
          <p14:tracePt t="47946" x="8112125" y="4337050"/>
          <p14:tracePt t="47962" x="8123238" y="4337050"/>
          <p14:tracePt t="47969" x="8123238" y="4324350"/>
          <p14:tracePt t="47974" x="8135938" y="4324350"/>
          <p14:tracePt t="47983" x="8135938" y="4311650"/>
          <p14:tracePt t="47990" x="8148638" y="4311650"/>
          <p14:tracePt t="47996" x="8159750" y="4300538"/>
          <p14:tracePt t="48005" x="8172450" y="4300538"/>
          <p14:tracePt t="48017" x="8185150" y="4287838"/>
          <p14:tracePt t="48025" x="8196263" y="4287838"/>
          <p14:tracePt t="48030" x="8196263" y="4275138"/>
          <p14:tracePt t="48038" x="8208963" y="4275138"/>
          <p14:tracePt t="48046" x="8232775" y="4264025"/>
          <p14:tracePt t="48054" x="8245475" y="4251325"/>
          <p14:tracePt t="48063" x="8270875" y="4238625"/>
          <p14:tracePt t="48071" x="8294688" y="4214813"/>
          <p14:tracePt t="48079" x="8343900" y="4191000"/>
          <p14:tracePt t="48087" x="8343900" y="4165600"/>
          <p14:tracePt t="48096" x="8380413" y="4129088"/>
          <p14:tracePt t="48104" x="8404225" y="4117975"/>
          <p14:tracePt t="48112" x="8404225" y="4105275"/>
          <p14:tracePt t="48121" x="8416925" y="4081463"/>
          <p14:tracePt t="48129" x="8440738" y="4068763"/>
          <p14:tracePt t="48137" x="8453438" y="4032250"/>
          <p14:tracePt t="48146" x="8477250" y="3995738"/>
          <p14:tracePt t="48154" x="8489950" y="3983038"/>
          <p14:tracePt t="48162" x="8501063" y="3946525"/>
          <p14:tracePt t="48171" x="8526463" y="3897313"/>
          <p14:tracePt t="48179" x="8526463" y="3886200"/>
          <p14:tracePt t="48187" x="8537575" y="3860800"/>
          <p14:tracePt t="48196" x="8537575" y="3836988"/>
          <p14:tracePt t="48204" x="8537575" y="3824288"/>
          <p14:tracePt t="48212" x="8537575" y="3800475"/>
          <p14:tracePt t="48222" x="8537575" y="3787775"/>
          <p14:tracePt t="48230" x="8537575" y="3776663"/>
          <p14:tracePt t="48237" x="8537575" y="3763963"/>
          <p14:tracePt t="48246" x="8537575" y="3751263"/>
          <p14:tracePt t="48254" x="8537575" y="3740150"/>
          <p14:tracePt t="48263" x="8537575" y="3727450"/>
          <p14:tracePt t="48271" x="8537575" y="3714750"/>
          <p14:tracePt t="48282" x="8537575" y="3703638"/>
          <p14:tracePt t="48287" x="8526463" y="3703638"/>
          <p14:tracePt t="48296" x="8526463" y="3690938"/>
          <p14:tracePt t="48304" x="8526463" y="3667125"/>
          <p14:tracePt t="48312" x="8526463" y="3654425"/>
          <p14:tracePt t="48321" x="8513763" y="3641725"/>
          <p14:tracePt t="48329" x="8501063" y="3617913"/>
          <p14:tracePt t="48337" x="8489950" y="3594100"/>
          <p14:tracePt t="48346" x="8464550" y="3568700"/>
          <p14:tracePt t="48354" x="8464550" y="3557588"/>
          <p14:tracePt t="48362" x="8440738" y="3532188"/>
          <p14:tracePt t="48371" x="8416925" y="3495675"/>
          <p14:tracePt t="48379" x="8404225" y="3471863"/>
          <p14:tracePt t="48387" x="8391525" y="3459163"/>
          <p14:tracePt t="48395" x="8380413" y="3435350"/>
          <p14:tracePt t="48404" x="8343900" y="3398838"/>
          <p14:tracePt t="48412" x="8343900" y="3386138"/>
          <p14:tracePt t="48420" x="8318500" y="3362325"/>
          <p14:tracePt t="48429" x="8294688" y="3325813"/>
          <p14:tracePt t="48437" x="8258175" y="3276600"/>
          <p14:tracePt t="48445" x="8232775" y="3240088"/>
          <p14:tracePt t="48454" x="8221663" y="3216275"/>
          <p14:tracePt t="48463" x="8185150" y="3167063"/>
          <p14:tracePt t="48463" x="8172450" y="3130550"/>
          <p14:tracePt t="48470" x="8148638" y="3117850"/>
          <p14:tracePt t="48479" x="8123238" y="3081338"/>
          <p14:tracePt t="48487" x="8112125" y="3057525"/>
          <p14:tracePt t="48495" x="8086725" y="3033713"/>
          <p14:tracePt t="48504" x="8062913" y="2997200"/>
          <p14:tracePt t="48512" x="8050213" y="2984500"/>
          <p14:tracePt t="48520" x="8039100" y="2960688"/>
          <p14:tracePt t="48529" x="8026400" y="2935288"/>
          <p14:tracePt t="48537" x="8013700" y="2911475"/>
          <p14:tracePt t="48552" x="8002588" y="2898775"/>
          <p14:tracePt t="48569" x="8002588" y="2887663"/>
          <p14:tracePt t="48585" x="8002588" y="2874963"/>
          <p14:tracePt t="48592" x="8002588" y="2862263"/>
          <p14:tracePt t="48606" x="8002588" y="2851150"/>
          <p14:tracePt t="48617" x="8002588" y="2838450"/>
          <p14:tracePt t="48625" x="8002588" y="2825750"/>
          <p14:tracePt t="48638" x="8002588" y="2814638"/>
          <p14:tracePt t="48642" x="8002588" y="2801938"/>
          <p14:tracePt t="48645" x="7989888" y="2801938"/>
          <p14:tracePt t="48654" x="7989888" y="2789238"/>
          <p14:tracePt t="48664" x="7989888" y="2776538"/>
          <p14:tracePt t="48670" x="7977188" y="2765425"/>
          <p14:tracePt t="48689" x="7977188" y="2752725"/>
          <p14:tracePt t="48702" x="7977188" y="2740025"/>
          <p14:tracePt t="48717" x="7977188" y="2728913"/>
          <p14:tracePt t="48725" x="7977188" y="2716213"/>
          <p14:tracePt t="48730" x="7977188" y="2703513"/>
          <p14:tracePt t="48736" x="7977188" y="2692400"/>
          <p14:tracePt t="48746" x="7966075" y="2679700"/>
          <p14:tracePt t="48750" x="7966075" y="2667000"/>
          <p14:tracePt t="48757" x="7966075" y="2643188"/>
          <p14:tracePt t="48762" x="7953375" y="2643188"/>
          <p14:tracePt t="48770" x="7953375" y="2630488"/>
          <p14:tracePt t="48778" x="7940675" y="2593975"/>
          <p14:tracePt t="48787" x="7929563" y="2582863"/>
          <p14:tracePt t="48795" x="7916863" y="2570163"/>
          <p14:tracePt t="48804" x="7916863" y="2557463"/>
          <p14:tracePt t="48812" x="7916863" y="2546350"/>
          <p14:tracePt t="48820" x="7904163" y="2546350"/>
          <p14:tracePt t="48829" x="7893050" y="2520950"/>
          <p14:tracePt t="48837" x="7880350" y="2509838"/>
          <p14:tracePt t="48845" x="7867650" y="2484438"/>
          <p14:tracePt t="48853" x="7856538" y="2484438"/>
          <p14:tracePt t="48862" x="7856538" y="2473325"/>
          <p14:tracePt t="48870" x="7843838" y="2460625"/>
          <p14:tracePt t="48878" x="7831138" y="2447925"/>
          <p14:tracePt t="48887" x="7831138" y="2436813"/>
          <p14:tracePt t="48895" x="7807325" y="2424113"/>
          <p14:tracePt t="48903" x="7794625" y="2411413"/>
          <p14:tracePt t="48912" x="7794625" y="2387600"/>
          <p14:tracePt t="48920" x="7783513" y="2387600"/>
          <p14:tracePt t="48929" x="7770813" y="2363788"/>
          <p14:tracePt t="48936" x="7758113" y="2351088"/>
          <p14:tracePt t="48945" x="7747000" y="2327275"/>
          <p14:tracePt t="48953" x="7734300" y="2327275"/>
          <p14:tracePt t="48962" x="7721600" y="2290763"/>
          <p14:tracePt t="48970" x="7710488" y="2265363"/>
          <p14:tracePt t="48978" x="7697788" y="2254250"/>
          <p14:tracePt t="48987" x="7685088" y="2241550"/>
          <p14:tracePt t="48995" x="7685088" y="2228850"/>
          <p14:tracePt t="49003" x="7673975" y="2217738"/>
          <p14:tracePt t="49012" x="7673975" y="2205038"/>
          <p14:tracePt t="49025" x="7673975" y="2192338"/>
          <p14:tracePt t="49055" x="7673975" y="2179638"/>
          <p14:tracePt t="49063" x="7661275" y="2179638"/>
          <p14:tracePt t="49089" x="7661275" y="2168525"/>
          <p14:tracePt t="49122" x="7661275" y="2155825"/>
          <p14:tracePt t="49283" x="7661275" y="2168525"/>
          <p14:tracePt t="49297" x="7661275" y="2179638"/>
          <p14:tracePt t="49303" x="7673975" y="2192338"/>
          <p14:tracePt t="49311" x="7685088" y="2217738"/>
          <p14:tracePt t="49314" x="7697788" y="2228850"/>
          <p14:tracePt t="49322" x="7710488" y="2254250"/>
          <p14:tracePt t="49328" x="7721600" y="2278063"/>
          <p14:tracePt t="49336" x="7747000" y="2327275"/>
          <p14:tracePt t="49344" x="7770813" y="2363788"/>
          <p14:tracePt t="49353" x="7770813" y="2374900"/>
          <p14:tracePt t="49361" x="7807325" y="2411413"/>
          <p14:tracePt t="49370" x="7820025" y="2447925"/>
          <p14:tracePt t="49378" x="7867650" y="2509838"/>
          <p14:tracePt t="49386" x="7880350" y="2533650"/>
          <p14:tracePt t="49394" x="7893050" y="2557463"/>
          <p14:tracePt t="49403" x="7916863" y="2582863"/>
          <p14:tracePt t="49411" x="7929563" y="2582863"/>
          <p14:tracePt t="49420" x="7940675" y="2606675"/>
          <p14:tracePt t="49428" x="7940675" y="2619375"/>
          <p14:tracePt t="49436" x="7953375" y="2619375"/>
          <p14:tracePt t="49445" x="7966075" y="2619375"/>
          <p14:tracePt t="49453" x="7966075" y="2630488"/>
          <p14:tracePt t="49463" x="7966075" y="2643188"/>
          <p14:tracePt t="49474" x="7977188" y="2655888"/>
          <p14:tracePt t="49482" x="7989888" y="2667000"/>
          <p14:tracePt t="49495" x="8002588" y="2692400"/>
          <p14:tracePt t="49496" x="8013700" y="2703513"/>
          <p14:tracePt t="49503" x="8026400" y="2716213"/>
          <p14:tracePt t="49511" x="8039100" y="2728913"/>
          <p14:tracePt t="49519" x="8062913" y="2752725"/>
          <p14:tracePt t="49528" x="8075613" y="2789238"/>
          <p14:tracePt t="49536" x="8099425" y="2801938"/>
          <p14:tracePt t="49544" x="8135938" y="2825750"/>
          <p14:tracePt t="49553" x="8135938" y="2838450"/>
          <p14:tracePt t="49561" x="8159750" y="2851150"/>
          <p14:tracePt t="49569" x="8159750" y="2874963"/>
          <p14:tracePt t="49578" x="8196263" y="2887663"/>
          <p14:tracePt t="49586" x="8196263" y="2911475"/>
          <p14:tracePt t="49594" x="8208963" y="2911475"/>
          <p14:tracePt t="49603" x="8221663" y="2935288"/>
          <p14:tracePt t="49611" x="8258175" y="2971800"/>
          <p14:tracePt t="49619" x="8270875" y="2997200"/>
          <p14:tracePt t="49628" x="8307388" y="3021013"/>
          <p14:tracePt t="49636" x="8331200" y="3070225"/>
          <p14:tracePt t="49644" x="8404225" y="3143250"/>
          <p14:tracePt t="49653" x="8416925" y="3167063"/>
          <p14:tracePt t="49661" x="8453438" y="3227388"/>
          <p14:tracePt t="49669" x="8489950" y="3252788"/>
          <p14:tracePt t="49677" x="8537575" y="3300413"/>
          <p14:tracePt t="49686" x="8562975" y="3336925"/>
          <p14:tracePt t="49695" x="8586788" y="3349625"/>
          <p14:tracePt t="49703" x="8599488" y="3362325"/>
          <p14:tracePt t="49711" x="8623300" y="3386138"/>
          <p14:tracePt t="49719" x="8636000" y="3398838"/>
          <p14:tracePt t="49728" x="8647113" y="3409950"/>
          <p14:tracePt t="49736" x="8659813" y="3422650"/>
          <p14:tracePt t="49745" x="8672513" y="3435350"/>
          <p14:tracePt t="49758" x="8683625" y="3435350"/>
          <p14:tracePt t="49765" x="8683625" y="3448050"/>
          <p14:tracePt t="49775" x="8683625" y="3459163"/>
          <p14:tracePt t="49777" x="8696325" y="3459163"/>
          <p14:tracePt t="49786" x="8720138" y="3471863"/>
          <p14:tracePt t="49794" x="8720138" y="3484563"/>
          <p14:tracePt t="49802" x="8745538" y="3495675"/>
          <p14:tracePt t="49811" x="8769350" y="3521075"/>
          <p14:tracePt t="49819" x="8782050" y="3544888"/>
          <p14:tracePt t="49827" x="8818563" y="3557588"/>
          <p14:tracePt t="49836" x="8829675" y="3581400"/>
          <p14:tracePt t="49844" x="8842375" y="3594100"/>
          <p14:tracePt t="49852" x="8866188" y="3617913"/>
          <p14:tracePt t="49861" x="8878888" y="3617913"/>
          <p14:tracePt t="49869" x="8891588" y="3630613"/>
          <p14:tracePt t="49877" x="8902700" y="3641725"/>
          <p14:tracePt t="49886" x="8915400" y="3654425"/>
          <p14:tracePt t="50036" x="8915400" y="3641725"/>
          <p14:tracePt t="50042" x="8915400" y="3630613"/>
          <p14:tracePt t="50044" x="8915400" y="3617913"/>
          <p14:tracePt t="50052" x="8928100" y="3594100"/>
          <p14:tracePt t="50061" x="8928100" y="3544888"/>
          <p14:tracePt t="50069" x="8928100" y="3495675"/>
          <p14:tracePt t="50078" x="8939213" y="3409950"/>
          <p14:tracePt t="50086" x="8939213" y="3349625"/>
          <p14:tracePt t="50094" x="8939213" y="3336925"/>
          <p14:tracePt t="50102" x="8939213" y="3289300"/>
          <p14:tracePt t="50111" x="8939213" y="3240088"/>
          <p14:tracePt t="50119" x="8939213" y="3216275"/>
          <p14:tracePt t="50127" x="8939213" y="3190875"/>
          <p14:tracePt t="50135" x="8939213" y="3179763"/>
          <p14:tracePt t="50144" x="8939213" y="3154363"/>
          <p14:tracePt t="50152" x="8939213" y="3143250"/>
          <p14:tracePt t="50161" x="8951913" y="3117850"/>
          <p14:tracePt t="50169" x="8964613" y="3106738"/>
          <p14:tracePt t="50177" x="8977313" y="3081338"/>
          <p14:tracePt t="50185" x="8988425" y="3057525"/>
          <p14:tracePt t="50194" x="9001125" y="3044825"/>
          <p14:tracePt t="50202" x="9001125" y="3033713"/>
          <p14:tracePt t="50210" x="9013825" y="2997200"/>
          <p14:tracePt t="50219" x="9024938" y="2984500"/>
          <p14:tracePt t="50227" x="9037638" y="2971800"/>
          <p14:tracePt t="50236" x="9037638" y="2960688"/>
          <p14:tracePt t="50244" x="9061450" y="2935288"/>
          <p14:tracePt t="50262" x="9061450" y="2924175"/>
          <p14:tracePt t="50263" x="9074150" y="2924175"/>
          <p14:tracePt t="50270" x="9074150" y="2911475"/>
          <p14:tracePt t="50277" x="9097963" y="2911475"/>
          <p14:tracePt t="50286" x="9097963" y="2898775"/>
          <p14:tracePt t="50295" x="9097963" y="2887663"/>
          <p14:tracePt t="50303" x="9123363" y="2887663"/>
          <p14:tracePt t="50303" x="9123363" y="2874963"/>
          <p14:tracePt t="50322" x="9134475" y="2862263"/>
          <p14:tracePt t="50330" x="9134475" y="2851150"/>
          <p14:tracePt t="50335" x="9147175" y="2851150"/>
          <p14:tracePt t="50355" x="9159875" y="2851150"/>
          <p14:tracePt t="50356" x="9159875" y="2838450"/>
          <p14:tracePt t="50365" x="9159875" y="2825750"/>
          <p14:tracePt t="50377" x="9159875" y="2814638"/>
          <p14:tracePt t="50392" x="9159875" y="2801938"/>
          <p14:tracePt t="50402" x="9159875" y="2789238"/>
          <p14:tracePt t="50431" x="9159875" y="2776538"/>
          <p14:tracePt t="50442" x="9159875" y="2765425"/>
          <p14:tracePt t="50542" x="9159875" y="2752725"/>
          <p14:tracePt t="50557" x="9159875" y="2740025"/>
          <p14:tracePt t="50562" x="9159875" y="2728913"/>
          <p14:tracePt t="50582" x="9159875" y="2716213"/>
          <p14:tracePt t="50595" x="9159875" y="2703513"/>
          <p14:tracePt t="50682" x="9170988" y="2703513"/>
          <p14:tracePt t="50692" x="9183688" y="2692400"/>
          <p14:tracePt t="50710" x="9183688" y="2679700"/>
          <p14:tracePt t="50717" x="9183688" y="2667000"/>
          <p14:tracePt t="50722" x="9196388" y="2667000"/>
          <p14:tracePt t="50730" x="9207500" y="2667000"/>
          <p14:tracePt t="50737" x="9220200" y="2667000"/>
          <p14:tracePt t="50743" x="9220200" y="2655888"/>
          <p14:tracePt t="50752" x="9232900" y="2643188"/>
          <p14:tracePt t="50760" x="9244013" y="2643188"/>
          <p14:tracePt t="50768" x="9269413" y="2630488"/>
          <p14:tracePt t="50777" x="9293225" y="2619375"/>
          <p14:tracePt t="50785" x="9342438" y="2593975"/>
          <p14:tracePt t="50793" x="9366250" y="2593975"/>
          <p14:tracePt t="50802" x="9415463" y="2570163"/>
          <p14:tracePt t="50810" x="9451975" y="2557463"/>
          <p14:tracePt t="50811" x="9475788" y="2546350"/>
          <p14:tracePt t="50818" x="9536113" y="2520950"/>
          <p14:tracePt t="50827" x="9572625" y="2520950"/>
          <p14:tracePt t="50835" x="9585325" y="2509838"/>
          <p14:tracePt t="50843" x="9621838" y="2497138"/>
          <p14:tracePt t="50852" x="9658350" y="2484438"/>
          <p14:tracePt t="50860" x="9671050" y="2484438"/>
          <p14:tracePt t="50868" x="9683750" y="2484438"/>
          <p14:tracePt t="50876" x="9694863" y="2484438"/>
          <p14:tracePt t="50885" x="9694863" y="2473325"/>
          <p14:tracePt t="50910" x="9707563" y="2473325"/>
          <p14:tracePt t="50922" x="9720263" y="2460625"/>
          <p14:tracePt t="51026" x="9731375" y="2460625"/>
          <p14:tracePt t="51042" x="9744075" y="2447925"/>
          <p14:tracePt t="51058" x="9756775" y="2447925"/>
          <p14:tracePt t="51077" x="9756775" y="2436813"/>
          <p14:tracePt t="51090" x="9756775" y="2424113"/>
          <p14:tracePt t="51102" x="9767888" y="2424113"/>
          <p14:tracePt t="51135" x="9780588" y="2424113"/>
          <p14:tracePt t="51157" x="9780588" y="2411413"/>
          <p14:tracePt t="51165" x="9793288" y="2411413"/>
          <p14:tracePt t="51185" x="9804400" y="2400300"/>
          <p14:tracePt t="51218" x="9817100" y="2400300"/>
          <p14:tracePt t="51235" x="9817100" y="2387600"/>
          <p14:tracePt t="51245" x="9817100" y="2374900"/>
          <p14:tracePt t="51250" x="9829800" y="2374900"/>
          <p14:tracePt t="51257" x="9829800" y="2363788"/>
          <p14:tracePt t="51270" x="9840913" y="2363788"/>
          <p14:tracePt t="51282" x="9840913" y="2351088"/>
          <p14:tracePt t="51310" x="9840913" y="2338388"/>
          <p14:tracePt t="51357" x="9840913" y="2327275"/>
          <p14:tracePt t="51370" x="9840913" y="2314575"/>
          <p14:tracePt t="51382" x="9840913" y="2301875"/>
          <p14:tracePt t="51383" x="9829800" y="2301875"/>
          <p14:tracePt t="51397" x="9829800" y="2290763"/>
          <p14:tracePt t="51403" x="9829800" y="2278063"/>
          <p14:tracePt t="51412" x="9817100" y="2278063"/>
          <p14:tracePt t="51422" x="9804400" y="2278063"/>
          <p14:tracePt t="51430" x="9804400" y="2265363"/>
          <p14:tracePt t="51437" x="9804400" y="2254250"/>
          <p14:tracePt t="51445" x="9793288" y="2254250"/>
          <p14:tracePt t="51452" x="9793288" y="2241550"/>
          <p14:tracePt t="51473" x="9793288" y="2228850"/>
          <p14:tracePt t="51474" x="9780588" y="2228850"/>
          <p14:tracePt t="51482" x="9780588" y="2217738"/>
          <p14:tracePt t="51484" x="9767888" y="2217738"/>
          <p14:tracePt t="51495" x="9767888" y="2205038"/>
          <p14:tracePt t="51502" x="9767888" y="2192338"/>
          <p14:tracePt t="51510" x="9756775" y="2179638"/>
          <p14:tracePt t="51522" x="9744075" y="2168525"/>
          <p14:tracePt t="51530" x="9744075" y="2155825"/>
          <p14:tracePt t="51543" x="9731375" y="2155825"/>
          <p14:tracePt t="51557" x="9731375" y="2143125"/>
          <p14:tracePt t="51572" x="9731375" y="2132013"/>
          <p14:tracePt t="51585" x="9720263" y="2132013"/>
          <p14:tracePt t="51610" x="9720263" y="2119313"/>
          <p14:tracePt t="51630" x="9707563" y="2119313"/>
          <p14:tracePt t="51635" x="9707563" y="2106613"/>
          <p14:tracePt t="51858" x="9707563" y="2119313"/>
          <p14:tracePt t="51870" x="9720263" y="2132013"/>
          <p14:tracePt t="51876" x="9720263" y="2143125"/>
          <p14:tracePt t="51883" x="9731375" y="2155825"/>
          <p14:tracePt t="51890" x="9744075" y="2168525"/>
          <p14:tracePt t="51895" x="9756775" y="2168525"/>
          <p14:tracePt t="51900" x="9756775" y="2179638"/>
          <p14:tracePt t="51909" x="9793288" y="2217738"/>
          <p14:tracePt t="51917" x="9829800" y="2254250"/>
          <p14:tracePt t="51926" x="9853613" y="2265363"/>
          <p14:tracePt t="51934" x="9877425" y="2278063"/>
          <p14:tracePt t="51943" x="9877425" y="2290763"/>
          <p14:tracePt t="51951" x="9890125" y="2290763"/>
          <p14:tracePt t="51959" x="9902825" y="2301875"/>
          <p14:tracePt t="52115" x="9902825" y="2290763"/>
          <p14:tracePt t="52122" x="9902825" y="2278063"/>
          <p14:tracePt t="52132" x="9902825" y="2265363"/>
          <p14:tracePt t="52143" x="9902825" y="2254250"/>
          <p14:tracePt t="52151" x="9890125" y="2241550"/>
          <p14:tracePt t="52156" x="9890125" y="2228850"/>
          <p14:tracePt t="52163" x="9877425" y="2228850"/>
          <p14:tracePt t="52167" x="9877425" y="2217738"/>
          <p14:tracePt t="52175" x="9853613" y="2217738"/>
          <p14:tracePt t="52184" x="9853613" y="2205038"/>
          <p14:tracePt t="52192" x="9840913" y="2192338"/>
          <p14:tracePt t="52200" x="9840913" y="2179638"/>
          <p14:tracePt t="52209" x="9829800" y="2179638"/>
          <p14:tracePt t="52362" x="9840913" y="2179638"/>
          <p14:tracePt t="52370" x="9840913" y="2168525"/>
          <p14:tracePt t="52377" x="9853613" y="2168525"/>
          <p14:tracePt t="52390" x="9866313" y="2168525"/>
          <p14:tracePt t="52397" x="9877425" y="2168525"/>
          <p14:tracePt t="52425" x="9890125" y="2168525"/>
          <p14:tracePt t="52432" x="9890125" y="2155825"/>
          <p14:tracePt t="52437" x="9902825" y="2155825"/>
          <p14:tracePt t="52475" x="9913938" y="2155825"/>
          <p14:tracePt t="52649" x="9902825" y="2155825"/>
          <p14:tracePt t="52905" x="9902825" y="2168525"/>
          <p14:tracePt t="52932" x="9890125" y="2168525"/>
          <p14:tracePt t="52943" x="9890125" y="2179638"/>
          <p14:tracePt t="52951" x="9877425" y="2192338"/>
          <p14:tracePt t="52952" x="9866313" y="2205038"/>
          <p14:tracePt t="52958" x="9853613" y="2205038"/>
          <p14:tracePt t="52966" x="9817100" y="2228850"/>
          <p14:tracePt t="52974" x="9817100" y="2241550"/>
          <p14:tracePt t="52983" x="9780588" y="2265363"/>
          <p14:tracePt t="52991" x="9744075" y="2278063"/>
          <p14:tracePt t="52999" x="9731375" y="2301875"/>
          <p14:tracePt t="53008" x="9720263" y="2314575"/>
          <p14:tracePt t="53016" x="9707563" y="2327275"/>
          <p14:tracePt t="53024" x="9683750" y="2338388"/>
          <p14:tracePt t="53037" x="9671050" y="2351088"/>
          <p14:tracePt t="53045" x="9658350" y="2351088"/>
          <p14:tracePt t="53050" x="9658350" y="2363788"/>
          <p14:tracePt t="53058" x="9645650" y="2363788"/>
          <p14:tracePt t="53066" x="9634538" y="2363788"/>
          <p14:tracePt t="53074" x="9621838" y="2374900"/>
          <p14:tracePt t="53097" x="9621838" y="2387600"/>
          <p14:tracePt t="53122" x="9621838" y="2400300"/>
          <p14:tracePt t="53217" x="9621838" y="2411413"/>
          <p14:tracePt t="53237" x="9621838" y="2424113"/>
          <p14:tracePt t="53245" x="9634538" y="2424113"/>
          <p14:tracePt t="53262" x="9645650" y="2424113"/>
          <p14:tracePt t="53270" x="9658350" y="2436813"/>
          <p14:tracePt t="53277" x="9671050" y="2436813"/>
          <p14:tracePt t="53295" x="9683750" y="2436813"/>
          <p14:tracePt t="53297" x="9683750" y="2447925"/>
          <p14:tracePt t="53310" x="9694863" y="2447925"/>
          <p14:tracePt t="53662" x="9683750" y="2447925"/>
          <p14:tracePt t="53677" x="9658350" y="2436813"/>
          <p14:tracePt t="53684" x="9645650" y="2436813"/>
          <p14:tracePt t="53691" x="9634538" y="2436813"/>
          <p14:tracePt t="53695" x="9621838" y="2436813"/>
          <p14:tracePt t="53699" x="9609138" y="2436813"/>
          <p14:tracePt t="53707" x="9598025" y="2436813"/>
          <p14:tracePt t="53716" x="9585325" y="2436813"/>
          <p14:tracePt t="53724" x="9561513" y="2436813"/>
          <p14:tracePt t="53732" x="9548813" y="2436813"/>
          <p14:tracePt t="53742" x="9536113" y="2436813"/>
          <p14:tracePt t="53749" x="9525000" y="2436813"/>
          <p14:tracePt t="53757" x="9525000" y="2424113"/>
          <p14:tracePt t="53765" x="9512300" y="2424113"/>
          <p14:tracePt t="53774" x="9499600" y="2424113"/>
          <p14:tracePt t="53817" x="9488488" y="2424113"/>
          <p14:tracePt t="53842" x="9475788" y="2424113"/>
          <p14:tracePt t="53850" x="9463088" y="2424113"/>
          <p14:tracePt t="53870" x="9451975" y="2424113"/>
          <p14:tracePt t="53877" x="9439275" y="2424113"/>
          <p14:tracePt t="53897" x="9426575" y="2424113"/>
          <p14:tracePt t="53996" x="9439275" y="2411413"/>
          <p14:tracePt t="54002" x="9451975" y="2411413"/>
          <p14:tracePt t="54010" x="9475788" y="2400300"/>
          <p14:tracePt t="54016" x="9499600" y="2400300"/>
          <p14:tracePt t="54022" x="9512300" y="2400300"/>
          <p14:tracePt t="54024" x="9525000" y="2400300"/>
          <p14:tracePt t="54032" x="9548813" y="2387600"/>
          <p14:tracePt t="54040" x="9572625" y="2387600"/>
          <p14:tracePt t="54049" x="9585325" y="2387600"/>
          <p14:tracePt t="54057" x="9621838" y="2387600"/>
          <p14:tracePt t="54065" x="9645650" y="2387600"/>
          <p14:tracePt t="54077" x="9658350" y="2387600"/>
          <p14:tracePt t="54082" x="9671050" y="2387600"/>
          <p14:tracePt t="54102" x="9683750" y="2387600"/>
          <p14:tracePt t="54152" x="9694863" y="2387600"/>
          <p14:tracePt t="54162" x="9707563" y="2387600"/>
          <p14:tracePt t="54178" x="9720263" y="2387600"/>
          <p14:tracePt t="54182" x="9731375" y="2387600"/>
          <p14:tracePt t="54197" x="9756775" y="2387600"/>
          <p14:tracePt t="54205" x="9767888" y="2387600"/>
          <p14:tracePt t="54217" x="9780588" y="2387600"/>
          <p14:tracePt t="54222" x="9793288" y="2387600"/>
          <p14:tracePt t="54235" x="9804400" y="2387600"/>
          <p14:tracePt t="54237" x="9817100" y="2387600"/>
          <p14:tracePt t="54242" x="9829800" y="2387600"/>
          <p14:tracePt t="54270" x="9840913" y="2387600"/>
          <p14:tracePt t="54342" x="9853613" y="2387600"/>
          <p14:tracePt t="54362" x="9866313" y="2387600"/>
          <p14:tracePt t="54370" x="9877425" y="2387600"/>
          <p14:tracePt t="54577" x="9866313" y="2387600"/>
          <p14:tracePt t="54671" x="9853613" y="2387600"/>
          <p14:tracePt t="54682" x="9840913" y="2387600"/>
          <p14:tracePt t="54696" x="9829800" y="2387600"/>
          <p14:tracePt t="54702" x="9817100" y="2387600"/>
          <p14:tracePt t="54710" x="9804400" y="2387600"/>
          <p14:tracePt t="54731" x="9793288" y="2387600"/>
          <p14:tracePt t="54735" x="9780588" y="2387600"/>
          <p14:tracePt t="54742" x="9767888" y="2387600"/>
          <p14:tracePt t="54748" x="9756775" y="2387600"/>
          <p14:tracePt t="54756" x="9744075" y="2387600"/>
          <p14:tracePt t="54764" x="9707563" y="2387600"/>
          <p14:tracePt t="54773" x="9683750" y="2387600"/>
          <p14:tracePt t="54781" x="9671050" y="2387600"/>
          <p14:tracePt t="54790" x="9645650" y="2387600"/>
          <p14:tracePt t="54798" x="9621838" y="2387600"/>
          <p14:tracePt t="54812" x="9609138" y="2387600"/>
          <p14:tracePt t="54830" x="9598025" y="2387600"/>
          <p14:tracePt t="54850" x="9585325" y="2387600"/>
          <p14:tracePt t="54865" x="9572625" y="2387600"/>
          <p14:tracePt t="54872" x="9561513" y="2387600"/>
          <p14:tracePt t="54885" x="9548813" y="2387600"/>
          <p14:tracePt t="54890" x="9536113" y="2387600"/>
          <p14:tracePt t="54895" x="9525000" y="2387600"/>
          <p14:tracePt t="54898" x="9512300" y="2387600"/>
          <p14:tracePt t="54906" x="9488488" y="2387600"/>
          <p14:tracePt t="54914" x="9475788" y="2387600"/>
          <p14:tracePt t="54923" x="9463088" y="2387600"/>
          <p14:tracePt t="54932" x="9426575" y="2387600"/>
          <p14:tracePt t="54942" x="9402763" y="2387600"/>
          <p14:tracePt t="54950" x="9390063" y="2387600"/>
          <p14:tracePt t="54956" x="9366250" y="2387600"/>
          <p14:tracePt t="54965" x="9353550" y="2387600"/>
          <p14:tracePt t="54975" x="9342438" y="2387600"/>
          <p14:tracePt t="54981" x="9329738" y="2387600"/>
          <p14:tracePt t="54989" x="9317038" y="2387600"/>
          <p14:tracePt t="54998" x="9293225" y="2387600"/>
          <p14:tracePt t="55006" x="9269413" y="2387600"/>
          <p14:tracePt t="55015" x="9256713" y="2387600"/>
          <p14:tracePt t="55023" x="9244013" y="2387600"/>
          <p14:tracePt t="55142" x="9256713" y="2387600"/>
          <p14:tracePt t="55150" x="9269413" y="2387600"/>
          <p14:tracePt t="55155" x="9280525" y="2387600"/>
          <p14:tracePt t="55157" x="9293225" y="2387600"/>
          <p14:tracePt t="55164" x="9317038" y="2387600"/>
          <p14:tracePt t="55175" x="9329738" y="2387600"/>
          <p14:tracePt t="55181" x="9342438" y="2387600"/>
          <p14:tracePt t="55190" x="9353550" y="2387600"/>
          <p14:tracePt t="55198" x="9378950" y="2387600"/>
          <p14:tracePt t="55206" x="9390063" y="2387600"/>
          <p14:tracePt t="55214" x="9402763" y="2387600"/>
          <p14:tracePt t="55222" x="9415463" y="2387600"/>
          <p14:tracePt t="55231" x="9439275" y="2400300"/>
          <p14:tracePt t="55239" x="9475788" y="2411413"/>
          <p14:tracePt t="55248" x="9499600" y="2411413"/>
          <p14:tracePt t="55256" x="9512300" y="2424113"/>
          <p14:tracePt t="55264" x="9536113" y="2447925"/>
          <p14:tracePt t="55276" x="9536113" y="2460625"/>
          <p14:tracePt t="55282" x="9548813" y="2460625"/>
          <p14:tracePt t="55289" x="9548813" y="2473325"/>
          <p14:tracePt t="55297" x="9572625" y="2484438"/>
          <p14:tracePt t="55306" x="9572625" y="2497138"/>
          <p14:tracePt t="55317" x="9585325" y="2497138"/>
          <p14:tracePt t="55323" x="9585325" y="2509838"/>
          <p14:tracePt t="55342" x="9585325" y="2520950"/>
          <p14:tracePt t="55392" x="9585325" y="2533650"/>
          <p14:tracePt t="55422" x="9585325" y="2546350"/>
          <p14:tracePt t="55442" x="9585325" y="2557463"/>
          <p14:tracePt t="55462" x="9572625" y="2557463"/>
          <p14:tracePt t="55470" x="9561513" y="2557463"/>
          <p14:tracePt t="55477" x="9561513" y="2570163"/>
          <p14:tracePt t="55490" x="9548813" y="2570163"/>
          <p14:tracePt t="55506" x="9548813" y="2582863"/>
          <p14:tracePt t="55738" x="9536113" y="2582863"/>
          <p14:tracePt t="55763" x="9525000" y="2582863"/>
          <p14:tracePt t="55782" x="9525000" y="2593975"/>
          <p14:tracePt t="55926" x="9512300" y="2593975"/>
          <p14:tracePt t="55937" x="9499600" y="2593975"/>
          <p14:tracePt t="55957" x="9488488" y="2593975"/>
          <p14:tracePt t="56057" x="9475788" y="2593975"/>
          <p14:tracePt t="58691" x="9463088" y="2593975"/>
          <p14:tracePt t="58737" x="9451975" y="2593975"/>
          <p14:tracePt t="58762" x="9439275" y="2593975"/>
          <p14:tracePt t="58782" x="9426575" y="2593975"/>
          <p14:tracePt t="58805" x="9415463" y="2593975"/>
          <p14:tracePt t="58830" x="9402763" y="2593975"/>
          <p14:tracePt t="58871" x="9402763" y="2606675"/>
          <p14:tracePt t="58882" x="9390063" y="2606675"/>
          <p14:tracePt t="58905" x="9378950" y="2606675"/>
          <p14:tracePt t="59057" x="9366250" y="2606675"/>
          <p14:tracePt t="59072" x="9353550" y="2606675"/>
          <p14:tracePt t="59078" x="9342438" y="2606675"/>
          <p14:tracePt t="59083" x="9317038" y="2606675"/>
          <p14:tracePt t="59090" x="9305925" y="2606675"/>
          <p14:tracePt t="59096" x="9293225" y="2606675"/>
          <p14:tracePt t="59103" x="9280525" y="2606675"/>
          <p14:tracePt t="59110" x="9269413" y="2606675"/>
          <p14:tracePt t="59119" x="9244013" y="2606675"/>
          <p14:tracePt t="59127" x="9232900" y="2606675"/>
          <p14:tracePt t="59135" x="9220200" y="2606675"/>
          <p14:tracePt t="59197" x="9207500" y="2606675"/>
          <p14:tracePt t="59377" x="9207500" y="2593975"/>
          <p14:tracePt t="59383" x="9220200" y="2582863"/>
          <p14:tracePt t="59390" x="9232900" y="2582863"/>
          <p14:tracePt t="59398" x="9232900" y="2570163"/>
          <p14:tracePt t="59425" x="9244013" y="2570163"/>
          <p14:tracePt t="59432" x="9256713" y="2570163"/>
          <p14:tracePt t="59444" x="9269413" y="2557463"/>
          <p14:tracePt t="59450" x="9280525" y="2546350"/>
          <p14:tracePt t="59455" x="9293225" y="2546350"/>
          <p14:tracePt t="59462" x="9305925" y="2546350"/>
          <p14:tracePt t="59468" x="9317038" y="2546350"/>
          <p14:tracePt t="59477" x="9378950" y="2520950"/>
          <p14:tracePt t="59485" x="9415463" y="2497138"/>
          <p14:tracePt t="59494" x="9439275" y="2497138"/>
          <p14:tracePt t="59501" x="9475788" y="2484438"/>
          <p14:tracePt t="59510" x="9512300" y="2473325"/>
          <p14:tracePt t="59518" x="9561513" y="2460625"/>
          <p14:tracePt t="59527" x="9585325" y="2447925"/>
          <p14:tracePt t="59537" x="9598025" y="2447925"/>
          <p14:tracePt t="59545" x="9609138" y="2447925"/>
          <p14:tracePt t="59552" x="9621838" y="2447925"/>
          <p14:tracePt t="59570" x="9634538" y="2447925"/>
          <p14:tracePt t="59642" x="9634538" y="2436813"/>
          <p14:tracePt t="59755" x="9621838" y="2436813"/>
          <p14:tracePt t="59757" x="9609138" y="2436813"/>
          <p14:tracePt t="59762" x="9598025" y="2447925"/>
          <p14:tracePt t="59770" x="9585325" y="2460625"/>
          <p14:tracePt t="59776" x="9561513" y="2460625"/>
          <p14:tracePt t="59785" x="9536113" y="2473325"/>
          <p14:tracePt t="59793" x="9512300" y="2473325"/>
          <p14:tracePt t="59801" x="9488488" y="2484438"/>
          <p14:tracePt t="59810" x="9451975" y="2497138"/>
          <p14:tracePt t="59818" x="9415463" y="2520950"/>
          <p14:tracePt t="59826" x="9390063" y="2533650"/>
          <p14:tracePt t="59835" x="9378950" y="2546350"/>
          <p14:tracePt t="59843" x="9342438" y="2557463"/>
          <p14:tracePt t="59844" x="9329738" y="2570163"/>
          <p14:tracePt t="59851" x="9317038" y="2593975"/>
          <p14:tracePt t="59860" x="9305925" y="2619375"/>
          <p14:tracePt t="59868" x="9280525" y="2655888"/>
          <p14:tracePt t="59876" x="9269413" y="2679700"/>
          <p14:tracePt t="59885" x="9244013" y="2728913"/>
          <p14:tracePt t="59893" x="9232900" y="2740025"/>
          <p14:tracePt t="59901" x="9232900" y="2776538"/>
          <p14:tracePt t="59910" x="9220200" y="2814638"/>
          <p14:tracePt t="59918" x="9220200" y="2862263"/>
          <p14:tracePt t="59926" x="9207500" y="2887663"/>
          <p14:tracePt t="59935" x="9207500" y="2911475"/>
          <p14:tracePt t="59943" x="9196388" y="2947988"/>
          <p14:tracePt t="59952" x="9170988" y="2971800"/>
          <p14:tracePt t="59960" x="9170988" y="3008313"/>
          <p14:tracePt t="59968" x="9159875" y="3033713"/>
          <p14:tracePt t="59976" x="9147175" y="3057525"/>
          <p14:tracePt t="59984" x="9134475" y="3106738"/>
          <p14:tracePt t="59993" x="9123363" y="3106738"/>
          <p14:tracePt t="60001" x="9097963" y="3130550"/>
          <p14:tracePt t="60009" x="9097963" y="3143250"/>
          <p14:tracePt t="60018" x="9061450" y="3167063"/>
          <p14:tracePt t="60026" x="9037638" y="3179763"/>
          <p14:tracePt t="60034" x="9024938" y="3179763"/>
          <p14:tracePt t="60043" x="8977313" y="3203575"/>
          <p14:tracePt t="60051" x="8951913" y="3203575"/>
          <p14:tracePt t="60059" x="8915400" y="3203575"/>
          <p14:tracePt t="60068" x="8891588" y="3203575"/>
          <p14:tracePt t="60076" x="8878888" y="3203575"/>
          <p14:tracePt t="60084" x="8855075" y="3203575"/>
          <p14:tracePt t="60097" x="8842375" y="3203575"/>
          <p14:tracePt t="60102" x="8842375" y="3216275"/>
          <p14:tracePt t="60110" x="8829675" y="3216275"/>
          <p14:tracePt t="60217" x="8842375" y="3216275"/>
          <p14:tracePt t="60233" x="8855075" y="3216275"/>
          <p14:tracePt t="60237" x="8866188" y="3216275"/>
          <p14:tracePt t="60243" x="8878888" y="3216275"/>
          <p14:tracePt t="60251" x="8891588" y="3216275"/>
          <p14:tracePt t="60259" x="8928100" y="3216275"/>
          <p14:tracePt t="60268" x="8951913" y="3216275"/>
          <p14:tracePt t="60276" x="8988425" y="3216275"/>
          <p14:tracePt t="60277" x="9013825" y="3216275"/>
          <p14:tracePt t="60284" x="9061450" y="3216275"/>
          <p14:tracePt t="60293" x="9086850" y="3216275"/>
          <p14:tracePt t="60301" x="9123363" y="3216275"/>
          <p14:tracePt t="60309" x="9170988" y="3216275"/>
          <p14:tracePt t="60317" x="9280525" y="3227388"/>
          <p14:tracePt t="60326" x="9329738" y="3240088"/>
          <p14:tracePt t="60334" x="9366250" y="3240088"/>
          <p14:tracePt t="60343" x="9415463" y="3252788"/>
          <p14:tracePt t="60351" x="9499600" y="3263900"/>
          <p14:tracePt t="60359" x="9561513" y="3276600"/>
          <p14:tracePt t="60368" x="9621838" y="3276600"/>
          <p14:tracePt t="60376" x="9671050" y="3289300"/>
          <p14:tracePt t="60384" x="9720263" y="3300413"/>
          <p14:tracePt t="60393" x="9731375" y="3300413"/>
          <p14:tracePt t="60401" x="9756775" y="3300413"/>
          <p14:tracePt t="60409" x="9767888" y="3300413"/>
          <p14:tracePt t="60418" x="9793288" y="3300413"/>
          <p14:tracePt t="60426" x="9817100" y="3300413"/>
          <p14:tracePt t="60434" x="9829800" y="3300413"/>
          <p14:tracePt t="60443" x="9840913" y="3300413"/>
          <p14:tracePt t="60451" x="9853613" y="3300413"/>
          <p14:tracePt t="60459" x="9866313" y="3300413"/>
          <p14:tracePt t="60468" x="9877425" y="3300413"/>
          <p14:tracePt t="60477" x="9890125" y="3300413"/>
          <p14:tracePt t="60490" x="9902825" y="3300413"/>
          <p14:tracePt t="60495" x="9913938" y="3300413"/>
          <p14:tracePt t="60501" x="9926638" y="3300413"/>
          <p14:tracePt t="60509" x="9939338" y="3300413"/>
          <p14:tracePt t="60517" x="9975850" y="3300413"/>
          <p14:tracePt t="60526" x="10012363" y="3300413"/>
          <p14:tracePt t="60534" x="10036175" y="3300413"/>
          <p14:tracePt t="60542" x="10072688" y="3300413"/>
          <p14:tracePt t="60551" x="10096500" y="3300413"/>
          <p14:tracePt t="60559" x="10133013" y="3300413"/>
          <p14:tracePt t="60567" x="10158413" y="3300413"/>
          <p14:tracePt t="60582" x="10169525" y="3300413"/>
          <p14:tracePt t="61132" x="10169525" y="3313113"/>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E40D-27A3-D131-D021-178C7D0EA8D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31D2FA5F-BE7B-11C6-B8EF-8C6A87842E51}"/>
              </a:ext>
            </a:extLst>
          </p:cNvPr>
          <p:cNvPicPr>
            <a:picLocks noChangeAspect="1"/>
          </p:cNvPicPr>
          <p:nvPr/>
        </p:nvPicPr>
        <p:blipFill>
          <a:blip r:embed="rId5"/>
          <a:stretch>
            <a:fillRect/>
          </a:stretch>
        </p:blipFill>
        <p:spPr>
          <a:xfrm>
            <a:off x="0" y="1746896"/>
            <a:ext cx="12192000" cy="3109558"/>
          </a:xfrm>
          <a:prstGeom prst="rect">
            <a:avLst/>
          </a:prstGeom>
        </p:spPr>
      </p:pic>
      <p:grpSp>
        <p:nvGrpSpPr>
          <p:cNvPr id="19" name="组合 18">
            <a:extLst>
              <a:ext uri="{FF2B5EF4-FFF2-40B4-BE49-F238E27FC236}">
                <a16:creationId xmlns:a16="http://schemas.microsoft.com/office/drawing/2014/main" id="{0985407D-716E-A66B-70CE-8F92237E655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4C988F47-6275-4E84-F24D-9675F61BA4B0}"/>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F2657A45-4CAB-6ECF-0EAF-BEFAC5E080D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9878BA7-1C95-9AA4-E343-072B6AD81C52}"/>
              </a:ext>
            </a:extLst>
          </p:cNvPr>
          <p:cNvSpPr txBox="1"/>
          <p:nvPr/>
        </p:nvSpPr>
        <p:spPr>
          <a:xfrm>
            <a:off x="1176654" y="295910"/>
            <a:ext cx="3414007"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B21AE5D2-4597-05B3-9F07-0CB8A764F4B6}"/>
              </a:ext>
            </a:extLst>
          </p:cNvPr>
          <p:cNvSpPr/>
          <p:nvPr/>
        </p:nvSpPr>
        <p:spPr>
          <a:xfrm>
            <a:off x="3575162" y="2209474"/>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E369836B-64BB-3105-5622-78680850A697}"/>
              </a:ext>
            </a:extLst>
          </p:cNvPr>
          <p:cNvSpPr/>
          <p:nvPr/>
        </p:nvSpPr>
        <p:spPr>
          <a:xfrm>
            <a:off x="8577358" y="2222976"/>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653E0DDB-EA22-71E8-7D55-53EDC8C9DEB5}"/>
              </a:ext>
            </a:extLst>
          </p:cNvPr>
          <p:cNvSpPr/>
          <p:nvPr/>
        </p:nvSpPr>
        <p:spPr>
          <a:xfrm>
            <a:off x="10026124" y="2213329"/>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61D8C540-504D-C47F-E5B8-C2BB43BD0115}"/>
              </a:ext>
            </a:extLst>
          </p:cNvPr>
          <p:cNvSpPr/>
          <p:nvPr/>
        </p:nvSpPr>
        <p:spPr>
          <a:xfrm>
            <a:off x="3789679" y="5095844"/>
            <a:ext cx="4978401" cy="577295"/>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tx1"/>
                </a:solidFill>
                <a:latin typeface="微软雅黑" panose="020B0503020204020204" pitchFamily="34" charset="-122"/>
                <a:ea typeface="微软雅黑" panose="020B0503020204020204" pitchFamily="34" charset="-122"/>
              </a:rPr>
              <a:t>Performance improves on certain </a:t>
            </a:r>
            <a:r>
              <a:rPr lang="en-US" altLang="zh-CN" sz="2000" dirty="0" err="1">
                <a:solidFill>
                  <a:schemeClr val="tx1"/>
                </a:solidFill>
                <a:latin typeface="微软雅黑" panose="020B0503020204020204" pitchFamily="34" charset="-122"/>
                <a:ea typeface="微软雅黑" panose="020B0503020204020204" pitchFamily="34" charset="-122"/>
              </a:rPr>
              <a:t>PLs.</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5A823954-08ED-5DCC-3F6D-7C70E08F54E7}"/>
              </a:ext>
            </a:extLst>
          </p:cNvPr>
          <p:cNvSpPr txBox="1"/>
          <p:nvPr/>
        </p:nvSpPr>
        <p:spPr>
          <a:xfrm>
            <a:off x="348770" y="818748"/>
            <a:ext cx="78605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RQ1:</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Multi-PL Fusion within Same Task</a:t>
            </a:r>
          </a:p>
        </p:txBody>
      </p:sp>
      <p:pic>
        <p:nvPicPr>
          <p:cNvPr id="51" name="音频 50">
            <a:hlinkClick r:id="" action="ppaction://media"/>
            <a:extLst>
              <a:ext uri="{FF2B5EF4-FFF2-40B4-BE49-F238E27FC236}">
                <a16:creationId xmlns:a16="http://schemas.microsoft.com/office/drawing/2014/main" id="{DE1F829C-12B4-E5CE-BF12-04D39E946AC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063146846"/>
      </p:ext>
    </p:extLst>
  </p:cSld>
  <p:clrMapOvr>
    <a:masterClrMapping/>
  </p:clrMapOvr>
  <mc:AlternateContent xmlns:mc="http://schemas.openxmlformats.org/markup-compatibility/2006">
    <mc:Choice xmlns:p14="http://schemas.microsoft.com/office/powerpoint/2010/main" Requires="p14">
      <p:transition spd="slow" p14:dur="2000" advTm="20508"/>
    </mc:Choice>
    <mc:Fallback>
      <p:transition spd="slow" advTm="205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1"/>
                </p:tgtEl>
              </p:cMediaNode>
            </p:audio>
          </p:childTnLst>
        </p:cTn>
      </p:par>
    </p:tnLst>
  </p:timing>
  <p:extLst>
    <p:ext uri="{3A86A75C-4F4B-4683-9AE1-C65F6400EC91}">
      <p14:laserTraceLst xmlns:p14="http://schemas.microsoft.com/office/powerpoint/2010/main">
        <p14:tracePtLst>
          <p14:tracePt t="2515" x="10158413" y="3313113"/>
          <p14:tracePt t="2520" x="10145713" y="3313113"/>
          <p14:tracePt t="2526" x="10133013" y="3313113"/>
          <p14:tracePt t="2530" x="10121900" y="3325813"/>
          <p14:tracePt t="2538" x="10109200" y="3325813"/>
          <p14:tracePt t="2546" x="10048875" y="3349625"/>
          <p14:tracePt t="2555" x="10023475" y="3349625"/>
          <p14:tracePt t="2563" x="9963150" y="3349625"/>
          <p14:tracePt t="2571" x="9902825" y="3349625"/>
          <p14:tracePt t="2579" x="9780588" y="3373438"/>
          <p14:tracePt t="2588" x="9707563" y="3373438"/>
          <p14:tracePt t="2596" x="9645650" y="3386138"/>
          <p14:tracePt t="2605" x="9634538" y="3386138"/>
          <p14:tracePt t="2614" x="9621838" y="3386138"/>
          <p14:tracePt t="2621" x="9621838" y="3398838"/>
          <p14:tracePt t="2630" x="9598025" y="3398838"/>
          <p14:tracePt t="2638" x="9585325" y="3409950"/>
          <p14:tracePt t="2646" x="9548813" y="3422650"/>
          <p14:tracePt t="2655" x="9488488" y="3435350"/>
          <p14:tracePt t="2663" x="9439275" y="3448050"/>
          <p14:tracePt t="2671" x="9366250" y="3471863"/>
          <p14:tracePt t="2679" x="9280525" y="3495675"/>
          <p14:tracePt t="2688" x="9207500" y="3521075"/>
          <p14:tracePt t="2696" x="9159875" y="3532188"/>
          <p14:tracePt t="2705" x="9061450" y="3544888"/>
          <p14:tracePt t="2713" x="8977313" y="3544888"/>
          <p14:tracePt t="2721" x="8866188" y="3544888"/>
          <p14:tracePt t="2729" x="8793163" y="3544888"/>
          <p14:tracePt t="2738" x="8769350" y="3544888"/>
          <p14:tracePt t="2746" x="8745538" y="3544888"/>
          <p14:tracePt t="2754" x="8709025" y="3544888"/>
          <p14:tracePt t="2763" x="8672513" y="3557588"/>
          <p14:tracePt t="2771" x="8636000" y="3557588"/>
          <p14:tracePt t="2779" x="8623300" y="3557588"/>
          <p14:tracePt t="2968" x="8610600" y="3557588"/>
          <p14:tracePt t="2973" x="8599488" y="3557588"/>
          <p14:tracePt t="2975" x="8586788" y="3557588"/>
          <p14:tracePt t="2980" x="8574088" y="3557588"/>
          <p14:tracePt t="2988" x="8526463" y="3557588"/>
          <p14:tracePt t="2996" x="8501063" y="3557588"/>
          <p14:tracePt t="3004" x="8453438" y="3544888"/>
          <p14:tracePt t="3013" x="8416925" y="3544888"/>
          <p14:tracePt t="3014" x="8380413" y="3544888"/>
          <p14:tracePt t="3021" x="8294688" y="3544888"/>
          <p14:tracePt t="3029" x="8185150" y="3532188"/>
          <p14:tracePt t="3038" x="8075613" y="3521075"/>
          <p14:tracePt t="3046" x="7940675" y="3521075"/>
          <p14:tracePt t="3054" x="7820025" y="3508375"/>
          <p14:tracePt t="3063" x="7685088" y="3495675"/>
          <p14:tracePt t="3071" x="7575550" y="3484563"/>
          <p14:tracePt t="3079" x="7489825" y="3484563"/>
          <p14:tracePt t="3088" x="7343775" y="3471863"/>
          <p14:tracePt t="3096" x="7319963" y="3471863"/>
          <p14:tracePt t="3104" x="7234238" y="3471863"/>
          <p14:tracePt t="3112" x="7173913" y="3471863"/>
          <p14:tracePt t="3121" x="7077075" y="3471863"/>
          <p14:tracePt t="3129" x="7015163" y="3471863"/>
          <p14:tracePt t="3138" x="6978650" y="3471863"/>
          <p14:tracePt t="3146" x="6858000" y="3471863"/>
          <p14:tracePt t="3154" x="6759575" y="3471863"/>
          <p14:tracePt t="3162" x="6686550" y="3471863"/>
          <p14:tracePt t="3171" x="6600825" y="3471863"/>
          <p14:tracePt t="3179" x="6491288" y="3471863"/>
          <p14:tracePt t="3187" x="6272213" y="3459163"/>
          <p14:tracePt t="3196" x="6211888" y="3459163"/>
          <p14:tracePt t="3204" x="6102350" y="3459163"/>
          <p14:tracePt t="3212" x="6003925" y="3448050"/>
          <p14:tracePt t="3221" x="5857875" y="3448050"/>
          <p14:tracePt t="3229" x="5784850" y="3448050"/>
          <p14:tracePt t="3237" x="5737225" y="3448050"/>
          <p14:tracePt t="3246" x="5638800" y="3448050"/>
          <p14:tracePt t="3254" x="5578475" y="3448050"/>
          <p14:tracePt t="3262" x="5529263" y="3448050"/>
          <p14:tracePt t="3270" x="5468938" y="3448050"/>
          <p14:tracePt t="3279" x="5419725" y="3448050"/>
          <p14:tracePt t="3287" x="5346700" y="3435350"/>
          <p14:tracePt t="3296" x="5322888" y="3435350"/>
          <p14:tracePt t="3304" x="5286375" y="3435350"/>
          <p14:tracePt t="3312" x="5260975" y="3435350"/>
          <p14:tracePt t="3321" x="5213350" y="3435350"/>
          <p14:tracePt t="3329" x="5187950" y="3435350"/>
          <p14:tracePt t="3337" x="5164138" y="3435350"/>
          <p14:tracePt t="3346" x="5103813" y="3435350"/>
          <p14:tracePt t="3354" x="5030788" y="3422650"/>
          <p14:tracePt t="3362" x="4981575" y="3422650"/>
          <p14:tracePt t="3371" x="4895850" y="3422650"/>
          <p14:tracePt t="3379" x="4811713" y="3422650"/>
          <p14:tracePt t="3387" x="4676775" y="3409950"/>
          <p14:tracePt t="3396" x="4616450" y="3409950"/>
          <p14:tracePt t="3404" x="4518025" y="3398838"/>
          <p14:tracePt t="3412" x="4433888" y="3386138"/>
          <p14:tracePt t="3421" x="4275138" y="3362325"/>
          <p14:tracePt t="3429" x="4141788" y="3336925"/>
          <p14:tracePt t="3437" x="4006850" y="3313113"/>
          <p14:tracePt t="3445" x="3910013" y="3300413"/>
          <p14:tracePt t="3454" x="3824288" y="3276600"/>
          <p14:tracePt t="3462" x="3738563" y="3252788"/>
          <p14:tracePt t="3471" x="3678238" y="3240088"/>
          <p14:tracePt t="3479" x="3629025" y="3227388"/>
          <p14:tracePt t="3487" x="3617913" y="3216275"/>
          <p14:tracePt t="3495" x="3581400" y="3203575"/>
          <p14:tracePt t="3504" x="3568700" y="3203575"/>
          <p14:tracePt t="3512" x="3544888" y="3190875"/>
          <p14:tracePt t="3520" x="3471863" y="3154363"/>
          <p14:tracePt t="3529" x="3422650" y="3143250"/>
          <p14:tracePt t="3537" x="3386138" y="3117850"/>
          <p14:tracePt t="3545" x="3362325" y="3106738"/>
          <p14:tracePt t="3554" x="3336925" y="3106738"/>
          <p14:tracePt t="3562" x="3325813" y="3094038"/>
          <p14:tracePt t="3570" x="3313113" y="3094038"/>
          <p14:tracePt t="3579" x="3300413" y="3081338"/>
          <p14:tracePt t="3587" x="3263900" y="3070225"/>
          <p14:tracePt t="3598" x="3252788" y="3070225"/>
          <p14:tracePt t="3604" x="3252788" y="3057525"/>
          <p14:tracePt t="3612" x="3240088" y="3044825"/>
          <p14:tracePt t="3621" x="3227388" y="3044825"/>
          <p14:tracePt t="3629" x="3203575" y="3033713"/>
          <p14:tracePt t="3645" x="3190875" y="3021013"/>
          <p14:tracePt t="3646" x="3167063" y="3008313"/>
          <p14:tracePt t="3658" x="3154363" y="2997200"/>
          <p14:tracePt t="3662" x="3141663" y="2997200"/>
          <p14:tracePt t="3673" x="3130550" y="2984500"/>
          <p14:tracePt t="3793" x="3117850" y="2984500"/>
          <p14:tracePt t="5605" x="3117850" y="2971800"/>
          <p14:tracePt t="5607" x="3130550" y="2971800"/>
          <p14:tracePt t="5613" x="3167063" y="2960688"/>
          <p14:tracePt t="5618" x="3203575" y="2960688"/>
          <p14:tracePt t="5627" x="3300413" y="2947988"/>
          <p14:tracePt t="5635" x="3325813" y="2947988"/>
          <p14:tracePt t="5643" x="3349625" y="2935288"/>
          <p14:tracePt t="5652" x="3362325" y="2935288"/>
          <p14:tracePt t="5660" x="3386138" y="2935288"/>
          <p14:tracePt t="5668" x="3409950" y="2935288"/>
          <p14:tracePt t="5677" x="3422650" y="2924175"/>
          <p14:tracePt t="5685" x="3435350" y="2924175"/>
          <p14:tracePt t="5693" x="3459163" y="2924175"/>
          <p14:tracePt t="5702" x="3482975" y="2911475"/>
          <p14:tracePt t="5710" x="3495675" y="2911475"/>
          <p14:tracePt t="5718" x="3508375" y="2911475"/>
          <p14:tracePt t="5728" x="3519488" y="2911475"/>
          <p14:tracePt t="5748" x="3532188" y="2911475"/>
          <p14:tracePt t="5813" x="3544888" y="2911475"/>
          <p14:tracePt t="11935" x="3556000" y="2911475"/>
          <p14:tracePt t="11940" x="3556000" y="2898775"/>
          <p14:tracePt t="11945" x="3568700" y="2898775"/>
          <p14:tracePt t="11953" x="3581400" y="2898775"/>
          <p14:tracePt t="11968" x="3592513" y="2898775"/>
          <p14:tracePt t="12433" x="3592513" y="2887663"/>
          <p14:tracePt t="12446" x="3605213" y="2874963"/>
          <p14:tracePt t="12453" x="3605213" y="2851150"/>
          <p14:tracePt t="12460" x="3605213" y="2838450"/>
          <p14:tracePt t="12468" x="3605213" y="2825750"/>
          <p14:tracePt t="12473" x="3605213" y="2814638"/>
          <p14:tracePt t="12480" x="3605213" y="2801938"/>
          <p14:tracePt t="12487" x="3605213" y="2776538"/>
          <p14:tracePt t="12495" x="3605213" y="2752725"/>
          <p14:tracePt t="12505" x="3617913" y="2752725"/>
          <p14:tracePt t="12512" x="3617913" y="2740025"/>
          <p14:tracePt t="12520" x="3617913" y="2728913"/>
          <p14:tracePt t="12529" x="3629025" y="2692400"/>
          <p14:tracePt t="12537" x="3641725" y="2667000"/>
          <p14:tracePt t="12545" x="3654425" y="2655888"/>
          <p14:tracePt t="12553" x="3690938" y="2593975"/>
          <p14:tracePt t="12562" x="3690938" y="2557463"/>
          <p14:tracePt t="12570" x="3702050" y="2533650"/>
          <p14:tracePt t="12579" x="3714750" y="2497138"/>
          <p14:tracePt t="12587" x="3727450" y="2460625"/>
          <p14:tracePt t="12595" x="3727450" y="2447925"/>
          <p14:tracePt t="12603" x="3727450" y="2436813"/>
          <p14:tracePt t="12612" x="3727450" y="2424113"/>
          <p14:tracePt t="12620" x="3727450" y="2411413"/>
          <p14:tracePt t="12628" x="3727450" y="2400300"/>
          <p14:tracePt t="12646" x="3727450" y="2387600"/>
          <p14:tracePt t="12653" x="3738563" y="2374900"/>
          <p14:tracePt t="12660" x="3738563" y="2363788"/>
          <p14:tracePt t="12666" x="3738563" y="2351088"/>
          <p14:tracePt t="12673" x="3738563" y="2327275"/>
          <p14:tracePt t="12680" x="3738563" y="2314575"/>
          <p14:tracePt t="12687" x="3738563" y="2290763"/>
          <p14:tracePt t="12695" x="3738563" y="2278063"/>
          <p14:tracePt t="12703" x="3738563" y="2265363"/>
          <p14:tracePt t="12712" x="3738563" y="2241550"/>
          <p14:tracePt t="12805" x="3738563" y="2228850"/>
          <p14:tracePt t="12860" x="3738563" y="2217738"/>
          <p14:tracePt t="12868" x="3738563" y="2205038"/>
          <p14:tracePt t="12885" x="3738563" y="2192338"/>
          <p14:tracePt t="12913" x="3738563" y="2179638"/>
          <p14:tracePt t="12940" x="3751263" y="2179638"/>
          <p14:tracePt t="12946" x="3751263" y="2168525"/>
          <p14:tracePt t="12947" x="3751263" y="2155825"/>
          <p14:tracePt t="12954" x="3763963" y="2155825"/>
          <p14:tracePt t="12970" x="3763963" y="2143125"/>
          <p14:tracePt t="12980" x="3775075" y="2143125"/>
          <p14:tracePt t="12986" x="3775075" y="2132013"/>
          <p14:tracePt t="13000" x="3787775" y="2132013"/>
          <p14:tracePt t="13040" x="3787775" y="2119313"/>
          <p14:tracePt t="14166" x="3787775" y="2132013"/>
          <p14:tracePt t="14175" x="3775075" y="2132013"/>
          <p14:tracePt t="14205" x="3775075" y="2143125"/>
          <p14:tracePt t="14215" x="3775075" y="2155825"/>
          <p14:tracePt t="14220" x="3763963" y="2155825"/>
          <p14:tracePt t="14228" x="3751263" y="2168525"/>
          <p14:tracePt t="14240" x="3751263" y="2179638"/>
          <p14:tracePt t="14248" x="3738563" y="2192338"/>
          <p14:tracePt t="14255" x="3727450" y="2205038"/>
          <p14:tracePt t="14263" x="3714750" y="2217738"/>
          <p14:tracePt t="14268" x="3714750" y="2228850"/>
          <p14:tracePt t="14280" x="3714750" y="2241550"/>
          <p14:tracePt t="14286" x="3702050" y="2254250"/>
          <p14:tracePt t="14293" x="3690938" y="2265363"/>
          <p14:tracePt t="14295" x="3690938" y="2278063"/>
          <p14:tracePt t="14302" x="3690938" y="2290763"/>
          <p14:tracePt t="14310" x="3678238" y="2314575"/>
          <p14:tracePt t="14318" x="3665538" y="2327275"/>
          <p14:tracePt t="14327" x="3654425" y="2351088"/>
          <p14:tracePt t="14335" x="3654425" y="2363788"/>
          <p14:tracePt t="14343" x="3654425" y="2374900"/>
          <p14:tracePt t="14353" x="3654425" y="2387600"/>
          <p14:tracePt t="14361" x="3641725" y="2400300"/>
          <p14:tracePt t="14368" x="3641725" y="2411413"/>
          <p14:tracePt t="14377" x="3629025" y="2424113"/>
          <p14:tracePt t="14385" x="3629025" y="2436813"/>
          <p14:tracePt t="14398" x="3629025" y="2447925"/>
          <p14:tracePt t="14402" x="3617913" y="2473325"/>
          <p14:tracePt t="14410" x="3617913" y="2484438"/>
          <p14:tracePt t="14418" x="3592513" y="2509838"/>
          <p14:tracePt t="14427" x="3581400" y="2557463"/>
          <p14:tracePt t="14435" x="3581400" y="2582863"/>
          <p14:tracePt t="14443" x="3568700" y="2619375"/>
          <p14:tracePt t="14452" x="3556000" y="2655888"/>
          <p14:tracePt t="14460" x="3544888" y="2692400"/>
          <p14:tracePt t="14468" x="3532188" y="2740025"/>
          <p14:tracePt t="14477" x="3532188" y="2765425"/>
          <p14:tracePt t="14485" x="3532188" y="2776538"/>
          <p14:tracePt t="14493" x="3519488" y="2825750"/>
          <p14:tracePt t="14502" x="3519488" y="2851150"/>
          <p14:tracePt t="14510" x="3508375" y="2874963"/>
          <p14:tracePt t="14518" x="3495675" y="2911475"/>
          <p14:tracePt t="14526" x="3495675" y="2971800"/>
          <p14:tracePt t="14535" x="3495675" y="2997200"/>
          <p14:tracePt t="14543" x="3495675" y="3044825"/>
          <p14:tracePt t="14552" x="3482975" y="3106738"/>
          <p14:tracePt t="14560" x="3482975" y="3154363"/>
          <p14:tracePt t="14568" x="3482975" y="3276600"/>
          <p14:tracePt t="14576" x="3482975" y="3386138"/>
          <p14:tracePt t="14585" x="3482975" y="3448050"/>
          <p14:tracePt t="14593" x="3495675" y="3568700"/>
          <p14:tracePt t="14602" x="3532188" y="3776663"/>
          <p14:tracePt t="14610" x="3556000" y="3910013"/>
          <p14:tracePt t="14618" x="3581400" y="4032250"/>
          <p14:tracePt t="14627" x="3605213" y="4251325"/>
          <p14:tracePt t="14635" x="3629025" y="4311650"/>
          <p14:tracePt t="14643" x="3654425" y="4446588"/>
          <p14:tracePt t="14652" x="3678238" y="4567238"/>
          <p14:tracePt t="14660" x="3702050" y="4652963"/>
          <p14:tracePt t="14668" x="3727450" y="4762500"/>
          <p14:tracePt t="14677" x="3738563" y="4787900"/>
          <p14:tracePt t="14685" x="3751263" y="4848225"/>
          <p14:tracePt t="14693" x="3775075" y="4897438"/>
          <p14:tracePt t="14701" x="3787775" y="4921250"/>
          <p14:tracePt t="14710" x="3787775" y="4945063"/>
          <p14:tracePt t="14718" x="3800475" y="4970463"/>
          <p14:tracePt t="14726" x="3824288" y="5006975"/>
          <p14:tracePt t="14735" x="3824288" y="5018088"/>
          <p14:tracePt t="14743" x="3836988" y="5030788"/>
          <p14:tracePt t="14751" x="3848100" y="5043488"/>
          <p14:tracePt t="14760" x="3884613" y="5067300"/>
          <p14:tracePt t="14768" x="3921125" y="5103813"/>
          <p14:tracePt t="14776" x="3970338" y="5116513"/>
          <p14:tracePt t="14785" x="3995738" y="5127625"/>
          <p14:tracePt t="14793" x="4043363" y="5127625"/>
          <p14:tracePt t="14801" x="4116388" y="5127625"/>
          <p14:tracePt t="14810" x="4178300" y="5127625"/>
          <p14:tracePt t="14818" x="4251325" y="5127625"/>
          <p14:tracePt t="14826" x="4311650" y="5091113"/>
          <p14:tracePt t="14835" x="4335463" y="5080000"/>
          <p14:tracePt t="14843" x="4371975" y="5043488"/>
          <p14:tracePt t="14851" x="4421188" y="4970463"/>
          <p14:tracePt t="14860" x="4470400" y="4872038"/>
          <p14:tracePt t="14868" x="4543425" y="4725988"/>
          <p14:tracePt t="14876" x="4567238" y="4665663"/>
          <p14:tracePt t="14885" x="4616450" y="4567238"/>
          <p14:tracePt t="14893" x="4652963" y="4470400"/>
          <p14:tracePt t="14901" x="4713288" y="4311650"/>
          <p14:tracePt t="14910" x="4749800" y="4154488"/>
          <p14:tracePt t="14918" x="4762500" y="4068763"/>
          <p14:tracePt t="14926" x="4822825" y="3787775"/>
          <p14:tracePt t="14935" x="4835525" y="3703638"/>
          <p14:tracePt t="14943" x="4848225" y="3557588"/>
          <p14:tracePt t="14951" x="4859338" y="3386138"/>
          <p14:tracePt t="14960" x="4872038" y="3216275"/>
          <p14:tracePt t="14968" x="4895850" y="2960688"/>
          <p14:tracePt t="14976" x="4895850" y="2874963"/>
          <p14:tracePt t="14985" x="4921250" y="2692400"/>
          <p14:tracePt t="14993" x="4932363" y="2546350"/>
          <p14:tracePt t="15001" x="4932363" y="2374900"/>
          <p14:tracePt t="15009" x="4921250" y="2278063"/>
          <p14:tracePt t="15018" x="4908550" y="2228850"/>
          <p14:tracePt t="15026" x="4859338" y="2132013"/>
          <p14:tracePt t="15034" x="4848225" y="2095500"/>
          <p14:tracePt t="15043" x="4835525" y="2070100"/>
          <p14:tracePt t="15051" x="4822825" y="2058988"/>
          <p14:tracePt t="15059" x="4811713" y="2058988"/>
          <p14:tracePt t="15068" x="4811713" y="2046288"/>
          <p14:tracePt t="15085" x="4811713" y="2033588"/>
          <p14:tracePt t="15093" x="4799013" y="2033588"/>
          <p14:tracePt t="15098" x="4786313" y="2033588"/>
          <p14:tracePt t="15105" x="4775200" y="2033588"/>
          <p14:tracePt t="15109" x="4762500" y="2033588"/>
          <p14:tracePt t="15118" x="4725988" y="2022475"/>
          <p14:tracePt t="15126" x="4676775" y="2009775"/>
          <p14:tracePt t="15135" x="4616450" y="1997075"/>
          <p14:tracePt t="15143" x="4567238" y="1997075"/>
          <p14:tracePt t="15151" x="4506913" y="1985963"/>
          <p14:tracePt t="15159" x="4421188" y="1985963"/>
          <p14:tracePt t="15168" x="4348163" y="1985963"/>
          <p14:tracePt t="15176" x="4324350" y="1985963"/>
          <p14:tracePt t="15184" x="4262438" y="1985963"/>
          <p14:tracePt t="15193" x="4202113" y="1985963"/>
          <p14:tracePt t="15194" x="4178300" y="1985963"/>
          <p14:tracePt t="15201" x="4152900" y="1985963"/>
          <p14:tracePt t="15209" x="4129088" y="1985963"/>
          <p14:tracePt t="15218" x="4105275" y="1985963"/>
          <p14:tracePt t="15226" x="4092575" y="1985963"/>
          <p14:tracePt t="15243" x="4092575" y="1973263"/>
          <p14:tracePt t="15346" x="4105275" y="1973263"/>
          <p14:tracePt t="15353" x="4116388" y="1973263"/>
          <p14:tracePt t="15355" x="4129088" y="1960563"/>
          <p14:tracePt t="15360" x="4141788" y="1960563"/>
          <p14:tracePt t="15368" x="4189413" y="1936750"/>
          <p14:tracePt t="15376" x="4262438" y="1912938"/>
          <p14:tracePt t="15384" x="4275138" y="1912938"/>
          <p14:tracePt t="15393" x="4360863" y="1900238"/>
          <p14:tracePt t="15401" x="4530725" y="1876425"/>
          <p14:tracePt t="15409" x="4665663" y="1876425"/>
          <p14:tracePt t="15418" x="4775200" y="1876425"/>
          <p14:tracePt t="15426" x="4848225" y="1876425"/>
          <p14:tracePt t="15434" x="4872038" y="1876425"/>
          <p14:tracePt t="15443" x="4884738" y="1876425"/>
          <p14:tracePt t="15451" x="4895850" y="1876425"/>
          <p14:tracePt t="15608" x="4884738" y="1876425"/>
          <p14:tracePt t="15640" x="4872038" y="1876425"/>
          <p14:tracePt t="15653" x="4859338" y="1876425"/>
          <p14:tracePt t="15663" x="4848225" y="1876425"/>
          <p14:tracePt t="15748" x="4835525" y="1876425"/>
          <p14:tracePt t="15753" x="4822825" y="1876425"/>
          <p14:tracePt t="15765" x="4811713" y="1876425"/>
          <p14:tracePt t="15766" x="4786313" y="1876425"/>
          <p14:tracePt t="15775" x="4775200" y="1876425"/>
          <p14:tracePt t="15780" x="4762500" y="1876425"/>
          <p14:tracePt t="15785" x="4749800" y="1876425"/>
          <p14:tracePt t="15793" x="4725988" y="1876425"/>
          <p14:tracePt t="15801" x="4713288" y="1876425"/>
          <p14:tracePt t="15809" x="4702175" y="1876425"/>
          <p14:tracePt t="15817" x="4689475" y="1876425"/>
          <p14:tracePt t="15825" x="4676775" y="1876425"/>
          <p14:tracePt t="15834" x="4665663" y="1876425"/>
          <p14:tracePt t="15845" x="4652963" y="1876425"/>
          <p14:tracePt t="15850" x="4640263" y="1887538"/>
          <p14:tracePt t="15859" x="4627563" y="1887538"/>
          <p14:tracePt t="15867" x="4616450" y="1887538"/>
          <p14:tracePt t="15875" x="4603750" y="1887538"/>
          <p14:tracePt t="15884" x="4591050" y="1900238"/>
          <p14:tracePt t="15892" x="4579938" y="1900238"/>
          <p14:tracePt t="15900" x="4554538" y="1912938"/>
          <p14:tracePt t="15909" x="4543425" y="1912938"/>
          <p14:tracePt t="15917" x="4518025" y="1924050"/>
          <p14:tracePt t="15925" x="4494213" y="1936750"/>
          <p14:tracePt t="15934" x="4470400" y="1949450"/>
          <p14:tracePt t="15942" x="4433888" y="1960563"/>
          <p14:tracePt t="15950" x="4408488" y="1973263"/>
          <p14:tracePt t="15959" x="4384675" y="1985963"/>
          <p14:tracePt t="15967" x="4348163" y="1985963"/>
          <p14:tracePt t="15975" x="4335463" y="1985963"/>
          <p14:tracePt t="15984" x="4324350" y="1997075"/>
          <p14:tracePt t="15992" x="4298950" y="2009775"/>
          <p14:tracePt t="16000" x="4287838" y="2009775"/>
          <p14:tracePt t="16009" x="4275138" y="2009775"/>
          <p14:tracePt t="16017" x="4251325" y="2022475"/>
          <p14:tracePt t="16025" x="4238625" y="2033588"/>
          <p14:tracePt t="16033" x="4238625" y="2046288"/>
          <p14:tracePt t="16042" x="4214813" y="2046288"/>
          <p14:tracePt t="16055" x="4202113" y="2046288"/>
          <p14:tracePt t="16063" x="4189413" y="2046288"/>
          <p14:tracePt t="16081" x="4178300" y="2046288"/>
          <p14:tracePt t="16340" x="4189413" y="2046288"/>
          <p14:tracePt t="16345" x="4202113" y="2046288"/>
          <p14:tracePt t="16353" x="4214813" y="2046288"/>
          <p14:tracePt t="16358" x="4225925" y="2046288"/>
          <p14:tracePt t="16367" x="4275138" y="2046288"/>
          <p14:tracePt t="16375" x="4287838" y="2046288"/>
          <p14:tracePt t="16392" x="4384675" y="2033588"/>
          <p14:tracePt t="16400" x="4445000" y="2022475"/>
          <p14:tracePt t="16408" x="4543425" y="2009775"/>
          <p14:tracePt t="16417" x="4603750" y="2009775"/>
          <p14:tracePt t="16425" x="4738688" y="1997075"/>
          <p14:tracePt t="16433" x="4884738" y="1997075"/>
          <p14:tracePt t="16441" x="5054600" y="1997075"/>
          <p14:tracePt t="16450" x="5127625" y="1997075"/>
          <p14:tracePt t="16458" x="5176838" y="1997075"/>
          <p14:tracePt t="16466" x="5224463" y="2009775"/>
          <p14:tracePt t="16475" x="5237163" y="2009775"/>
          <p14:tracePt t="16483" x="5249863" y="2009775"/>
          <p14:tracePt t="16508" x="5260975" y="2009775"/>
          <p14:tracePt t="16545" x="5273675" y="2009775"/>
          <p14:tracePt t="16546" x="5286375" y="2009775"/>
          <p14:tracePt t="16553" x="5297488" y="2009775"/>
          <p14:tracePt t="16566" x="5346700" y="2009775"/>
          <p14:tracePt t="16575" x="5359400" y="2009775"/>
          <p14:tracePt t="16583" x="5370513" y="2009775"/>
          <p14:tracePt t="16591" x="5395913" y="2009775"/>
          <p14:tracePt t="16600" x="5432425" y="2009775"/>
          <p14:tracePt t="16608" x="5468938" y="2009775"/>
          <p14:tracePt t="16616" x="5505450" y="2009775"/>
          <p14:tracePt t="16625" x="5518150" y="2009775"/>
          <p14:tracePt t="16633" x="5529263" y="2022475"/>
          <p14:tracePt t="16688" x="5541963" y="2022475"/>
          <p14:tracePt t="16695" x="5554663" y="2022475"/>
          <p14:tracePt t="16705" x="5565775" y="2022475"/>
          <p14:tracePt t="16708" x="5578475" y="2022475"/>
          <p14:tracePt t="16716" x="5602288" y="2022475"/>
          <p14:tracePt t="16725" x="5627688" y="2022475"/>
          <p14:tracePt t="16733" x="5651500" y="2033588"/>
          <p14:tracePt t="16741" x="5688013" y="2046288"/>
          <p14:tracePt t="16750" x="5700713" y="2046288"/>
          <p14:tracePt t="16758" x="5711825" y="2046288"/>
          <p14:tracePt t="16780" x="5724525" y="2046288"/>
          <p14:tracePt t="16915" x="5737225" y="2046288"/>
          <p14:tracePt t="16925" x="5748338" y="2046288"/>
          <p14:tracePt t="16926" x="5761038" y="2046288"/>
          <p14:tracePt t="16933" x="5773738" y="2046288"/>
          <p14:tracePt t="16941" x="5810250" y="2046288"/>
          <p14:tracePt t="16949" x="5857875" y="2046288"/>
          <p14:tracePt t="16958" x="5919788" y="2046288"/>
          <p14:tracePt t="16966" x="5992813" y="2033588"/>
          <p14:tracePt t="16974" x="6040438" y="2033588"/>
          <p14:tracePt t="16983" x="6151563" y="2022475"/>
          <p14:tracePt t="16991" x="6284913" y="1997075"/>
          <p14:tracePt t="16999" x="6443663" y="1973263"/>
          <p14:tracePt t="17008" x="6783388" y="1936750"/>
          <p14:tracePt t="17016" x="7051675" y="1912938"/>
          <p14:tracePt t="17024" x="7210425" y="1900238"/>
          <p14:tracePt t="17033" x="7515225" y="1887538"/>
          <p14:tracePt t="17041" x="7940675" y="1863725"/>
          <p14:tracePt t="17049" x="8208963" y="1863725"/>
          <p14:tracePt t="17058" x="8428038" y="1863725"/>
          <p14:tracePt t="17066" x="8599488" y="1863725"/>
          <p14:tracePt t="17074" x="8709025" y="1863725"/>
          <p14:tracePt t="17082" x="8782050" y="1863725"/>
          <p14:tracePt t="17091" x="8842375" y="1863725"/>
          <p14:tracePt t="17099" x="8866188" y="1863725"/>
          <p14:tracePt t="17107" x="8891588" y="1863725"/>
          <p14:tracePt t="17116" x="8915400" y="1863725"/>
          <p14:tracePt t="17133" x="8928100" y="1863725"/>
          <p14:tracePt t="17140" x="8939213" y="1863725"/>
          <p14:tracePt t="17168" x="8951913" y="1863725"/>
          <p14:tracePt t="17173" x="8964613" y="1863725"/>
          <p14:tracePt t="17180" x="8977313" y="1863725"/>
          <p14:tracePt t="17185" x="8977313" y="1851025"/>
          <p14:tracePt t="17195" x="8988425" y="1851025"/>
          <p14:tracePt t="17213" x="9001125" y="1851025"/>
          <p14:tracePt t="17280" x="9013825" y="1839913"/>
          <p14:tracePt t="17288" x="9024938" y="1839913"/>
          <p14:tracePt t="17415" x="9024938" y="1851025"/>
          <p14:tracePt t="17420" x="9024938" y="1863725"/>
          <p14:tracePt t="17426" x="9037638" y="1876425"/>
          <p14:tracePt t="17433" x="9037638" y="1887538"/>
          <p14:tracePt t="17441" x="9037638" y="1912938"/>
          <p14:tracePt t="17449" x="9050338" y="1924050"/>
          <p14:tracePt t="17457" x="9061450" y="1960563"/>
          <p14:tracePt t="17465" x="9061450" y="1985963"/>
          <p14:tracePt t="17474" x="9074150" y="1997075"/>
          <p14:tracePt t="17482" x="9074150" y="2009775"/>
          <p14:tracePt t="17491" x="9097963" y="2022475"/>
          <p14:tracePt t="17499" x="9097963" y="2033588"/>
          <p14:tracePt t="17507" x="9110663" y="2058988"/>
          <p14:tracePt t="17515" x="9123363" y="2058988"/>
          <p14:tracePt t="17524" x="9123363" y="2070100"/>
          <p14:tracePt t="17532" x="9123363" y="2082800"/>
          <p14:tracePt t="17700" x="9134475" y="2082800"/>
          <p14:tracePt t="17715" x="9147175" y="2082800"/>
          <p14:tracePt t="17728" x="9159875" y="2082800"/>
          <p14:tracePt t="17741" x="9170988" y="2082800"/>
          <p14:tracePt t="17745" x="9183688" y="2082800"/>
          <p14:tracePt t="17755" x="9196388" y="2082800"/>
          <p14:tracePt t="17760" x="9207500" y="2082800"/>
          <p14:tracePt t="17766" x="9220200" y="2082800"/>
          <p14:tracePt t="17774" x="9232900" y="2082800"/>
          <p14:tracePt t="17782" x="9256713" y="2082800"/>
          <p14:tracePt t="17790" x="9269413" y="2082800"/>
          <p14:tracePt t="17799" x="9293225" y="2082800"/>
          <p14:tracePt t="17807" x="9329738" y="2082800"/>
          <p14:tracePt t="17815" x="9342438" y="2082800"/>
          <p14:tracePt t="17824" x="9366250" y="2082800"/>
          <p14:tracePt t="17832" x="9390063" y="2082800"/>
          <p14:tracePt t="17840" x="9415463" y="2095500"/>
          <p14:tracePt t="17849" x="9451975" y="2095500"/>
          <p14:tracePt t="17857" x="9475788" y="2095500"/>
          <p14:tracePt t="17865" x="9488488" y="2095500"/>
          <p14:tracePt t="17873" x="9499600" y="2095500"/>
          <p14:tracePt t="17882" x="9512300" y="2095500"/>
          <p14:tracePt t="17890" x="9525000" y="2095500"/>
          <p14:tracePt t="17898" x="9548813" y="2095500"/>
          <p14:tracePt t="17907" x="9585325" y="2095500"/>
          <p14:tracePt t="17915" x="9609138" y="2095500"/>
          <p14:tracePt t="17924" x="9634538" y="2095500"/>
          <p14:tracePt t="17932" x="9671050" y="2095500"/>
          <p14:tracePt t="17940" x="9707563" y="2095500"/>
          <p14:tracePt t="17948" x="9767888" y="2095500"/>
          <p14:tracePt t="17957" x="9804400" y="2095500"/>
          <p14:tracePt t="17965" x="9829800" y="2106613"/>
          <p14:tracePt t="17973" x="9877425" y="2106613"/>
          <p14:tracePt t="17982" x="9913938" y="2106613"/>
          <p14:tracePt t="17990" x="9939338" y="2106613"/>
          <p14:tracePt t="17998" x="9986963" y="2106613"/>
          <p14:tracePt t="18007" x="10023475" y="2106613"/>
          <p14:tracePt t="18015" x="10048875" y="2106613"/>
          <p14:tracePt t="18023" x="10085388" y="2106613"/>
          <p14:tracePt t="18032" x="10145713" y="2106613"/>
          <p14:tracePt t="18040" x="10218738" y="2106613"/>
          <p14:tracePt t="18048" x="10279063" y="2106613"/>
          <p14:tracePt t="18057" x="10340975" y="2106613"/>
          <p14:tracePt t="18065" x="10364788" y="2106613"/>
          <p14:tracePt t="18073" x="10437813" y="2106613"/>
          <p14:tracePt t="18081" x="10474325" y="2106613"/>
          <p14:tracePt t="18090" x="10487025" y="2106613"/>
          <p14:tracePt t="18098" x="10510838" y="2106613"/>
          <p14:tracePt t="18107" x="10547350" y="2119313"/>
          <p14:tracePt t="18125" x="10560050" y="2119313"/>
          <p14:tracePt t="18133" x="10572750" y="2119313"/>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2BC20-9844-78BD-8126-A40AA1BAEEF4}"/>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6A999293-CEDB-05E4-F75C-B27AD48B9554}"/>
              </a:ext>
            </a:extLst>
          </p:cNvPr>
          <p:cNvPicPr>
            <a:picLocks noChangeAspect="1"/>
          </p:cNvPicPr>
          <p:nvPr/>
        </p:nvPicPr>
        <p:blipFill>
          <a:blip r:embed="rId5"/>
          <a:stretch>
            <a:fillRect/>
          </a:stretch>
        </p:blipFill>
        <p:spPr>
          <a:xfrm>
            <a:off x="0" y="1487726"/>
            <a:ext cx="12192000" cy="3882548"/>
          </a:xfrm>
          <a:prstGeom prst="rect">
            <a:avLst/>
          </a:prstGeom>
        </p:spPr>
      </p:pic>
      <p:grpSp>
        <p:nvGrpSpPr>
          <p:cNvPr id="19" name="组合 18">
            <a:extLst>
              <a:ext uri="{FF2B5EF4-FFF2-40B4-BE49-F238E27FC236}">
                <a16:creationId xmlns:a16="http://schemas.microsoft.com/office/drawing/2014/main" id="{CB5A9962-62E7-AF42-C9F9-3D48310B8CD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05D0A7-C390-32D1-320D-E6BF565D3DC9}"/>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5229E8B8-C225-2161-216C-954CBE88FE38}"/>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BD7A761-84B3-5D84-7EFC-04031C6E3B50}"/>
              </a:ext>
            </a:extLst>
          </p:cNvPr>
          <p:cNvSpPr txBox="1"/>
          <p:nvPr/>
        </p:nvSpPr>
        <p:spPr>
          <a:xfrm>
            <a:off x="1176654" y="295910"/>
            <a:ext cx="3154507"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64894208-829D-DE0C-A13A-13F438E334C3}"/>
              </a:ext>
            </a:extLst>
          </p:cNvPr>
          <p:cNvSpPr txBox="1"/>
          <p:nvPr/>
        </p:nvSpPr>
        <p:spPr>
          <a:xfrm>
            <a:off x="2804433" y="5378176"/>
            <a:ext cx="6583133" cy="734304"/>
          </a:xfrm>
          <a:prstGeom prst="rect">
            <a:avLst/>
          </a:prstGeom>
          <a:solidFill>
            <a:schemeClr val="accent4">
              <a:lumMod val="20000"/>
              <a:lumOff val="80000"/>
            </a:schemeClr>
          </a:solidFill>
        </p:spPr>
        <p:txBody>
          <a:bodyPr wrap="square" lIns="108000" tIns="0" rIns="108000" bIns="0">
            <a:spAutoFit/>
          </a:bodyPr>
          <a:lstStyle>
            <a:defPPr>
              <a:defRPr lang="zh-CN"/>
            </a:defPPr>
            <a:lvl1pPr marL="285750" indent="-285750">
              <a:lnSpc>
                <a:spcPct val="125000"/>
              </a:lnSpc>
              <a:spcBef>
                <a:spcPts val="600"/>
              </a:spcBef>
              <a:buClr>
                <a:srgbClr val="000000"/>
              </a:buClr>
              <a:buFont typeface="Arial" panose="020B0604020202020204" pitchFamily="34" charset="0"/>
              <a:buChar char="•"/>
              <a:defRPr sz="2000">
                <a:latin typeface="微软雅黑" panose="020B0503020204020204" pitchFamily="34" charset="-122"/>
                <a:ea typeface="微软雅黑" panose="020B0503020204020204" pitchFamily="34" charset="-122"/>
              </a:defRPr>
            </a:lvl1pPr>
          </a:lstStyle>
          <a:p>
            <a:pPr marL="0" indent="0">
              <a:buNone/>
            </a:pPr>
            <a:r>
              <a:rPr lang="en-US" altLang="zh-CN" dirty="0">
                <a:sym typeface="Arial"/>
              </a:rPr>
              <a:t>In the code repair task, when bugs share similarities, fusion can improve performance.</a:t>
            </a:r>
          </a:p>
        </p:txBody>
      </p:sp>
      <p:sp>
        <p:nvSpPr>
          <p:cNvPr id="3" name="文本框 2">
            <a:extLst>
              <a:ext uri="{FF2B5EF4-FFF2-40B4-BE49-F238E27FC236}">
                <a16:creationId xmlns:a16="http://schemas.microsoft.com/office/drawing/2014/main" id="{507CF851-EF0D-5D5D-FAD1-5A9C4D7FC6B8}"/>
              </a:ext>
            </a:extLst>
          </p:cNvPr>
          <p:cNvSpPr txBox="1"/>
          <p:nvPr/>
        </p:nvSpPr>
        <p:spPr>
          <a:xfrm>
            <a:off x="348770" y="818748"/>
            <a:ext cx="7860509"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RQ1:</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Multi-PL Fusion within Same Task</a:t>
            </a:r>
          </a:p>
        </p:txBody>
      </p:sp>
      <p:pic>
        <p:nvPicPr>
          <p:cNvPr id="44" name="音频 43">
            <a:hlinkClick r:id="" action="ppaction://media"/>
            <a:extLst>
              <a:ext uri="{FF2B5EF4-FFF2-40B4-BE49-F238E27FC236}">
                <a16:creationId xmlns:a16="http://schemas.microsoft.com/office/drawing/2014/main" id="{887D3761-2A32-017A-7F49-0CC31036AA0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45836967"/>
      </p:ext>
    </p:extLst>
  </p:cSld>
  <p:clrMapOvr>
    <a:masterClrMapping/>
  </p:clrMapOvr>
  <mc:AlternateContent xmlns:mc="http://schemas.openxmlformats.org/markup-compatibility/2006">
    <mc:Choice xmlns:p14="http://schemas.microsoft.com/office/powerpoint/2010/main" Requires="p14">
      <p:transition spd="slow" p14:dur="2000" advTm="49341"/>
    </mc:Choice>
    <mc:Fallback>
      <p:transition spd="slow" advTm="493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4"/>
                </p:tgtEl>
              </p:cMediaNode>
            </p:audio>
          </p:childTnLst>
        </p:cTn>
      </p:par>
    </p:tnLst>
  </p:timing>
  <p:extLst>
    <p:ext uri="{3A86A75C-4F4B-4683-9AE1-C65F6400EC91}">
      <p14:laserTraceLst xmlns:p14="http://schemas.microsoft.com/office/powerpoint/2010/main">
        <p14:tracePtLst>
          <p14:tracePt t="655" x="10583863" y="2119313"/>
          <p14:tracePt t="2580" x="10572750" y="2119313"/>
          <p14:tracePt t="2585" x="10536238" y="2119313"/>
          <p14:tracePt t="2588" x="10510838" y="2119313"/>
          <p14:tracePt t="2595" x="10487025" y="2119313"/>
          <p14:tracePt t="2604" x="10414000" y="2106613"/>
          <p14:tracePt t="2612" x="10218738" y="2070100"/>
          <p14:tracePt t="2620" x="9866313" y="1997075"/>
          <p14:tracePt t="2629" x="9585325" y="1949450"/>
          <p14:tracePt t="2637" x="9280525" y="1900238"/>
          <p14:tracePt t="2645" x="8977313" y="1876425"/>
          <p14:tracePt t="2653" x="8683625" y="1839913"/>
          <p14:tracePt t="2662" x="8404225" y="1803400"/>
          <p14:tracePt t="2670" x="8099425" y="1790700"/>
          <p14:tracePt t="2678" x="7612063" y="1778000"/>
          <p14:tracePt t="2687" x="7442200" y="1754188"/>
          <p14:tracePt t="2695" x="7113588" y="1730375"/>
          <p14:tracePt t="2703" x="6832600" y="1704975"/>
          <p14:tracePt t="2712" x="6577013" y="1681163"/>
          <p14:tracePt t="2720" x="6248400" y="1631950"/>
          <p14:tracePt t="2728" x="6076950" y="1608138"/>
          <p14:tracePt t="2737" x="6016625" y="1595438"/>
          <p14:tracePt t="2745" x="5797550" y="1546225"/>
          <p14:tracePt t="2753" x="5651500" y="1535113"/>
          <p14:tracePt t="2762" x="5445125" y="1535113"/>
          <p14:tracePt t="2770" x="5224463" y="1595438"/>
          <p14:tracePt t="2778" x="4945063" y="1717675"/>
          <p14:tracePt t="3052" x="4932363" y="1693863"/>
          <p14:tracePt t="3057" x="4932363" y="1668463"/>
          <p14:tracePt t="3061" x="4921250" y="1644650"/>
          <p14:tracePt t="3070" x="4895850" y="1595438"/>
          <p14:tracePt t="3078" x="4835525" y="1584325"/>
          <p14:tracePt t="3087" x="4822825" y="1584325"/>
          <p14:tracePt t="3095" x="4738688" y="1558925"/>
          <p14:tracePt t="3103" x="4591050" y="1535113"/>
          <p14:tracePt t="3112" x="4421188" y="1522413"/>
          <p14:tracePt t="3112" x="4360863" y="1522413"/>
          <p14:tracePt t="3120" x="4214813" y="1498600"/>
          <p14:tracePt t="3128" x="4116388" y="1485900"/>
          <p14:tracePt t="3137" x="4105275" y="1485900"/>
          <p14:tracePt t="3137" x="4092575" y="1485900"/>
          <p14:tracePt t="3155" x="4079875" y="1485900"/>
          <p14:tracePt t="3160" x="4068763" y="1485900"/>
          <p14:tracePt t="3167" x="4043363" y="1485900"/>
          <p14:tracePt t="3172" x="4032250" y="1485900"/>
          <p14:tracePt t="3178" x="3970338" y="1485900"/>
          <p14:tracePt t="3187" x="3959225" y="1485900"/>
          <p14:tracePt t="3187" x="3921125" y="1485900"/>
          <p14:tracePt t="3195" x="3884613" y="1485900"/>
          <p14:tracePt t="3203" x="3824288" y="1485900"/>
          <p14:tracePt t="3212" x="3763963" y="1485900"/>
          <p14:tracePt t="3212" x="3738563" y="1485900"/>
          <p14:tracePt t="3220" x="3678238" y="1485900"/>
          <p14:tracePt t="3228" x="3629025" y="1485900"/>
          <p14:tracePt t="3236" x="3617913" y="1485900"/>
          <p14:tracePt t="3245" x="3592513" y="1485900"/>
          <p14:tracePt t="3253" x="3532188" y="1485900"/>
          <p14:tracePt t="3261" x="3508375" y="1473200"/>
          <p14:tracePt t="3270" x="3482975" y="1473200"/>
          <p14:tracePt t="3278" x="3471863" y="1473200"/>
          <p14:tracePt t="3287" x="3446463" y="1473200"/>
          <p14:tracePt t="3287" x="3435350" y="1462088"/>
          <p14:tracePt t="3294" x="3422650" y="1462088"/>
          <p14:tracePt t="3303" x="3386138" y="1449388"/>
          <p14:tracePt t="3312" x="3362325" y="1449388"/>
          <p14:tracePt t="3312" x="3336925" y="1449388"/>
          <p14:tracePt t="3320" x="3313113" y="1436688"/>
          <p14:tracePt t="3328" x="3252788" y="1425575"/>
          <p14:tracePt t="3336" x="3252788" y="1412875"/>
          <p14:tracePt t="3345" x="3214688" y="1412875"/>
          <p14:tracePt t="3353" x="3167063" y="1400175"/>
          <p14:tracePt t="3361" x="3141663" y="1389063"/>
          <p14:tracePt t="3369" x="3105150" y="1376363"/>
          <p14:tracePt t="3378" x="3081338" y="1376363"/>
          <p14:tracePt t="3386" x="3068638" y="1376363"/>
          <p14:tracePt t="3394" x="3021013" y="1376363"/>
          <p14:tracePt t="3403" x="2984500" y="1376363"/>
          <p14:tracePt t="3411" x="2959100" y="1376363"/>
          <p14:tracePt t="3420" x="2922588" y="1376363"/>
          <p14:tracePt t="3428" x="2862263" y="1376363"/>
          <p14:tracePt t="3436" x="2849563" y="1376363"/>
          <p14:tracePt t="3445" x="2801938" y="1376363"/>
          <p14:tracePt t="3445" x="2789238" y="1376363"/>
          <p14:tracePt t="3453" x="2728913" y="1376363"/>
          <p14:tracePt t="3461" x="2679700" y="1389063"/>
          <p14:tracePt t="3469" x="2643188" y="1400175"/>
          <p14:tracePt t="3478" x="2606675" y="1400175"/>
          <p14:tracePt t="3486" x="2533650" y="1400175"/>
          <p14:tracePt t="3494" x="2484438" y="1412875"/>
          <p14:tracePt t="3503" x="2424113" y="1425575"/>
          <p14:tracePt t="3511" x="2387600" y="1436688"/>
          <p14:tracePt t="3519" x="2314575" y="1436688"/>
          <p14:tracePt t="3528" x="2278063" y="1449388"/>
          <p14:tracePt t="3536" x="2241550" y="1449388"/>
          <p14:tracePt t="3544" x="2228850" y="1462088"/>
          <p14:tracePt t="3553" x="2179638" y="1462088"/>
          <p14:tracePt t="3561" x="2168525" y="1473200"/>
          <p14:tracePt t="3569" x="2143125" y="1473200"/>
          <p14:tracePt t="3600" x="2132013" y="1473200"/>
          <p14:tracePt t="3627" x="2119313" y="1473200"/>
          <p14:tracePt t="3655" x="2106613" y="1473200"/>
          <p14:tracePt t="3665" x="2106613" y="1485900"/>
          <p14:tracePt t="3680" x="2095500" y="1485900"/>
          <p14:tracePt t="3685" x="2082800" y="1485900"/>
          <p14:tracePt t="3700" x="2070100" y="1485900"/>
          <p14:tracePt t="3725" x="2058988" y="1485900"/>
          <p14:tracePt t="3795" x="2046288" y="1485900"/>
          <p14:tracePt t="3807" x="2033588" y="1485900"/>
          <p14:tracePt t="3812" x="2022475" y="1485900"/>
          <p14:tracePt t="3817" x="2009775" y="1473200"/>
          <p14:tracePt t="3824" x="1997075" y="1473200"/>
          <p14:tracePt t="3832" x="1997075" y="1462088"/>
          <p14:tracePt t="3840" x="1985963" y="1462088"/>
          <p14:tracePt t="3852" x="1973263" y="1462088"/>
          <p14:tracePt t="3855" x="1960563" y="1449388"/>
          <p14:tracePt t="3865" x="1960563" y="1436688"/>
          <p14:tracePt t="3871" x="1949450" y="1436688"/>
          <p14:tracePt t="3877" x="1936750" y="1425575"/>
          <p14:tracePt t="3886" x="1936750" y="1412875"/>
          <p14:tracePt t="3894" x="1912938" y="1400175"/>
          <p14:tracePt t="3902" x="1900238" y="1389063"/>
          <p14:tracePt t="3911" x="1851025" y="1363663"/>
          <p14:tracePt t="3919" x="1814513" y="1352550"/>
          <p14:tracePt t="3927" x="1778000" y="1327150"/>
          <p14:tracePt t="3936" x="1754188" y="1316038"/>
          <p14:tracePt t="3944" x="1741488" y="1316038"/>
          <p14:tracePt t="3952" x="1728788" y="1316038"/>
          <p14:tracePt t="4012" x="1717675" y="1303338"/>
          <p14:tracePt t="4025" x="1704975" y="1303338"/>
          <p14:tracePt t="5797" x="1717675" y="1303338"/>
          <p14:tracePt t="5798" x="1754188" y="1303338"/>
          <p14:tracePt t="5805" x="1778000" y="1303338"/>
          <p14:tracePt t="5809" x="1827213" y="1316038"/>
          <p14:tracePt t="5817" x="2009775" y="1363663"/>
          <p14:tracePt t="5825" x="2289175" y="1425575"/>
          <p14:tracePt t="5834" x="2630488" y="1485900"/>
          <p14:tracePt t="5842" x="3021013" y="1558925"/>
          <p14:tracePt t="5851" x="3409950" y="1608138"/>
          <p14:tracePt t="5859" x="3763963" y="1668463"/>
          <p14:tracePt t="5867" x="4251325" y="1741488"/>
          <p14:tracePt t="5876" x="4371975" y="1754188"/>
          <p14:tracePt t="5884" x="4591050" y="1790700"/>
          <p14:tracePt t="5892" x="4799013" y="1814513"/>
          <p14:tracePt t="5900" x="4884738" y="1827213"/>
          <p14:tracePt t="5909" x="4945063" y="1827213"/>
          <p14:tracePt t="5917" x="4981575" y="1827213"/>
          <p14:tracePt t="5925" x="5005388" y="1827213"/>
          <p14:tracePt t="5934" x="5018088" y="1827213"/>
          <p14:tracePt t="5944" x="5030788" y="1827213"/>
          <p14:tracePt t="5955" x="5041900" y="1827213"/>
          <p14:tracePt t="5977" x="5054600" y="1827213"/>
          <p14:tracePt t="5978" x="5067300" y="1814513"/>
          <p14:tracePt t="5984" x="5078413" y="1814513"/>
          <p14:tracePt t="5992" x="5114925" y="1814513"/>
          <p14:tracePt t="6000" x="5176838" y="1803400"/>
          <p14:tracePt t="6009" x="5213350" y="1803400"/>
          <p14:tracePt t="6017" x="5260975" y="1803400"/>
          <p14:tracePt t="6025" x="5297488" y="1803400"/>
          <p14:tracePt t="6034" x="5322888" y="1803400"/>
          <p14:tracePt t="6044" x="5334000" y="1803400"/>
          <p14:tracePt t="6050" x="5346700" y="1803400"/>
          <p14:tracePt t="6059" x="5359400" y="1803400"/>
          <p14:tracePt t="6067" x="5370513" y="1803400"/>
          <p14:tracePt t="6075" x="5408613" y="1790700"/>
          <p14:tracePt t="6083" x="5456238" y="1790700"/>
          <p14:tracePt t="6092" x="5529263" y="1790700"/>
          <p14:tracePt t="6100" x="5711825" y="1790700"/>
          <p14:tracePt t="6108" x="5857875" y="1790700"/>
          <p14:tracePt t="6117" x="5919788" y="1790700"/>
          <p14:tracePt t="6125" x="6115050" y="1790700"/>
          <p14:tracePt t="6134" x="6199188" y="1790700"/>
          <p14:tracePt t="6142" x="6284913" y="1790700"/>
          <p14:tracePt t="6150" x="6334125" y="1790700"/>
          <p14:tracePt t="6158" x="6357938" y="1790700"/>
          <p14:tracePt t="6167" x="6381750" y="1790700"/>
          <p14:tracePt t="6175" x="6407150" y="1790700"/>
          <p14:tracePt t="6212" x="6418263" y="1790700"/>
          <p14:tracePt t="6220" x="6430963" y="1790700"/>
          <p14:tracePt t="6485" x="6418263" y="1790700"/>
          <p14:tracePt t="6505" x="6407150" y="1790700"/>
          <p14:tracePt t="6512" x="6394450" y="1790700"/>
          <p14:tracePt t="6519" x="6381750" y="1790700"/>
          <p14:tracePt t="6526" x="6370638" y="1790700"/>
          <p14:tracePt t="6527" x="6357938" y="1790700"/>
          <p14:tracePt t="6535" x="6334125" y="1790700"/>
          <p14:tracePt t="6545" x="6297613" y="1790700"/>
          <p14:tracePt t="6550" x="6261100" y="1790700"/>
          <p14:tracePt t="6558" x="6224588" y="1790700"/>
          <p14:tracePt t="6566" x="6115050" y="1790700"/>
          <p14:tracePt t="6575" x="6065838" y="1803400"/>
          <p14:tracePt t="6583" x="5956300" y="1814513"/>
          <p14:tracePt t="6592" x="5846763" y="1827213"/>
          <p14:tracePt t="6600" x="5724525" y="1863725"/>
          <p14:tracePt t="6608" x="5554663" y="1900238"/>
          <p14:tracePt t="6616" x="5432425" y="1924050"/>
          <p14:tracePt t="6625" x="5359400" y="1949450"/>
          <p14:tracePt t="6633" x="5151438" y="1997075"/>
          <p14:tracePt t="6641" x="5005388" y="2058988"/>
          <p14:tracePt t="6650" x="4859338" y="2119313"/>
          <p14:tracePt t="6658" x="4665663" y="2179638"/>
          <p14:tracePt t="6667" x="4616450" y="2192338"/>
          <p14:tracePt t="6667" x="4567238" y="2217738"/>
          <p14:tracePt t="6675" x="4518025" y="2228850"/>
          <p14:tracePt t="6683" x="4433888" y="2265363"/>
          <p14:tracePt t="6692" x="4371975" y="2290763"/>
          <p14:tracePt t="6700" x="4298950" y="2301875"/>
          <p14:tracePt t="6708" x="4238625" y="2314575"/>
          <p14:tracePt t="6717" x="4214813" y="2314575"/>
          <p14:tracePt t="6725" x="4189413" y="2327275"/>
          <p14:tracePt t="6733" x="4152900" y="2327275"/>
          <p14:tracePt t="6741" x="4105275" y="2338388"/>
          <p14:tracePt t="6750" x="4068763" y="2338388"/>
          <p14:tracePt t="6758" x="4019550" y="2351088"/>
          <p14:tracePt t="6767" x="3959225" y="2351088"/>
          <p14:tracePt t="6767" x="3933825" y="2363788"/>
          <p14:tracePt t="6775" x="3897313" y="2363788"/>
          <p14:tracePt t="6783" x="3836988" y="2374900"/>
          <p14:tracePt t="6792" x="3775075" y="2387600"/>
          <p14:tracePt t="6800" x="3714750" y="2387600"/>
          <p14:tracePt t="6808" x="3629025" y="2400300"/>
          <p14:tracePt t="6816" x="3605213" y="2400300"/>
          <p14:tracePt t="6825" x="3556000" y="2400300"/>
          <p14:tracePt t="6833" x="3435350" y="2400300"/>
          <p14:tracePt t="6841" x="3336925" y="2400300"/>
          <p14:tracePt t="6850" x="3252788" y="2400300"/>
          <p14:tracePt t="6858" x="3154363" y="2400300"/>
          <p14:tracePt t="6866" x="3068638" y="2387600"/>
          <p14:tracePt t="6874" x="2971800" y="2374900"/>
          <p14:tracePt t="6883" x="2874963" y="2351088"/>
          <p14:tracePt t="6891" x="2789238" y="2327275"/>
          <p14:tracePt t="6899" x="2643188" y="2290763"/>
          <p14:tracePt t="6908" x="2557463" y="2265363"/>
          <p14:tracePt t="6916" x="2533650" y="2254250"/>
          <p14:tracePt t="6925" x="2471738" y="2228850"/>
          <p14:tracePt t="6933" x="2447925" y="2217738"/>
          <p14:tracePt t="6941" x="2424113" y="2192338"/>
          <p14:tracePt t="6949" x="2387600" y="2192338"/>
          <p14:tracePt t="6958" x="2351088" y="2168525"/>
          <p14:tracePt t="6966" x="2338388" y="2155825"/>
          <p14:tracePt t="6975" x="2314575" y="2155825"/>
          <p14:tracePt t="6983" x="2301875" y="2143125"/>
          <p14:tracePt t="6991" x="2289175" y="2143125"/>
          <p14:tracePt t="7000" x="2289175" y="2132013"/>
          <p14:tracePt t="7008" x="2278063" y="2119313"/>
          <p14:tracePt t="7016" x="2265363" y="2119313"/>
          <p14:tracePt t="7025" x="2252663" y="2119313"/>
          <p14:tracePt t="7033" x="2241550" y="2119313"/>
          <p14:tracePt t="7097" x="2252663" y="2119313"/>
          <p14:tracePt t="7098" x="2265363" y="2119313"/>
          <p14:tracePt t="7108" x="2314575" y="2106613"/>
          <p14:tracePt t="7116" x="2374900" y="2106613"/>
          <p14:tracePt t="7125" x="2424113" y="2106613"/>
          <p14:tracePt t="7133" x="2703513" y="2082800"/>
          <p14:tracePt t="7141" x="2995613" y="2082800"/>
          <p14:tracePt t="7149" x="3313113" y="2058988"/>
          <p14:tracePt t="7158" x="3702050" y="2058988"/>
          <p14:tracePt t="7166" x="4079875" y="2058988"/>
          <p14:tracePt t="7174" x="4445000" y="2058988"/>
          <p14:tracePt t="7183" x="4786313" y="2058988"/>
          <p14:tracePt t="7191" x="5078413" y="2070100"/>
          <p14:tracePt t="7199" x="5395913" y="2106613"/>
          <p14:tracePt t="7208" x="5481638" y="2132013"/>
          <p14:tracePt t="7216" x="5529263" y="2143125"/>
          <p14:tracePt t="7255" x="5529263" y="2155825"/>
          <p14:tracePt t="7527" x="5541963" y="2155825"/>
          <p14:tracePt t="7537" x="5565775" y="2155825"/>
          <p14:tracePt t="7538" x="5602288" y="2143125"/>
          <p14:tracePt t="7545" x="5614988" y="2143125"/>
          <p14:tracePt t="7549" x="5638800" y="2143125"/>
          <p14:tracePt t="7557" x="5748338" y="2132013"/>
          <p14:tracePt t="7566" x="5907088" y="2132013"/>
          <p14:tracePt t="7574" x="6138863" y="2119313"/>
          <p14:tracePt t="7582" x="6407150" y="2106613"/>
          <p14:tracePt t="7591" x="6723063" y="2082800"/>
          <p14:tracePt t="7599" x="7296150" y="2070100"/>
          <p14:tracePt t="7607" x="7673975" y="2058988"/>
          <p14:tracePt t="7616" x="7880350" y="2058988"/>
          <p14:tracePt t="7624" x="8258175" y="2033588"/>
          <p14:tracePt t="7632" x="8805863" y="2033588"/>
          <p14:tracePt t="7640" x="9134475" y="2022475"/>
          <p14:tracePt t="7649" x="9415463" y="2009775"/>
          <p14:tracePt t="7657" x="9658350" y="2009775"/>
          <p14:tracePt t="7665" x="9829800" y="2009775"/>
          <p14:tracePt t="7674" x="9926638" y="2009775"/>
          <p14:tracePt t="7682" x="9963150" y="2009775"/>
          <p14:tracePt t="7767" x="9950450" y="2009775"/>
          <p14:tracePt t="7772" x="9939338" y="2009775"/>
          <p14:tracePt t="7784" x="9926638" y="2009775"/>
          <p14:tracePt t="7786" x="9913938" y="2009775"/>
          <p14:tracePt t="7820" x="9902825" y="2009775"/>
          <p14:tracePt t="7827" x="9877425" y="2009775"/>
          <p14:tracePt t="7832" x="9866313" y="2009775"/>
          <p14:tracePt t="7837" x="9840913" y="2009775"/>
          <p14:tracePt t="7840" x="9804400" y="2022475"/>
          <p14:tracePt t="7849" x="9744075" y="2033588"/>
          <p14:tracePt t="7857" x="9694863" y="2046288"/>
          <p14:tracePt t="7865" x="9585325" y="2058988"/>
          <p14:tracePt t="7874" x="9463088" y="2070100"/>
          <p14:tracePt t="7882" x="9317038" y="2095500"/>
          <p14:tracePt t="7890" x="9196388" y="2106613"/>
          <p14:tracePt t="7899" x="9013825" y="2119313"/>
          <p14:tracePt t="7907" x="8977313" y="2119313"/>
          <p14:tracePt t="7915" x="8878888" y="2119313"/>
          <p14:tracePt t="7924" x="8818563" y="2119313"/>
          <p14:tracePt t="7932" x="8793163" y="2119313"/>
          <p14:tracePt t="7940" x="8782050" y="2119313"/>
          <p14:tracePt t="8017" x="8793163" y="2119313"/>
          <p14:tracePt t="8018" x="8805863" y="2119313"/>
          <p14:tracePt t="8024" x="8818563" y="2119313"/>
          <p14:tracePt t="8032" x="8842375" y="2119313"/>
          <p14:tracePt t="8040" x="8928100" y="2095500"/>
          <p14:tracePt t="8048" x="8964613" y="2082800"/>
          <p14:tracePt t="8057" x="8988425" y="2082800"/>
          <p14:tracePt t="8065" x="9110663" y="2070100"/>
          <p14:tracePt t="8073" x="9232900" y="2058988"/>
          <p14:tracePt t="8082" x="9402763" y="2058988"/>
          <p14:tracePt t="8090" x="9609138" y="2058988"/>
          <p14:tracePt t="8098" x="9890125" y="2058988"/>
          <p14:tracePt t="8107" x="9975850" y="2058988"/>
          <p14:tracePt t="8115" x="10145713" y="2058988"/>
          <p14:tracePt t="8123" x="10279063" y="2070100"/>
          <p14:tracePt t="8132" x="10352088" y="2082800"/>
          <p14:tracePt t="8140" x="10401300" y="2095500"/>
          <p14:tracePt t="8475" x="10388600" y="2106613"/>
          <p14:tracePt t="8480" x="10377488" y="2106613"/>
          <p14:tracePt t="8487" x="10364788" y="2106613"/>
          <p14:tracePt t="8495" x="10352088" y="2106613"/>
          <p14:tracePt t="8507" x="10352088" y="2119313"/>
          <p14:tracePt t="8512" x="10340975" y="2119313"/>
          <p14:tracePt t="8515" x="10328275" y="2119313"/>
          <p14:tracePt t="8523" x="10315575" y="2119313"/>
          <p14:tracePt t="8532" x="10304463" y="2119313"/>
          <p14:tracePt t="8540" x="10267950" y="2132013"/>
          <p14:tracePt t="8548" x="10242550" y="2132013"/>
          <p14:tracePt t="8556" x="10231438" y="2132013"/>
          <p14:tracePt t="8565" x="10194925" y="2143125"/>
          <p14:tracePt t="8573" x="10109200" y="2155825"/>
          <p14:tracePt t="8581" x="10059988" y="2155825"/>
          <p14:tracePt t="8590" x="10012363" y="2155825"/>
          <p14:tracePt t="8598" x="9963150" y="2168525"/>
          <p14:tracePt t="8606" x="9913938" y="2168525"/>
          <p14:tracePt t="8615" x="9877425" y="2168525"/>
          <p14:tracePt t="8623" x="9840913" y="2168525"/>
          <p14:tracePt t="8631" x="9829800" y="2168525"/>
          <p14:tracePt t="8639" x="9817100" y="2168525"/>
          <p14:tracePt t="8877" x="9804400" y="2168525"/>
          <p14:tracePt t="8927" x="9793288" y="2168525"/>
          <p14:tracePt t="8932" x="9780588" y="2168525"/>
          <p14:tracePt t="8937" x="9767888" y="2168525"/>
          <p14:tracePt t="8945" x="9756775" y="2168525"/>
          <p14:tracePt t="8950" x="9744075" y="2168525"/>
          <p14:tracePt t="8965" x="9731375" y="2168525"/>
          <p14:tracePt t="8972" x="9720263" y="2168525"/>
          <p14:tracePt t="9012" x="9707563" y="2168525"/>
          <p14:tracePt t="9020" x="9694863" y="2168525"/>
          <p14:tracePt t="9025" x="9683750" y="2168525"/>
          <p14:tracePt t="9032" x="9671050" y="2168525"/>
          <p14:tracePt t="9037" x="9658350" y="2168525"/>
          <p14:tracePt t="9045" x="9645650" y="2168525"/>
          <p14:tracePt t="9047" x="9634538" y="2168525"/>
          <p14:tracePt t="9056" x="9621838" y="2168525"/>
          <p14:tracePt t="9064" x="9609138" y="2168525"/>
          <p14:tracePt t="9072" x="9598025" y="2168525"/>
          <p14:tracePt t="9081" x="9572625" y="2168525"/>
          <p14:tracePt t="9091" x="9561513" y="2168525"/>
          <p14:tracePt t="9105" x="9548813" y="2168525"/>
          <p14:tracePt t="9112" x="9536113" y="2168525"/>
          <p14:tracePt t="9132" x="9525000" y="2168525"/>
          <p14:tracePt t="9150" x="9512300" y="2168525"/>
          <p14:tracePt t="9180" x="9499600" y="2168525"/>
          <p14:tracePt t="9187" x="9488488" y="2168525"/>
          <p14:tracePt t="9191" x="9475788" y="2155825"/>
          <p14:tracePt t="9205" x="9463088" y="2155825"/>
          <p14:tracePt t="9207" x="9451975" y="2155825"/>
          <p14:tracePt t="9214" x="9439275" y="2155825"/>
          <p14:tracePt t="9224" x="9426575" y="2155825"/>
          <p14:tracePt t="9231" x="9415463" y="2143125"/>
          <p14:tracePt t="9239" x="9390063" y="2143125"/>
          <p14:tracePt t="9247" x="9342438" y="2143125"/>
          <p14:tracePt t="9256" x="9317038" y="2143125"/>
          <p14:tracePt t="9264" x="9256713" y="2143125"/>
          <p14:tracePt t="9272" x="9183688" y="2143125"/>
          <p14:tracePt t="9281" x="9123363" y="2143125"/>
          <p14:tracePt t="9289" x="9061450" y="2143125"/>
          <p14:tracePt t="9297" x="8988425" y="2143125"/>
          <p14:tracePt t="9306" x="8964613" y="2143125"/>
          <p14:tracePt t="9314" x="8939213" y="2143125"/>
          <p14:tracePt t="9322" x="8915400" y="2132013"/>
          <p14:tracePt t="9330" x="8891588" y="2132013"/>
          <p14:tracePt t="9339" x="8866188" y="2119313"/>
          <p14:tracePt t="9347" x="8842375" y="2119313"/>
          <p14:tracePt t="9360" x="8829675" y="2119313"/>
          <p14:tracePt t="9365" x="8818563" y="2119313"/>
          <p14:tracePt t="9380" x="8805863" y="2119313"/>
          <p14:tracePt t="9512" x="8818563" y="2119313"/>
          <p14:tracePt t="9520" x="8829675" y="2119313"/>
          <p14:tracePt t="9527" x="8855075" y="2119313"/>
          <p14:tracePt t="9532" x="8866188" y="2132013"/>
          <p14:tracePt t="9540" x="8878888" y="2143125"/>
          <p14:tracePt t="9545" x="8891588" y="2155825"/>
          <p14:tracePt t="9548" x="8915400" y="2168525"/>
          <p14:tracePt t="9555" x="8939213" y="2192338"/>
          <p14:tracePt t="9564" x="8951913" y="2217738"/>
          <p14:tracePt t="9572" x="8988425" y="2265363"/>
          <p14:tracePt t="9580" x="9037638" y="2327275"/>
          <p14:tracePt t="9589" x="9061450" y="2351088"/>
          <p14:tracePt t="9597" x="9086850" y="2387600"/>
          <p14:tracePt t="9605" x="9097963" y="2400300"/>
          <p14:tracePt t="9614" x="9110663" y="2424113"/>
          <p14:tracePt t="9622" x="9123363" y="2447925"/>
          <p14:tracePt t="9647" x="9123363" y="2460625"/>
          <p14:tracePt t="9815" x="9110663" y="2460625"/>
          <p14:tracePt t="9820" x="9097963" y="2460625"/>
          <p14:tracePt t="9825" x="9086850" y="2460625"/>
          <p14:tracePt t="9830" x="9061450" y="2460625"/>
          <p14:tracePt t="9838" x="9013825" y="2460625"/>
          <p14:tracePt t="9847" x="9001125" y="2460625"/>
          <p14:tracePt t="9855" x="8964613" y="2460625"/>
          <p14:tracePt t="9863" x="8902700" y="2460625"/>
          <p14:tracePt t="9871" x="8855075" y="2460625"/>
          <p14:tracePt t="9880" x="8793163" y="2447925"/>
          <p14:tracePt t="9888" x="8769350" y="2447925"/>
          <p14:tracePt t="9897" x="8756650" y="2447925"/>
          <p14:tracePt t="9905" x="8745538" y="2436813"/>
          <p14:tracePt t="10392" x="8732838" y="2436813"/>
          <p14:tracePt t="10397" x="8720138" y="2436813"/>
          <p14:tracePt t="10405" x="8696325" y="2436813"/>
          <p14:tracePt t="10406" x="8659813" y="2424113"/>
          <p14:tracePt t="10413" x="8636000" y="2424113"/>
          <p14:tracePt t="10421" x="8574088" y="2424113"/>
          <p14:tracePt t="10430" x="8501063" y="2424113"/>
          <p14:tracePt t="10438" x="8391525" y="2411413"/>
          <p14:tracePt t="10446" x="8208963" y="2400300"/>
          <p14:tracePt t="10455" x="8002588" y="2400300"/>
          <p14:tracePt t="10463" x="7794625" y="2363788"/>
          <p14:tracePt t="10471" x="7551738" y="2351088"/>
          <p14:tracePt t="10479" x="7173913" y="2301875"/>
          <p14:tracePt t="10488" x="6931025" y="2278063"/>
          <p14:tracePt t="10496" x="6796088" y="2254250"/>
          <p14:tracePt t="10505" x="6577013" y="2228850"/>
          <p14:tracePt t="10512" x="6261100" y="2179638"/>
          <p14:tracePt t="10521" x="6089650" y="2168525"/>
          <p14:tracePt t="10529" x="5967413" y="2168525"/>
          <p14:tracePt t="10538" x="5846763" y="2155825"/>
          <p14:tracePt t="10546" x="5773738" y="2155825"/>
          <p14:tracePt t="10555" x="5724525" y="2155825"/>
          <p14:tracePt t="10563" x="5700713" y="2143125"/>
          <p14:tracePt t="10572" x="5688013" y="2143125"/>
          <p14:tracePt t="10585" x="5675313" y="2143125"/>
          <p14:tracePt t="10595" x="5664200" y="2143125"/>
          <p14:tracePt t="10607" x="5651500" y="2143125"/>
          <p14:tracePt t="10612" x="5638800" y="2143125"/>
          <p14:tracePt t="10615" x="5627688" y="2143125"/>
          <p14:tracePt t="10621" x="5602288" y="2143125"/>
          <p14:tracePt t="10629" x="5565775" y="2143125"/>
          <p14:tracePt t="10638" x="5529263" y="2143125"/>
          <p14:tracePt t="10646" x="5481638" y="2143125"/>
          <p14:tracePt t="10654" x="5395913" y="2143125"/>
          <p14:tracePt t="10663" x="5310188" y="2143125"/>
          <p14:tracePt t="10671" x="5213350" y="2143125"/>
          <p14:tracePt t="10679" x="5041900" y="2143125"/>
          <p14:tracePt t="10688" x="4945063" y="2143125"/>
          <p14:tracePt t="10696" x="4884738" y="2143125"/>
          <p14:tracePt t="10704" x="4749800" y="2132013"/>
          <p14:tracePt t="10713" x="4554538" y="2119313"/>
          <p14:tracePt t="10721" x="4470400" y="2106613"/>
          <p14:tracePt t="10729" x="4371975" y="2095500"/>
          <p14:tracePt t="10737" x="4311650" y="2095500"/>
          <p14:tracePt t="10746" x="4251325" y="2082800"/>
          <p14:tracePt t="10754" x="4202113" y="2082800"/>
          <p14:tracePt t="10762" x="4165600" y="2082800"/>
          <p14:tracePt t="10771" x="4129088" y="2082800"/>
          <p14:tracePt t="10779" x="4056063" y="2082800"/>
          <p14:tracePt t="10787" x="4006850" y="2082800"/>
          <p14:tracePt t="10796" x="3983038" y="2082800"/>
          <p14:tracePt t="10804" x="3921125" y="2082800"/>
          <p14:tracePt t="10812" x="3836988" y="2082800"/>
          <p14:tracePt t="10821" x="3800475" y="2082800"/>
          <p14:tracePt t="10829" x="3775075" y="2082800"/>
          <p14:tracePt t="10837" x="3763963" y="2082800"/>
          <p14:tracePt t="10846" x="3751263" y="2082800"/>
          <p14:tracePt t="10854" x="3738563" y="2082800"/>
          <p14:tracePt t="10862" x="3727450" y="2082800"/>
          <p14:tracePt t="10871" x="3702050" y="2082800"/>
          <p14:tracePt t="10879" x="3665538" y="2082800"/>
          <p14:tracePt t="10887" x="3629025" y="2082800"/>
          <p14:tracePt t="10896" x="3617913" y="2082800"/>
          <p14:tracePt t="10904" x="3605213" y="2082800"/>
          <p14:tracePt t="10912" x="3568700" y="2082800"/>
          <p14:tracePt t="10921" x="3532188" y="2082800"/>
          <p14:tracePt t="10929" x="3495675" y="2082800"/>
          <p14:tracePt t="10937" x="3471863" y="2082800"/>
          <p14:tracePt t="10946" x="3446463" y="2082800"/>
          <p14:tracePt t="10954" x="3422650" y="2070100"/>
          <p14:tracePt t="10962" x="3398838" y="2070100"/>
          <p14:tracePt t="10971" x="3386138" y="2070100"/>
          <p14:tracePt t="10979" x="3362325" y="2070100"/>
          <p14:tracePt t="10987" x="3349625" y="2070100"/>
          <p14:tracePt t="10996" x="3325813" y="2070100"/>
          <p14:tracePt t="11006" x="3313113" y="2070100"/>
          <p14:tracePt t="11014" x="3300413" y="2070100"/>
          <p14:tracePt t="11021" x="3289300" y="2058988"/>
          <p14:tracePt t="11029" x="3276600" y="2058988"/>
          <p14:tracePt t="11037" x="3263900" y="2058988"/>
          <p14:tracePt t="11046" x="3252788" y="2058988"/>
          <p14:tracePt t="11054" x="3227388" y="2058988"/>
          <p14:tracePt t="11062" x="3214688" y="2058988"/>
          <p14:tracePt t="11070" x="3190875" y="2058988"/>
          <p14:tracePt t="11079" x="3178175" y="2046288"/>
          <p14:tracePt t="11087" x="3167063" y="2046288"/>
          <p14:tracePt t="11096" x="3141663" y="2046288"/>
          <p14:tracePt t="11104" x="3130550" y="2046288"/>
          <p14:tracePt t="11112" x="3105150" y="2046288"/>
          <p14:tracePt t="11120" x="3068638" y="2046288"/>
          <p14:tracePt t="11129" x="3057525" y="2046288"/>
          <p14:tracePt t="11137" x="3044825" y="2046288"/>
          <p14:tracePt t="11146" x="3021013" y="2046288"/>
          <p14:tracePt t="11154" x="3008313" y="2046288"/>
          <p14:tracePt t="11162" x="2995613" y="2033588"/>
          <p14:tracePt t="11170" x="2984500" y="2033588"/>
          <p14:tracePt t="11179" x="2971800" y="2033588"/>
          <p14:tracePt t="11212" x="2959100" y="2033588"/>
          <p14:tracePt t="11220" x="2947988" y="2033588"/>
          <p14:tracePt t="11227" x="2935288" y="2022475"/>
          <p14:tracePt t="11232" x="2922588" y="2022475"/>
          <p14:tracePt t="11240" x="2911475" y="2022475"/>
          <p14:tracePt t="11245" x="2898775" y="2022475"/>
          <p14:tracePt t="11254" x="2886075" y="2022475"/>
          <p14:tracePt t="11262" x="2862263" y="2022475"/>
          <p14:tracePt t="11270" x="2838450" y="2022475"/>
          <p14:tracePt t="11279" x="2813050" y="2022475"/>
          <p14:tracePt t="11287" x="2789238" y="2009775"/>
          <p14:tracePt t="11295" x="2776538" y="2009775"/>
          <p14:tracePt t="11304" x="2765425" y="2009775"/>
          <p14:tracePt t="11312" x="2752725" y="2009775"/>
          <p14:tracePt t="11320" x="2728913" y="2009775"/>
          <p14:tracePt t="11331" x="2716213" y="2009775"/>
          <p14:tracePt t="11337" x="2703513" y="2009775"/>
          <p14:tracePt t="11345" x="2692400" y="2009775"/>
          <p14:tracePt t="11492" x="2692400" y="2022475"/>
          <p14:tracePt t="11495" x="2692400" y="2033588"/>
          <p14:tracePt t="11507" x="2692400" y="2046288"/>
          <p14:tracePt t="11514" x="2692400" y="2070100"/>
          <p14:tracePt t="11527" x="2692400" y="2082800"/>
          <p14:tracePt t="11532" x="2692400" y="2095500"/>
          <p14:tracePt t="11545" x="2692400" y="2106613"/>
          <p14:tracePt t="11554" x="2692400" y="2119313"/>
          <p14:tracePt t="11564" x="2692400" y="2132013"/>
          <p14:tracePt t="11575" x="2692400" y="2143125"/>
          <p14:tracePt t="11579" x="2703513" y="2143125"/>
          <p14:tracePt t="11585" x="2703513" y="2155825"/>
          <p14:tracePt t="11587" x="2716213" y="2155825"/>
          <p14:tracePt t="11595" x="2728913" y="2168525"/>
          <p14:tracePt t="11603" x="2740025" y="2168525"/>
          <p14:tracePt t="11612" x="2765425" y="2192338"/>
          <p14:tracePt t="11620" x="2813050" y="2205038"/>
          <p14:tracePt t="11628" x="2838450" y="2228850"/>
          <p14:tracePt t="11637" x="2849563" y="2228850"/>
          <p14:tracePt t="11645" x="2862263" y="2241550"/>
          <p14:tracePt t="11653" x="2886075" y="2265363"/>
          <p14:tracePt t="11662" x="2911475" y="2265363"/>
          <p14:tracePt t="11670" x="2935288" y="2278063"/>
          <p14:tracePt t="11678" x="2959100" y="2290763"/>
          <p14:tracePt t="11687" x="2984500" y="2301875"/>
          <p14:tracePt t="11695" x="2995613" y="2301875"/>
          <p14:tracePt t="11703" x="3008313" y="2301875"/>
          <p14:tracePt t="11712" x="3021013" y="2301875"/>
          <p14:tracePt t="11820" x="3008313" y="2314575"/>
          <p14:tracePt t="11832" x="2995613" y="2327275"/>
          <p14:tracePt t="11835" x="2984500" y="2327275"/>
          <p14:tracePt t="11840" x="2971800" y="2327275"/>
          <p14:tracePt t="11846" x="2959100" y="2327275"/>
          <p14:tracePt t="11853" x="2947988" y="2338388"/>
          <p14:tracePt t="11861" x="2935288" y="2351088"/>
          <p14:tracePt t="11870" x="2911475" y="2363788"/>
          <p14:tracePt t="11878" x="2886075" y="2363788"/>
          <p14:tracePt t="11887" x="2862263" y="2374900"/>
          <p14:tracePt t="11895" x="2838450" y="2387600"/>
          <p14:tracePt t="11903" x="2813050" y="2400300"/>
          <p14:tracePt t="11912" x="2776538" y="2411413"/>
          <p14:tracePt t="11920" x="2765425" y="2424113"/>
          <p14:tracePt t="11928" x="2728913" y="2436813"/>
          <p14:tracePt t="11936" x="2716213" y="2447925"/>
          <p14:tracePt t="11945" x="2703513" y="2447925"/>
          <p14:tracePt t="11953" x="2692400" y="2460625"/>
          <p14:tracePt t="11965" x="2692400" y="2473325"/>
          <p14:tracePt t="11971" x="2679700" y="2473325"/>
          <p14:tracePt t="11985" x="2667000" y="2473325"/>
          <p14:tracePt t="11995" x="2655888" y="2473325"/>
          <p14:tracePt t="12000" x="2655888" y="2484438"/>
          <p14:tracePt t="12005" x="2643188" y="2484438"/>
          <p14:tracePt t="12012" x="2630488" y="2497138"/>
          <p14:tracePt t="12020" x="2619375" y="2497138"/>
          <p14:tracePt t="12028" x="2570163" y="2509838"/>
          <p14:tracePt t="12036" x="2570163" y="2520950"/>
          <p14:tracePt t="12045" x="2533650" y="2533650"/>
          <p14:tracePt t="12053" x="2508250" y="2546350"/>
          <p14:tracePt t="12061" x="2484438" y="2570163"/>
          <p14:tracePt t="12070" x="2447925" y="2582863"/>
          <p14:tracePt t="12078" x="2411413" y="2619375"/>
          <p14:tracePt t="12086" x="2398713" y="2630488"/>
          <p14:tracePt t="12095" x="2398713" y="2643188"/>
          <p14:tracePt t="12103" x="2387600" y="2679700"/>
          <p14:tracePt t="12112" x="2387600" y="2703513"/>
          <p14:tracePt t="12112" x="2387600" y="2728913"/>
          <p14:tracePt t="12120" x="2387600" y="2740025"/>
          <p14:tracePt t="12128" x="2387600" y="2789238"/>
          <p14:tracePt t="12136" x="2387600" y="2838450"/>
          <p14:tracePt t="12145" x="2398713" y="2851150"/>
          <p14:tracePt t="12153" x="2424113" y="2911475"/>
          <p14:tracePt t="12161" x="2435225" y="2947988"/>
          <p14:tracePt t="12169" x="2447925" y="2984500"/>
          <p14:tracePt t="12178" x="2460625" y="3033713"/>
          <p14:tracePt t="12186" x="2484438" y="3070225"/>
          <p14:tracePt t="12195" x="2497138" y="3094038"/>
          <p14:tracePt t="12203" x="2508250" y="3130550"/>
          <p14:tracePt t="12211" x="2520950" y="3167063"/>
          <p14:tracePt t="12219" x="2533650" y="3190875"/>
          <p14:tracePt t="12228" x="2533650" y="3216275"/>
          <p14:tracePt t="12236" x="2546350" y="3240088"/>
          <p14:tracePt t="12246" x="2546350" y="3252788"/>
          <p14:tracePt t="12253" x="2546350" y="3263900"/>
          <p14:tracePt t="12261" x="2546350" y="3276600"/>
          <p14:tracePt t="12269" x="2533650" y="3313113"/>
          <p14:tracePt t="12278" x="2520950" y="3336925"/>
          <p14:tracePt t="12286" x="2497138" y="3362325"/>
          <p14:tracePt t="12294" x="2471738" y="3398838"/>
          <p14:tracePt t="12303" x="2435225" y="3422650"/>
          <p14:tracePt t="12311" x="2387600" y="3459163"/>
          <p14:tracePt t="12320" x="2338388" y="3471863"/>
          <p14:tracePt t="12320" x="2325688" y="3484563"/>
          <p14:tracePt t="12328" x="2265363" y="3495675"/>
          <p14:tracePt t="12336" x="2216150" y="3508375"/>
          <p14:tracePt t="12344" x="2192338" y="3508375"/>
          <p14:tracePt t="12353" x="2106613" y="3508375"/>
          <p14:tracePt t="12361" x="2058988" y="3508375"/>
          <p14:tracePt t="12369" x="1997075" y="3508375"/>
          <p14:tracePt t="12378" x="1960563" y="3508375"/>
          <p14:tracePt t="12386" x="1912938" y="3508375"/>
          <p14:tracePt t="12394" x="1887538" y="3521075"/>
          <p14:tracePt t="12403" x="1876425" y="3521075"/>
          <p14:tracePt t="12411" x="1863725" y="3521075"/>
          <p14:tracePt t="12467" x="1851025" y="3521075"/>
          <p14:tracePt t="12485" x="1839913" y="3521075"/>
          <p14:tracePt t="12640" x="1851025" y="3521075"/>
          <p14:tracePt t="12652" x="1863725" y="3521075"/>
          <p14:tracePt t="12655" x="1876425" y="3521075"/>
          <p14:tracePt t="12661" x="1887538" y="3521075"/>
          <p14:tracePt t="12669" x="1912938" y="3508375"/>
          <p14:tracePt t="12678" x="1949450" y="3508375"/>
          <p14:tracePt t="12686" x="2009775" y="3508375"/>
          <p14:tracePt t="12694" x="2070100" y="3508375"/>
          <p14:tracePt t="12702" x="2192338" y="3508375"/>
          <p14:tracePt t="12711" x="2338388" y="3508375"/>
          <p14:tracePt t="12719" x="2582863" y="3508375"/>
          <p14:tracePt t="12727" x="2728913" y="3508375"/>
          <p14:tracePt t="12736" x="2789238" y="3508375"/>
          <p14:tracePt t="12744" x="2911475" y="3544888"/>
          <p14:tracePt t="12752" x="3044825" y="3557588"/>
          <p14:tracePt t="12761" x="3117850" y="3568700"/>
          <p14:tracePt t="12769" x="3178175" y="3581400"/>
          <p14:tracePt t="12777" x="3240088" y="3581400"/>
          <p14:tracePt t="12786" x="3289300" y="3594100"/>
          <p14:tracePt t="12794" x="3336925" y="3594100"/>
          <p14:tracePt t="12802" x="3386138" y="3594100"/>
          <p14:tracePt t="12810" x="3435350" y="3594100"/>
          <p14:tracePt t="12819" x="3519488" y="3594100"/>
          <p14:tracePt t="12827" x="3592513" y="3594100"/>
          <p14:tracePt t="12836" x="3617913" y="3594100"/>
          <p14:tracePt t="12844" x="3690938" y="3594100"/>
          <p14:tracePt t="12852" x="3787775" y="3594100"/>
          <p14:tracePt t="12860" x="3836988" y="3605213"/>
          <p14:tracePt t="12869" x="3884613" y="3605213"/>
          <p14:tracePt t="12877" x="3933825" y="3605213"/>
          <p14:tracePt t="12885" x="3983038" y="3605213"/>
          <p14:tracePt t="12894" x="4043363" y="3605213"/>
          <p14:tracePt t="12902" x="4105275" y="3605213"/>
          <p14:tracePt t="12910" x="4178300" y="3605213"/>
          <p14:tracePt t="12919" x="4251325" y="3605213"/>
          <p14:tracePt t="12927" x="4275138" y="3605213"/>
          <p14:tracePt t="12935" x="4287838" y="3605213"/>
          <p14:tracePt t="12944" x="4298950" y="3605213"/>
          <p14:tracePt t="12995" x="4311650" y="3594100"/>
          <p14:tracePt t="13000" x="4324350" y="3594100"/>
          <p14:tracePt t="13005" x="4335463" y="3594100"/>
          <p14:tracePt t="13010" x="4348163" y="3594100"/>
          <p14:tracePt t="13019" x="4421188" y="3581400"/>
          <p14:tracePt t="13027" x="4445000" y="3581400"/>
          <p14:tracePt t="13035" x="4530725" y="3568700"/>
          <p14:tracePt t="13044" x="4579938" y="3568700"/>
          <p14:tracePt t="13052" x="4749800" y="3557588"/>
          <p14:tracePt t="13060" x="4957763" y="3557588"/>
          <p14:tracePt t="13069" x="5224463" y="3557588"/>
          <p14:tracePt t="13077" x="5359400" y="3557588"/>
          <p14:tracePt t="13085" x="5907088" y="3557588"/>
          <p14:tracePt t="13094" x="6308725" y="3557588"/>
          <p14:tracePt t="13102" x="6710363" y="3557588"/>
          <p14:tracePt t="13110" x="7077075" y="3557588"/>
          <p14:tracePt t="13118" x="7478713" y="3557588"/>
          <p14:tracePt t="13127" x="7551738" y="3557588"/>
          <p14:tracePt t="13135" x="7637463" y="3557588"/>
          <p14:tracePt t="13192" x="7648575" y="3544888"/>
          <p14:tracePt t="13195" x="7661275" y="3544888"/>
          <p14:tracePt t="13202" x="7673975" y="3532188"/>
          <p14:tracePt t="13210" x="7721600" y="3521075"/>
          <p14:tracePt t="13219" x="7770813" y="3508375"/>
          <p14:tracePt t="13227" x="7843838" y="3484563"/>
          <p14:tracePt t="13235" x="7953375" y="3459163"/>
          <p14:tracePt t="13243" x="8086725" y="3435350"/>
          <p14:tracePt t="13252" x="8270875" y="3398838"/>
          <p14:tracePt t="13260" x="8586788" y="3386138"/>
          <p14:tracePt t="13268" x="8829675" y="3373438"/>
          <p14:tracePt t="13277" x="8951913" y="3349625"/>
          <p14:tracePt t="13285" x="9342438" y="3336925"/>
          <p14:tracePt t="13293" x="9585325" y="3336925"/>
          <p14:tracePt t="13302" x="9793288" y="3325813"/>
          <p14:tracePt t="13310" x="9939338" y="3325813"/>
          <p14:tracePt t="13318" x="10023475" y="3325813"/>
          <p14:tracePt t="13412" x="10023475" y="3313113"/>
          <p14:tracePt t="13505" x="10012363" y="3313113"/>
          <p14:tracePt t="13507" x="9986963" y="3313113"/>
          <p14:tracePt t="13512" x="9975850" y="3313113"/>
          <p14:tracePt t="13518" x="9950450" y="3313113"/>
          <p14:tracePt t="13527" x="9840913" y="3300413"/>
          <p14:tracePt t="13535" x="9694863" y="3276600"/>
          <p14:tracePt t="13543" x="9525000" y="3263900"/>
          <p14:tracePt t="13552" x="9342438" y="3227388"/>
          <p14:tracePt t="13560" x="9097963" y="3203575"/>
          <p14:tracePt t="13569" x="8977313" y="3190875"/>
          <p14:tracePt t="13577" x="8928100" y="3179763"/>
          <p14:tracePt t="13585" x="8829675" y="3167063"/>
          <p14:tracePt t="13593" x="8732838" y="3143250"/>
          <p14:tracePt t="13602" x="8709025" y="3130550"/>
          <p14:tracePt t="13610" x="8672513" y="3117850"/>
          <p14:tracePt t="13618" x="8659813" y="3117850"/>
          <p14:tracePt t="13626" x="8647113" y="3117850"/>
          <p14:tracePt t="13647" x="8636000" y="3117850"/>
          <p14:tracePt t="13687" x="8623300" y="3117850"/>
          <p14:tracePt t="13692" x="8599488" y="3117850"/>
          <p14:tracePt t="13701" x="8574088" y="3117850"/>
          <p14:tracePt t="13710" x="8562975" y="3117850"/>
          <p14:tracePt t="13718" x="8526463" y="3117850"/>
          <p14:tracePt t="13727" x="8501063" y="3117850"/>
          <p14:tracePt t="13735" x="8489950" y="3117850"/>
          <p14:tracePt t="13743" x="8464550" y="3117850"/>
          <p14:tracePt t="13800" x="8477250" y="3106738"/>
          <p14:tracePt t="13805" x="8489950" y="3106738"/>
          <p14:tracePt t="13810" x="8501063" y="3106738"/>
          <p14:tracePt t="13818" x="8550275" y="3094038"/>
          <p14:tracePt t="13827" x="8610600" y="3094038"/>
          <p14:tracePt t="13835" x="8672513" y="3094038"/>
          <p14:tracePt t="13843" x="8793163" y="3081338"/>
          <p14:tracePt t="13851" x="8964613" y="3081338"/>
          <p14:tracePt t="13860" x="9232900" y="3081338"/>
          <p14:tracePt t="13868" x="9415463" y="3081338"/>
          <p14:tracePt t="13876" x="9598025" y="3081338"/>
          <p14:tracePt t="13885" x="9683750" y="3081338"/>
          <p14:tracePt t="13893" x="9853613" y="3081338"/>
          <p14:tracePt t="13901" x="9939338" y="3081338"/>
          <p14:tracePt t="13909" x="9975850" y="3094038"/>
          <p14:tracePt t="13918" x="10012363" y="3106738"/>
          <p14:tracePt t="13926" x="10036175" y="3106738"/>
          <p14:tracePt t="13934" x="10036175" y="3117850"/>
          <p14:tracePt t="14000" x="10036175" y="3130550"/>
          <p14:tracePt t="14005" x="10012363" y="3143250"/>
          <p14:tracePt t="14012" x="9986963" y="3143250"/>
          <p14:tracePt t="14018" x="9950450" y="3154363"/>
          <p14:tracePt t="14026" x="9902825" y="3179763"/>
          <p14:tracePt t="14035" x="9829800" y="3203575"/>
          <p14:tracePt t="14043" x="9793288" y="3203575"/>
          <p14:tracePt t="14051" x="9731375" y="3227388"/>
          <p14:tracePt t="14059" x="9634538" y="3240088"/>
          <p14:tracePt t="14068" x="9585325" y="3240088"/>
          <p14:tracePt t="14076" x="9451975" y="3252788"/>
          <p14:tracePt t="14085" x="9353550" y="3252788"/>
          <p14:tracePt t="14093" x="9269413" y="3252788"/>
          <p14:tracePt t="14101" x="9170988" y="3252788"/>
          <p14:tracePt t="14109" x="9097963" y="3252788"/>
          <p14:tracePt t="14118" x="9013825" y="3252788"/>
          <p14:tracePt t="14126" x="8951913" y="3252788"/>
          <p14:tracePt t="14134" x="8891588" y="3252788"/>
          <p14:tracePt t="14143" x="8842375" y="3252788"/>
          <p14:tracePt t="14151" x="8805863" y="3252788"/>
          <p14:tracePt t="14159" x="8782050" y="3252788"/>
          <p14:tracePt t="14168" x="8769350" y="3252788"/>
          <p14:tracePt t="14200" x="8756650" y="3252788"/>
          <p14:tracePt t="14207" x="8745538" y="3252788"/>
          <p14:tracePt t="14220" x="8732838" y="3252788"/>
          <p14:tracePt t="14235" x="8720138" y="3252788"/>
          <p14:tracePt t="14240" x="8709025" y="3252788"/>
          <p14:tracePt t="14252" x="8696325" y="3252788"/>
          <p14:tracePt t="14255" x="8683625" y="3252788"/>
          <p14:tracePt t="14265" x="8672513" y="3252788"/>
          <p14:tracePt t="14285" x="8659813" y="3252788"/>
          <p14:tracePt t="14292" x="8647113" y="3252788"/>
          <p14:tracePt t="14300" x="8636000" y="3252788"/>
          <p14:tracePt t="14305" x="8623300" y="3252788"/>
          <p14:tracePt t="14309" x="8610600" y="3252788"/>
          <p14:tracePt t="14317" x="8599488" y="3252788"/>
          <p14:tracePt t="14326" x="8574088" y="3252788"/>
          <p14:tracePt t="14334" x="8550275" y="3252788"/>
          <p14:tracePt t="14342" x="8501063" y="3252788"/>
          <p14:tracePt t="14351" x="8464550" y="3240088"/>
          <p14:tracePt t="14359" x="8404225" y="3216275"/>
          <p14:tracePt t="14367" x="8380413" y="3216275"/>
          <p14:tracePt t="14376" x="8355013" y="3216275"/>
          <p14:tracePt t="14384" x="8331200" y="3190875"/>
          <p14:tracePt t="14392" x="8281988" y="3167063"/>
          <p14:tracePt t="14401" x="8232775" y="3154363"/>
          <p14:tracePt t="14409" x="8196263" y="3143250"/>
          <p14:tracePt t="14417" x="8148638" y="3130550"/>
          <p14:tracePt t="14426" x="8099425" y="3117850"/>
          <p14:tracePt t="14434" x="8050213" y="3117850"/>
          <p14:tracePt t="14442" x="7977188" y="3094038"/>
          <p14:tracePt t="14451" x="7843838" y="3081338"/>
          <p14:tracePt t="14459" x="7612063" y="3057525"/>
          <p14:tracePt t="14467" x="7442200" y="3044825"/>
          <p14:tracePt t="14476" x="7332663" y="3033713"/>
          <p14:tracePt t="14484" x="7124700" y="3008313"/>
          <p14:tracePt t="14492" x="6858000" y="2984500"/>
          <p14:tracePt t="14501" x="6735763" y="2971800"/>
          <p14:tracePt t="14509" x="6600825" y="2960688"/>
          <p14:tracePt t="14517" x="6491288" y="2947988"/>
          <p14:tracePt t="14526" x="6394450" y="2935288"/>
          <p14:tracePt t="14534" x="6334125" y="2935288"/>
          <p14:tracePt t="14542" x="6272213" y="2935288"/>
          <p14:tracePt t="14550" x="6211888" y="2935288"/>
          <p14:tracePt t="14559" x="6126163" y="2935288"/>
          <p14:tracePt t="14567" x="6065838" y="2935288"/>
          <p14:tracePt t="14576" x="6003925" y="2935288"/>
          <p14:tracePt t="14584" x="5967413" y="2935288"/>
          <p14:tracePt t="14592" x="5857875" y="2924175"/>
          <p14:tracePt t="14600" x="5810250" y="2924175"/>
          <p14:tracePt t="14609" x="5748338" y="2911475"/>
          <p14:tracePt t="14617" x="5700713" y="2911475"/>
          <p14:tracePt t="14625" x="5664200" y="2911475"/>
          <p14:tracePt t="14634" x="5638800" y="2911475"/>
          <p14:tracePt t="14642" x="5591175" y="2911475"/>
          <p14:tracePt t="14650" x="5554663" y="2911475"/>
          <p14:tracePt t="14659" x="5505450" y="2911475"/>
          <p14:tracePt t="14667" x="5419725" y="2911475"/>
          <p14:tracePt t="14675" x="5370513" y="2911475"/>
          <p14:tracePt t="14684" x="5334000" y="2924175"/>
          <p14:tracePt t="14692" x="5237163" y="2924175"/>
          <p14:tracePt t="14700" x="5200650" y="2935288"/>
          <p14:tracePt t="14709" x="5151438" y="2935288"/>
          <p14:tracePt t="14717" x="5091113" y="2947988"/>
          <p14:tracePt t="14725" x="5005388" y="2960688"/>
          <p14:tracePt t="14734" x="4932363" y="2960688"/>
          <p14:tracePt t="14742" x="4835525" y="2971800"/>
          <p14:tracePt t="14750" x="4762500" y="2984500"/>
          <p14:tracePt t="14759" x="4652963" y="2997200"/>
          <p14:tracePt t="14767" x="4554538" y="3008313"/>
          <p14:tracePt t="14776" x="4506913" y="3021013"/>
          <p14:tracePt t="14784" x="4421188" y="3033713"/>
          <p14:tracePt t="14792" x="4311650" y="3033713"/>
          <p14:tracePt t="14800" x="4251325" y="3033713"/>
          <p14:tracePt t="14809" x="4225925" y="3033713"/>
          <p14:tracePt t="14817" x="4214813" y="3033713"/>
          <p14:tracePt t="14825" x="4202113" y="3033713"/>
          <p14:tracePt t="14834" x="4189413" y="3033713"/>
          <p14:tracePt t="14842" x="4178300" y="3033713"/>
          <p14:tracePt t="14850" x="4152900" y="3044825"/>
          <p14:tracePt t="14859" x="4116388" y="3044825"/>
          <p14:tracePt t="14867" x="4092575" y="3057525"/>
          <p14:tracePt t="14875" x="4043363" y="3057525"/>
          <p14:tracePt t="14884" x="4032250" y="3057525"/>
          <p14:tracePt t="14892" x="3970338" y="3057525"/>
          <p14:tracePt t="14900" x="3946525" y="3070225"/>
          <p14:tracePt t="14909" x="3897313" y="3070225"/>
          <p14:tracePt t="14917" x="3884613" y="3070225"/>
          <p14:tracePt t="14925" x="3811588" y="3070225"/>
          <p14:tracePt t="14933" x="3787775" y="3070225"/>
          <p14:tracePt t="14942" x="3751263" y="3081338"/>
          <p14:tracePt t="14950" x="3714750" y="3081338"/>
          <p14:tracePt t="14959" x="3702050" y="3081338"/>
          <p14:tracePt t="14967" x="3678238" y="3081338"/>
          <p14:tracePt t="14995" x="3665538" y="3081338"/>
          <p14:tracePt t="15005" x="3654425" y="3081338"/>
          <p14:tracePt t="15012" x="3641725" y="3081338"/>
          <p14:tracePt t="15015" x="3629025" y="3081338"/>
          <p14:tracePt t="15020" x="3617913" y="3081338"/>
          <p14:tracePt t="15025" x="3605213" y="3081338"/>
          <p14:tracePt t="15033" x="3581400" y="3081338"/>
          <p14:tracePt t="15042" x="3568700" y="3081338"/>
          <p14:tracePt t="15050" x="3544888" y="3081338"/>
          <p14:tracePt t="15058" x="3508375" y="3081338"/>
          <p14:tracePt t="15067" x="3459163" y="3081338"/>
          <p14:tracePt t="15075" x="3409950" y="3081338"/>
          <p14:tracePt t="15083" x="3398838" y="3081338"/>
          <p14:tracePt t="15092" x="3373438" y="3081338"/>
          <p14:tracePt t="15100" x="3336925" y="3081338"/>
          <p14:tracePt t="15108" x="3313113" y="3081338"/>
          <p14:tracePt t="15117" x="3300413" y="3081338"/>
          <p14:tracePt t="15125" x="3276600" y="3081338"/>
          <p14:tracePt t="15133" x="3263900" y="3070225"/>
          <p14:tracePt t="15142" x="3240088" y="3070225"/>
          <p14:tracePt t="15150" x="3214688" y="3070225"/>
          <p14:tracePt t="15158" x="3203575" y="3070225"/>
          <p14:tracePt t="15167" x="3178175" y="3070225"/>
          <p14:tracePt t="15180" x="3167063" y="3070225"/>
          <p14:tracePt t="15185" x="3154363" y="3070225"/>
          <p14:tracePt t="15192" x="3141663" y="3070225"/>
          <p14:tracePt t="15205" x="3130550" y="3070225"/>
          <p14:tracePt t="15212" x="3117850" y="3070225"/>
          <p14:tracePt t="15225" x="3105150" y="3070225"/>
          <p14:tracePt t="15227" x="3094038" y="3070225"/>
          <p14:tracePt t="15233" x="3081338" y="3070225"/>
          <p14:tracePt t="15242" x="3068638" y="3070225"/>
          <p14:tracePt t="15250" x="3057525" y="3070225"/>
          <p14:tracePt t="15258" x="3021013" y="3070225"/>
          <p14:tracePt t="15267" x="3008313" y="3081338"/>
          <p14:tracePt t="15275" x="2971800" y="3081338"/>
          <p14:tracePt t="15285" x="2959100" y="3081338"/>
          <p14:tracePt t="15292" x="2947988" y="3081338"/>
          <p14:tracePt t="15300" x="2935288" y="3081338"/>
          <p14:tracePt t="15308" x="2911475" y="3081338"/>
          <p14:tracePt t="15317" x="2886075" y="3081338"/>
          <p14:tracePt t="15325" x="2862263" y="3081338"/>
          <p14:tracePt t="15333" x="2801938" y="3081338"/>
          <p14:tracePt t="15341" x="2765425" y="3081338"/>
          <p14:tracePt t="15350" x="2728913" y="3081338"/>
          <p14:tracePt t="15358" x="2667000" y="3081338"/>
          <p14:tracePt t="15366" x="2655888" y="3081338"/>
          <p14:tracePt t="15375" x="2606675" y="3081338"/>
          <p14:tracePt t="15383" x="2570163" y="3081338"/>
          <p14:tracePt t="15392" x="2533650" y="3081338"/>
          <p14:tracePt t="15400" x="2497138" y="3081338"/>
          <p14:tracePt t="15408" x="2460625" y="3081338"/>
          <p14:tracePt t="15416" x="2435225" y="3081338"/>
          <p14:tracePt t="15425" x="2424113" y="3081338"/>
          <p14:tracePt t="15433" x="2398713" y="3081338"/>
          <p14:tracePt t="15441" x="2374900" y="3081338"/>
          <p14:tracePt t="15450" x="2351088" y="3081338"/>
          <p14:tracePt t="15458" x="2338388" y="3081338"/>
          <p14:tracePt t="15467" x="2314575" y="3081338"/>
          <p14:tracePt t="15475" x="2301875" y="3081338"/>
          <p14:tracePt t="15483" x="2289175" y="3081338"/>
          <p14:tracePt t="15491" x="2278063" y="3081338"/>
          <p14:tracePt t="18860" x="2289175" y="3081338"/>
          <p14:tracePt t="18865" x="2301875" y="3081338"/>
          <p14:tracePt t="18867" x="2314575" y="3081338"/>
          <p14:tracePt t="18873" x="2351088" y="3081338"/>
          <p14:tracePt t="18880" x="2374900" y="3081338"/>
          <p14:tracePt t="18888" x="2447925" y="3081338"/>
          <p14:tracePt t="18897" x="2471738" y="3081338"/>
          <p14:tracePt t="18905" x="2557463" y="3081338"/>
          <p14:tracePt t="18913" x="2765425" y="3094038"/>
          <p14:tracePt t="18921" x="2935288" y="3130550"/>
          <p14:tracePt t="18930" x="3167063" y="3154363"/>
          <p14:tracePt t="18938" x="3508375" y="3203575"/>
          <p14:tracePt t="18947" x="3605213" y="3216275"/>
          <p14:tracePt t="18955" x="3763963" y="3263900"/>
          <p14:tracePt t="18963" x="3860800" y="3289300"/>
          <p14:tracePt t="18971" x="3897313" y="3289300"/>
          <p14:tracePt t="18979" x="3921125" y="3289300"/>
          <p14:tracePt t="19075" x="3933825" y="3289300"/>
          <p14:tracePt t="19085" x="3946525" y="3289300"/>
          <p14:tracePt t="19086" x="3959225" y="3289300"/>
          <p14:tracePt t="19091" x="3970338" y="3289300"/>
          <p14:tracePt t="19096" x="3983038" y="3289300"/>
          <p14:tracePt t="19105" x="3995738" y="3289300"/>
          <p14:tracePt t="19113" x="4068763" y="3289300"/>
          <p14:tracePt t="19121" x="4129088" y="3289300"/>
          <p14:tracePt t="19130" x="4165600" y="3289300"/>
          <p14:tracePt t="19138" x="4262438" y="3289300"/>
          <p14:tracePt t="19146" x="4408488" y="3289300"/>
          <p14:tracePt t="19155" x="4591050" y="3289300"/>
          <p14:tracePt t="19163" x="4859338" y="3289300"/>
          <p14:tracePt t="19172" x="5151438" y="3289300"/>
          <p14:tracePt t="19180" x="5505450" y="3289300"/>
          <p14:tracePt t="19188" x="6065838" y="3300413"/>
          <p14:tracePt t="19196" x="6407150" y="3313113"/>
          <p14:tracePt t="19205" x="6600825" y="3336925"/>
          <p14:tracePt t="19213" x="7064375" y="3362325"/>
          <p14:tracePt t="19221" x="7332663" y="3398838"/>
          <p14:tracePt t="19229" x="7564438" y="3422650"/>
          <p14:tracePt t="19238" x="7747000" y="3459163"/>
          <p14:tracePt t="19246" x="7880350" y="3484563"/>
          <p14:tracePt t="19254" x="7940675" y="3508375"/>
          <p14:tracePt t="19263" x="7953375" y="3508375"/>
          <p14:tracePt t="19271" x="7966075" y="3508375"/>
          <p14:tracePt t="19287" x="7977188" y="3508375"/>
          <p14:tracePt t="19345" x="7989888" y="3508375"/>
          <p14:tracePt t="19352" x="8026400" y="3508375"/>
          <p14:tracePt t="19356" x="8039100" y="3508375"/>
          <p14:tracePt t="19363" x="8075613" y="3508375"/>
          <p14:tracePt t="19371" x="8112125" y="3508375"/>
          <p14:tracePt t="19379" x="8221663" y="3508375"/>
          <p14:tracePt t="19388" x="8307388" y="3508375"/>
          <p14:tracePt t="19396" x="8391525" y="3508375"/>
          <p14:tracePt t="19404" x="8428038" y="3508375"/>
          <p14:tracePt t="19413" x="8513763" y="3508375"/>
          <p14:tracePt t="19565" x="8513763" y="3521075"/>
          <p14:tracePt t="19575" x="8513763" y="3532188"/>
          <p14:tracePt t="19580" x="8526463" y="3532188"/>
          <p14:tracePt t="19600" x="8526463" y="3544888"/>
          <p14:tracePt t="19615" x="8526463" y="3557588"/>
          <p14:tracePt t="19627" x="8526463" y="3568700"/>
          <p14:tracePt t="19672" x="8526463" y="3581400"/>
          <p14:tracePt t="20147" x="8513763" y="3581400"/>
          <p14:tracePt t="20172" x="8501063" y="3581400"/>
          <p14:tracePt t="21865" x="8513763" y="3581400"/>
          <p14:tracePt t="21866" x="8526463" y="3581400"/>
          <p14:tracePt t="21872" x="8537575" y="3581400"/>
          <p14:tracePt t="21877" x="8550275" y="3581400"/>
          <p14:tracePt t="21885" x="8586788" y="3581400"/>
          <p14:tracePt t="21894" x="8599488" y="3581400"/>
          <p14:tracePt t="21902" x="8610600" y="3581400"/>
          <p14:tracePt t="21910" x="8647113" y="3568700"/>
          <p14:tracePt t="21919" x="8672513" y="3568700"/>
          <p14:tracePt t="21927" x="8720138" y="3568700"/>
          <p14:tracePt t="21935" x="8782050" y="3568700"/>
          <p14:tracePt t="21944" x="8805863" y="3568700"/>
          <p14:tracePt t="21952" x="8842375" y="3568700"/>
          <p14:tracePt t="21960" x="8902700" y="3557588"/>
          <p14:tracePt t="21968" x="8915400" y="3557588"/>
          <p14:tracePt t="21977" x="8939213" y="3557588"/>
          <p14:tracePt t="22235" x="8951913" y="3544888"/>
          <p14:tracePt t="22240" x="8964613" y="3544888"/>
          <p14:tracePt t="22244" x="8977313" y="3544888"/>
          <p14:tracePt t="22252" x="8988425" y="3544888"/>
          <p14:tracePt t="22260" x="9013825" y="3532188"/>
          <p14:tracePt t="22268" x="9037638" y="3532188"/>
          <p14:tracePt t="22277" x="9074150" y="3532188"/>
          <p14:tracePt t="22285" x="9086850" y="3532188"/>
          <p14:tracePt t="22293" x="9123363" y="3532188"/>
          <p14:tracePt t="22301" x="9147175" y="3532188"/>
          <p14:tracePt t="22310" x="9147175" y="3521075"/>
          <p14:tracePt t="22318" x="9170988" y="3521075"/>
          <p14:tracePt t="22326" x="9183688" y="3521075"/>
          <p14:tracePt t="22335" x="9207500" y="3521075"/>
          <p14:tracePt t="22345" x="9220200" y="3521075"/>
          <p14:tracePt t="22352" x="9232900" y="3521075"/>
          <p14:tracePt t="22360" x="9244013" y="3508375"/>
          <p14:tracePt t="22368" x="9269413" y="3508375"/>
          <p14:tracePt t="22376" x="9280525" y="3508375"/>
          <p14:tracePt t="22385" x="9293225" y="3508375"/>
          <p14:tracePt t="22393" x="9342438" y="3508375"/>
          <p14:tracePt t="22401" x="9378950" y="3508375"/>
          <p14:tracePt t="22410" x="9415463" y="3508375"/>
          <p14:tracePt t="22418" x="9463088" y="3508375"/>
          <p14:tracePt t="22426" x="9499600" y="3508375"/>
          <p14:tracePt t="22435" x="9561513" y="3508375"/>
          <p14:tracePt t="22443" x="9585325" y="3508375"/>
          <p14:tracePt t="22452" x="9621838" y="3508375"/>
          <p14:tracePt t="22460" x="9658350" y="3508375"/>
          <p14:tracePt t="22468" x="9707563" y="3508375"/>
          <p14:tracePt t="22476" x="9744075" y="3508375"/>
          <p14:tracePt t="22485" x="9767888" y="3508375"/>
          <p14:tracePt t="22493" x="9840913" y="3508375"/>
          <p14:tracePt t="22501" x="9902825" y="3508375"/>
          <p14:tracePt t="22510" x="9939338" y="3508375"/>
          <p14:tracePt t="22518" x="10012363" y="3508375"/>
          <p14:tracePt t="22527" x="10072688" y="3508375"/>
          <p14:tracePt t="22527" x="10121900" y="3508375"/>
          <p14:tracePt t="22535" x="10158413" y="3508375"/>
          <p14:tracePt t="22543" x="10242550" y="3508375"/>
          <p14:tracePt t="22551" x="10315575" y="3508375"/>
          <p14:tracePt t="22560" x="10388600" y="3508375"/>
          <p14:tracePt t="22568" x="10474325" y="3508375"/>
          <p14:tracePt t="22576" x="10499725" y="3508375"/>
          <p14:tracePt t="22585" x="10510838" y="3508375"/>
          <p14:tracePt t="22593" x="10536238" y="3508375"/>
          <p14:tracePt t="22601" x="10547350" y="3508375"/>
          <p14:tracePt t="22611" x="10560050" y="3508375"/>
          <p14:tracePt t="22632" x="10572750" y="3508375"/>
          <p14:tracePt t="22692" x="10583863" y="3508375"/>
          <p14:tracePt t="22700" x="10596563" y="3508375"/>
          <p14:tracePt t="22707" x="10620375" y="3508375"/>
          <p14:tracePt t="22715" x="10633075" y="3508375"/>
          <p14:tracePt t="22725" x="10645775" y="3508375"/>
          <p14:tracePt t="22727" x="10656888" y="3508375"/>
          <p14:tracePt t="22735" x="10669588" y="3508375"/>
          <p14:tracePt t="23075" x="10656888" y="3508375"/>
          <p14:tracePt t="23087" x="10645775" y="3508375"/>
          <p14:tracePt t="23105" x="10633075" y="3521075"/>
          <p14:tracePt t="23112" x="10620375" y="3521075"/>
          <p14:tracePt t="23125" x="10609263" y="3521075"/>
          <p14:tracePt t="23132" x="10596563" y="3521075"/>
          <p14:tracePt t="23135" x="10596563" y="3532188"/>
          <p14:tracePt t="23142" x="10583863" y="3532188"/>
          <p14:tracePt t="23160" x="10572750" y="3532188"/>
          <p14:tracePt t="23172" x="10560050" y="3544888"/>
          <p14:tracePt t="23185" x="10547350" y="3544888"/>
          <p14:tracePt t="23186" x="10536238" y="3544888"/>
          <p14:tracePt t="23192" x="10523538" y="3544888"/>
          <p14:tracePt t="23201" x="10510838" y="3557588"/>
          <p14:tracePt t="23209" x="10487025" y="3557588"/>
          <p14:tracePt t="23217" x="10463213" y="3557588"/>
          <p14:tracePt t="23226" x="10450513" y="3557588"/>
          <p14:tracePt t="23234" x="10437813" y="3568700"/>
          <p14:tracePt t="23242" x="10426700" y="3568700"/>
          <p14:tracePt t="23251" x="10414000" y="3568700"/>
          <p14:tracePt t="23275" x="10401300" y="3568700"/>
          <p14:tracePt t="23287" x="10401300" y="3581400"/>
          <p14:tracePt t="23294" x="10388600" y="3581400"/>
          <p14:tracePt t="23304" x="10377488" y="3581400"/>
          <p14:tracePt t="23315" x="10364788" y="3581400"/>
          <p14:tracePt t="23325" x="10352088" y="3581400"/>
          <p14:tracePt t="23332" x="10340975" y="3581400"/>
          <p14:tracePt t="23360" x="10328275" y="3581400"/>
          <p14:tracePt t="23372" x="10315575" y="3581400"/>
          <p14:tracePt t="23387" x="10304463" y="3581400"/>
          <p14:tracePt t="23392" x="10291763" y="3581400"/>
          <p14:tracePt t="23394" x="10279063" y="3581400"/>
          <p14:tracePt t="23405" x="10267950" y="3581400"/>
          <p14:tracePt t="23409" x="10255250" y="3581400"/>
          <p14:tracePt t="23417" x="10242550" y="3581400"/>
          <p14:tracePt t="23425" x="10218738" y="3581400"/>
          <p14:tracePt t="23434" x="10182225" y="3581400"/>
          <p14:tracePt t="23442" x="10158413" y="3581400"/>
          <p14:tracePt t="23450" x="10145713" y="3581400"/>
          <p14:tracePt t="23459" x="10133013" y="3581400"/>
          <p14:tracePt t="23467" x="10121900" y="3581400"/>
          <p14:tracePt t="23475" x="10109200" y="3581400"/>
          <p14:tracePt t="23486" x="10096500" y="3581400"/>
          <p14:tracePt t="23507" x="10085388" y="3581400"/>
          <p14:tracePt t="23520" x="10072688" y="3581400"/>
          <p14:tracePt t="23526" x="10059988" y="3581400"/>
          <p14:tracePt t="23540" x="10048875" y="3581400"/>
          <p14:tracePt t="23544" x="10036175" y="3581400"/>
          <p14:tracePt t="23555" x="10023475" y="3581400"/>
          <p14:tracePt t="23560" x="10012363" y="3581400"/>
          <p14:tracePt t="23565" x="9999663" y="3581400"/>
          <p14:tracePt t="23572" x="9986963" y="3581400"/>
          <p14:tracePt t="23576" x="9975850" y="3581400"/>
          <p14:tracePt t="23584" x="9963150" y="3581400"/>
          <p14:tracePt t="23592" x="9926638" y="3581400"/>
          <p14:tracePt t="23600" x="9902825" y="3581400"/>
          <p14:tracePt t="23609" x="9853613" y="3581400"/>
          <p14:tracePt t="23617" x="9829800" y="3581400"/>
          <p14:tracePt t="23625" x="9793288" y="3581400"/>
          <p14:tracePt t="23634" x="9756775" y="3581400"/>
          <p14:tracePt t="23642" x="9707563" y="3568700"/>
          <p14:tracePt t="23650" x="9683750" y="3568700"/>
          <p14:tracePt t="23659" x="9658350" y="3557588"/>
          <p14:tracePt t="23667" x="9634538" y="3544888"/>
          <p14:tracePt t="23675" x="9609138" y="3544888"/>
          <p14:tracePt t="23683" x="9598025" y="3544888"/>
          <p14:tracePt t="23692" x="9585325" y="3544888"/>
          <p14:tracePt t="23700" x="9561513" y="3532188"/>
          <p14:tracePt t="23715" x="9548813" y="3532188"/>
          <p14:tracePt t="23735" x="9536113" y="3532188"/>
          <p14:tracePt t="23772" x="9525000" y="3532188"/>
          <p14:tracePt t="23800" x="9512300" y="3532188"/>
          <p14:tracePt t="23832" x="9499600" y="3532188"/>
          <p14:tracePt t="23865" x="9488488" y="3532188"/>
          <p14:tracePt t="23875" x="9475788" y="3532188"/>
          <p14:tracePt t="24027" x="9463088" y="3532188"/>
          <p14:tracePt t="24040" x="9451975" y="3532188"/>
          <p14:tracePt t="24047" x="9439275" y="3532188"/>
          <p14:tracePt t="24055" x="9426575" y="3532188"/>
          <p14:tracePt t="24059" x="9415463" y="3532188"/>
          <p14:tracePt t="24068" x="9402763" y="3532188"/>
          <p14:tracePt t="24072" x="9390063" y="3532188"/>
          <p14:tracePt t="24076" x="9378950" y="3532188"/>
          <p14:tracePt t="24085" x="9353550" y="3532188"/>
          <p14:tracePt t="24092" x="9342438" y="3532188"/>
          <p14:tracePt t="24100" x="9305925" y="3544888"/>
          <p14:tracePt t="24108" x="9232900" y="3557588"/>
          <p14:tracePt t="24116" x="9170988" y="3557588"/>
          <p14:tracePt t="24125" x="9159875" y="3568700"/>
          <p14:tracePt t="24133" x="9061450" y="3568700"/>
          <p14:tracePt t="24141" x="9013825" y="3568700"/>
          <p14:tracePt t="24150" x="8977313" y="3568700"/>
          <p14:tracePt t="24158" x="8939213" y="3581400"/>
          <p14:tracePt t="24167" x="8915400" y="3581400"/>
          <p14:tracePt t="24175" x="8878888" y="3581400"/>
          <p14:tracePt t="24183" x="8866188" y="3581400"/>
          <p14:tracePt t="24192" x="8855075" y="3594100"/>
          <p14:tracePt t="24192" x="8842375" y="3594100"/>
          <p14:tracePt t="24205" x="8829675" y="3594100"/>
          <p14:tracePt t="24215" x="8818563" y="3594100"/>
          <p14:tracePt t="24455" x="8829675" y="3594100"/>
          <p14:tracePt t="24465" x="8842375" y="3594100"/>
          <p14:tracePt t="24467" x="8866188" y="3594100"/>
          <p14:tracePt t="24475" x="8891588" y="3594100"/>
          <p14:tracePt t="24483" x="8902700" y="3594100"/>
          <p14:tracePt t="24492" x="8928100" y="3594100"/>
          <p14:tracePt t="24500" x="8964613" y="3594100"/>
          <p14:tracePt t="24508" x="9024938" y="3594100"/>
          <p14:tracePt t="24516" x="9074150" y="3594100"/>
          <p14:tracePt t="24525" x="9086850" y="3594100"/>
          <p14:tracePt t="24533" x="9134475" y="3594100"/>
          <p14:tracePt t="24541" x="9170988" y="3594100"/>
          <p14:tracePt t="24549" x="9183688" y="3594100"/>
          <p14:tracePt t="24558" x="9196388" y="3594100"/>
          <p14:tracePt t="24566" x="9207500" y="3594100"/>
          <p14:tracePt t="24580" x="9220200" y="3594100"/>
          <p14:tracePt t="24587" x="9232900" y="3594100"/>
          <p14:tracePt t="24595" x="9244013" y="3594100"/>
          <p14:tracePt t="24605" x="9256713" y="3594100"/>
          <p14:tracePt t="24607" x="9269413" y="3594100"/>
          <p14:tracePt t="24616" x="9305925" y="3594100"/>
          <p14:tracePt t="24625" x="9317038" y="3594100"/>
          <p14:tracePt t="24633" x="9353550" y="3594100"/>
          <p14:tracePt t="24641" x="9390063" y="3594100"/>
          <p14:tracePt t="24649" x="9415463" y="3594100"/>
          <p14:tracePt t="24658" x="9451975" y="3594100"/>
          <p14:tracePt t="24666" x="9463088" y="3594100"/>
          <p14:tracePt t="24674" x="9488488" y="3594100"/>
          <p14:tracePt t="24684" x="9499600" y="3594100"/>
          <p14:tracePt t="24691" x="9512300" y="3594100"/>
          <p14:tracePt t="24705" x="9525000" y="3594100"/>
          <p14:tracePt t="24708" x="9536113" y="3594100"/>
          <p14:tracePt t="24719" x="9548813" y="3594100"/>
          <p14:tracePt t="24732" x="9561513" y="3594100"/>
          <p14:tracePt t="24734" x="9572625" y="3594100"/>
          <p14:tracePt t="24747" x="9585325" y="3594100"/>
          <p14:tracePt t="24751" x="9609138" y="3581400"/>
          <p14:tracePt t="24765" x="9634538" y="3568700"/>
          <p14:tracePt t="24766" x="9645650" y="3568700"/>
          <p14:tracePt t="24780" x="9671050" y="3557588"/>
          <p14:tracePt t="24784" x="9683750" y="3557588"/>
          <p14:tracePt t="24795" x="9694863" y="3557588"/>
          <p14:tracePt t="24800" x="9707563" y="3557588"/>
          <p14:tracePt t="24811" x="9720263" y="3557588"/>
          <p14:tracePt t="24816" x="9731375" y="3557588"/>
          <p14:tracePt t="24824" x="9744075" y="3557588"/>
          <p14:tracePt t="24832" x="9767888" y="3557588"/>
          <p14:tracePt t="24841" x="9780588" y="3557588"/>
          <p14:tracePt t="24849" x="9804400" y="3557588"/>
          <p14:tracePt t="24857" x="9829800" y="3557588"/>
          <p14:tracePt t="24866" x="9853613" y="3557588"/>
          <p14:tracePt t="24874" x="9877425" y="3557588"/>
          <p14:tracePt t="24882" x="9913938" y="3544888"/>
          <p14:tracePt t="24891" x="9950450" y="3544888"/>
          <p14:tracePt t="24899" x="9986963" y="3544888"/>
          <p14:tracePt t="24907" x="10036175" y="3544888"/>
          <p14:tracePt t="24916" x="10072688" y="3544888"/>
          <p14:tracePt t="24924" x="10096500" y="3544888"/>
          <p14:tracePt t="24932" x="10169525" y="3532188"/>
          <p14:tracePt t="24941" x="10218738" y="3532188"/>
          <p14:tracePt t="24949" x="10279063" y="3532188"/>
          <p14:tracePt t="24957" x="10340975" y="3532188"/>
          <p14:tracePt t="24966" x="10401300" y="3532188"/>
          <p14:tracePt t="24974" x="10450513" y="3532188"/>
          <p14:tracePt t="24982" x="10510838" y="3532188"/>
          <p14:tracePt t="24991" x="10583863" y="3532188"/>
          <p14:tracePt t="24999" x="10645775" y="3532188"/>
          <p14:tracePt t="25007" x="10755313" y="3532188"/>
          <p14:tracePt t="25016" x="10815638" y="3532188"/>
          <p14:tracePt t="25024" x="10852150" y="3532188"/>
          <p14:tracePt t="25032" x="10937875" y="3532188"/>
          <p14:tracePt t="25041" x="10974388" y="3532188"/>
          <p14:tracePt t="25049" x="10998200" y="3532188"/>
          <p14:tracePt t="25460" x="10985500" y="3532188"/>
          <p14:tracePt t="25465" x="10985500" y="3544888"/>
          <p14:tracePt t="25467" x="10974388" y="3544888"/>
          <p14:tracePt t="25474" x="10961688" y="3557588"/>
          <p14:tracePt t="25482" x="10948988" y="3557588"/>
          <p14:tracePt t="25490" x="10925175" y="3568700"/>
          <p14:tracePt t="25499" x="10888663" y="3568700"/>
          <p14:tracePt t="25507" x="10839450" y="3594100"/>
          <p14:tracePt t="25515" x="10766425" y="3594100"/>
          <p14:tracePt t="25523" x="10729913" y="3594100"/>
          <p14:tracePt t="25532" x="10645775" y="3594100"/>
          <p14:tracePt t="25540" x="10437813" y="3594100"/>
          <p14:tracePt t="25548" x="10255250" y="3594100"/>
          <p14:tracePt t="25557" x="10048875" y="3594100"/>
          <p14:tracePt t="25565" x="9840913" y="3594100"/>
          <p14:tracePt t="25573" x="9658350" y="3594100"/>
          <p14:tracePt t="25583" x="9512300" y="3594100"/>
          <p14:tracePt t="25590" x="9426575" y="3581400"/>
          <p14:tracePt t="25598" x="9378950" y="3568700"/>
          <p14:tracePt t="25607" x="9366250" y="3568700"/>
          <p14:tracePt t="25615" x="9353550" y="3557588"/>
          <p14:tracePt t="25632" x="9342438" y="3557588"/>
          <p14:tracePt t="25640" x="9329738" y="3557588"/>
          <p14:tracePt t="25647" x="9317038" y="3557588"/>
          <p14:tracePt t="25652" x="9293225" y="3557588"/>
          <p14:tracePt t="25657" x="9269413" y="3557588"/>
          <p14:tracePt t="25665" x="9207500" y="3557588"/>
          <p14:tracePt t="25673" x="9170988" y="3557588"/>
          <p14:tracePt t="25682" x="9123363" y="3557588"/>
          <p14:tracePt t="25690" x="9061450" y="3557588"/>
          <p14:tracePt t="25698" x="8988425" y="3557588"/>
          <p14:tracePt t="25707" x="8928100" y="3544888"/>
          <p14:tracePt t="25715" x="8829675" y="3544888"/>
          <p14:tracePt t="25723" x="8793163" y="3544888"/>
          <p14:tracePt t="25732" x="8720138" y="3532188"/>
          <p14:tracePt t="25740" x="8610600" y="3521075"/>
          <p14:tracePt t="25748" x="8440738" y="3508375"/>
          <p14:tracePt t="25756" x="8270875" y="3471863"/>
          <p14:tracePt t="25765" x="8185150" y="3459163"/>
          <p14:tracePt t="25773" x="7893050" y="3435350"/>
          <p14:tracePt t="25781" x="7673975" y="3398838"/>
          <p14:tracePt t="25790" x="7429500" y="3373438"/>
          <p14:tracePt t="25798" x="7186613" y="3336925"/>
          <p14:tracePt t="25807" x="6931025" y="3313113"/>
          <p14:tracePt t="25815" x="6637338" y="3276600"/>
          <p14:tracePt t="25823" x="6394450" y="3240088"/>
          <p14:tracePt t="25832" x="6151563" y="3216275"/>
          <p14:tracePt t="25840" x="5930900" y="3179763"/>
          <p14:tracePt t="25848" x="5627688" y="3143250"/>
          <p14:tracePt t="25857" x="5408613" y="3106738"/>
          <p14:tracePt t="25865" x="5322888" y="3094038"/>
          <p14:tracePt t="25873" x="5067300" y="3057525"/>
          <p14:tracePt t="25881" x="4908550" y="3033713"/>
          <p14:tracePt t="25890" x="4738688" y="3008313"/>
          <p14:tracePt t="25898" x="4579938" y="2997200"/>
          <p14:tracePt t="25906" x="4408488" y="2971800"/>
          <p14:tracePt t="25915" x="4262438" y="2947988"/>
          <p14:tracePt t="25923" x="4141788" y="2935288"/>
          <p14:tracePt t="25932" x="4006850" y="2911475"/>
          <p14:tracePt t="25940" x="3897313" y="2898775"/>
          <p14:tracePt t="25948" x="3738563" y="2874963"/>
          <p14:tracePt t="25956" x="3605213" y="2851150"/>
          <p14:tracePt t="25965" x="3544888" y="2838450"/>
          <p14:tracePt t="25973" x="3325813" y="2801938"/>
          <p14:tracePt t="25981" x="3190875" y="2776538"/>
          <p14:tracePt t="25990" x="3105150" y="2765425"/>
          <p14:tracePt t="25998" x="3032125" y="2765425"/>
          <p14:tracePt t="26007" x="2984500" y="2765425"/>
          <p14:tracePt t="26015" x="2935288" y="2765425"/>
          <p14:tracePt t="26023" x="2886075" y="2765425"/>
          <p14:tracePt t="26031" x="2825750" y="2765425"/>
          <p14:tracePt t="26040" x="2776538" y="2765425"/>
          <p14:tracePt t="26048" x="2716213" y="2765425"/>
          <p14:tracePt t="26056" x="2692400" y="2765425"/>
          <p14:tracePt t="26065" x="2679700" y="2765425"/>
          <p14:tracePt t="26073" x="2667000" y="2765425"/>
          <p14:tracePt t="26081" x="2655888" y="2765425"/>
          <p14:tracePt t="26090" x="2643188" y="2765425"/>
          <p14:tracePt t="26100" x="2630488" y="2765425"/>
          <p14:tracePt t="26107" x="2619375" y="2776538"/>
          <p14:tracePt t="26115" x="2606675" y="2776538"/>
          <p14:tracePt t="26123" x="2593975" y="2776538"/>
          <p14:tracePt t="26131" x="2570163" y="2789238"/>
          <p14:tracePt t="26140" x="2546350" y="2789238"/>
          <p14:tracePt t="26148" x="2533650" y="2789238"/>
          <p14:tracePt t="26156" x="2508250" y="2801938"/>
          <p14:tracePt t="26166" x="2497138" y="2801938"/>
          <p14:tracePt t="26174" x="2484438" y="2801938"/>
          <p14:tracePt t="26185" x="2471738" y="2801938"/>
          <p14:tracePt t="26200" x="2460625" y="2801938"/>
          <p14:tracePt t="26205" x="2447925" y="2801938"/>
          <p14:tracePt t="26215" x="2435225" y="2801938"/>
          <p14:tracePt t="26220" x="2424113" y="2801938"/>
          <p14:tracePt t="26227" x="2411413" y="2801938"/>
          <p14:tracePt t="26232" x="2398713" y="2801938"/>
          <p14:tracePt t="26239" x="2387600" y="2801938"/>
          <p14:tracePt t="26248" x="2351088" y="2801938"/>
          <p14:tracePt t="26256" x="2325688" y="2801938"/>
          <p14:tracePt t="26265" x="2314575" y="2801938"/>
          <p14:tracePt t="26273" x="2278063" y="2801938"/>
          <p14:tracePt t="26281" x="2241550" y="2801938"/>
          <p14:tracePt t="26289" x="2216150" y="2789238"/>
          <p14:tracePt t="26298" x="2192338" y="2789238"/>
          <p14:tracePt t="26306" x="2179638" y="2789238"/>
          <p14:tracePt t="26315" x="2168525" y="2789238"/>
          <p14:tracePt t="26323" x="2155825" y="2789238"/>
          <p14:tracePt t="26331" x="2143125" y="2789238"/>
          <p14:tracePt t="26420" x="2132013" y="2789238"/>
          <p14:tracePt t="26445" x="2119313" y="2789238"/>
          <p14:tracePt t="26460" x="2106613" y="2789238"/>
          <p14:tracePt t="26466" x="2095500" y="2789238"/>
          <p14:tracePt t="26472" x="2095500" y="2801938"/>
          <p14:tracePt t="26480" x="2082800" y="2801938"/>
          <p14:tracePt t="26484" x="2082800" y="2814638"/>
          <p14:tracePt t="26491" x="2070100" y="2814638"/>
          <p14:tracePt t="26500" x="2058988" y="2814638"/>
          <p14:tracePt t="26507" x="2058988" y="2825750"/>
          <p14:tracePt t="26525" x="2058988" y="2838450"/>
          <p14:tracePt t="26540" x="2046288" y="2851150"/>
          <p14:tracePt t="26552" x="2046288" y="2862263"/>
          <p14:tracePt t="26554" x="2033588" y="2862263"/>
          <p14:tracePt t="26560" x="2033588" y="2874963"/>
          <p14:tracePt t="26620" x="2033588" y="2887663"/>
          <p14:tracePt t="26625" x="2022475" y="2887663"/>
          <p14:tracePt t="26635" x="2009775" y="2898775"/>
          <p14:tracePt t="26647" x="1997075" y="2898775"/>
          <p14:tracePt t="26668" x="1997075" y="2911475"/>
          <p14:tracePt t="26680" x="1985963" y="2924175"/>
          <p14:tracePt t="26691" x="1973263" y="2924175"/>
          <p14:tracePt t="26695" x="1973263" y="2935288"/>
          <p14:tracePt t="26715" x="1960563" y="2935288"/>
          <p14:tracePt t="26725" x="1949450" y="2947988"/>
          <p14:tracePt t="26732" x="1936750" y="2947988"/>
          <p14:tracePt t="26751" x="1936750" y="2960688"/>
          <p14:tracePt t="26960" x="1924050" y="2960688"/>
          <p14:tracePt t="26965" x="1912938" y="2960688"/>
          <p14:tracePt t="26975" x="1900238" y="2960688"/>
          <p14:tracePt t="26985" x="1887538" y="2960688"/>
          <p14:tracePt t="26992" x="1876425" y="2960688"/>
          <p14:tracePt t="27077" x="1876425" y="2971800"/>
          <p14:tracePt t="27085" x="1900238" y="2984500"/>
          <p14:tracePt t="27087" x="1912938" y="2997200"/>
          <p14:tracePt t="27092" x="1949450" y="3008313"/>
          <p14:tracePt t="27097" x="1973263" y="3021013"/>
          <p14:tracePt t="27105" x="2009775" y="3021013"/>
          <p14:tracePt t="27114" x="2095500" y="3044825"/>
          <p14:tracePt t="27122" x="2192338" y="3081338"/>
          <p14:tracePt t="27130" x="2301875" y="3117850"/>
          <p14:tracePt t="27139" x="2435225" y="3167063"/>
          <p14:tracePt t="27147" x="2570163" y="3203575"/>
          <p14:tracePt t="27155" x="2801938" y="3263900"/>
          <p14:tracePt t="27164" x="2862263" y="3276600"/>
          <p14:tracePt t="27172" x="2959100" y="3300413"/>
          <p14:tracePt t="27180" x="3057525" y="3325813"/>
          <p14:tracePt t="27189" x="3081338" y="3336925"/>
          <p14:tracePt t="27287" x="3068638" y="3336925"/>
          <p14:tracePt t="27295" x="3057525" y="3336925"/>
          <p14:tracePt t="27300" x="3032125" y="3336925"/>
          <p14:tracePt t="27305" x="3021013" y="3336925"/>
          <p14:tracePt t="27313" x="2984500" y="3336925"/>
          <p14:tracePt t="27322" x="2922588" y="3336925"/>
          <p14:tracePt t="27330" x="2874963" y="3336925"/>
          <p14:tracePt t="27338" x="2813050" y="3336925"/>
          <p14:tracePt t="27347" x="2728913" y="3336925"/>
          <p14:tracePt t="27355" x="2630488" y="3336925"/>
          <p14:tracePt t="27363" x="2606675" y="3336925"/>
          <p14:tracePt t="27372" x="2533650" y="3336925"/>
          <p14:tracePt t="27380" x="2447925" y="3336925"/>
          <p14:tracePt t="27388" x="2411413" y="3336925"/>
          <p14:tracePt t="27397" x="2374900" y="3336925"/>
          <p14:tracePt t="27405" x="2351088" y="3336925"/>
          <p14:tracePt t="27515" x="2362200" y="3336925"/>
          <p14:tracePt t="27520" x="2374900" y="3336925"/>
          <p14:tracePt t="27526" x="2387600" y="3325813"/>
          <p14:tracePt t="27532" x="2398713" y="3325813"/>
          <p14:tracePt t="27539" x="2398713" y="3313113"/>
          <p14:tracePt t="27547" x="2411413" y="3313113"/>
          <p14:tracePt t="27555" x="2447925" y="3300413"/>
          <p14:tracePt t="27563" x="2460625" y="3300413"/>
          <p14:tracePt t="27572" x="2471738" y="3300413"/>
          <p14:tracePt t="27580" x="2484438" y="3300413"/>
          <p14:tracePt t="27589" x="2497138" y="3300413"/>
          <p14:tracePt t="27972" x="2497138" y="3313113"/>
          <p14:tracePt t="27980" x="2497138" y="3325813"/>
          <p14:tracePt t="28000" x="2497138" y="3336925"/>
          <p14:tracePt t="28007" x="2497138" y="3349625"/>
          <p14:tracePt t="28055" x="2497138" y="3362325"/>
          <p14:tracePt t="28085" x="2497138" y="3373438"/>
          <p14:tracePt t="28105" x="2497138" y="3386138"/>
          <p14:tracePt t="28125" x="2484438" y="3386138"/>
          <p14:tracePt t="28132" x="2484438" y="3398838"/>
          <p14:tracePt t="28140" x="2471738" y="3398838"/>
          <p14:tracePt t="28145" x="2471738" y="3409950"/>
          <p14:tracePt t="28160" x="2460625" y="3409950"/>
          <p14:tracePt t="28165" x="2447925" y="3409950"/>
          <p14:tracePt t="28172" x="2447925" y="3422650"/>
          <p14:tracePt t="28175" x="2435225" y="3422650"/>
          <p14:tracePt t="28180" x="2424113" y="3422650"/>
          <p14:tracePt t="28188" x="2411413" y="3435350"/>
          <p14:tracePt t="28200" x="2398713" y="3435350"/>
          <p14:tracePt t="28205" x="2387600" y="3448050"/>
          <p14:tracePt t="28214" x="2374900" y="3448050"/>
          <p14:tracePt t="28221" x="2362200" y="3448050"/>
          <p14:tracePt t="28229" x="2351088" y="3448050"/>
          <p14:tracePt t="28238" x="2325688" y="3448050"/>
          <p14:tracePt t="28246" x="2289175" y="3448050"/>
          <p14:tracePt t="28255" x="2265363" y="3448050"/>
          <p14:tracePt t="28262" x="2252663" y="3448050"/>
          <p14:tracePt t="28271" x="2228850" y="3448050"/>
          <p14:tracePt t="28279" x="2216150" y="3448050"/>
          <p14:tracePt t="28288" x="2205038" y="3448050"/>
          <p14:tracePt t="28300" x="2192338" y="3448050"/>
          <p14:tracePt t="28795" x="2179638" y="3448050"/>
          <p14:tracePt t="28800" x="2168525" y="3448050"/>
          <p14:tracePt t="28805" x="2168525" y="3459163"/>
          <p14:tracePt t="29065" x="2168525" y="3471863"/>
          <p14:tracePt t="29075" x="2155825" y="3471863"/>
          <p14:tracePt t="29079" x="2155825" y="3484563"/>
          <p14:tracePt t="29085" x="2155825" y="3495675"/>
          <p14:tracePt t="29095" x="2155825" y="3508375"/>
          <p14:tracePt t="29127" x="2155825" y="3521075"/>
          <p14:tracePt t="29135" x="2155825" y="3532188"/>
          <p14:tracePt t="29152" x="2155825" y="3544888"/>
          <p14:tracePt t="29154" x="2155825" y="3557588"/>
          <p14:tracePt t="29164" x="2155825" y="3568700"/>
          <p14:tracePt t="29192" x="2155825" y="3581400"/>
          <p14:tracePt t="29220" x="2155825" y="3594100"/>
          <p14:tracePt t="29227" x="2168525" y="3594100"/>
          <p14:tracePt t="29235" x="2179638" y="3605213"/>
          <p14:tracePt t="29239" x="2179638" y="3617913"/>
          <p14:tracePt t="29252" x="2192338" y="3617913"/>
          <p14:tracePt t="29254" x="2192338" y="3630613"/>
          <p14:tracePt t="29261" x="2205038" y="3630613"/>
          <p14:tracePt t="29270" x="2216150" y="3641725"/>
          <p14:tracePt t="29278" x="2241550" y="3641725"/>
          <p14:tracePt t="29287" x="2241550" y="3654425"/>
          <p14:tracePt t="29295" x="2252663" y="3654425"/>
          <p14:tracePt t="29306" x="2265363" y="3654425"/>
          <p14:tracePt t="29411" x="2278063" y="3654425"/>
          <p14:tracePt t="29420" x="2289175" y="3654425"/>
          <p14:tracePt t="29424" x="2301875" y="3654425"/>
          <p14:tracePt t="29428" x="2301875" y="3641725"/>
          <p14:tracePt t="29436" x="2325688" y="3630613"/>
          <p14:tracePt t="29445" x="2338388" y="3630613"/>
          <p14:tracePt t="29453" x="2374900" y="3605213"/>
          <p14:tracePt t="29461" x="2398713" y="3605213"/>
          <p14:tracePt t="29469" x="2411413" y="3605213"/>
          <p14:tracePt t="29478" x="2411413" y="3594100"/>
          <p14:tracePt t="29487" x="2435225" y="3594100"/>
          <p14:tracePt t="29495" x="2435225" y="3581400"/>
          <p14:tracePt t="29512" x="2447925" y="3581400"/>
          <p14:tracePt t="30547" x="2435225" y="3581400"/>
          <p14:tracePt t="30552" x="2424113" y="3581400"/>
          <p14:tracePt t="30555" x="2411413" y="3581400"/>
          <p14:tracePt t="30560" x="2387600" y="3581400"/>
          <p14:tracePt t="30569" x="2351088" y="3581400"/>
          <p14:tracePt t="30577" x="2301875" y="3581400"/>
          <p14:tracePt t="30585" x="2228850" y="3581400"/>
          <p14:tracePt t="30594" x="2168525" y="3581400"/>
          <p14:tracePt t="30602" x="2119313" y="3581400"/>
          <p14:tracePt t="30610" x="2033588" y="3581400"/>
          <p14:tracePt t="30619" x="1960563" y="3581400"/>
          <p14:tracePt t="30627" x="1863725" y="3581400"/>
          <p14:tracePt t="30635" x="1790700" y="3581400"/>
          <p14:tracePt t="30644" x="1778000" y="3581400"/>
          <p14:tracePt t="30652" x="1741488" y="3581400"/>
          <p14:tracePt t="30660" x="1681163" y="3581400"/>
          <p14:tracePt t="30668" x="1644650" y="3581400"/>
          <p14:tracePt t="30677" x="1619250" y="3581400"/>
          <p14:tracePt t="30685" x="1608138" y="3594100"/>
          <p14:tracePt t="30694" x="1582738" y="3594100"/>
          <p14:tracePt t="30704" x="1571625" y="3594100"/>
          <p14:tracePt t="30715" x="1558925" y="3594100"/>
          <p14:tracePt t="30980" x="1558925" y="3605213"/>
          <p14:tracePt t="30985" x="1546225" y="3605213"/>
          <p14:tracePt t="30986" x="1546225" y="3617913"/>
          <p14:tracePt t="30994" x="1535113" y="3617913"/>
          <p14:tracePt t="31002" x="1535113" y="3630613"/>
          <p14:tracePt t="31010" x="1522413" y="3641725"/>
          <p14:tracePt t="31018" x="1522413" y="3654425"/>
          <p14:tracePt t="31027" x="1509713" y="3667125"/>
          <p14:tracePt t="31035" x="1509713" y="3678238"/>
          <p14:tracePt t="31043" x="1498600" y="3678238"/>
          <p14:tracePt t="31054" x="1498600" y="3690938"/>
          <p14:tracePt t="31067" x="1485900" y="3690938"/>
          <p14:tracePt t="31072" x="1485900" y="3703638"/>
          <p14:tracePt t="31085" x="1473200" y="3714750"/>
          <p14:tracePt t="31100" x="1462088" y="3714750"/>
          <p14:tracePt t="31155" x="1449388" y="3714750"/>
          <p14:tracePt t="31160" x="1449388" y="3727450"/>
          <p14:tracePt t="31168" x="1436688" y="3727450"/>
          <p14:tracePt t="31192" x="1436688" y="3740150"/>
          <p14:tracePt t="31207" x="1425575" y="3740150"/>
          <p14:tracePt t="31224" x="1412875" y="3740150"/>
          <p14:tracePt t="31235" x="1412875" y="3751263"/>
          <p14:tracePt t="31247" x="1400175" y="3751263"/>
          <p14:tracePt t="31255" x="1400175" y="3763963"/>
          <p14:tracePt t="31272" x="1400175" y="3776663"/>
          <p14:tracePt t="31275" x="1389063" y="3776663"/>
          <p14:tracePt t="31285" x="1389063" y="3787775"/>
          <p14:tracePt t="31286" x="1376363" y="3800475"/>
          <p14:tracePt t="31300" x="1376363" y="3813175"/>
          <p14:tracePt t="31305" x="1376363" y="3824288"/>
          <p14:tracePt t="31312" x="1376363" y="3836988"/>
          <p14:tracePt t="31325" x="1376363" y="3849688"/>
          <p14:tracePt t="31327" x="1376363" y="3860800"/>
          <p14:tracePt t="31340" x="1376363" y="3873500"/>
          <p14:tracePt t="31344" x="1376363" y="3886200"/>
          <p14:tracePt t="31352" x="1376363" y="3897313"/>
          <p14:tracePt t="31360" x="1376363" y="3910013"/>
          <p14:tracePt t="31368" x="1376363" y="3933825"/>
          <p14:tracePt t="31376" x="1376363" y="3959225"/>
          <p14:tracePt t="31385" x="1376363" y="3970338"/>
          <p14:tracePt t="31393" x="1389063" y="3995738"/>
          <p14:tracePt t="31401" x="1389063" y="4019550"/>
          <p14:tracePt t="31409" x="1400175" y="4043363"/>
          <p14:tracePt t="31418" x="1400175" y="4056063"/>
          <p14:tracePt t="31426" x="1412875" y="4056063"/>
          <p14:tracePt t="31434" x="1425575" y="4081463"/>
          <p14:tracePt t="31447" x="1425575" y="4092575"/>
          <p14:tracePt t="31452" x="1436688" y="4105275"/>
          <p14:tracePt t="31460" x="1436688" y="4117975"/>
          <p14:tracePt t="31468" x="1449388" y="4117975"/>
          <p14:tracePt t="31476" x="1462088" y="4117975"/>
          <p14:tracePt t="31486" x="1462088" y="4129088"/>
          <p14:tracePt t="31511" x="1462088" y="4141788"/>
          <p14:tracePt t="31515" x="1473200" y="4141788"/>
          <p14:tracePt t="31534" x="1485900" y="4141788"/>
          <p14:tracePt t="31546" x="1498600" y="4141788"/>
          <p14:tracePt t="31552" x="1509713" y="4141788"/>
          <p14:tracePt t="31554" x="1522413" y="4154488"/>
          <p14:tracePt t="31560" x="1535113" y="4154488"/>
          <p14:tracePt t="31568" x="1558925" y="4165600"/>
          <p14:tracePt t="31576" x="1595438" y="4178300"/>
          <p14:tracePt t="31584" x="1608138" y="4178300"/>
          <p14:tracePt t="31593" x="1644650" y="4178300"/>
          <p14:tracePt t="31601" x="1668463" y="4178300"/>
          <p14:tracePt t="31611" x="1681163" y="4178300"/>
          <p14:tracePt t="31680" x="1692275" y="4178300"/>
          <p14:tracePt t="31685" x="1692275" y="4191000"/>
          <p14:tracePt t="31693" x="1704975" y="4191000"/>
          <p14:tracePt t="31701" x="1728788" y="4202113"/>
          <p14:tracePt t="31710" x="1741488" y="4202113"/>
          <p14:tracePt t="31719" x="1754188" y="4202113"/>
          <p14:tracePt t="31825" x="1765300" y="4214813"/>
          <p14:tracePt t="31840" x="1778000" y="4214813"/>
          <p14:tracePt t="31847" x="1790700" y="4214813"/>
          <p14:tracePt t="31855" x="1790700" y="4227513"/>
          <p14:tracePt t="31860" x="1803400" y="4227513"/>
          <p14:tracePt t="31865" x="1814513" y="4227513"/>
          <p14:tracePt t="31872" x="1827213" y="4238625"/>
          <p14:tracePt t="31876" x="1839913" y="4238625"/>
          <p14:tracePt t="31884" x="1851025" y="4238625"/>
          <p14:tracePt t="31892" x="1887538" y="4238625"/>
          <p14:tracePt t="31901" x="1924050" y="4251325"/>
          <p14:tracePt t="31909" x="1936750" y="4251325"/>
          <p14:tracePt t="31917" x="1949450" y="4251325"/>
          <p14:tracePt t="31926" x="1960563" y="4251325"/>
          <p14:tracePt t="31934" x="1960563" y="4264025"/>
          <p14:tracePt t="31944" x="1973263" y="4264025"/>
          <p14:tracePt t="31955" x="1985963" y="4264025"/>
          <p14:tracePt t="31965" x="1997075" y="4264025"/>
          <p14:tracePt t="31972" x="2009775" y="4264025"/>
          <p14:tracePt t="31976" x="2022475" y="4264025"/>
          <p14:tracePt t="31984" x="2033588" y="4264025"/>
          <p14:tracePt t="31992" x="2070100" y="4264025"/>
          <p14:tracePt t="32001" x="2095500" y="4275138"/>
          <p14:tracePt t="32009" x="2119313" y="4275138"/>
          <p14:tracePt t="32017" x="2132013" y="4275138"/>
          <p14:tracePt t="32026" x="2155825" y="4275138"/>
          <p14:tracePt t="32034" x="2179638" y="4275138"/>
          <p14:tracePt t="32042" x="2205038" y="4275138"/>
          <p14:tracePt t="32051" x="2228850" y="4275138"/>
          <p14:tracePt t="32059" x="2252663" y="4275138"/>
          <p14:tracePt t="32067" x="2301875" y="4275138"/>
          <p14:tracePt t="32075" x="2338388" y="4275138"/>
          <p14:tracePt t="32084" x="2362200" y="4275138"/>
          <p14:tracePt t="32092" x="2424113" y="4275138"/>
          <p14:tracePt t="32100" x="2460625" y="4287838"/>
          <p14:tracePt t="32109" x="2497138" y="4287838"/>
          <p14:tracePt t="32117" x="2533650" y="4287838"/>
          <p14:tracePt t="32126" x="2570163" y="4300538"/>
          <p14:tracePt t="32134" x="2606675" y="4300538"/>
          <p14:tracePt t="32142" x="2643188" y="4311650"/>
          <p14:tracePt t="32151" x="2703513" y="4311650"/>
          <p14:tracePt t="32159" x="2752725" y="4324350"/>
          <p14:tracePt t="32167" x="2825750" y="4324350"/>
          <p14:tracePt t="32175" x="2886075" y="4337050"/>
          <p14:tracePt t="32184" x="2911475" y="4337050"/>
          <p14:tracePt t="32192" x="3008313" y="4348163"/>
          <p14:tracePt t="32200" x="3057525" y="4348163"/>
          <p14:tracePt t="32209" x="3130550" y="4348163"/>
          <p14:tracePt t="32217" x="3203575" y="4348163"/>
          <p14:tracePt t="32225" x="3300413" y="4360863"/>
          <p14:tracePt t="32234" x="3422650" y="4360863"/>
          <p14:tracePt t="32242" x="3532188" y="4373563"/>
          <p14:tracePt t="32250" x="3629025" y="4373563"/>
          <p14:tracePt t="32259" x="3738563" y="4373563"/>
          <p14:tracePt t="32267" x="3897313" y="4384675"/>
          <p14:tracePt t="32275" x="3983038" y="4384675"/>
          <p14:tracePt t="32284" x="4019550" y="4384675"/>
          <p14:tracePt t="32292" x="4129088" y="4384675"/>
          <p14:tracePt t="32300" x="4202113" y="4397375"/>
          <p14:tracePt t="32309" x="4262438" y="4410075"/>
          <p14:tracePt t="32317" x="4298950" y="4410075"/>
          <p14:tracePt t="32325" x="4324350" y="4410075"/>
          <p14:tracePt t="32334" x="4335463" y="4410075"/>
          <p14:tracePt t="32342" x="4348163" y="4410075"/>
          <p14:tracePt t="32350" x="4360863" y="4410075"/>
          <p14:tracePt t="32359" x="4371975" y="4410075"/>
          <p14:tracePt t="32367" x="4408488" y="4410075"/>
          <p14:tracePt t="32375" x="4421188" y="4410075"/>
          <p14:tracePt t="32384" x="4445000" y="4397375"/>
          <p14:tracePt t="32392" x="4481513" y="4384675"/>
          <p14:tracePt t="32400" x="4518025" y="4360863"/>
          <p14:tracePt t="32409" x="4554538" y="4337050"/>
          <p14:tracePt t="32417" x="4603750" y="4324350"/>
          <p14:tracePt t="32425" x="4616450" y="4311650"/>
          <p14:tracePt t="32434" x="4652963" y="4287838"/>
          <p14:tracePt t="32442" x="4676775" y="4275138"/>
          <p14:tracePt t="32450" x="4689475" y="4275138"/>
          <p14:tracePt t="32459" x="4689475" y="4264025"/>
          <p14:tracePt t="32467" x="4689475" y="4251325"/>
          <p14:tracePt t="32475" x="4689475" y="4227513"/>
          <p14:tracePt t="32486" x="4689475" y="4202113"/>
          <p14:tracePt t="32492" x="4689475" y="4191000"/>
          <p14:tracePt t="32500" x="4676775" y="4165600"/>
          <p14:tracePt t="32508" x="4640263" y="4129088"/>
          <p14:tracePt t="32517" x="4603750" y="4092575"/>
          <p14:tracePt t="32525" x="4567238" y="4056063"/>
          <p14:tracePt t="32533" x="4494213" y="4019550"/>
          <p14:tracePt t="32542" x="4445000" y="4006850"/>
          <p14:tracePt t="32550" x="4348163" y="3970338"/>
          <p14:tracePt t="32558" x="4178300" y="3933825"/>
          <p14:tracePt t="32567" x="3983038" y="3886200"/>
          <p14:tracePt t="32575" x="3641725" y="3836988"/>
          <p14:tracePt t="32583" x="3544888" y="3824288"/>
          <p14:tracePt t="32592" x="3313113" y="3813175"/>
          <p14:tracePt t="32600" x="3057525" y="3776663"/>
          <p14:tracePt t="32608" x="2911475" y="3763963"/>
          <p14:tracePt t="32617" x="2789238" y="3751263"/>
          <p14:tracePt t="32625" x="2692400" y="3740150"/>
          <p14:tracePt t="32633" x="2619375" y="3740150"/>
          <p14:tracePt t="32642" x="2546350" y="3727450"/>
          <p14:tracePt t="32650" x="2508250" y="3727450"/>
          <p14:tracePt t="32658" x="2484438" y="3727450"/>
          <p14:tracePt t="32667" x="2460625" y="3727450"/>
          <p14:tracePt t="32675" x="2435225" y="3727450"/>
          <p14:tracePt t="32683" x="2435225" y="3740150"/>
          <p14:tracePt t="32692" x="2387600" y="3751263"/>
          <p14:tracePt t="32700" x="2338388" y="3763963"/>
          <p14:tracePt t="32708" x="2289175" y="3787775"/>
          <p14:tracePt t="32717" x="2241550" y="3813175"/>
          <p14:tracePt t="32725" x="2179638" y="3836988"/>
          <p14:tracePt t="32733" x="2106613" y="3873500"/>
          <p14:tracePt t="32742" x="2070100" y="3886200"/>
          <p14:tracePt t="32750" x="2009775" y="3910013"/>
          <p14:tracePt t="32758" x="1949450" y="3933825"/>
          <p14:tracePt t="32767" x="1887538" y="3959225"/>
          <p14:tracePt t="32775" x="1827213" y="3983038"/>
          <p14:tracePt t="32783" x="1803400" y="4006850"/>
          <p14:tracePt t="32792" x="1778000" y="4006850"/>
          <p14:tracePt t="32800" x="1778000" y="4032250"/>
          <p14:tracePt t="32808" x="1765300" y="4043363"/>
          <p14:tracePt t="32825" x="1765300" y="4056063"/>
          <p14:tracePt t="32826" x="1765300" y="4068763"/>
          <p14:tracePt t="32834" x="1765300" y="4092575"/>
          <p14:tracePt t="32842" x="1778000" y="4129088"/>
          <p14:tracePt t="32850" x="1814513" y="4165600"/>
          <p14:tracePt t="32858" x="1863725" y="4238625"/>
          <p14:tracePt t="32867" x="1924050" y="4287838"/>
          <p14:tracePt t="32875" x="1973263" y="4348163"/>
          <p14:tracePt t="32883" x="2022475" y="4410075"/>
          <p14:tracePt t="32892" x="2095500" y="4457700"/>
          <p14:tracePt t="32900" x="2132013" y="4494213"/>
          <p14:tracePt t="32908" x="2205038" y="4556125"/>
          <p14:tracePt t="32916" x="2265363" y="4579938"/>
          <p14:tracePt t="32925" x="2301875" y="4603750"/>
          <p14:tracePt t="32933" x="2374900" y="4629150"/>
          <p14:tracePt t="32941" x="2424113" y="4652963"/>
          <p14:tracePt t="32950" x="2508250" y="4678363"/>
          <p14:tracePt t="32958" x="2593975" y="4689475"/>
          <p14:tracePt t="32966" x="2728913" y="4689475"/>
          <p14:tracePt t="32975" x="2874963" y="4689475"/>
          <p14:tracePt t="32983" x="3008313" y="4689475"/>
          <p14:tracePt t="32991" x="3178175" y="4689475"/>
          <p14:tracePt t="32999" x="3349625" y="4689475"/>
          <p14:tracePt t="33008" x="3568700" y="4689475"/>
          <p14:tracePt t="33016" x="3702050" y="4689475"/>
          <p14:tracePt t="33025" x="3738563" y="4689475"/>
          <p14:tracePt t="33033" x="3836988" y="4689475"/>
          <p14:tracePt t="33041" x="3897313" y="4689475"/>
          <p14:tracePt t="33050" x="3921125" y="4689475"/>
          <p14:tracePt t="33058" x="3946525" y="4689475"/>
          <p14:tracePt t="33067" x="3970338" y="4689475"/>
          <p14:tracePt t="33075" x="3970338" y="4678363"/>
          <p14:tracePt t="33083" x="3995738" y="4678363"/>
          <p14:tracePt t="33091" x="3995738" y="4665663"/>
          <p14:tracePt t="33100" x="4006850" y="4665663"/>
          <p14:tracePt t="33108" x="4032250" y="4652963"/>
          <p14:tracePt t="33116" x="4043363" y="4652963"/>
          <p14:tracePt t="33125" x="4043363" y="4640263"/>
          <p14:tracePt t="33133" x="4056063" y="4640263"/>
          <p14:tracePt t="33141" x="4068763" y="4640263"/>
          <p14:tracePt t="33150" x="4079875" y="4640263"/>
          <p14:tracePt t="33158" x="4079875" y="4629150"/>
          <p14:tracePt t="33166" x="4092575" y="4629150"/>
          <p14:tracePt t="33175" x="4105275" y="4616450"/>
          <p14:tracePt t="37314" x="4116388" y="4616450"/>
          <p14:tracePt t="37505" x="4129088" y="4616450"/>
          <p14:tracePt t="37506" x="4165600" y="4616450"/>
          <p14:tracePt t="37512" x="4178300" y="4616450"/>
          <p14:tracePt t="37520" x="4251325" y="4616450"/>
          <p14:tracePt t="37529" x="4298950" y="4616450"/>
          <p14:tracePt t="37537" x="4360863" y="4616450"/>
          <p14:tracePt t="37545" x="4457700" y="4616450"/>
          <p14:tracePt t="37554" x="4579938" y="4616450"/>
          <p14:tracePt t="37562" x="4749800" y="4616450"/>
          <p14:tracePt t="37570" x="4908550" y="4616450"/>
          <p14:tracePt t="37579" x="5091113" y="4616450"/>
          <p14:tracePt t="37587" x="5383213" y="4629150"/>
          <p14:tracePt t="37596" x="5578475" y="4640263"/>
          <p14:tracePt t="37604" x="5675313" y="4640263"/>
          <p14:tracePt t="37612" x="5980113" y="4665663"/>
          <p14:tracePt t="37620" x="6211888" y="4665663"/>
          <p14:tracePt t="37629" x="6454775" y="4665663"/>
          <p14:tracePt t="37637" x="6662738" y="4665663"/>
          <p14:tracePt t="37645" x="6821488" y="4665663"/>
          <p14:tracePt t="37654" x="6931025" y="4652963"/>
          <p14:tracePt t="37662" x="7004050" y="4629150"/>
          <p14:tracePt t="37670" x="7015163" y="4616450"/>
          <p14:tracePt t="37712" x="7015163" y="4603750"/>
          <p14:tracePt t="37932" x="7027863" y="4603750"/>
          <p14:tracePt t="37939" x="7040563" y="4603750"/>
          <p14:tracePt t="37945" x="7051675" y="4603750"/>
          <p14:tracePt t="37952" x="7064375" y="4603750"/>
          <p14:tracePt t="37954" x="7077075" y="4592638"/>
          <p14:tracePt t="37965" x="7088188" y="4579938"/>
          <p14:tracePt t="37970" x="7100888" y="4579938"/>
          <p14:tracePt t="37978" x="7124700" y="4579938"/>
          <p14:tracePt t="37987" x="7150100" y="4567238"/>
          <p14:tracePt t="37995" x="7223125" y="4556125"/>
          <p14:tracePt t="38003" x="7259638" y="4556125"/>
          <p14:tracePt t="38012" x="7307263" y="4543425"/>
          <p14:tracePt t="38020" x="7429500" y="4519613"/>
          <p14:tracePt t="38028" x="7539038" y="4494213"/>
          <p14:tracePt t="38037" x="7637463" y="4470400"/>
          <p14:tracePt t="38045" x="7721600" y="4446588"/>
          <p14:tracePt t="38053" x="7783513" y="4421188"/>
          <p14:tracePt t="38062" x="7807325" y="4410075"/>
          <p14:tracePt t="38070" x="7820025" y="4410075"/>
          <p14:tracePt t="38079" x="7820025" y="4397375"/>
          <p14:tracePt t="38087" x="7831138" y="4384675"/>
          <p14:tracePt t="38095" x="7831138" y="4360863"/>
          <p14:tracePt t="38103" x="7843838" y="4337050"/>
          <p14:tracePt t="38112" x="7856538" y="4275138"/>
          <p14:tracePt t="38120" x="7880350" y="4178300"/>
          <p14:tracePt t="38128" x="7893050" y="4129088"/>
          <p14:tracePt t="38136" x="7904163" y="4092575"/>
          <p14:tracePt t="38145" x="7916863" y="4056063"/>
          <p14:tracePt t="38153" x="7929563" y="3970338"/>
          <p14:tracePt t="38161" x="7940675" y="3922713"/>
          <p14:tracePt t="38170" x="7966075" y="3886200"/>
          <p14:tracePt t="38178" x="7977188" y="3873500"/>
          <p14:tracePt t="38186" x="8002588" y="3836988"/>
          <p14:tracePt t="38195" x="8013700" y="3836988"/>
          <p14:tracePt t="38203" x="8013700" y="3824288"/>
          <p14:tracePt t="38211" x="8039100" y="3813175"/>
          <p14:tracePt t="38220" x="8039100" y="3787775"/>
          <p14:tracePt t="38228" x="8062913" y="3763963"/>
          <p14:tracePt t="38236" x="8075613" y="3751263"/>
          <p14:tracePt t="38245" x="8086725" y="3740150"/>
          <p14:tracePt t="38253" x="8099425" y="3714750"/>
          <p14:tracePt t="38261" x="8135938" y="3703638"/>
          <p14:tracePt t="38270" x="8148638" y="3690938"/>
          <p14:tracePt t="38278" x="8172450" y="3678238"/>
          <p14:tracePt t="38287" x="8196263" y="3641725"/>
          <p14:tracePt t="38295" x="8221663" y="3630613"/>
          <p14:tracePt t="38303" x="8258175" y="3605213"/>
          <p14:tracePt t="38312" x="8294688" y="3594100"/>
          <p14:tracePt t="38320" x="8318500" y="3557588"/>
          <p14:tracePt t="38328" x="8391525" y="3521075"/>
          <p14:tracePt t="38336" x="8453438" y="3495675"/>
          <p14:tracePt t="38345" x="8477250" y="3495675"/>
          <p14:tracePt t="38353" x="8574088" y="3448050"/>
          <p14:tracePt t="38361" x="8672513" y="3409950"/>
          <p14:tracePt t="38370" x="8793163" y="3373438"/>
          <p14:tracePt t="38378" x="8878888" y="3349625"/>
          <p14:tracePt t="38386" x="8964613" y="3313113"/>
          <p14:tracePt t="38387" x="9001125" y="3300413"/>
          <p14:tracePt t="38395" x="9024938" y="3289300"/>
          <p14:tracePt t="38403" x="9061450" y="3263900"/>
          <p14:tracePt t="38411" x="9086850" y="3252788"/>
          <p14:tracePt t="38420" x="9110663" y="3252788"/>
          <p14:tracePt t="38428" x="9123363" y="3252788"/>
          <p14:tracePt t="38440" x="9134475" y="3240088"/>
          <p14:tracePt t="38445" x="9147175" y="3240088"/>
          <p14:tracePt t="38453" x="9147175" y="3227388"/>
          <p14:tracePt t="38461" x="9170988" y="3227388"/>
          <p14:tracePt t="38469" x="9183688" y="3227388"/>
          <p14:tracePt t="38478" x="9207500" y="3216275"/>
          <p14:tracePt t="38486" x="9207500" y="3203575"/>
          <p14:tracePt t="38495" x="9232900" y="3190875"/>
          <p14:tracePt t="38503" x="9244013" y="3190875"/>
          <p14:tracePt t="38511" x="9244013" y="3179763"/>
          <p14:tracePt t="38686" x="9232900" y="3179763"/>
          <p14:tracePt t="38707" x="9220200" y="3179763"/>
          <p14:tracePt t="38740" x="9207500" y="3190875"/>
          <p14:tracePt t="38779" x="9196388" y="3190875"/>
          <p14:tracePt t="38832" x="9183688" y="3190875"/>
          <p14:tracePt t="38840" x="9170988" y="3190875"/>
          <p14:tracePt t="38847" x="9159875" y="3190875"/>
          <p14:tracePt t="38852" x="9147175" y="3190875"/>
          <p14:tracePt t="38861" x="9134475" y="3190875"/>
          <p14:tracePt t="38869" x="9110663" y="3190875"/>
          <p14:tracePt t="38895" x="9097963" y="3190875"/>
          <p14:tracePt t="39155" x="9086850" y="3190875"/>
          <p14:tracePt t="39172" x="9074150" y="3190875"/>
          <p14:tracePt t="39187" x="9074150" y="3203575"/>
          <p14:tracePt t="39192" x="9061450" y="3203575"/>
          <p14:tracePt t="39200" x="9050338" y="3203575"/>
          <p14:tracePt t="39215" x="9050338" y="3216275"/>
          <p14:tracePt t="39220" x="9037638" y="3216275"/>
          <p14:tracePt t="39226" x="9024938" y="3216275"/>
          <p14:tracePt t="39260" x="9013825" y="3216275"/>
          <p14:tracePt t="39287" x="9001125" y="3216275"/>
          <p14:tracePt t="39295" x="8988425" y="3216275"/>
          <p14:tracePt t="39372" x="8977313" y="3216275"/>
          <p14:tracePt t="39385" x="8964613" y="3216275"/>
          <p14:tracePt t="39392" x="8951913" y="3216275"/>
          <p14:tracePt t="39400" x="8939213" y="3216275"/>
          <p14:tracePt t="39404" x="8928100" y="3216275"/>
          <p14:tracePt t="39415" x="8902700" y="3216275"/>
          <p14:tracePt t="39419" x="8891588" y="3216275"/>
          <p14:tracePt t="39427" x="8878888" y="3216275"/>
          <p14:tracePt t="39435" x="8855075" y="3203575"/>
          <p14:tracePt t="39444" x="8855075" y="3190875"/>
          <p14:tracePt t="39452" x="8829675" y="3190875"/>
          <p14:tracePt t="39460" x="8782050" y="3179763"/>
          <p14:tracePt t="39469" x="8745538" y="3167063"/>
          <p14:tracePt t="39477" x="8709025" y="3167063"/>
          <p14:tracePt t="39485" x="8683625" y="3154363"/>
          <p14:tracePt t="39494" x="8636000" y="3154363"/>
          <p14:tracePt t="39502" x="8586788" y="3154363"/>
          <p14:tracePt t="39510" x="8526463" y="3143250"/>
          <p14:tracePt t="39518" x="8477250" y="3143250"/>
          <p14:tracePt t="39527" x="8416925" y="3143250"/>
          <p14:tracePt t="39535" x="8391525" y="3143250"/>
          <p14:tracePt t="39544" x="8380413" y="3143250"/>
          <p14:tracePt t="39554" x="8367713" y="3143250"/>
          <p14:tracePt t="39627" x="8355013" y="3143250"/>
          <p14:tracePt t="39632" x="8343900" y="3143250"/>
          <p14:tracePt t="39640" x="8331200" y="3154363"/>
          <p14:tracePt t="39644" x="8318500" y="3167063"/>
          <p14:tracePt t="39652" x="8307388" y="3167063"/>
          <p14:tracePt t="39660" x="8281988" y="3190875"/>
          <p14:tracePt t="39668" x="8270875" y="3203575"/>
          <p14:tracePt t="39677" x="8245475" y="3216275"/>
          <p14:tracePt t="39685" x="8221663" y="3227388"/>
          <p14:tracePt t="39693" x="8208963" y="3240088"/>
          <p14:tracePt t="39702" x="8185150" y="3252788"/>
          <p14:tracePt t="39710" x="8172450" y="3252788"/>
          <p14:tracePt t="39718" x="8172450" y="3263900"/>
          <p14:tracePt t="39727" x="8159750" y="3263900"/>
          <p14:tracePt t="39735" x="8159750" y="3276600"/>
          <p14:tracePt t="39754" x="8159750" y="3289300"/>
          <p14:tracePt t="39800" x="8172450" y="3289300"/>
          <p14:tracePt t="39807" x="8196263" y="3289300"/>
          <p14:tracePt t="39811" x="8221663" y="3300413"/>
          <p14:tracePt t="39815" x="8245475" y="3300413"/>
          <p14:tracePt t="39819" x="8281988" y="3300413"/>
          <p14:tracePt t="39827" x="8318500" y="3300413"/>
          <p14:tracePt t="39835" x="8367713" y="3300413"/>
          <p14:tracePt t="39843" x="8440738" y="3300413"/>
          <p14:tracePt t="39852" x="8550275" y="3300413"/>
          <p14:tracePt t="39860" x="8672513" y="3300413"/>
          <p14:tracePt t="39868" x="8866188" y="3300413"/>
          <p14:tracePt t="39877" x="9013825" y="3313113"/>
          <p14:tracePt t="39885" x="9074150" y="3313113"/>
          <p14:tracePt t="39893" x="9244013" y="3325813"/>
          <p14:tracePt t="39901" x="9329738" y="3336925"/>
          <p14:tracePt t="39910" x="9353550" y="3336925"/>
          <p14:tracePt t="39918" x="9378950" y="3336925"/>
          <p14:tracePt t="39967" x="9390063" y="3336925"/>
          <p14:tracePt t="39977" x="9402763" y="3336925"/>
          <p14:tracePt t="39978" x="9415463" y="3336925"/>
          <p14:tracePt t="39986" x="9426575" y="3336925"/>
          <p14:tracePt t="39993" x="9439275" y="3336925"/>
          <p14:tracePt t="40005" x="9451975" y="3336925"/>
          <p14:tracePt t="40015" x="9463088" y="3336925"/>
          <p14:tracePt t="40395" x="9451975" y="3336925"/>
          <p14:tracePt t="40400" x="9451975" y="3349625"/>
          <p14:tracePt t="40404" x="9426575" y="3349625"/>
          <p14:tracePt t="40409" x="9390063" y="3349625"/>
          <p14:tracePt t="40418" x="9353550" y="3362325"/>
          <p14:tracePt t="40426" x="9220200" y="3373438"/>
          <p14:tracePt t="40435" x="9134475" y="3373438"/>
          <p14:tracePt t="40443" x="8939213" y="3386138"/>
          <p14:tracePt t="40453" x="8562975" y="3386138"/>
          <p14:tracePt t="40460" x="8380413" y="3386138"/>
          <p14:tracePt t="40468" x="7867650" y="3386138"/>
          <p14:tracePt t="40476" x="7551738" y="3386138"/>
          <p14:tracePt t="40484" x="7405688" y="3386138"/>
          <p14:tracePt t="40493" x="6991350" y="3349625"/>
          <p14:tracePt t="40501" x="6746875" y="3325813"/>
          <p14:tracePt t="40509" x="6516688" y="3300413"/>
          <p14:tracePt t="40518" x="6297613" y="3289300"/>
          <p14:tracePt t="40526" x="6089650" y="3276600"/>
          <p14:tracePt t="40534" x="5870575" y="3240088"/>
          <p14:tracePt t="40542" x="5688013" y="3227388"/>
          <p14:tracePt t="40551" x="5505450" y="3216275"/>
          <p14:tracePt t="40559" x="5310188" y="3203575"/>
          <p14:tracePt t="40568" x="5067300" y="3179763"/>
          <p14:tracePt t="40576" x="4921250" y="3179763"/>
          <p14:tracePt t="40584" x="4859338" y="3179763"/>
          <p14:tracePt t="40592" x="4702175" y="3179763"/>
          <p14:tracePt t="40601" x="4627563" y="3179763"/>
          <p14:tracePt t="40609" x="4543425" y="3179763"/>
          <p14:tracePt t="40617" x="4481513" y="3179763"/>
          <p14:tracePt t="40626" x="4408488" y="3179763"/>
          <p14:tracePt t="40634" x="4348163" y="3179763"/>
          <p14:tracePt t="40642" x="4287838" y="3179763"/>
          <p14:tracePt t="40651" x="4214813" y="3179763"/>
          <p14:tracePt t="40659" x="4152900" y="3179763"/>
          <p14:tracePt t="40667" x="4056063" y="3179763"/>
          <p14:tracePt t="40676" x="3995738" y="3179763"/>
          <p14:tracePt t="40684" x="3959225" y="3179763"/>
          <p14:tracePt t="40692" x="3860800" y="3179763"/>
          <p14:tracePt t="40701" x="3787775" y="3179763"/>
          <p14:tracePt t="40709" x="3714750" y="3179763"/>
          <p14:tracePt t="40717" x="3641725" y="3179763"/>
          <p14:tracePt t="40726" x="3556000" y="3179763"/>
          <p14:tracePt t="40734" x="3482975" y="3179763"/>
          <p14:tracePt t="40742" x="3422650" y="3179763"/>
          <p14:tracePt t="40751" x="3349625" y="3179763"/>
          <p14:tracePt t="40759" x="3300413" y="3190875"/>
          <p14:tracePt t="40767" x="3240088" y="3216275"/>
          <p14:tracePt t="40776" x="3178175" y="3227388"/>
          <p14:tracePt t="40784" x="3167063" y="3227388"/>
          <p14:tracePt t="40792" x="3094038" y="3240088"/>
          <p14:tracePt t="40800" x="3057525" y="3252788"/>
          <p14:tracePt t="40809" x="2995613" y="3263900"/>
          <p14:tracePt t="40817" x="2935288" y="3263900"/>
          <p14:tracePt t="40826" x="2886075" y="3263900"/>
          <p14:tracePt t="40834" x="2813050" y="3263900"/>
          <p14:tracePt t="40842" x="2740025" y="3276600"/>
          <p14:tracePt t="40851" x="2655888" y="3289300"/>
          <p14:tracePt t="40859" x="2570163" y="3289300"/>
          <p14:tracePt t="40867" x="2424113" y="3300413"/>
          <p14:tracePt t="40876" x="2362200" y="3300413"/>
          <p14:tracePt t="40884" x="2325688" y="3300413"/>
          <p14:tracePt t="40892" x="2278063" y="3313113"/>
          <p14:tracePt t="40901" x="2216150" y="3313113"/>
          <p14:tracePt t="40909" x="2168525" y="3313113"/>
          <p14:tracePt t="40917" x="2119313" y="3313113"/>
          <p14:tracePt t="40926" x="2046288" y="3325813"/>
          <p14:tracePt t="40934" x="1997075" y="3325813"/>
          <p14:tracePt t="40942" x="1936750" y="3349625"/>
          <p14:tracePt t="40951" x="1863725" y="3362325"/>
          <p14:tracePt t="40959" x="1803400" y="3386138"/>
          <p14:tracePt t="40967" x="1668463" y="3409950"/>
          <p14:tracePt t="40975" x="1608138" y="3422650"/>
          <p14:tracePt t="40984" x="1571625" y="3435350"/>
          <p14:tracePt t="40992" x="1485900" y="3459163"/>
          <p14:tracePt t="41000" x="1473200" y="3471863"/>
          <p14:tracePt t="41009" x="1449388" y="3471863"/>
          <p14:tracePt t="41017" x="1436688" y="3471863"/>
          <p14:tracePt t="41025" x="1425575" y="3471863"/>
          <p14:tracePt t="41034" x="1412875" y="3484563"/>
          <p14:tracePt t="41042" x="1389063" y="3508375"/>
          <p14:tracePt t="41050" x="1376363" y="3508375"/>
          <p14:tracePt t="41059" x="1363663" y="3521075"/>
          <p14:tracePt t="41067" x="1352550" y="3532188"/>
          <p14:tracePt t="41075" x="1352550" y="3544888"/>
          <p14:tracePt t="41160" x="1363663" y="3544888"/>
          <p14:tracePt t="41165" x="1376363" y="3557588"/>
          <p14:tracePt t="41167" x="1389063" y="3557588"/>
          <p14:tracePt t="41175" x="1412875" y="3557588"/>
          <p14:tracePt t="41184" x="1449388" y="3568700"/>
          <p14:tracePt t="41192" x="1522413" y="3581400"/>
          <p14:tracePt t="41200" x="1571625" y="3594100"/>
          <p14:tracePt t="41209" x="1644650" y="3605213"/>
          <p14:tracePt t="41217" x="1704975" y="3617913"/>
          <p14:tracePt t="41226" x="1778000" y="3630613"/>
          <p14:tracePt t="41226" x="1803400" y="3630613"/>
          <p14:tracePt t="41234" x="1827213" y="3641725"/>
          <p14:tracePt t="41242" x="1863725" y="3641725"/>
          <p14:tracePt t="41250" x="1900238" y="3654425"/>
          <p14:tracePt t="41259" x="1960563" y="3667125"/>
          <p14:tracePt t="41267" x="2009775" y="3678238"/>
          <p14:tracePt t="41275" x="2095500" y="3690938"/>
          <p14:tracePt t="41284" x="2132013" y="3690938"/>
          <p14:tracePt t="41292" x="2192338" y="3703638"/>
          <p14:tracePt t="41300" x="2314575" y="3703638"/>
          <p14:tracePt t="41308" x="2411413" y="3703638"/>
          <p14:tracePt t="41317" x="2520950" y="3703638"/>
          <p14:tracePt t="41325" x="2643188" y="3714750"/>
          <p14:tracePt t="41333" x="2789238" y="3714750"/>
          <p14:tracePt t="41342" x="2959100" y="3714750"/>
          <p14:tracePt t="41350" x="3130550" y="3727450"/>
          <p14:tracePt t="41358" x="3252788" y="3727450"/>
          <p14:tracePt t="41367" x="3422650" y="3740150"/>
          <p14:tracePt t="41375" x="3508375" y="3751263"/>
          <p14:tracePt t="41383" x="3532188" y="3751263"/>
          <p14:tracePt t="41392" x="3592513" y="3751263"/>
          <p14:tracePt t="41400" x="3629025" y="3751263"/>
          <p14:tracePt t="41408" x="3678238" y="3751263"/>
          <p14:tracePt t="41417" x="3702050" y="3763963"/>
          <p14:tracePt t="41425" x="3727450" y="3763963"/>
          <p14:tracePt t="41433" x="3763963" y="3763963"/>
          <p14:tracePt t="41442" x="3824288" y="3763963"/>
          <p14:tracePt t="41450" x="3873500" y="3763963"/>
          <p14:tracePt t="41458" x="3921125" y="3763963"/>
          <p14:tracePt t="41467" x="4019550" y="3763963"/>
          <p14:tracePt t="41475" x="4129088" y="3763963"/>
          <p14:tracePt t="41483" x="4152900" y="3763963"/>
          <p14:tracePt t="41491" x="4225925" y="3763963"/>
          <p14:tracePt t="41500" x="4324350" y="3763963"/>
          <p14:tracePt t="41508" x="4371975" y="3763963"/>
          <p14:tracePt t="41517" x="4397375" y="3763963"/>
          <p14:tracePt t="41525" x="4421188" y="3763963"/>
          <p14:tracePt t="41533" x="4433888" y="3776663"/>
          <p14:tracePt t="41560" x="4445000" y="3776663"/>
          <p14:tracePt t="41565" x="4457700" y="3776663"/>
          <p14:tracePt t="41575" x="4481513" y="3776663"/>
          <p14:tracePt t="41580" x="4494213" y="3776663"/>
          <p14:tracePt t="41584" x="4506913" y="3776663"/>
          <p14:tracePt t="41592" x="4530725" y="3776663"/>
          <p14:tracePt t="41600" x="4567238" y="3776663"/>
          <p14:tracePt t="41608" x="4640263" y="3776663"/>
          <p14:tracePt t="41616" x="4689475" y="3776663"/>
          <p14:tracePt t="41625" x="4725988" y="3776663"/>
          <p14:tracePt t="41633" x="4811713" y="3763963"/>
          <p14:tracePt t="41641" x="4859338" y="3763963"/>
          <p14:tracePt t="41650" x="4895850" y="3763963"/>
          <p14:tracePt t="41658" x="4932363" y="3763963"/>
          <p14:tracePt t="41666" x="4957763" y="3751263"/>
          <p14:tracePt t="41675" x="4968875" y="3751263"/>
          <p14:tracePt t="41684" x="4981575" y="3751263"/>
          <p14:tracePt t="41692" x="4994275" y="3751263"/>
          <p14:tracePt t="41700" x="4994275" y="3740150"/>
          <p14:tracePt t="41712" x="5005388" y="3740150"/>
          <p14:tracePt t="41725" x="5018088" y="3740150"/>
          <p14:tracePt t="41747" x="5018088" y="3727450"/>
          <p14:tracePt t="41755" x="5030788" y="3727450"/>
          <p14:tracePt t="43125" x="5041900" y="3727450"/>
          <p14:tracePt t="43127" x="5054600" y="3727450"/>
          <p14:tracePt t="43133" x="5078413" y="3727450"/>
          <p14:tracePt t="43140" x="5127625" y="3703638"/>
          <p14:tracePt t="43149" x="5187950" y="3690938"/>
          <p14:tracePt t="43157" x="5249863" y="3667125"/>
          <p14:tracePt t="43165" x="5297488" y="3667125"/>
          <p14:tracePt t="43173" x="5370513" y="3667125"/>
          <p14:tracePt t="43182" x="5468938" y="3667125"/>
          <p14:tracePt t="43190" x="5554663" y="3667125"/>
          <p14:tracePt t="43198" x="5627688" y="3667125"/>
          <p14:tracePt t="43207" x="5700713" y="3667125"/>
          <p14:tracePt t="43215" x="5737225" y="3667125"/>
          <p14:tracePt t="44367" x="5748338" y="3667125"/>
          <p14:tracePt t="44374" x="5761038" y="3667125"/>
          <p14:tracePt t="44380" x="5773738" y="3667125"/>
          <p14:tracePt t="44385" x="5784850" y="3667125"/>
          <p14:tracePt t="44389" x="5810250" y="3667125"/>
          <p14:tracePt t="44397" x="5857875" y="3667125"/>
          <p14:tracePt t="44406" x="5894388" y="3678238"/>
          <p14:tracePt t="44414" x="5943600" y="3678238"/>
          <p14:tracePt t="44422" x="5980113" y="3678238"/>
          <p14:tracePt t="44430" x="6016625" y="3678238"/>
          <p14:tracePt t="44439" x="6053138" y="3690938"/>
          <p14:tracePt t="44447" x="6065838" y="3690938"/>
          <p14:tracePt t="44485" x="6076950" y="3690938"/>
          <p14:tracePt t="44625" x="6089650" y="3690938"/>
          <p14:tracePt t="44626" x="6115050" y="3690938"/>
          <p14:tracePt t="44634" x="6126163" y="3690938"/>
          <p14:tracePt t="44640" x="6151563" y="3690938"/>
          <p14:tracePt t="44647" x="6175375" y="3678238"/>
          <p14:tracePt t="44655" x="6224588" y="3667125"/>
          <p14:tracePt t="44664" x="6248400" y="3667125"/>
          <p14:tracePt t="44672" x="6357938" y="3654425"/>
          <p14:tracePt t="44681" x="6503988" y="3641725"/>
          <p14:tracePt t="44689" x="6686550" y="3630613"/>
          <p14:tracePt t="44697" x="6918325" y="3594100"/>
          <p14:tracePt t="44705" x="7150100" y="3568700"/>
          <p14:tracePt t="44714" x="7392988" y="3544888"/>
          <p14:tracePt t="44722" x="7648575" y="3521075"/>
          <p14:tracePt t="44730" x="7893050" y="3508375"/>
          <p14:tracePt t="44739" x="8099425" y="3484563"/>
          <p14:tracePt t="44747" x="8281988" y="3471863"/>
          <p14:tracePt t="44755" x="8501063" y="3448050"/>
          <p14:tracePt t="44764" x="8562975" y="3448050"/>
          <p14:tracePt t="44772" x="8672513" y="3435350"/>
          <p14:tracePt t="44780" x="8805863" y="3398838"/>
          <p14:tracePt t="44788" x="8866188" y="3386138"/>
          <p14:tracePt t="44797" x="8915400" y="3373438"/>
          <p14:tracePt t="44805" x="8939213" y="3362325"/>
          <p14:tracePt t="44813" x="8964613" y="3362325"/>
          <p14:tracePt t="44822" x="8977313" y="3349625"/>
          <p14:tracePt t="44830" x="9001125" y="3336925"/>
          <p14:tracePt t="44838" x="9013825" y="3336925"/>
          <p14:tracePt t="44847" x="9024938" y="3325813"/>
          <p14:tracePt t="44855" x="9050338" y="3313113"/>
          <p14:tracePt t="44864" x="9050338" y="3300413"/>
          <p14:tracePt t="44872" x="9061450" y="3300413"/>
          <p14:tracePt t="44880" x="9074150" y="3300413"/>
          <p14:tracePt t="44888" x="9086850" y="3289300"/>
          <p14:tracePt t="44899" x="9086850" y="3276600"/>
          <p14:tracePt t="44906" x="9086850" y="3263900"/>
          <p14:tracePt t="44914" x="9086850" y="3252788"/>
          <p14:tracePt t="44922" x="9086850" y="3240088"/>
          <p14:tracePt t="44930" x="9050338" y="3216275"/>
          <p14:tracePt t="44938" x="9024938" y="3190875"/>
          <p14:tracePt t="44947" x="8951913" y="3154363"/>
          <p14:tracePt t="44955" x="8902700" y="3130550"/>
          <p14:tracePt t="44963" x="8866188" y="3117850"/>
          <p14:tracePt t="44972" x="8782050" y="3094038"/>
          <p14:tracePt t="44980" x="8659813" y="3070225"/>
          <p14:tracePt t="44988" x="8562975" y="3044825"/>
          <p14:tracePt t="44996" x="8464550" y="3021013"/>
          <p14:tracePt t="45005" x="8391525" y="3008313"/>
          <p14:tracePt t="45013" x="8318500" y="2997200"/>
          <p14:tracePt t="45022" x="8270875" y="2984500"/>
          <p14:tracePt t="45030" x="8245475" y="2984500"/>
          <p14:tracePt t="45038" x="8232775" y="2984500"/>
          <p14:tracePt t="45047" x="8221663" y="2984500"/>
          <p14:tracePt t="45135" x="8208963" y="2984500"/>
          <p14:tracePt t="45147" x="8196263" y="2984500"/>
          <p14:tracePt t="45165" x="8185150" y="2984500"/>
          <p14:tracePt t="45195" x="8172450" y="2971800"/>
          <p14:tracePt t="45206" x="8148638" y="2960688"/>
          <p14:tracePt t="45212" x="8123238" y="2960688"/>
          <p14:tracePt t="45214" x="8099425" y="2947988"/>
          <p14:tracePt t="45221" x="8086725" y="2924175"/>
          <p14:tracePt t="45230" x="8039100" y="2874963"/>
          <p14:tracePt t="45238" x="7989888" y="2851150"/>
          <p14:tracePt t="45246" x="7904163" y="2776538"/>
          <p14:tracePt t="45255" x="7820025" y="2703513"/>
          <p14:tracePt t="45263" x="7710488" y="2619375"/>
          <p14:tracePt t="45271" x="7600950" y="2520950"/>
          <p14:tracePt t="45280" x="7478713" y="2424113"/>
          <p14:tracePt t="45288" x="7283450" y="2314575"/>
          <p14:tracePt t="45296" x="7150100" y="2265363"/>
          <p14:tracePt t="45305" x="7100888" y="2241550"/>
          <p14:tracePt t="45313" x="6967538" y="2168525"/>
          <p14:tracePt t="45321" x="6894513" y="2155825"/>
          <p14:tracePt t="45330" x="6869113" y="2155825"/>
          <p14:tracePt t="45338" x="6845300" y="2143125"/>
          <p14:tracePt t="45346" x="6832600" y="2143125"/>
          <p14:tracePt t="45399" x="6821488" y="2143125"/>
          <p14:tracePt t="45432" x="6808788" y="2143125"/>
          <p14:tracePt t="45445" x="6796088" y="2143125"/>
          <p14:tracePt t="45452" x="6783388" y="2143125"/>
          <p14:tracePt t="45455" x="6772275" y="2143125"/>
          <p14:tracePt t="45463" x="6759575" y="2143125"/>
          <p14:tracePt t="45471" x="6735763" y="2143125"/>
          <p14:tracePt t="45480" x="6710363" y="2143125"/>
          <p14:tracePt t="45488" x="6673850" y="2155825"/>
          <p14:tracePt t="45496" x="6626225" y="2155825"/>
          <p14:tracePt t="45504" x="6600825" y="2168525"/>
          <p14:tracePt t="45513" x="6540500" y="2179638"/>
          <p14:tracePt t="45521" x="6491288" y="2192338"/>
          <p14:tracePt t="45529" x="6443663" y="2205038"/>
          <p14:tracePt t="45538" x="6381750" y="2217738"/>
          <p14:tracePt t="45546" x="6334125" y="2217738"/>
          <p14:tracePt t="45554" x="6297613" y="2228850"/>
          <p14:tracePt t="45563" x="6235700" y="2241550"/>
          <p14:tracePt t="45571" x="6199188" y="2254250"/>
          <p14:tracePt t="45579" x="6138863" y="2278063"/>
          <p14:tracePt t="45588" x="6040438" y="2301875"/>
          <p14:tracePt t="45596" x="5980113" y="2314575"/>
          <p14:tracePt t="45605" x="5930900" y="2327275"/>
          <p14:tracePt t="45613" x="5737225" y="2363788"/>
          <p14:tracePt t="45621" x="5565775" y="2400300"/>
          <p14:tracePt t="45629" x="5383213" y="2447925"/>
          <p14:tracePt t="45638" x="5237163" y="2509838"/>
          <p14:tracePt t="45646" x="5054600" y="2557463"/>
          <p14:tracePt t="45654" x="5005388" y="2570163"/>
          <p14:tracePt t="45663" x="4908550" y="2606675"/>
          <p14:tracePt t="45671" x="4822825" y="2643188"/>
          <p14:tracePt t="45679" x="4749800" y="2667000"/>
          <p14:tracePt t="45688" x="4689475" y="2703513"/>
          <p14:tracePt t="45696" x="4640263" y="2728913"/>
          <p14:tracePt t="45704" x="4603750" y="2752725"/>
          <p14:tracePt t="45713" x="4506913" y="2801938"/>
          <p14:tracePt t="45721" x="4433888" y="2851150"/>
          <p14:tracePt t="45729" x="4360863" y="2898775"/>
          <p14:tracePt t="45738" x="4287838" y="2947988"/>
          <p14:tracePt t="45746" x="4214813" y="3008313"/>
          <p14:tracePt t="45754" x="4129088" y="3044825"/>
          <p14:tracePt t="45763" x="4068763" y="3106738"/>
          <p14:tracePt t="45771" x="3995738" y="3154363"/>
          <p14:tracePt t="45779" x="3933825" y="3216275"/>
          <p14:tracePt t="45788" x="3860800" y="3300413"/>
          <p14:tracePt t="45796" x="3811588" y="3373438"/>
          <p14:tracePt t="45804" x="3787775" y="3398838"/>
          <p14:tracePt t="45805" x="3763963" y="3448050"/>
          <p14:tracePt t="45812" x="3738563" y="3544888"/>
          <p14:tracePt t="45821" x="3738563" y="3630613"/>
          <p14:tracePt t="45829" x="3738563" y="3714750"/>
          <p14:tracePt t="45838" x="3738563" y="3787775"/>
          <p14:tracePt t="45846" x="3738563" y="3873500"/>
          <p14:tracePt t="45854" x="3763963" y="3959225"/>
          <p14:tracePt t="45862" x="3811588" y="4056063"/>
          <p14:tracePt t="45871" x="3860800" y="4117975"/>
          <p14:tracePt t="45879" x="3910013" y="4202113"/>
          <p14:tracePt t="45888" x="3995738" y="4311650"/>
          <p14:tracePt t="45896" x="4056063" y="4360863"/>
          <p14:tracePt t="45904" x="4079875" y="4384675"/>
          <p14:tracePt t="45912" x="4152900" y="4446588"/>
          <p14:tracePt t="45921" x="4165600" y="4446588"/>
          <p14:tracePt t="45929" x="4189413" y="4446588"/>
          <p14:tracePt t="46772" x="4202113" y="4446588"/>
          <p14:tracePt t="48950" x="0" y="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AEB0-9C0D-B206-00FD-801E02B2423A}"/>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CA6BF28B-645C-5F03-9914-44089792B94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5165B53F-6590-BFAE-7A04-F69234AD9868}"/>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FA4DA9-1953-C357-6755-94E68705CB3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AFED542-666B-D534-6AE5-B0C305CA7E1A}"/>
              </a:ext>
            </a:extLst>
          </p:cNvPr>
          <p:cNvSpPr txBox="1"/>
          <p:nvPr/>
        </p:nvSpPr>
        <p:spPr>
          <a:xfrm>
            <a:off x="1176654" y="295910"/>
            <a:ext cx="2975467"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CEAFC90-7E68-4D79-8BC9-3C2156C96CC8}"/>
              </a:ext>
            </a:extLst>
          </p:cNvPr>
          <p:cNvPicPr>
            <a:picLocks noChangeAspect="1"/>
          </p:cNvPicPr>
          <p:nvPr/>
        </p:nvPicPr>
        <p:blipFill>
          <a:blip r:embed="rId5"/>
          <a:stretch>
            <a:fillRect/>
          </a:stretch>
        </p:blipFill>
        <p:spPr>
          <a:xfrm>
            <a:off x="1491614" y="1495613"/>
            <a:ext cx="9136249" cy="2066599"/>
          </a:xfrm>
          <a:prstGeom prst="rect">
            <a:avLst/>
          </a:prstGeom>
        </p:spPr>
      </p:pic>
      <p:pic>
        <p:nvPicPr>
          <p:cNvPr id="8" name="图片 7">
            <a:extLst>
              <a:ext uri="{FF2B5EF4-FFF2-40B4-BE49-F238E27FC236}">
                <a16:creationId xmlns:a16="http://schemas.microsoft.com/office/drawing/2014/main" id="{83A9CB40-A774-56CF-5465-DD37E3BA4588}"/>
              </a:ext>
            </a:extLst>
          </p:cNvPr>
          <p:cNvPicPr>
            <a:picLocks noChangeAspect="1"/>
          </p:cNvPicPr>
          <p:nvPr/>
        </p:nvPicPr>
        <p:blipFill>
          <a:blip r:embed="rId6"/>
          <a:stretch>
            <a:fillRect/>
          </a:stretch>
        </p:blipFill>
        <p:spPr>
          <a:xfrm>
            <a:off x="2551364" y="4134582"/>
            <a:ext cx="7016749" cy="2089548"/>
          </a:xfrm>
          <a:prstGeom prst="rect">
            <a:avLst/>
          </a:prstGeom>
        </p:spPr>
      </p:pic>
      <p:sp>
        <p:nvSpPr>
          <p:cNvPr id="12" name="文本框 11">
            <a:extLst>
              <a:ext uri="{FF2B5EF4-FFF2-40B4-BE49-F238E27FC236}">
                <a16:creationId xmlns:a16="http://schemas.microsoft.com/office/drawing/2014/main" id="{3531B5B2-6126-9A5F-7B6E-A0824A9425BC}"/>
              </a:ext>
            </a:extLst>
          </p:cNvPr>
          <p:cNvSpPr txBox="1"/>
          <p:nvPr/>
        </p:nvSpPr>
        <p:spPr>
          <a:xfrm>
            <a:off x="2951480" y="1143789"/>
            <a:ext cx="6106160" cy="376193"/>
          </a:xfrm>
          <a:prstGeom prst="rect">
            <a:avLst/>
          </a:prstGeom>
          <a:noFill/>
        </p:spPr>
        <p:txBody>
          <a:bodyPr wrap="square">
            <a:spAutoFit/>
          </a:bodyPr>
          <a:lstStyle/>
          <a:p>
            <a:pPr indent="0" algn="ctr">
              <a:lnSpc>
                <a:spcPct val="125000"/>
              </a:lnSpc>
              <a:defRPr/>
            </a:pPr>
            <a:r>
              <a:rPr lang="en-US" altLang="zh-CN" sz="1600" b="0" i="0" u="none" strike="noStrike" dirty="0">
                <a:solidFill>
                  <a:schemeClr val="tx1"/>
                </a:solidFill>
                <a:latin typeface="微软雅黑" panose="020B0503020204020204" pitchFamily="34" charset="-122"/>
                <a:ea typeface="微软雅黑" panose="020B0503020204020204" pitchFamily="34" charset="-122"/>
                <a:cs typeface="Noto Sans SC"/>
                <a:sym typeface="Noto Sans SC"/>
              </a:rPr>
              <a:t>Fusion Performance of Program Understanding Tasks (Java)</a:t>
            </a:r>
            <a:endParaRPr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8A534E22-F13E-0BC0-4A39-C78C5AEBE435}"/>
              </a:ext>
            </a:extLst>
          </p:cNvPr>
          <p:cNvSpPr txBox="1"/>
          <p:nvPr/>
        </p:nvSpPr>
        <p:spPr>
          <a:xfrm>
            <a:off x="3006658" y="3731421"/>
            <a:ext cx="6106160" cy="376193"/>
          </a:xfrm>
          <a:prstGeom prst="rect">
            <a:avLst/>
          </a:prstGeom>
          <a:noFill/>
        </p:spPr>
        <p:txBody>
          <a:bodyPr wrap="square">
            <a:spAutoFit/>
          </a:bodyPr>
          <a:lstStyle/>
          <a:p>
            <a:pPr indent="0" algn="ctr">
              <a:lnSpc>
                <a:spcPct val="125000"/>
              </a:lnSpc>
              <a:defRPr/>
            </a:pPr>
            <a:r>
              <a:rPr lang="en-US" altLang="zh-CN" sz="1600" dirty="0">
                <a:latin typeface="微软雅黑" panose="020B0503020204020204" pitchFamily="34" charset="-122"/>
                <a:ea typeface="微软雅黑" panose="020B0503020204020204" pitchFamily="34" charset="-122"/>
                <a:cs typeface="Noto Sans SC"/>
                <a:sym typeface="Noto Sans SC"/>
              </a:rPr>
              <a:t>Fusion Performance of Program Generation Tasks (Python)</a:t>
            </a:r>
            <a:endParaRPr lang="en-US" altLang="zh-CN" sz="1100" dirty="0">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E74498A1-BD86-3BD3-BD91-234A6EEF282F}"/>
              </a:ext>
            </a:extLst>
          </p:cNvPr>
          <p:cNvSpPr/>
          <p:nvPr/>
        </p:nvSpPr>
        <p:spPr>
          <a:xfrm>
            <a:off x="6461760" y="1778000"/>
            <a:ext cx="1280160" cy="1696720"/>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3D917F1E-F674-1445-3687-8BF83F6B9043}"/>
              </a:ext>
            </a:extLst>
          </p:cNvPr>
          <p:cNvSpPr/>
          <p:nvPr/>
        </p:nvSpPr>
        <p:spPr>
          <a:xfrm>
            <a:off x="4779578" y="4107614"/>
            <a:ext cx="1164022" cy="2116515"/>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5983F141-8753-1273-9700-3E8422EE6CE7}"/>
              </a:ext>
            </a:extLst>
          </p:cNvPr>
          <p:cNvSpPr/>
          <p:nvPr/>
        </p:nvSpPr>
        <p:spPr>
          <a:xfrm>
            <a:off x="0" y="4587561"/>
            <a:ext cx="2551364" cy="1265171"/>
          </a:xfrm>
          <a:prstGeom prst="roundRect">
            <a:avLst>
              <a:gd name="adj" fmla="val 783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en-US" altLang="zh-CN" sz="1600" dirty="0">
                <a:solidFill>
                  <a:schemeClr val="tx1"/>
                </a:solidFill>
                <a:latin typeface="微软雅黑" panose="020B0503020204020204" pitchFamily="34" charset="-122"/>
                <a:ea typeface="微软雅黑" panose="020B0503020204020204" pitchFamily="34" charset="-122"/>
              </a:rPr>
              <a:t>Except for TALL-Masks, other methods suffer </a:t>
            </a:r>
            <a:r>
              <a:rPr lang="en-US" altLang="zh-CN" sz="1600" b="1" dirty="0">
                <a:solidFill>
                  <a:srgbClr val="FF0000"/>
                </a:solidFill>
                <a:latin typeface="微软雅黑" panose="020B0503020204020204" pitchFamily="34" charset="-122"/>
                <a:ea typeface="微软雅黑" panose="020B0503020204020204" pitchFamily="34" charset="-122"/>
              </a:rPr>
              <a:t>significant performance losses on certain tasks</a:t>
            </a:r>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1" name="任意多边形: 形状 10">
            <a:extLst>
              <a:ext uri="{FF2B5EF4-FFF2-40B4-BE49-F238E27FC236}">
                <a16:creationId xmlns:a16="http://schemas.microsoft.com/office/drawing/2014/main" id="{5115CAA5-69E6-33D4-37D3-A371C7724951}"/>
              </a:ext>
            </a:extLst>
          </p:cNvPr>
          <p:cNvSpPr/>
          <p:nvPr/>
        </p:nvSpPr>
        <p:spPr>
          <a:xfrm>
            <a:off x="792481" y="3505202"/>
            <a:ext cx="5933440" cy="955040"/>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5935625 w 5935625"/>
              <a:gd name="connsiteY0" fmla="*/ 689437 h 1644477"/>
              <a:gd name="connsiteX1" fmla="*/ 2185 w 5935625"/>
              <a:gd name="connsiteY1" fmla="*/ 1644477 h 1644477"/>
              <a:gd name="connsiteX0" fmla="*/ 5933452 w 5933452"/>
              <a:gd name="connsiteY0" fmla="*/ 327380 h 1282420"/>
              <a:gd name="connsiteX1" fmla="*/ 12 w 5933452"/>
              <a:gd name="connsiteY1" fmla="*/ 1282420 h 1282420"/>
              <a:gd name="connsiteX0" fmla="*/ 5933440 w 5933440"/>
              <a:gd name="connsiteY0" fmla="*/ 0 h 955040"/>
              <a:gd name="connsiteX1" fmla="*/ 0 w 5933440"/>
              <a:gd name="connsiteY1" fmla="*/ 955040 h 955040"/>
            </a:gdLst>
            <a:ahLst/>
            <a:cxnLst>
              <a:cxn ang="0">
                <a:pos x="connsiteX0" y="connsiteY0"/>
              </a:cxn>
              <a:cxn ang="0">
                <a:pos x="connsiteX1" y="connsiteY1"/>
              </a:cxn>
            </a:cxnLst>
            <a:rect l="l" t="t" r="r" b="b"/>
            <a:pathLst>
              <a:path w="5933440" h="955040">
                <a:moveTo>
                  <a:pt x="5933440" y="0"/>
                </a:moveTo>
                <a:cubicBezTo>
                  <a:pt x="3034453" y="342053"/>
                  <a:pt x="958427" y="84667"/>
                  <a:pt x="0" y="95504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任意多边形: 形状 13">
            <a:extLst>
              <a:ext uri="{FF2B5EF4-FFF2-40B4-BE49-F238E27FC236}">
                <a16:creationId xmlns:a16="http://schemas.microsoft.com/office/drawing/2014/main" id="{2CFA9A6C-F3D7-8964-522B-4F69BE58AA2C}"/>
              </a:ext>
            </a:extLst>
          </p:cNvPr>
          <p:cNvSpPr/>
          <p:nvPr/>
        </p:nvSpPr>
        <p:spPr>
          <a:xfrm>
            <a:off x="1272825" y="5938504"/>
            <a:ext cx="4132772" cy="456176"/>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Lst>
            <a:ahLst/>
            <a:cxnLst>
              <a:cxn ang="0">
                <a:pos x="connsiteX0" y="connsiteY0"/>
              </a:cxn>
              <a:cxn ang="0">
                <a:pos x="connsiteX1" y="connsiteY1"/>
              </a:cxn>
            </a:cxnLst>
            <a:rect l="l" t="t" r="r" b="b"/>
            <a:pathLst>
              <a:path w="4132772" h="456176">
                <a:moveTo>
                  <a:pt x="4132772" y="345440"/>
                </a:moveTo>
                <a:cubicBezTo>
                  <a:pt x="2788265" y="555413"/>
                  <a:pt x="-171681" y="480907"/>
                  <a:pt x="7812" y="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5" name="矩形: 圆角 14">
            <a:extLst>
              <a:ext uri="{FF2B5EF4-FFF2-40B4-BE49-F238E27FC236}">
                <a16:creationId xmlns:a16="http://schemas.microsoft.com/office/drawing/2014/main" id="{10E8E8EC-F33C-98A4-B02C-AB9161DEEDEC}"/>
              </a:ext>
            </a:extLst>
          </p:cNvPr>
          <p:cNvSpPr/>
          <p:nvPr/>
        </p:nvSpPr>
        <p:spPr>
          <a:xfrm>
            <a:off x="9347703" y="1778000"/>
            <a:ext cx="1280160" cy="1696720"/>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08566600-1CCE-5187-0B9C-CAE983BEEEE1}"/>
              </a:ext>
            </a:extLst>
          </p:cNvPr>
          <p:cNvSpPr/>
          <p:nvPr/>
        </p:nvSpPr>
        <p:spPr>
          <a:xfrm>
            <a:off x="6004560" y="4134581"/>
            <a:ext cx="2307336" cy="2089548"/>
          </a:xfrm>
          <a:prstGeom prst="roundRect">
            <a:avLst>
              <a:gd name="adj" fmla="val 170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B8E817D2-C911-84A5-2F5D-E23177177D25}"/>
              </a:ext>
            </a:extLst>
          </p:cNvPr>
          <p:cNvSpPr/>
          <p:nvPr/>
        </p:nvSpPr>
        <p:spPr>
          <a:xfrm>
            <a:off x="9768807" y="4587561"/>
            <a:ext cx="2148874" cy="1265171"/>
          </a:xfrm>
          <a:prstGeom prst="roundRect">
            <a:avLst>
              <a:gd name="adj" fmla="val 783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r>
              <a:rPr lang="en-US" altLang="zh-CN" sz="1600" dirty="0">
                <a:solidFill>
                  <a:schemeClr val="tx1"/>
                </a:solidFill>
                <a:latin typeface="微软雅黑" panose="020B0503020204020204" pitchFamily="34" charset="-122"/>
                <a:ea typeface="微软雅黑" panose="020B0503020204020204" pitchFamily="34" charset="-122"/>
              </a:rPr>
              <a:t>All methods can maintain relatively </a:t>
            </a:r>
            <a:r>
              <a:rPr lang="en-US" altLang="zh-CN" sz="1600" b="1" dirty="0">
                <a:solidFill>
                  <a:srgbClr val="FF0000"/>
                </a:solidFill>
                <a:latin typeface="微软雅黑" panose="020B0503020204020204" pitchFamily="34" charset="-122"/>
                <a:ea typeface="微软雅黑" panose="020B0503020204020204" pitchFamily="34" charset="-122"/>
              </a:rPr>
              <a:t>good performance on certain tasks</a:t>
            </a:r>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8" name="任意多边形: 形状 17">
            <a:extLst>
              <a:ext uri="{FF2B5EF4-FFF2-40B4-BE49-F238E27FC236}">
                <a16:creationId xmlns:a16="http://schemas.microsoft.com/office/drawing/2014/main" id="{4CD5C274-8D5A-4E85-6FE2-AE6930E4C707}"/>
              </a:ext>
            </a:extLst>
          </p:cNvPr>
          <p:cNvSpPr/>
          <p:nvPr/>
        </p:nvSpPr>
        <p:spPr>
          <a:xfrm>
            <a:off x="7486855" y="5928344"/>
            <a:ext cx="3312160" cy="486184"/>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 name="connsiteX0" fmla="*/ 251432 w 3563592"/>
              <a:gd name="connsiteY0" fmla="*/ 355600 h 463608"/>
              <a:gd name="connsiteX1" fmla="*/ 3563592 w 3563592"/>
              <a:gd name="connsiteY1" fmla="*/ 0 h 463608"/>
              <a:gd name="connsiteX0" fmla="*/ 0 w 3312160"/>
              <a:gd name="connsiteY0" fmla="*/ 355600 h 486184"/>
              <a:gd name="connsiteX1" fmla="*/ 3312160 w 3312160"/>
              <a:gd name="connsiteY1" fmla="*/ 0 h 486184"/>
            </a:gdLst>
            <a:ahLst/>
            <a:cxnLst>
              <a:cxn ang="0">
                <a:pos x="connsiteX0" y="connsiteY0"/>
              </a:cxn>
              <a:cxn ang="0">
                <a:pos x="connsiteX1" y="connsiteY1"/>
              </a:cxn>
            </a:cxnLst>
            <a:rect l="l" t="t" r="r" b="b"/>
            <a:pathLst>
              <a:path w="3312160" h="486184">
                <a:moveTo>
                  <a:pt x="0" y="355600"/>
                </a:moveTo>
                <a:cubicBezTo>
                  <a:pt x="880533" y="616373"/>
                  <a:pt x="3132667" y="480907"/>
                  <a:pt x="3312160" y="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2" name="任意多边形: 形状 21">
            <a:extLst>
              <a:ext uri="{FF2B5EF4-FFF2-40B4-BE49-F238E27FC236}">
                <a16:creationId xmlns:a16="http://schemas.microsoft.com/office/drawing/2014/main" id="{C744128B-A985-00AB-C75C-FE5DCCAA9C0D}"/>
              </a:ext>
            </a:extLst>
          </p:cNvPr>
          <p:cNvSpPr/>
          <p:nvPr/>
        </p:nvSpPr>
        <p:spPr>
          <a:xfrm>
            <a:off x="10260535" y="3530584"/>
            <a:ext cx="609600" cy="985520"/>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 name="connsiteX0" fmla="*/ 251432 w 3563592"/>
              <a:gd name="connsiteY0" fmla="*/ 355600 h 463608"/>
              <a:gd name="connsiteX1" fmla="*/ 3563592 w 3563592"/>
              <a:gd name="connsiteY1" fmla="*/ 0 h 463608"/>
              <a:gd name="connsiteX0" fmla="*/ 0 w 3312160"/>
              <a:gd name="connsiteY0" fmla="*/ 355600 h 486184"/>
              <a:gd name="connsiteX1" fmla="*/ 3312160 w 3312160"/>
              <a:gd name="connsiteY1" fmla="*/ 0 h 486184"/>
              <a:gd name="connsiteX0" fmla="*/ 0 w 731520"/>
              <a:gd name="connsiteY0" fmla="*/ 0 h 2506394"/>
              <a:gd name="connsiteX1" fmla="*/ 731520 w 731520"/>
              <a:gd name="connsiteY1" fmla="*/ 2448560 h 2506394"/>
              <a:gd name="connsiteX0" fmla="*/ 0 w 670560"/>
              <a:gd name="connsiteY0" fmla="*/ 0 h 957269"/>
              <a:gd name="connsiteX1" fmla="*/ 670560 w 670560"/>
              <a:gd name="connsiteY1" fmla="*/ 833120 h 957269"/>
              <a:gd name="connsiteX0" fmla="*/ 0 w 650240"/>
              <a:gd name="connsiteY0" fmla="*/ 0 h 1003791"/>
              <a:gd name="connsiteX1" fmla="*/ 650240 w 650240"/>
              <a:gd name="connsiteY1" fmla="*/ 883920 h 1003791"/>
              <a:gd name="connsiteX0" fmla="*/ 0 w 640080"/>
              <a:gd name="connsiteY0" fmla="*/ 0 h 975842"/>
              <a:gd name="connsiteX1" fmla="*/ 640080 w 640080"/>
              <a:gd name="connsiteY1" fmla="*/ 853440 h 975842"/>
              <a:gd name="connsiteX0" fmla="*/ 0 w 640080"/>
              <a:gd name="connsiteY0" fmla="*/ 0 h 984364"/>
              <a:gd name="connsiteX1" fmla="*/ 640080 w 640080"/>
              <a:gd name="connsiteY1" fmla="*/ 853440 h 984364"/>
              <a:gd name="connsiteX0" fmla="*/ 0 w 640080"/>
              <a:gd name="connsiteY0" fmla="*/ 0 h 853440"/>
              <a:gd name="connsiteX1" fmla="*/ 640080 w 640080"/>
              <a:gd name="connsiteY1" fmla="*/ 853440 h 853440"/>
              <a:gd name="connsiteX0" fmla="*/ 0 w 640080"/>
              <a:gd name="connsiteY0" fmla="*/ 0 h 853440"/>
              <a:gd name="connsiteX1" fmla="*/ 640080 w 640080"/>
              <a:gd name="connsiteY1" fmla="*/ 853440 h 853440"/>
              <a:gd name="connsiteX0" fmla="*/ 0 w 640080"/>
              <a:gd name="connsiteY0" fmla="*/ 0 h 853440"/>
              <a:gd name="connsiteX1" fmla="*/ 640080 w 640080"/>
              <a:gd name="connsiteY1" fmla="*/ 853440 h 853440"/>
              <a:gd name="connsiteX0" fmla="*/ 0 w 609600"/>
              <a:gd name="connsiteY0" fmla="*/ 0 h 985520"/>
              <a:gd name="connsiteX1" fmla="*/ 609600 w 609600"/>
              <a:gd name="connsiteY1" fmla="*/ 985520 h 985520"/>
            </a:gdLst>
            <a:ahLst/>
            <a:cxnLst>
              <a:cxn ang="0">
                <a:pos x="connsiteX0" y="connsiteY0"/>
              </a:cxn>
              <a:cxn ang="0">
                <a:pos x="connsiteX1" y="connsiteY1"/>
              </a:cxn>
            </a:cxnLst>
            <a:rect l="l" t="t" r="r" b="b"/>
            <a:pathLst>
              <a:path w="609600" h="985520">
                <a:moveTo>
                  <a:pt x="0" y="0"/>
                </a:moveTo>
                <a:cubicBezTo>
                  <a:pt x="331893" y="230293"/>
                  <a:pt x="491067" y="643467"/>
                  <a:pt x="609600" y="98552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 name="文本框 6">
            <a:extLst>
              <a:ext uri="{FF2B5EF4-FFF2-40B4-BE49-F238E27FC236}">
                <a16:creationId xmlns:a16="http://schemas.microsoft.com/office/drawing/2014/main" id="{E9D43D5C-4911-7460-4AAC-240100E8A1D5}"/>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RQ2:</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Multi-SE-Task Fusion within Same PL</a:t>
            </a:r>
          </a:p>
        </p:txBody>
      </p:sp>
      <p:pic>
        <p:nvPicPr>
          <p:cNvPr id="43" name="音频 42">
            <a:hlinkClick r:id="" action="ppaction://media"/>
            <a:extLst>
              <a:ext uri="{FF2B5EF4-FFF2-40B4-BE49-F238E27FC236}">
                <a16:creationId xmlns:a16="http://schemas.microsoft.com/office/drawing/2014/main" id="{31075C91-D1F9-6CD0-96D6-239CF9B65485}"/>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19454890"/>
      </p:ext>
    </p:extLst>
  </p:cSld>
  <p:clrMapOvr>
    <a:masterClrMapping/>
  </p:clrMapOvr>
  <mc:AlternateContent xmlns:mc="http://schemas.openxmlformats.org/markup-compatibility/2006">
    <mc:Choice xmlns:p14="http://schemas.microsoft.com/office/powerpoint/2010/main" Requires="p14">
      <p:transition spd="slow" p14:dur="2000" advTm="42223"/>
    </mc:Choice>
    <mc:Fallback>
      <p:transition spd="slow" advTm="422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extLst>
    <p:ext uri="{3A86A75C-4F4B-4683-9AE1-C65F6400EC91}">
      <p14:laserTraceLst xmlns:p14="http://schemas.microsoft.com/office/powerpoint/2010/main">
        <p14:tracePtLst>
          <p14:tracePt t="1344" x="2557463" y="3057525"/>
          <p14:tracePt t="1349" x="2570163" y="3057525"/>
          <p14:tracePt t="1355" x="2606675" y="3057525"/>
          <p14:tracePt t="1361" x="2606675" y="3044825"/>
          <p14:tracePt t="1367" x="2630488" y="3033713"/>
          <p14:tracePt t="1376" x="2692400" y="2997200"/>
          <p14:tracePt t="1384" x="2728913" y="2971800"/>
          <p14:tracePt t="1392" x="2789238" y="2947988"/>
          <p14:tracePt t="1401" x="2838450" y="2924175"/>
          <p14:tracePt t="1409" x="2874963" y="2898775"/>
          <p14:tracePt t="1417" x="2911475" y="2887663"/>
          <p14:tracePt t="1426" x="2935288" y="2874963"/>
          <p14:tracePt t="1434" x="2947988" y="2874963"/>
          <p14:tracePt t="1442" x="2971800" y="2862263"/>
          <p14:tracePt t="1451" x="2984500" y="2851150"/>
          <p14:tracePt t="1459" x="2995613" y="2851150"/>
          <p14:tracePt t="1564" x="3008313" y="2851150"/>
          <p14:tracePt t="1574" x="3008313" y="2838450"/>
          <p14:tracePt t="1581" x="3021013" y="2838450"/>
          <p14:tracePt t="1644" x="3021013" y="2825750"/>
          <p14:tracePt t="1649" x="3032125" y="2825750"/>
          <p14:tracePt t="1659" x="3057525" y="2789238"/>
          <p14:tracePt t="1667" x="3068638" y="2765425"/>
          <p14:tracePt t="1675" x="3105150" y="2716213"/>
          <p14:tracePt t="1684" x="3117850" y="2703513"/>
          <p14:tracePt t="1692" x="3117850" y="2679700"/>
          <p14:tracePt t="1700" x="3141663" y="2655888"/>
          <p14:tracePt t="1717" x="3154363" y="2606675"/>
          <p14:tracePt t="1725" x="3167063" y="2606675"/>
          <p14:tracePt t="1734" x="3167063" y="2593975"/>
          <p14:tracePt t="1742" x="3167063" y="2582863"/>
          <p14:tracePt t="1750" x="3167063" y="2570163"/>
          <p14:tracePt t="1761" x="3167063" y="2557463"/>
          <p14:tracePt t="1767" x="3167063" y="2546350"/>
          <p14:tracePt t="1775" x="3178175" y="2520950"/>
          <p14:tracePt t="1784" x="3178175" y="2509838"/>
          <p14:tracePt t="1792" x="3178175" y="2497138"/>
          <p14:tracePt t="1800" x="3190875" y="2473325"/>
          <p14:tracePt t="1809" x="3190875" y="2460625"/>
          <p14:tracePt t="1809" x="3190875" y="2447925"/>
          <p14:tracePt t="1817" x="3203575" y="2436813"/>
          <p14:tracePt t="1825" x="3203575" y="2424113"/>
          <p14:tracePt t="1834" x="3203575" y="2411413"/>
          <p14:tracePt t="1854" x="3203575" y="2400300"/>
          <p14:tracePt t="1861" x="3214688" y="2400300"/>
          <p14:tracePt t="1864" x="3214688" y="2387600"/>
          <p14:tracePt t="1881" x="3227388" y="2387600"/>
          <p14:tracePt t="1889" x="3227388" y="2374900"/>
          <p14:tracePt t="1901" x="3227388" y="2363788"/>
          <p14:tracePt t="1921" x="3227388" y="2351088"/>
          <p14:tracePt t="1924" x="3240088" y="2338388"/>
          <p14:tracePt t="1936" x="3252788" y="2327275"/>
          <p14:tracePt t="1949" x="3252788" y="2314575"/>
          <p14:tracePt t="1954" x="3263900" y="2314575"/>
          <p14:tracePt t="1958" x="3263900" y="2301875"/>
          <p14:tracePt t="1967" x="3263900" y="2290763"/>
          <p14:tracePt t="1975" x="3276600" y="2278063"/>
          <p14:tracePt t="1984" x="3289300" y="2265363"/>
          <p14:tracePt t="1992" x="3313113" y="2241550"/>
          <p14:tracePt t="2000" x="3325813" y="2217738"/>
          <p14:tracePt t="2009" x="3349625" y="2192338"/>
          <p14:tracePt t="2017" x="3362325" y="2179638"/>
          <p14:tracePt t="2025" x="3362325" y="2168525"/>
          <p14:tracePt t="2034" x="3373438" y="2168525"/>
          <p14:tracePt t="2042" x="3386138" y="2155825"/>
          <p14:tracePt t="2050" x="3386138" y="2143125"/>
          <p14:tracePt t="2058" x="3409950" y="2132013"/>
          <p14:tracePt t="2067" x="3422650" y="2132013"/>
          <p14:tracePt t="2075" x="3435350" y="2106613"/>
          <p14:tracePt t="2084" x="3471863" y="2095500"/>
          <p14:tracePt t="2092" x="3482975" y="2082800"/>
          <p14:tracePt t="2092" x="3495675" y="2070100"/>
          <p14:tracePt t="2100" x="3508375" y="2070100"/>
          <p14:tracePt t="2108" x="3532188" y="2046288"/>
          <p14:tracePt t="2117" x="3568700" y="2033588"/>
          <p14:tracePt t="2125" x="3592513" y="2022475"/>
          <p14:tracePt t="2133" x="3592513" y="2009775"/>
          <p14:tracePt t="2142" x="3629025" y="1997075"/>
          <p14:tracePt t="2150" x="3654425" y="1997075"/>
          <p14:tracePt t="2158" x="3665538" y="1985963"/>
          <p14:tracePt t="2167" x="3690938" y="1973263"/>
          <p14:tracePt t="2175" x="3727450" y="1973263"/>
          <p14:tracePt t="2183" x="3738563" y="1960563"/>
          <p14:tracePt t="2191" x="3751263" y="1949450"/>
          <p14:tracePt t="2200" x="3763963" y="1949450"/>
          <p14:tracePt t="2229" x="3763963" y="1936750"/>
          <p14:tracePt t="2241" x="3775075" y="1936750"/>
          <p14:tracePt t="2249" x="3787775" y="1936750"/>
          <p14:tracePt t="2254" x="3800475" y="1936750"/>
          <p14:tracePt t="2267" x="3836988" y="1924050"/>
          <p14:tracePt t="2275" x="3860800" y="1912938"/>
          <p14:tracePt t="2283" x="3884613" y="1900238"/>
          <p14:tracePt t="2291" x="3910013" y="1887538"/>
          <p14:tracePt t="2301" x="3921125" y="1887538"/>
          <p14:tracePt t="2309" x="3933825" y="1887538"/>
          <p14:tracePt t="2316" x="3933825" y="1876425"/>
          <p14:tracePt t="2325" x="3946525" y="1863725"/>
          <p14:tracePt t="2334" x="3959225" y="1863725"/>
          <p14:tracePt t="2341" x="3970338" y="1863725"/>
          <p14:tracePt t="2350" x="3983038" y="1863725"/>
          <p14:tracePt t="2358" x="3995738" y="1851025"/>
          <p14:tracePt t="2366" x="4006850" y="1839913"/>
          <p14:tracePt t="2375" x="4019550" y="1839913"/>
          <p14:tracePt t="2383" x="4043363" y="1839913"/>
          <p14:tracePt t="2391" x="4056063" y="1827213"/>
          <p14:tracePt t="2400" x="4056063" y="1814513"/>
          <p14:tracePt t="2408" x="4068763" y="1814513"/>
          <p14:tracePt t="2421" x="4079875" y="1803400"/>
          <p14:tracePt t="2514" x="4092575" y="1803400"/>
          <p14:tracePt t="2521" x="4105275" y="1790700"/>
          <p14:tracePt t="2525" x="4105275" y="1778000"/>
          <p14:tracePt t="2533" x="4116388" y="1778000"/>
          <p14:tracePt t="2561" x="4116388" y="1766888"/>
          <p14:tracePt t="2564" x="4129088" y="1766888"/>
          <p14:tracePt t="2574" x="4129088" y="1754188"/>
          <p14:tracePt t="2575" x="4129088" y="1741488"/>
          <p14:tracePt t="2583" x="4141788" y="1741488"/>
          <p14:tracePt t="2614" x="4141788" y="1730375"/>
          <p14:tracePt t="2629" x="4152900" y="1730375"/>
          <p14:tracePt t="3121" x="4152900" y="1717675"/>
          <p14:tracePt t="3161" x="4152900" y="1704975"/>
          <p14:tracePt t="3164" x="4152900" y="1693863"/>
          <p14:tracePt t="3169" x="4152900" y="1681163"/>
          <p14:tracePt t="3175" x="4152900" y="1668463"/>
          <p14:tracePt t="3182" x="4152900" y="1657350"/>
          <p14:tracePt t="3191" x="4141788" y="1644650"/>
          <p14:tracePt t="3199" x="4129088" y="1620838"/>
          <p14:tracePt t="3207" x="4129088" y="1608138"/>
          <p14:tracePt t="3216" x="4116388" y="1595438"/>
          <p14:tracePt t="3224" x="4116388" y="1584325"/>
          <p14:tracePt t="3232" x="4105275" y="1584325"/>
          <p14:tracePt t="3256" x="4092575" y="1571625"/>
          <p14:tracePt t="3264" x="4092575" y="1558925"/>
          <p14:tracePt t="3284" x="4079875" y="1546225"/>
          <p14:tracePt t="3289" x="4068763" y="1546225"/>
          <p14:tracePt t="3294" x="4068763" y="1535113"/>
          <p14:tracePt t="3301" x="4056063" y="1522413"/>
          <p14:tracePt t="3307" x="4043363" y="1509713"/>
          <p14:tracePt t="3316" x="4019550" y="1498600"/>
          <p14:tracePt t="3324" x="4006850" y="1485900"/>
          <p14:tracePt t="3332" x="3995738" y="1473200"/>
          <p14:tracePt t="3341" x="3970338" y="1462088"/>
          <p14:tracePt t="3341" x="3970338" y="1449388"/>
          <p14:tracePt t="3349" x="3959225" y="1436688"/>
          <p14:tracePt t="3357" x="3921125" y="1412875"/>
          <p14:tracePt t="3365" x="3910013" y="1400175"/>
          <p14:tracePt t="3374" x="3884613" y="1376363"/>
          <p14:tracePt t="3382" x="3848100" y="1339850"/>
          <p14:tracePt t="3390" x="3824288" y="1327150"/>
          <p14:tracePt t="3399" x="3811588" y="1303338"/>
          <p14:tracePt t="3407" x="3775075" y="1279525"/>
          <p14:tracePt t="3416" x="3763963" y="1266825"/>
          <p14:tracePt t="3424" x="3751263" y="1266825"/>
          <p14:tracePt t="3434" x="3751263" y="1254125"/>
          <p14:tracePt t="3769" x="3763963" y="1254125"/>
          <p14:tracePt t="3781" x="3775075" y="1254125"/>
          <p14:tracePt t="3784" x="3787775" y="1254125"/>
          <p14:tracePt t="3790" x="3800475" y="1254125"/>
          <p14:tracePt t="3804" x="3824288" y="1254125"/>
          <p14:tracePt t="3821" x="3836988" y="1254125"/>
          <p14:tracePt t="4069" x="3848100" y="1254125"/>
          <p14:tracePt t="4074" x="3860800" y="1254125"/>
          <p14:tracePt t="4089" x="3873500" y="1254125"/>
          <p14:tracePt t="4094" x="3884613" y="1254125"/>
          <p14:tracePt t="4109" x="3897313" y="1243013"/>
          <p14:tracePt t="4134" x="3910013" y="1243013"/>
          <p14:tracePt t="4174" x="3921125" y="1243013"/>
          <p14:tracePt t="4189" x="3933825" y="1243013"/>
          <p14:tracePt t="4194" x="3946525" y="1243013"/>
          <p14:tracePt t="4198" x="3946525" y="1230313"/>
          <p14:tracePt t="4206" x="3970338" y="1230313"/>
          <p14:tracePt t="4215" x="3995738" y="1230313"/>
          <p14:tracePt t="4216" x="4019550" y="1230313"/>
          <p14:tracePt t="4224" x="4043363" y="1230313"/>
          <p14:tracePt t="4234" x="4079875" y="1217613"/>
          <p14:tracePt t="4240" x="4105275" y="1217613"/>
          <p14:tracePt t="4248" x="4141788" y="1217613"/>
          <p14:tracePt t="4256" x="4165600" y="1217613"/>
          <p14:tracePt t="4265" x="4178300" y="1217613"/>
          <p14:tracePt t="4274" x="4189413" y="1217613"/>
          <p14:tracePt t="4281" x="4202113" y="1217613"/>
          <p14:tracePt t="4290" x="4214813" y="1217613"/>
          <p14:tracePt t="4298" x="4225925" y="1217613"/>
          <p14:tracePt t="4306" x="4238625" y="1217613"/>
          <p14:tracePt t="4369" x="4251325" y="1217613"/>
          <p14:tracePt t="4401" x="4262438" y="1217613"/>
          <p14:tracePt t="4434" x="4275138" y="1217613"/>
          <p14:tracePt t="4441" x="4287838" y="1217613"/>
          <p14:tracePt t="4446" x="4298950" y="1217613"/>
          <p14:tracePt t="4448" x="4311650" y="1217613"/>
          <p14:tracePt t="4456" x="4324350" y="1217613"/>
          <p14:tracePt t="4464" x="4348163" y="1217613"/>
          <p14:tracePt t="4473" x="4360863" y="1217613"/>
          <p14:tracePt t="4481" x="4397375" y="1217613"/>
          <p14:tracePt t="4489" x="4433888" y="1217613"/>
          <p14:tracePt t="4498" x="4445000" y="1217613"/>
          <p14:tracePt t="4506" x="4457700" y="1217613"/>
          <p14:tracePt t="4521" x="4470400" y="1217613"/>
          <p14:tracePt t="4544" x="4481513" y="1217613"/>
          <p14:tracePt t="4554" x="4494213" y="1217613"/>
          <p14:tracePt t="4564" x="4506913" y="1217613"/>
          <p14:tracePt t="4569" x="4518025" y="1217613"/>
          <p14:tracePt t="4574" x="4530725" y="1217613"/>
          <p14:tracePt t="4581" x="4543425" y="1217613"/>
          <p14:tracePt t="4589" x="4603750" y="1217613"/>
          <p14:tracePt t="4598" x="4640263" y="1217613"/>
          <p14:tracePt t="4606" x="4665663" y="1217613"/>
          <p14:tracePt t="4614" x="4689475" y="1217613"/>
          <p14:tracePt t="4623" x="4713288" y="1217613"/>
          <p14:tracePt t="4634" x="4725988" y="1217613"/>
          <p14:tracePt t="4644" x="4738688" y="1217613"/>
          <p14:tracePt t="4681" x="4749800" y="1217613"/>
          <p14:tracePt t="4744" x="4749800" y="1230313"/>
          <p14:tracePt t="4821" x="4762500" y="1230313"/>
          <p14:tracePt t="4854" x="4775200" y="1230313"/>
          <p14:tracePt t="4949" x="4786313" y="1230313"/>
          <p14:tracePt t="4957" x="4799013" y="1230313"/>
          <p14:tracePt t="4965" x="4811713" y="1230313"/>
          <p14:tracePt t="4984" x="4822825" y="1230313"/>
          <p14:tracePt t="4994" x="4835525" y="1230313"/>
          <p14:tracePt t="5004" x="4848225" y="1230313"/>
          <p14:tracePt t="5009" x="4859338" y="1230313"/>
          <p14:tracePt t="5015" x="4872038" y="1230313"/>
          <p14:tracePt t="5022" x="4884738" y="1243013"/>
          <p14:tracePt t="5030" x="4895850" y="1243013"/>
          <p14:tracePt t="5039" x="4921250" y="1243013"/>
          <p14:tracePt t="5047" x="4932363" y="1243013"/>
          <p14:tracePt t="5061" x="4945063" y="1243013"/>
          <p14:tracePt t="5076" x="4957763" y="1243013"/>
          <p14:tracePt t="5096" x="4968875" y="1243013"/>
          <p14:tracePt t="5101" x="4981575" y="1243013"/>
          <p14:tracePt t="5114" x="4994275" y="1243013"/>
          <p14:tracePt t="5121" x="5005388" y="1243013"/>
          <p14:tracePt t="5124" x="5018088" y="1243013"/>
          <p14:tracePt t="5136" x="5030788" y="1243013"/>
          <p14:tracePt t="5149" x="5041900" y="1243013"/>
          <p14:tracePt t="5210" x="5054600" y="1243013"/>
          <p14:tracePt t="5216" x="5067300" y="1243013"/>
          <p14:tracePt t="5221" x="5078413" y="1243013"/>
          <p14:tracePt t="5229" x="5091113" y="1243013"/>
          <p14:tracePt t="5234" x="5103813" y="1243013"/>
          <p14:tracePt t="5246" x="5114925" y="1243013"/>
          <p14:tracePt t="5254" x="5127625" y="1243013"/>
          <p14:tracePt t="5255" x="5140325" y="1243013"/>
          <p14:tracePt t="5264" x="5151438" y="1243013"/>
          <p14:tracePt t="5272" x="5164138" y="1243013"/>
          <p14:tracePt t="5280" x="5176838" y="1243013"/>
          <p14:tracePt t="5289" x="5200650" y="1243013"/>
          <p14:tracePt t="5289" x="5213350" y="1243013"/>
          <p14:tracePt t="5297" x="5224463" y="1243013"/>
          <p14:tracePt t="5305" x="5260975" y="1243013"/>
          <p14:tracePt t="5314" x="5286375" y="1243013"/>
          <p14:tracePt t="5315" x="5297488" y="1243013"/>
          <p14:tracePt t="5322" x="5297488" y="1230313"/>
          <p14:tracePt t="5330" x="5322888" y="1230313"/>
          <p14:tracePt t="5339" x="5346700" y="1230313"/>
          <p14:tracePt t="5347" x="5359400" y="1230313"/>
          <p14:tracePt t="5355" x="5383213" y="1230313"/>
          <p14:tracePt t="5364" x="5395913" y="1230313"/>
          <p14:tracePt t="5364" x="5408613" y="1230313"/>
          <p14:tracePt t="5372" x="5419725" y="1230313"/>
          <p14:tracePt t="5380" x="5445125" y="1230313"/>
          <p14:tracePt t="5389" x="5481638" y="1243013"/>
          <p14:tracePt t="5389" x="5505450" y="1243013"/>
          <p14:tracePt t="5397" x="5554663" y="1243013"/>
          <p14:tracePt t="5405" x="5602288" y="1243013"/>
          <p14:tracePt t="5414" x="5638800" y="1243013"/>
          <p14:tracePt t="5422" x="5737225" y="1243013"/>
          <p14:tracePt t="5430" x="5773738" y="1243013"/>
          <p14:tracePt t="5438" x="5846763" y="1243013"/>
          <p14:tracePt t="5447" x="5919788" y="1243013"/>
          <p14:tracePt t="5455" x="5980113" y="1243013"/>
          <p14:tracePt t="5455" x="6016625" y="1243013"/>
          <p14:tracePt t="5464" x="6065838" y="1243013"/>
          <p14:tracePt t="5464" x="6089650" y="1243013"/>
          <p14:tracePt t="5472" x="6126163" y="1243013"/>
          <p14:tracePt t="5480" x="6211888" y="1243013"/>
          <p14:tracePt t="5489" x="6284913" y="1243013"/>
          <p14:tracePt t="5497" x="6381750" y="1243013"/>
          <p14:tracePt t="5505" x="6443663" y="1243013"/>
          <p14:tracePt t="5514" x="6480175" y="1243013"/>
          <p14:tracePt t="5514" x="6540500" y="1243013"/>
          <p14:tracePt t="5522" x="6577013" y="1243013"/>
          <p14:tracePt t="5530" x="6600825" y="1243013"/>
          <p14:tracePt t="5538" x="6626225" y="1243013"/>
          <p14:tracePt t="5547" x="6637338" y="1243013"/>
          <p14:tracePt t="5555" x="6650038" y="1243013"/>
          <p14:tracePt t="5564" x="6662738" y="1243013"/>
          <p14:tracePt t="5576" x="6673850" y="1243013"/>
          <p14:tracePt t="5589" x="6686550" y="1243013"/>
          <p14:tracePt t="5595" x="6699250" y="1243013"/>
          <p14:tracePt t="5604" x="6723063" y="1243013"/>
          <p14:tracePt t="5614" x="6735763" y="1243013"/>
          <p14:tracePt t="5615" x="6746875" y="1243013"/>
          <p14:tracePt t="5622" x="6746875" y="1254125"/>
          <p14:tracePt t="5630" x="6772275" y="1254125"/>
          <p14:tracePt t="5638" x="6783388" y="1254125"/>
          <p14:tracePt t="5647" x="6808788" y="1254125"/>
          <p14:tracePt t="5655" x="6821488" y="1254125"/>
          <p14:tracePt t="5664" x="6832600" y="1254125"/>
          <p14:tracePt t="5672" x="6845300" y="1254125"/>
          <p14:tracePt t="5684" x="6858000" y="1254125"/>
          <p14:tracePt t="5690" x="6869113" y="1254125"/>
          <p14:tracePt t="5701" x="6881813" y="1254125"/>
          <p14:tracePt t="5724" x="6894513" y="1254125"/>
          <p14:tracePt t="5754" x="6905625" y="1254125"/>
          <p14:tracePt t="5764" x="6931025" y="1254125"/>
          <p14:tracePt t="5774" x="6954838" y="1254125"/>
          <p14:tracePt t="5775" x="6978650" y="1254125"/>
          <p14:tracePt t="5784" x="7004050" y="1254125"/>
          <p14:tracePt t="5789" x="7015163" y="1254125"/>
          <p14:tracePt t="5796" x="7027863" y="1254125"/>
          <p14:tracePt t="5805" x="7040563" y="1254125"/>
          <p14:tracePt t="5869" x="7051675" y="1254125"/>
          <p14:tracePt t="5876" x="7064375" y="1254125"/>
          <p14:tracePt t="5881" x="7077075" y="1243013"/>
          <p14:tracePt t="5889" x="7088188" y="1243013"/>
          <p14:tracePt t="5896" x="7100888" y="1230313"/>
          <p14:tracePt t="5909" x="7113588" y="1230313"/>
          <p14:tracePt t="5921" x="7124700" y="1230313"/>
          <p14:tracePt t="5934" x="7137400" y="1217613"/>
          <p14:tracePt t="5956" x="7150100" y="1217613"/>
          <p14:tracePt t="5969" x="7161213" y="1217613"/>
          <p14:tracePt t="5981" x="7173913" y="1217613"/>
          <p14:tracePt t="5984" x="7186613" y="1217613"/>
          <p14:tracePt t="5994" x="7197725" y="1217613"/>
          <p14:tracePt t="6001" x="7210425" y="1217613"/>
          <p14:tracePt t="6004" x="7223125" y="1217613"/>
          <p14:tracePt t="6015" x="7234238" y="1217613"/>
          <p14:tracePt t="6021" x="7246938" y="1217613"/>
          <p14:tracePt t="6030" x="7259638" y="1217613"/>
          <p14:tracePt t="6038" x="7283450" y="1217613"/>
          <p14:tracePt t="6046" x="7296150" y="1206500"/>
          <p14:tracePt t="6055" x="7319963" y="1206500"/>
          <p14:tracePt t="6064" x="7332663" y="1206500"/>
          <p14:tracePt t="6071" x="7343775" y="1206500"/>
          <p14:tracePt t="6089" x="7356475" y="1206500"/>
          <p14:tracePt t="6094" x="7369175" y="1206500"/>
          <p14:tracePt t="6096" x="7380288" y="1206500"/>
          <p14:tracePt t="6104" x="7392988" y="1206500"/>
          <p14:tracePt t="6113" x="7405688" y="1206500"/>
          <p14:tracePt t="6121" x="7416800" y="1206500"/>
          <p14:tracePt t="6129" x="7453313" y="1206500"/>
          <p14:tracePt t="6138" x="7478713" y="1206500"/>
          <p14:tracePt t="6146" x="7489825" y="1206500"/>
          <p14:tracePt t="6154" x="7502525" y="1206500"/>
          <p14:tracePt t="6164" x="7515225" y="1206500"/>
          <p14:tracePt t="6174" x="7526338" y="1206500"/>
          <p14:tracePt t="6181" x="7539038" y="1206500"/>
          <p14:tracePt t="6196" x="7551738" y="1206500"/>
          <p14:tracePt t="6204" x="7564438" y="1206500"/>
          <p14:tracePt t="6214" x="7575550" y="1206500"/>
          <p14:tracePt t="6215" x="7588250" y="1206500"/>
          <p14:tracePt t="6221" x="7600950" y="1206500"/>
          <p14:tracePt t="6229" x="7624763" y="1206500"/>
          <p14:tracePt t="6238" x="7648575" y="1217613"/>
          <p14:tracePt t="6246" x="7661275" y="1217613"/>
          <p14:tracePt t="6254" x="7673975" y="1217613"/>
          <p14:tracePt t="6263" x="7685088" y="1217613"/>
          <p14:tracePt t="6271" x="7697788" y="1230313"/>
          <p14:tracePt t="6296" x="7710488" y="1230313"/>
          <p14:tracePt t="6304" x="7721600" y="1230313"/>
          <p14:tracePt t="6309" x="7721600" y="1243013"/>
          <p14:tracePt t="6316" x="7734300" y="1243013"/>
          <p14:tracePt t="6321" x="7747000" y="1243013"/>
          <p14:tracePt t="6329" x="7758113" y="1243013"/>
          <p14:tracePt t="6338" x="7783513" y="1243013"/>
          <p14:tracePt t="6346" x="7820025" y="1243013"/>
          <p14:tracePt t="6354" x="7843838" y="1243013"/>
          <p14:tracePt t="6363" x="7867650" y="1243013"/>
          <p14:tracePt t="6371" x="7893050" y="1243013"/>
          <p14:tracePt t="6381" x="7904163" y="1243013"/>
          <p14:tracePt t="6389" x="7916863" y="1243013"/>
          <p14:tracePt t="6416" x="7929563" y="1243013"/>
          <p14:tracePt t="6424" x="7940675" y="1243013"/>
          <p14:tracePt t="6429" x="7953375" y="1243013"/>
          <p14:tracePt t="6435" x="7966075" y="1243013"/>
          <p14:tracePt t="6441" x="7977188" y="1243013"/>
          <p14:tracePt t="6449" x="7989888" y="1243013"/>
          <p14:tracePt t="6456" x="8002588" y="1243013"/>
          <p14:tracePt t="6464" x="8013700" y="1243013"/>
          <p14:tracePt t="6481" x="8026400" y="1243013"/>
          <p14:tracePt t="6496" x="8039100" y="1243013"/>
          <p14:tracePt t="6521" x="8050213" y="1243013"/>
          <p14:tracePt t="6524" x="8062913" y="1243013"/>
          <p14:tracePt t="6535" x="8075613" y="1243013"/>
          <p14:tracePt t="6541" x="8086725" y="1243013"/>
          <p14:tracePt t="6546" x="8099425" y="1243013"/>
          <p14:tracePt t="6554" x="8112125" y="1243013"/>
          <p14:tracePt t="6563" x="8123238" y="1243013"/>
          <p14:tracePt t="6601" x="8135938" y="1243013"/>
          <p14:tracePt t="6629" x="8148638" y="1243013"/>
          <p14:tracePt t="6641" x="8159750" y="1243013"/>
          <p14:tracePt t="6654" x="8172450" y="1243013"/>
          <p14:tracePt t="6655" x="8185150" y="1254125"/>
          <p14:tracePt t="6664" x="8196263" y="1254125"/>
          <p14:tracePt t="6671" x="8208963" y="1254125"/>
          <p14:tracePt t="6679" x="8221663" y="1254125"/>
          <p14:tracePt t="6687" x="8232775" y="1254125"/>
          <p14:tracePt t="6696" x="8245475" y="1254125"/>
          <p14:tracePt t="6704" x="8245475" y="1266825"/>
          <p14:tracePt t="6844" x="8258175" y="1266825"/>
          <p14:tracePt t="6904" x="8270875" y="1266825"/>
          <p14:tracePt t="6914" x="8281988" y="1266825"/>
          <p14:tracePt t="7594" x="8270875" y="1266825"/>
          <p14:tracePt t="7596" x="8258175" y="1279525"/>
          <p14:tracePt t="7603" x="8232775" y="1279525"/>
          <p14:tracePt t="7612" x="8185150" y="1279525"/>
          <p14:tracePt t="7620" x="8099425" y="1303338"/>
          <p14:tracePt t="7628" x="7966075" y="1327150"/>
          <p14:tracePt t="7636" x="7747000" y="1376363"/>
          <p14:tracePt t="7645" x="7588250" y="1389063"/>
          <p14:tracePt t="7654" x="7478713" y="1400175"/>
          <p14:tracePt t="7655" x="7270750" y="1400175"/>
          <p14:tracePt t="7661" x="7173913" y="1412875"/>
          <p14:tracePt t="7670" x="6967538" y="1436688"/>
          <p14:tracePt t="7678" x="6796088" y="1449388"/>
          <p14:tracePt t="7686" x="6626225" y="1449388"/>
          <p14:tracePt t="7695" x="6540500" y="1462088"/>
          <p14:tracePt t="7703" x="6454775" y="1462088"/>
          <p14:tracePt t="7711" x="6394450" y="1462088"/>
          <p14:tracePt t="7719" x="6321425" y="1473200"/>
          <p14:tracePt t="7728" x="6272213" y="1473200"/>
          <p14:tracePt t="7736" x="6224588" y="1473200"/>
          <p14:tracePt t="7745" x="6211888" y="1473200"/>
          <p14:tracePt t="7753" x="6199188" y="1473200"/>
          <p14:tracePt t="7761" x="6175375" y="1473200"/>
          <p14:tracePt t="7770" x="6162675" y="1473200"/>
          <p14:tracePt t="7781" x="6151563" y="1473200"/>
          <p14:tracePt t="7786" x="6138863" y="1473200"/>
          <p14:tracePt t="7796" x="6126163" y="1473200"/>
          <p14:tracePt t="7809" x="6115050" y="1473200"/>
          <p14:tracePt t="7814" x="6102350" y="1473200"/>
          <p14:tracePt t="7821" x="6076950" y="1485900"/>
          <p14:tracePt t="7828" x="6065838" y="1485900"/>
          <p14:tracePt t="7836" x="6003925" y="1485900"/>
          <p14:tracePt t="7844" x="5943600" y="1509713"/>
          <p14:tracePt t="7853" x="5907088" y="1522413"/>
          <p14:tracePt t="7861" x="5857875" y="1522413"/>
          <p14:tracePt t="7870" x="5748338" y="1558925"/>
          <p14:tracePt t="7878" x="5651500" y="1584325"/>
          <p14:tracePt t="7886" x="5554663" y="1608138"/>
          <p14:tracePt t="7895" x="5456238" y="1631950"/>
          <p14:tracePt t="7895" x="5419725" y="1644650"/>
          <p14:tracePt t="7903" x="5370513" y="1657350"/>
          <p14:tracePt t="7911" x="5286375" y="1668463"/>
          <p14:tracePt t="7919" x="5224463" y="1693863"/>
          <p14:tracePt t="7928" x="5151438" y="1717675"/>
          <p14:tracePt t="7936" x="5054600" y="1741488"/>
          <p14:tracePt t="7945" x="4994275" y="1766888"/>
          <p14:tracePt t="7953" x="4968875" y="1778000"/>
          <p14:tracePt t="7962" x="4895850" y="1790700"/>
          <p14:tracePt t="7969" x="4822825" y="1827213"/>
          <p14:tracePt t="7978" x="4786313" y="1851025"/>
          <p14:tracePt t="7986" x="4738688" y="1876425"/>
          <p14:tracePt t="7994" x="4702175" y="1924050"/>
          <p14:tracePt t="8003" x="4665663" y="1949450"/>
          <p14:tracePt t="8011" x="4616450" y="1997075"/>
          <p14:tracePt t="8019" x="4554538" y="2033588"/>
          <p14:tracePt t="8028" x="4494213" y="2058988"/>
          <p14:tracePt t="8036" x="4421188" y="2106613"/>
          <p14:tracePt t="8044" x="4348163" y="2132013"/>
          <p14:tracePt t="8053" x="4324350" y="2143125"/>
          <p14:tracePt t="8061" x="4275138" y="2155825"/>
          <p14:tracePt t="8069" x="4225925" y="2179638"/>
          <p14:tracePt t="8078" x="4202113" y="2192338"/>
          <p14:tracePt t="8086" x="4178300" y="2192338"/>
          <p14:tracePt t="8094" x="4165600" y="2192338"/>
          <p14:tracePt t="8103" x="4152900" y="2205038"/>
          <p14:tracePt t="8111" x="4141788" y="2205038"/>
          <p14:tracePt t="8119" x="4116388" y="2217738"/>
          <p14:tracePt t="8128" x="4105275" y="2228850"/>
          <p14:tracePt t="8136" x="4043363" y="2241550"/>
          <p14:tracePt t="8144" x="3995738" y="2265363"/>
          <p14:tracePt t="8153" x="3970338" y="2265363"/>
          <p14:tracePt t="8161" x="3921125" y="2290763"/>
          <p14:tracePt t="8169" x="3860800" y="2301875"/>
          <p14:tracePt t="8177" x="3824288" y="2301875"/>
          <p14:tracePt t="8186" x="3800475" y="2314575"/>
          <p14:tracePt t="8194" x="3787775" y="2327275"/>
          <p14:tracePt t="8204" x="3775075" y="2327275"/>
          <p14:tracePt t="8214" x="3763963" y="2327275"/>
          <p14:tracePt t="8237" x="3751263" y="2338388"/>
          <p14:tracePt t="8241" x="3738563" y="2338388"/>
          <p14:tracePt t="8244" x="3727450" y="2351088"/>
          <p14:tracePt t="8252" x="3702050" y="2351088"/>
          <p14:tracePt t="8261" x="3665538" y="2374900"/>
          <p14:tracePt t="8269" x="3605213" y="2387600"/>
          <p14:tracePt t="8277" x="3544888" y="2400300"/>
          <p14:tracePt t="8286" x="3532188" y="2411413"/>
          <p14:tracePt t="8294" x="3519488" y="2411413"/>
          <p14:tracePt t="8302" x="3508375" y="2424113"/>
          <p14:tracePt t="8311" x="3495675" y="2424113"/>
          <p14:tracePt t="8477" x="3482975" y="2424113"/>
          <p14:tracePt t="8489" x="3471863" y="2436813"/>
          <p14:tracePt t="8495" x="3446463" y="2447925"/>
          <p14:tracePt t="8504" x="3435350" y="2447925"/>
          <p14:tracePt t="8509" x="3422650" y="2460625"/>
          <p14:tracePt t="8515" x="3409950" y="2460625"/>
          <p14:tracePt t="8524" x="3398838" y="2460625"/>
          <p14:tracePt t="8529" x="3386138" y="2473325"/>
          <p14:tracePt t="8545" x="3386138" y="2484438"/>
          <p14:tracePt t="8551" x="3373438" y="2484438"/>
          <p14:tracePt t="8561" x="3362325" y="2484438"/>
          <p14:tracePt t="8563" x="3362325" y="2497138"/>
          <p14:tracePt t="8570" x="3362325" y="2509838"/>
          <p14:tracePt t="8577" x="3336925" y="2509838"/>
          <p14:tracePt t="8586" x="3325813" y="2520950"/>
          <p14:tracePt t="8594" x="3325813" y="2533650"/>
          <p14:tracePt t="8603" x="3325813" y="2546350"/>
          <p14:tracePt t="8610" x="3313113" y="2546350"/>
          <p14:tracePt t="8684" x="3325813" y="2546350"/>
          <p14:tracePt t="8689" x="3336925" y="2546350"/>
          <p14:tracePt t="8696" x="3349625" y="2546350"/>
          <p14:tracePt t="8721" x="3362325" y="2546350"/>
          <p14:tracePt t="8724" x="3362325" y="2533650"/>
          <p14:tracePt t="8729" x="3373438" y="2533650"/>
          <p14:tracePt t="8736" x="3373438" y="2520950"/>
          <p14:tracePt t="8744" x="3386138" y="2520950"/>
          <p14:tracePt t="8752" x="3409950" y="2520950"/>
          <p14:tracePt t="8760" x="3422650" y="2520950"/>
          <p14:tracePt t="8769" x="3435350" y="2509838"/>
          <p14:tracePt t="8769" x="3446463" y="2509838"/>
          <p14:tracePt t="8777" x="3471863" y="2497138"/>
          <p14:tracePt t="8785" x="3508375" y="2497138"/>
          <p14:tracePt t="8794" x="3532188" y="2497138"/>
          <p14:tracePt t="8802" x="3544888" y="2484438"/>
          <p14:tracePt t="8810" x="3581400" y="2473325"/>
          <p14:tracePt t="8819" x="3605213" y="2460625"/>
          <p14:tracePt t="8827" x="3641725" y="2460625"/>
          <p14:tracePt t="8835" x="3654425" y="2447925"/>
          <p14:tracePt t="8844" x="3702050" y="2436813"/>
          <p14:tracePt t="8845" x="3702050" y="2424113"/>
          <p14:tracePt t="8852" x="3727450" y="2424113"/>
          <p14:tracePt t="8860" x="3738563" y="2424113"/>
          <p14:tracePt t="8868" x="3751263" y="2411413"/>
          <p14:tracePt t="8877" x="3763963" y="2411413"/>
          <p14:tracePt t="8885" x="3763963" y="2400300"/>
          <p14:tracePt t="8893" x="3775075" y="2400300"/>
          <p14:tracePt t="8902" x="3787775" y="2400300"/>
          <p14:tracePt t="8910" x="3800475" y="2387600"/>
          <p14:tracePt t="8918" x="3811588" y="2387600"/>
          <p14:tracePt t="8929" x="3824288" y="2387600"/>
          <p14:tracePt t="8944" x="3836988" y="2387600"/>
          <p14:tracePt t="8949" x="3848100" y="2387600"/>
          <p14:tracePt t="8969" x="3860800" y="2387600"/>
          <p14:tracePt t="8976" x="3873500" y="2387600"/>
          <p14:tracePt t="8989" x="3884613" y="2387600"/>
          <p14:tracePt t="9009" x="3897313" y="2387600"/>
          <p14:tracePt t="9016" x="3910013" y="2387600"/>
          <p14:tracePt t="9032" x="3921125" y="2387600"/>
          <p14:tracePt t="9036" x="3933825" y="2387600"/>
          <p14:tracePt t="9049" x="3946525" y="2387600"/>
          <p14:tracePt t="9061" x="3959225" y="2387600"/>
          <p14:tracePt t="9064" x="3970338" y="2387600"/>
          <p14:tracePt t="9089" x="3983038" y="2387600"/>
          <p14:tracePt t="9101" x="3995738" y="2387600"/>
          <p14:tracePt t="9116" x="4006850" y="2387600"/>
          <p14:tracePt t="9161" x="4019550" y="2387600"/>
          <p14:tracePt t="9162" x="4019550" y="2400300"/>
          <p14:tracePt t="9177" x="4032250" y="2400300"/>
          <p14:tracePt t="9185" x="4043363" y="2400300"/>
          <p14:tracePt t="9193" x="4056063" y="2400300"/>
          <p14:tracePt t="9202" x="4068763" y="2411413"/>
          <p14:tracePt t="9210" x="4079875" y="2411413"/>
          <p14:tracePt t="9218" x="4092575" y="2411413"/>
          <p14:tracePt t="9229" x="4116388" y="2411413"/>
          <p14:tracePt t="9235" x="4129088" y="2411413"/>
          <p14:tracePt t="9243" x="4141788" y="2411413"/>
          <p14:tracePt t="9251" x="4165600" y="2411413"/>
          <p14:tracePt t="9260" x="4178300" y="2411413"/>
          <p14:tracePt t="9268" x="4189413" y="2411413"/>
          <p14:tracePt t="9276" x="4202113" y="2411413"/>
          <p14:tracePt t="9285" x="4225925" y="2411413"/>
          <p14:tracePt t="9301" x="4238625" y="2411413"/>
          <p14:tracePt t="9316" x="4251325" y="2411413"/>
          <p14:tracePt t="9329" x="4262438" y="2411413"/>
          <p14:tracePt t="9336" x="4275138" y="2411413"/>
          <p14:tracePt t="9341" x="4287838" y="2411413"/>
          <p14:tracePt t="9349" x="4311650" y="2411413"/>
          <p14:tracePt t="9353" x="4324350" y="2411413"/>
          <p14:tracePt t="9360" x="4335463" y="2411413"/>
          <p14:tracePt t="9368" x="4360863" y="2424113"/>
          <p14:tracePt t="9376" x="4408488" y="2436813"/>
          <p14:tracePt t="9385" x="4433888" y="2436813"/>
          <p14:tracePt t="9393" x="4457700" y="2436813"/>
          <p14:tracePt t="9401" x="4494213" y="2447925"/>
          <p14:tracePt t="9410" x="4518025" y="2447925"/>
          <p14:tracePt t="9418" x="4543425" y="2447925"/>
          <p14:tracePt t="9426" x="4554538" y="2447925"/>
          <p14:tracePt t="9435" x="4567238" y="2447925"/>
          <p14:tracePt t="9449" x="4579938" y="2447925"/>
          <p14:tracePt t="9456" x="4591050" y="2447925"/>
          <p14:tracePt t="9461" x="4603750" y="2447925"/>
          <p14:tracePt t="9469" x="4616450" y="2447925"/>
          <p14:tracePt t="9476" x="4627563" y="2447925"/>
          <p14:tracePt t="9485" x="4652963" y="2447925"/>
          <p14:tracePt t="9493" x="4665663" y="2447925"/>
          <p14:tracePt t="9502" x="4676775" y="2447925"/>
          <p14:tracePt t="9510" x="4689475" y="2447925"/>
          <p14:tracePt t="9524" x="4702175" y="2447925"/>
          <p14:tracePt t="9532" x="4713288" y="2447925"/>
          <p14:tracePt t="9536" x="4725988" y="2447925"/>
          <p14:tracePt t="9556" x="4738688" y="2447925"/>
          <p14:tracePt t="9584" x="4749800" y="2460625"/>
          <p14:tracePt t="9604" x="4762500" y="2460625"/>
          <p14:tracePt t="9631" x="4775200" y="2460625"/>
          <p14:tracePt t="9641" x="4786313" y="2460625"/>
          <p14:tracePt t="9664" x="4799013" y="2460625"/>
          <p14:tracePt t="9676" x="4811713" y="2460625"/>
          <p14:tracePt t="9684" x="4811713" y="2473325"/>
          <p14:tracePt t="9701" x="4822825" y="2473325"/>
          <p14:tracePt t="9784" x="4835525" y="2473325"/>
          <p14:tracePt t="9791" x="4848225" y="2473325"/>
          <p14:tracePt t="9804" x="4859338" y="2473325"/>
          <p14:tracePt t="9809" x="4872038" y="2473325"/>
          <p14:tracePt t="9815" x="4884738" y="2473325"/>
          <p14:tracePt t="9821" x="4895850" y="2473325"/>
          <p14:tracePt t="9826" x="4908550" y="2473325"/>
          <p14:tracePt t="9834" x="4921250" y="2473325"/>
          <p14:tracePt t="9843" x="4945063" y="2473325"/>
          <p14:tracePt t="9851" x="4957763" y="2473325"/>
          <p14:tracePt t="9859" x="4968875" y="2473325"/>
          <p14:tracePt t="9871" x="4981575" y="2473325"/>
          <p14:tracePt t="9884" x="4994275" y="2473325"/>
          <p14:tracePt t="9904" x="5005388" y="2473325"/>
          <p14:tracePt t="9911" x="5018088" y="2473325"/>
          <p14:tracePt t="9921" x="5030788" y="2473325"/>
          <p14:tracePt t="9931" x="5041900" y="2473325"/>
          <p14:tracePt t="9941" x="5054600" y="2473325"/>
          <p14:tracePt t="9949" x="5067300" y="2473325"/>
          <p14:tracePt t="9954" x="5078413" y="2473325"/>
          <p14:tracePt t="9961" x="5103813" y="2473325"/>
          <p14:tracePt t="9968" x="5114925" y="2473325"/>
          <p14:tracePt t="9976" x="5151438" y="2473325"/>
          <p14:tracePt t="9985" x="5164138" y="2473325"/>
          <p14:tracePt t="9992" x="5176838" y="2460625"/>
          <p14:tracePt t="10001" x="5187950" y="2460625"/>
          <p14:tracePt t="10009" x="5200650" y="2460625"/>
          <p14:tracePt t="10017" x="5213350" y="2460625"/>
          <p14:tracePt t="10076" x="5224463" y="2460625"/>
          <p14:tracePt t="10084" x="5237163" y="2460625"/>
          <p14:tracePt t="10095" x="5249863" y="2447925"/>
          <p14:tracePt t="10101" x="5260975" y="2447925"/>
          <p14:tracePt t="10102" x="5273675" y="2447925"/>
          <p14:tracePt t="10110" x="5273675" y="2436813"/>
          <p14:tracePt t="10117" x="5297488" y="2436813"/>
          <p14:tracePt t="10126" x="5310188" y="2424113"/>
          <p14:tracePt t="10135" x="5334000" y="2411413"/>
          <p14:tracePt t="10144" x="5346700" y="2400300"/>
          <p14:tracePt t="10151" x="5359400" y="2400300"/>
          <p14:tracePt t="10159" x="5370513" y="2400300"/>
          <p14:tracePt t="10167" x="5383213" y="2374900"/>
          <p14:tracePt t="10176" x="5432425" y="2338388"/>
          <p14:tracePt t="10184" x="5456238" y="2327275"/>
          <p14:tracePt t="10192" x="5481638" y="2290763"/>
          <p14:tracePt t="10201" x="5529263" y="2265363"/>
          <p14:tracePt t="10209" x="5554663" y="2217738"/>
          <p14:tracePt t="10217" x="5602288" y="2179638"/>
          <p14:tracePt t="10226" x="5614988" y="2168525"/>
          <p14:tracePt t="10234" x="5614988" y="2155825"/>
          <p14:tracePt t="10242" x="5638800" y="2132013"/>
          <p14:tracePt t="10251" x="5651500" y="2119313"/>
          <p14:tracePt t="10259" x="5664200" y="2106613"/>
          <p14:tracePt t="10267" x="5675313" y="2106613"/>
          <p14:tracePt t="10275" x="5700713" y="2082800"/>
          <p14:tracePt t="10284" x="5700713" y="2070100"/>
          <p14:tracePt t="10292" x="5737225" y="2058988"/>
          <p14:tracePt t="10301" x="5773738" y="2033588"/>
          <p14:tracePt t="10301" x="5784850" y="2009775"/>
          <p14:tracePt t="10309" x="5797550" y="1997075"/>
          <p14:tracePt t="10317" x="5821363" y="1973263"/>
          <p14:tracePt t="10325" x="5834063" y="1949450"/>
          <p14:tracePt t="10334" x="5846763" y="1949450"/>
          <p14:tracePt t="10344" x="5846763" y="1936750"/>
          <p14:tracePt t="10364" x="5857875" y="1936750"/>
          <p14:tracePt t="10396" x="5870575" y="1936750"/>
          <p14:tracePt t="10404" x="5870575" y="1924050"/>
          <p14:tracePt t="10414" x="5883275" y="1924050"/>
          <p14:tracePt t="10415" x="5894388" y="1924050"/>
          <p14:tracePt t="10424" x="5894388" y="1912938"/>
          <p14:tracePt t="10429" x="5907088" y="1912938"/>
          <p14:tracePt t="10434" x="5919788" y="1900238"/>
          <p14:tracePt t="10435" x="5919788" y="1887538"/>
          <p14:tracePt t="10449" x="5930900" y="1887538"/>
          <p14:tracePt t="10454" x="5943600" y="1887538"/>
          <p14:tracePt t="10459" x="5956300" y="1876425"/>
          <p14:tracePt t="10467" x="5956300" y="1863725"/>
          <p14:tracePt t="10475" x="5967413" y="1827213"/>
          <p14:tracePt t="10489" x="5980113" y="1827213"/>
          <p14:tracePt t="10494" x="5980113" y="1814513"/>
          <p14:tracePt t="10501" x="5980113" y="1803400"/>
          <p14:tracePt t="10529" x="5980113" y="1790700"/>
          <p14:tracePt t="10541" x="5992813" y="1778000"/>
          <p14:tracePt t="10542" x="5992813" y="1766888"/>
          <p14:tracePt t="10556" x="5992813" y="1754188"/>
          <p14:tracePt t="10561" x="5992813" y="1741488"/>
          <p14:tracePt t="10567" x="6003925" y="1741488"/>
          <p14:tracePt t="10575" x="6003925" y="1730375"/>
          <p14:tracePt t="10584" x="6003925" y="1704975"/>
          <p14:tracePt t="10585" x="6016625" y="1693863"/>
          <p14:tracePt t="10592" x="6016625" y="1668463"/>
          <p14:tracePt t="10604" x="6016625" y="1657350"/>
          <p14:tracePt t="10609" x="6016625" y="1644650"/>
          <p14:tracePt t="10617" x="6016625" y="1631950"/>
          <p14:tracePt t="10625" x="6016625" y="1608138"/>
          <p14:tracePt t="10636" x="6016625" y="1595438"/>
          <p14:tracePt t="10642" x="6016625" y="1584325"/>
          <p14:tracePt t="10656" x="6016625" y="1571625"/>
          <p14:tracePt t="10664" x="6016625" y="1558925"/>
          <p14:tracePt t="10669" x="6029325" y="1558925"/>
          <p14:tracePt t="10675" x="6029325" y="1546225"/>
          <p14:tracePt t="10684" x="6029325" y="1535113"/>
          <p14:tracePt t="10696" x="6040438" y="1522413"/>
          <p14:tracePt t="10801" x="6040438" y="1509713"/>
          <p14:tracePt t="10929" x="6040438" y="1498600"/>
          <p14:tracePt t="10951" x="6029325" y="1498600"/>
          <p14:tracePt t="11061" x="6016625" y="1498600"/>
          <p14:tracePt t="11069" x="6003925" y="1498600"/>
          <p14:tracePt t="11076" x="5992813" y="1498600"/>
          <p14:tracePt t="11089" x="5980113" y="1498600"/>
          <p14:tracePt t="11104" x="5967413" y="1498600"/>
          <p14:tracePt t="11124" x="5967413" y="1485900"/>
          <p14:tracePt t="11132" x="5956300" y="1485900"/>
          <p14:tracePt t="11141" x="5943600" y="1485900"/>
          <p14:tracePt t="11149" x="5930900" y="1485900"/>
          <p14:tracePt t="11155" x="5919788" y="1485900"/>
          <p14:tracePt t="11164" x="5907088" y="1485900"/>
          <p14:tracePt t="11174" x="5894388" y="1485900"/>
          <p14:tracePt t="11175" x="5883275" y="1485900"/>
          <p14:tracePt t="11184" x="5870575" y="1485900"/>
          <p14:tracePt t="11191" x="5857875" y="1473200"/>
          <p14:tracePt t="11200" x="5834063" y="1473200"/>
          <p14:tracePt t="11208" x="5810250" y="1473200"/>
          <p14:tracePt t="11216" x="5773738" y="1462088"/>
          <p14:tracePt t="11224" x="5748338" y="1449388"/>
          <p14:tracePt t="11233" x="5737225" y="1449388"/>
          <p14:tracePt t="11241" x="5700713" y="1449388"/>
          <p14:tracePt t="11251" x="5688013" y="1449388"/>
          <p14:tracePt t="11258" x="5675313" y="1449388"/>
          <p14:tracePt t="11517" x="5675313" y="1436688"/>
          <p14:tracePt t="11551" x="5688013" y="1425575"/>
          <p14:tracePt t="11561" x="5711825" y="1425575"/>
          <p14:tracePt t="11562" x="5724525" y="1425575"/>
          <p14:tracePt t="11574" x="5737225" y="1425575"/>
          <p14:tracePt t="11575" x="5748338" y="1425575"/>
          <p14:tracePt t="11583" x="5761038" y="1425575"/>
          <p14:tracePt t="11591" x="5773738" y="1425575"/>
          <p14:tracePt t="11599" x="5784850" y="1425575"/>
          <p14:tracePt t="11608" x="5797550" y="1425575"/>
          <p14:tracePt t="11616" x="5834063" y="1425575"/>
          <p14:tracePt t="11624" x="5846763" y="1425575"/>
          <p14:tracePt t="11634" x="5857875" y="1425575"/>
          <p14:tracePt t="11641" x="5870575" y="1425575"/>
          <p14:tracePt t="11651" x="5883275" y="1425575"/>
          <p14:tracePt t="11669" x="5894388" y="1425575"/>
          <p14:tracePt t="11681" x="5907088" y="1425575"/>
          <p14:tracePt t="11694" x="5919788" y="1425575"/>
          <p14:tracePt t="11695" x="5930900" y="1425575"/>
          <p14:tracePt t="11701" x="5943600" y="1425575"/>
          <p14:tracePt t="11709" x="5967413" y="1425575"/>
          <p14:tracePt t="11716" x="5980113" y="1425575"/>
          <p14:tracePt t="11724" x="6003925" y="1425575"/>
          <p14:tracePt t="11804" x="6016625" y="1425575"/>
          <p14:tracePt t="11816" x="6029325" y="1425575"/>
          <p14:tracePt t="11829" x="6040438" y="1425575"/>
          <p14:tracePt t="11837" x="6053138" y="1425575"/>
          <p14:tracePt t="11844" x="6065838" y="1425575"/>
          <p14:tracePt t="11871" x="6076950" y="1425575"/>
          <p14:tracePt t="11901" x="6089650" y="1425575"/>
          <p14:tracePt t="11916" x="6102350" y="1425575"/>
          <p14:tracePt t="11925" x="6115050" y="1425575"/>
          <p14:tracePt t="11929" x="6126163" y="1425575"/>
          <p14:tracePt t="11934" x="6138863" y="1425575"/>
          <p14:tracePt t="11941" x="6151563" y="1425575"/>
          <p14:tracePt t="11949" x="6175375" y="1425575"/>
          <p14:tracePt t="11957" x="6235700" y="1425575"/>
          <p14:tracePt t="11966" x="6272213" y="1425575"/>
          <p14:tracePt t="11974" x="6297613" y="1425575"/>
          <p14:tracePt t="11982" x="6381750" y="1436688"/>
          <p14:tracePt t="11991" x="6394450" y="1436688"/>
          <p14:tracePt t="11999" x="6467475" y="1449388"/>
          <p14:tracePt t="12007" x="6503988" y="1449388"/>
          <p14:tracePt t="12015" x="6589713" y="1473200"/>
          <p14:tracePt t="12024" x="6637338" y="1473200"/>
          <p14:tracePt t="12032" x="6699250" y="1473200"/>
          <p14:tracePt t="12041" x="6783388" y="1485900"/>
          <p14:tracePt t="12042" x="6845300" y="1485900"/>
          <p14:tracePt t="12050" x="6881813" y="1485900"/>
          <p14:tracePt t="12057" x="6931025" y="1485900"/>
          <p14:tracePt t="12066" x="6967538" y="1485900"/>
          <p14:tracePt t="12074" x="6991350" y="1485900"/>
          <p14:tracePt t="12082" x="7015163" y="1485900"/>
          <p14:tracePt t="12090" x="7027863" y="1485900"/>
          <p14:tracePt t="12111" x="7040563" y="1485900"/>
          <p14:tracePt t="12121" x="7051675" y="1485900"/>
          <p14:tracePt t="12130" x="7064375" y="1485900"/>
          <p14:tracePt t="12141" x="7088188" y="1485900"/>
          <p14:tracePt t="12142" x="7100888" y="1485900"/>
          <p14:tracePt t="12154" x="7124700" y="1485900"/>
          <p14:tracePt t="12161" x="7137400" y="1485900"/>
          <p14:tracePt t="12169" x="7150100" y="1485900"/>
          <p14:tracePt t="12174" x="7161213" y="1485900"/>
          <p14:tracePt t="12182" x="7173913" y="1485900"/>
          <p14:tracePt t="12190" x="7186613" y="1485900"/>
          <p14:tracePt t="12199" x="7197725" y="1485900"/>
          <p14:tracePt t="12207" x="7210425" y="1485900"/>
          <p14:tracePt t="12215" x="7259638" y="1485900"/>
          <p14:tracePt t="12224" x="7283450" y="1473200"/>
          <p14:tracePt t="12232" x="7296150" y="1473200"/>
          <p14:tracePt t="12241" x="7332663" y="1473200"/>
          <p14:tracePt t="12242" x="7369175" y="1473200"/>
          <p14:tracePt t="12249" x="7380288" y="1473200"/>
          <p14:tracePt t="12257" x="7416800" y="1473200"/>
          <p14:tracePt t="12265" x="7453313" y="1473200"/>
          <p14:tracePt t="12274" x="7478713" y="1473200"/>
          <p14:tracePt t="12282" x="7526338" y="1473200"/>
          <p14:tracePt t="12290" x="7575550" y="1473200"/>
          <p14:tracePt t="12299" x="7612063" y="1462088"/>
          <p14:tracePt t="12307" x="7661275" y="1462088"/>
          <p14:tracePt t="12316" x="7721600" y="1462088"/>
          <p14:tracePt t="12316" x="7734300" y="1449388"/>
          <p14:tracePt t="12324" x="7807325" y="1449388"/>
          <p14:tracePt t="12332" x="7820025" y="1449388"/>
          <p14:tracePt t="12340" x="7880350" y="1449388"/>
          <p14:tracePt t="12349" x="7929563" y="1449388"/>
          <p14:tracePt t="12349" x="7940675" y="1449388"/>
          <p14:tracePt t="12357" x="7977188" y="1449388"/>
          <p14:tracePt t="12365" x="8002588" y="1449388"/>
          <p14:tracePt t="12622" x="8013700" y="1449388"/>
          <p14:tracePt t="12821" x="8026400" y="1449388"/>
          <p14:tracePt t="12824" x="8039100" y="1449388"/>
          <p14:tracePt t="12836" x="8050213" y="1449388"/>
          <p14:tracePt t="12844" x="8062913" y="1449388"/>
          <p14:tracePt t="12849" x="8075613" y="1449388"/>
          <p14:tracePt t="12857" x="8086725" y="1449388"/>
          <p14:tracePt t="12871" x="8099425" y="1449388"/>
          <p14:tracePt t="13402" x="8112125" y="1449388"/>
          <p14:tracePt t="13449" x="8123238" y="1449388"/>
          <p14:tracePt t="13454" x="8135938" y="1449388"/>
          <p14:tracePt t="13464" x="8148638" y="1449388"/>
          <p14:tracePt t="13473" x="8159750" y="1449388"/>
          <p14:tracePt t="13481" x="8172450" y="1449388"/>
          <p14:tracePt t="13491" x="8185150" y="1449388"/>
          <p14:tracePt t="13506" x="8196263" y="1449388"/>
          <p14:tracePt t="13564" x="8208963" y="1449388"/>
          <p14:tracePt t="13569" x="8221663" y="1449388"/>
          <p14:tracePt t="13582" x="8245475" y="1449388"/>
          <p14:tracePt t="13589" x="8258175" y="1449388"/>
          <p14:tracePt t="13604" x="8270875" y="1449388"/>
          <p14:tracePt t="13611" x="8281988" y="1449388"/>
          <p14:tracePt t="13629" x="8294688" y="1449388"/>
          <p14:tracePt t="13644" x="8307388" y="1449388"/>
          <p14:tracePt t="13732" x="8318500" y="1449388"/>
          <p14:tracePt t="13776" x="8331200" y="1449388"/>
          <p14:tracePt t="13784" x="8343900" y="1449388"/>
          <p14:tracePt t="13794" x="8355013" y="1449388"/>
          <p14:tracePt t="13796" x="8367713" y="1449388"/>
          <p14:tracePt t="13801" x="8380413" y="1449388"/>
          <p14:tracePt t="13809" x="8391525" y="1449388"/>
          <p14:tracePt t="13815" x="8404225" y="1462088"/>
          <p14:tracePt t="13822" x="8416925" y="1462088"/>
          <p14:tracePt t="13831" x="8428038" y="1462088"/>
          <p14:tracePt t="13851" x="8440738" y="1462088"/>
          <p14:tracePt t="13896" x="8453438" y="1462088"/>
          <p14:tracePt t="14037" x="8464550" y="1462088"/>
          <p14:tracePt t="14052" x="8464550" y="1473200"/>
          <p14:tracePt t="14076" x="8477250" y="1473200"/>
          <p14:tracePt t="14081" x="8489950" y="1473200"/>
          <p14:tracePt t="14082" x="8489950" y="1485900"/>
          <p14:tracePt t="14097" x="8501063" y="1485900"/>
          <p14:tracePt t="14101" x="8513763" y="1485900"/>
          <p14:tracePt t="14109" x="8526463" y="1498600"/>
          <p14:tracePt t="14132" x="8537575" y="1498600"/>
          <p14:tracePt t="14142" x="8550275" y="1498600"/>
          <p14:tracePt t="14164" x="8562975" y="1498600"/>
          <p14:tracePt t="14171" x="8574088" y="1498600"/>
          <p14:tracePt t="14181" x="8586788" y="1498600"/>
          <p14:tracePt t="14196" x="8599488" y="1498600"/>
          <p14:tracePt t="14224" x="8610600" y="1498600"/>
          <p14:tracePt t="14369" x="8610600" y="1509713"/>
          <p14:tracePt t="14390" x="8610600" y="1522413"/>
          <p14:tracePt t="14395" x="8599488" y="1522413"/>
          <p14:tracePt t="14401" x="8599488" y="1535113"/>
          <p14:tracePt t="14405" x="8599488" y="1546225"/>
          <p14:tracePt t="14414" x="8586788" y="1546225"/>
          <p14:tracePt t="14415" x="8562975" y="1571625"/>
          <p14:tracePt t="14422" x="8562975" y="1584325"/>
          <p14:tracePt t="14423" x="8537575" y="1595438"/>
          <p14:tracePt t="14430" x="8526463" y="1608138"/>
          <p14:tracePt t="14438" x="8489950" y="1644650"/>
          <p14:tracePt t="14447" x="8453438" y="1668463"/>
          <p14:tracePt t="14455" x="8428038" y="1704975"/>
          <p14:tracePt t="14464" x="8391525" y="1741488"/>
          <p14:tracePt t="14465" x="8367713" y="1766888"/>
          <p14:tracePt t="14472" x="8343900" y="1778000"/>
          <p14:tracePt t="14480" x="8294688" y="1803400"/>
          <p14:tracePt t="14488" x="8232775" y="1851025"/>
          <p14:tracePt t="14496" x="8148638" y="1900238"/>
          <p14:tracePt t="14505" x="8099425" y="1924050"/>
          <p14:tracePt t="14513" x="8062913" y="1949450"/>
          <p14:tracePt t="14521" x="7989888" y="2009775"/>
          <p14:tracePt t="14530" x="7940675" y="2046288"/>
          <p14:tracePt t="14538" x="7904163" y="2106613"/>
          <p14:tracePt t="14546" x="7856538" y="2143125"/>
          <p14:tracePt t="14555" x="7807325" y="2192338"/>
          <p14:tracePt t="14563" x="7734300" y="2265363"/>
          <p14:tracePt t="14571" x="7661275" y="2338388"/>
          <p14:tracePt t="14580" x="7600950" y="2387600"/>
          <p14:tracePt t="14588" x="7551738" y="2436813"/>
          <p14:tracePt t="14596" x="7442200" y="2533650"/>
          <p14:tracePt t="14605" x="7380288" y="2593975"/>
          <p14:tracePt t="14613" x="7343775" y="2630488"/>
          <p14:tracePt t="14621" x="7234238" y="2728913"/>
          <p14:tracePt t="14630" x="7161213" y="2789238"/>
          <p14:tracePt t="14638" x="7113588" y="2825750"/>
          <p14:tracePt t="14646" x="7051675" y="2874963"/>
          <p14:tracePt t="14655" x="7015163" y="2924175"/>
          <p14:tracePt t="14663" x="6978650" y="2947988"/>
          <p14:tracePt t="14671" x="6942138" y="2971800"/>
          <p14:tracePt t="14680" x="6918325" y="3008313"/>
          <p14:tracePt t="14688" x="6894513" y="3021013"/>
          <p14:tracePt t="14696" x="6869113" y="3057525"/>
          <p14:tracePt t="14705" x="6858000" y="3070225"/>
          <p14:tracePt t="14713" x="6845300" y="3081338"/>
          <p14:tracePt t="14721" x="6845300" y="3094038"/>
          <p14:tracePt t="14729" x="6832600" y="3094038"/>
          <p14:tracePt t="14738" x="6821488" y="3106738"/>
          <p14:tracePt t="14746" x="6808788" y="3117850"/>
          <p14:tracePt t="14755" x="6808788" y="3130550"/>
          <p14:tracePt t="14763" x="6783388" y="3154363"/>
          <p14:tracePt t="14771" x="6783388" y="3167063"/>
          <p14:tracePt t="14780" x="6772275" y="3179763"/>
          <p14:tracePt t="14788" x="6746875" y="3190875"/>
          <p14:tracePt t="14796" x="6735763" y="3216275"/>
          <p14:tracePt t="14804" x="6723063" y="3240088"/>
          <p14:tracePt t="14813" x="6710363" y="3252788"/>
          <p14:tracePt t="14821" x="6686550" y="3276600"/>
          <p14:tracePt t="14829" x="6673850" y="3289300"/>
          <p14:tracePt t="14838" x="6650038" y="3313113"/>
          <p14:tracePt t="14846" x="6637338" y="3325813"/>
          <p14:tracePt t="14855" x="6626225" y="3349625"/>
          <p14:tracePt t="14855" x="6600825" y="3349625"/>
          <p14:tracePt t="14863" x="6589713" y="3373438"/>
          <p14:tracePt t="14871" x="6564313" y="3398838"/>
          <p14:tracePt t="14879" x="6516688" y="3422650"/>
          <p14:tracePt t="14888" x="6480175" y="3471863"/>
          <p14:tracePt t="14896" x="6418263" y="3532188"/>
          <p14:tracePt t="14904" x="6370638" y="3581400"/>
          <p14:tracePt t="14913" x="6345238" y="3594100"/>
          <p14:tracePt t="14921" x="6284913" y="3641725"/>
          <p14:tracePt t="14929" x="6224588" y="3703638"/>
          <p14:tracePt t="14938" x="6188075" y="3740150"/>
          <p14:tracePt t="14946" x="6151563" y="3776663"/>
          <p14:tracePt t="14955" x="6126163" y="3800475"/>
          <p14:tracePt t="14955" x="6115050" y="3813175"/>
          <p14:tracePt t="14963" x="6102350" y="3824288"/>
          <p14:tracePt t="14971" x="6102350" y="3836988"/>
          <p14:tracePt t="14979" x="6102350" y="3849688"/>
          <p14:tracePt t="14988" x="6089650" y="3849688"/>
          <p14:tracePt t="15001" x="6089650" y="3860800"/>
          <p14:tracePt t="15014" x="6076950" y="3860800"/>
          <p14:tracePt t="15015" x="6076950" y="3873500"/>
          <p14:tracePt t="15022" x="6065838" y="3886200"/>
          <p14:tracePt t="15029" x="6065838" y="3897313"/>
          <p14:tracePt t="15038" x="6053138" y="3910013"/>
          <p14:tracePt t="15046" x="6040438" y="3933825"/>
          <p14:tracePt t="15054" x="6029325" y="3946525"/>
          <p14:tracePt t="15063" x="6016625" y="3970338"/>
          <p14:tracePt t="15071" x="6003925" y="3983038"/>
          <p14:tracePt t="15079" x="6003925" y="4006850"/>
          <p14:tracePt t="15088" x="5967413" y="4032250"/>
          <p14:tracePt t="15096" x="5943600" y="4043363"/>
          <p14:tracePt t="15104" x="5919788" y="4068763"/>
          <p14:tracePt t="15113" x="5907088" y="4068763"/>
          <p14:tracePt t="15121" x="5883275" y="4081463"/>
          <p14:tracePt t="15129" x="5846763" y="4105275"/>
          <p14:tracePt t="15138" x="5821363" y="4117975"/>
          <p14:tracePt t="15146" x="5797550" y="4117975"/>
          <p14:tracePt t="15154" x="5773738" y="4129088"/>
          <p14:tracePt t="15163" x="5761038" y="4141788"/>
          <p14:tracePt t="15171" x="5748338" y="4141788"/>
          <p14:tracePt t="15179" x="5724525" y="4141788"/>
          <p14:tracePt t="15189" x="5711825" y="4141788"/>
          <p14:tracePt t="15199" x="5711825" y="4154488"/>
          <p14:tracePt t="15209" x="5700713" y="4154488"/>
          <p14:tracePt t="15242" x="5688013" y="4154488"/>
          <p14:tracePt t="15316" x="5688013" y="4165600"/>
          <p14:tracePt t="15329" x="5675313" y="4165600"/>
          <p14:tracePt t="15344" x="5664200" y="4165600"/>
          <p14:tracePt t="15404" x="5664200" y="4178300"/>
          <p14:tracePt t="15429" x="5651500" y="4178300"/>
          <p14:tracePt t="15652" x="5664200" y="4178300"/>
          <p14:tracePt t="15663" x="5675313" y="4178300"/>
          <p14:tracePt t="15672" x="5688013" y="4178300"/>
          <p14:tracePt t="15682" x="5700713" y="4178300"/>
          <p14:tracePt t="15689" x="5711825" y="4178300"/>
          <p14:tracePt t="15695" x="5737225" y="4178300"/>
          <p14:tracePt t="15701" x="5748338" y="4178300"/>
          <p14:tracePt t="15709" x="5761038" y="4178300"/>
          <p14:tracePt t="15714" x="5773738" y="4178300"/>
          <p14:tracePt t="15722" x="5784850" y="4178300"/>
          <p14:tracePt t="15729" x="5810250" y="4178300"/>
          <p14:tracePt t="15737" x="5846763" y="4178300"/>
          <p14:tracePt t="15745" x="5870575" y="4165600"/>
          <p14:tracePt t="15754" x="5883275" y="4165600"/>
          <p14:tracePt t="15762" x="5919788" y="4165600"/>
          <p14:tracePt t="15770" x="5956300" y="4165600"/>
          <p14:tracePt t="15779" x="5992813" y="4154488"/>
          <p14:tracePt t="15787" x="6040438" y="4154488"/>
          <p14:tracePt t="15795" x="6115050" y="4154488"/>
          <p14:tracePt t="15804" x="6151563" y="4154488"/>
          <p14:tracePt t="15812" x="6188075" y="4154488"/>
          <p14:tracePt t="15821" x="6235700" y="4154488"/>
          <p14:tracePt t="15821" x="6272213" y="4154488"/>
          <p14:tracePt t="15829" x="6284913" y="4154488"/>
          <p14:tracePt t="15837" x="6370638" y="4154488"/>
          <p14:tracePt t="15845" x="6407150" y="4154488"/>
          <p14:tracePt t="15854" x="6430963" y="4154488"/>
          <p14:tracePt t="15855" x="6467475" y="4154488"/>
          <p14:tracePt t="15862" x="6480175" y="4154488"/>
          <p14:tracePt t="15870" x="6491288" y="4154488"/>
          <p14:tracePt t="15879" x="6503988" y="4154488"/>
          <p14:tracePt t="15887" x="6516688" y="4165600"/>
          <p14:tracePt t="15902" x="6527800" y="4165600"/>
          <p14:tracePt t="15937" x="6540500" y="4165600"/>
          <p14:tracePt t="15942" x="6553200" y="4165600"/>
          <p14:tracePt t="15949" x="6564313" y="4165600"/>
          <p14:tracePt t="15954" x="6577013" y="4165600"/>
          <p14:tracePt t="15954" x="6589713" y="4165600"/>
          <p14:tracePt t="15963" x="6613525" y="4165600"/>
          <p14:tracePt t="15971" x="6626225" y="4165600"/>
          <p14:tracePt t="15979" x="6637338" y="4165600"/>
          <p14:tracePt t="15987" x="6650038" y="4165600"/>
          <p14:tracePt t="15995" x="6662738" y="4165600"/>
          <p14:tracePt t="16003" x="6686550" y="4165600"/>
          <p14:tracePt t="16014" x="6699250" y="4178300"/>
          <p14:tracePt t="16024" x="6710363" y="4178300"/>
          <p14:tracePt t="16044" x="6723063" y="4178300"/>
          <p14:tracePt t="16049" x="6735763" y="4178300"/>
          <p14:tracePt t="16057" x="6746875" y="4178300"/>
          <p14:tracePt t="16062" x="6759575" y="4178300"/>
          <p14:tracePt t="16070" x="6772275" y="4178300"/>
          <p14:tracePt t="16080" x="6783388" y="4178300"/>
          <p14:tracePt t="16087" x="6796088" y="4178300"/>
          <p14:tracePt t="16095" x="6808788" y="4178300"/>
          <p14:tracePt t="16103" x="6832600" y="4178300"/>
          <p14:tracePt t="16116" x="6845300" y="4178300"/>
          <p14:tracePt t="16121" x="6858000" y="4178300"/>
          <p14:tracePt t="16121" x="6869113" y="4178300"/>
          <p14:tracePt t="16134" x="6881813" y="4178300"/>
          <p14:tracePt t="16137" x="6894513" y="4178300"/>
          <p14:tracePt t="16145" x="6931025" y="4178300"/>
          <p14:tracePt t="16153" x="6942138" y="4178300"/>
          <p14:tracePt t="16162" x="6978650" y="4178300"/>
          <p14:tracePt t="16170" x="7015163" y="4178300"/>
          <p14:tracePt t="16178" x="7064375" y="4178300"/>
          <p14:tracePt t="16187" x="7088188" y="4178300"/>
          <p14:tracePt t="16195" x="7113588" y="4178300"/>
          <p14:tracePt t="16203" x="7161213" y="4178300"/>
          <p14:tracePt t="16212" x="7173913" y="4178300"/>
          <p14:tracePt t="16220" x="7210425" y="4178300"/>
          <p14:tracePt t="16228" x="7246938" y="4178300"/>
          <p14:tracePt t="16237" x="7332663" y="4178300"/>
          <p14:tracePt t="16245" x="7380288" y="4178300"/>
          <p14:tracePt t="16253" x="7405688" y="4178300"/>
          <p14:tracePt t="16262" x="7466013" y="4178300"/>
          <p14:tracePt t="16262" x="7502525" y="4178300"/>
          <p14:tracePt t="16263" x="7551738" y="4178300"/>
          <p14:tracePt t="16270" x="7588250" y="4178300"/>
          <p14:tracePt t="16278" x="7673975" y="4191000"/>
          <p14:tracePt t="16286" x="7747000" y="4191000"/>
          <p14:tracePt t="16295" x="7807325" y="4191000"/>
          <p14:tracePt t="16303" x="7831138" y="4191000"/>
          <p14:tracePt t="16312" x="7843838" y="4191000"/>
          <p14:tracePt t="16320" x="7856538" y="4191000"/>
          <p14:tracePt t="16372" x="7867650" y="4191000"/>
          <p14:tracePt t="16397" x="7880350" y="4191000"/>
          <p14:tracePt t="16424" x="7893050" y="4191000"/>
          <p14:tracePt t="16457" x="7904163" y="4191000"/>
          <p14:tracePt t="16471" x="7916863" y="4191000"/>
          <p14:tracePt t="16604" x="7929563" y="4191000"/>
          <p14:tracePt t="16632" x="7940675" y="4191000"/>
          <p14:tracePt t="16642" x="7953375" y="4191000"/>
          <p14:tracePt t="16656" x="7966075" y="4191000"/>
          <p14:tracePt t="16664" x="7977188" y="4191000"/>
          <p14:tracePt t="16672" x="7989888" y="4191000"/>
          <p14:tracePt t="16683" x="8002588" y="4191000"/>
          <p14:tracePt t="16689" x="8013700" y="4191000"/>
          <p14:tracePt t="16702" x="8039100" y="4191000"/>
          <p14:tracePt t="16709" x="8050213" y="4191000"/>
          <p14:tracePt t="16714" x="8062913" y="4191000"/>
          <p14:tracePt t="16720" x="8075613" y="4191000"/>
          <p14:tracePt t="16728" x="8086725" y="4202113"/>
          <p14:tracePt t="16737" x="8112125" y="4202113"/>
          <p14:tracePt t="16744" x="8123238" y="4202113"/>
          <p14:tracePt t="16753" x="8135938" y="4202113"/>
          <p14:tracePt t="16761" x="8159750" y="4202113"/>
          <p14:tracePt t="16769" x="8172450" y="4202113"/>
          <p14:tracePt t="16784" x="8185150" y="4202113"/>
          <p14:tracePt t="17122" x="8196263" y="4202113"/>
          <p14:tracePt t="17129" x="8208963" y="4202113"/>
          <p14:tracePt t="17144" x="8221663" y="4202113"/>
          <p14:tracePt t="17154" x="8232775" y="4202113"/>
          <p14:tracePt t="17164" x="8245475" y="4202113"/>
          <p14:tracePt t="17172" x="8258175" y="4202113"/>
          <p14:tracePt t="17182" x="8270875" y="4202113"/>
          <p14:tracePt t="17209" x="8281988" y="4202113"/>
          <p14:tracePt t="17217" x="8294688" y="4202113"/>
          <p14:tracePt t="17232" x="8307388" y="4202113"/>
          <p14:tracePt t="17236" x="8318500" y="4202113"/>
          <p14:tracePt t="17242" x="8331200" y="4202113"/>
          <p14:tracePt t="17249" x="8355013" y="4202113"/>
          <p14:tracePt t="17254" x="8380413" y="4214813"/>
          <p14:tracePt t="17262" x="8404225" y="4214813"/>
          <p14:tracePt t="17269" x="8416925" y="4214813"/>
          <p14:tracePt t="17277" x="8464550" y="4214813"/>
          <p14:tracePt t="17285" x="8489950" y="4214813"/>
          <p14:tracePt t="17294" x="8501063" y="4214813"/>
          <p14:tracePt t="17302" x="8526463" y="4214813"/>
          <p14:tracePt t="17311" x="8550275" y="4227513"/>
          <p14:tracePt t="17322" x="8562975" y="4227513"/>
          <p14:tracePt t="17332" x="8574088" y="4227513"/>
          <p14:tracePt t="17349" x="8586788" y="4227513"/>
          <p14:tracePt t="17357" x="8599488" y="4227513"/>
          <p14:tracePt t="17363" x="8610600" y="4227513"/>
          <p14:tracePt t="17369" x="8623300" y="4227513"/>
          <p14:tracePt t="17374" x="8636000" y="4227513"/>
          <p14:tracePt t="17382" x="8647113" y="4227513"/>
          <p14:tracePt t="17385" x="8659813" y="4227513"/>
          <p14:tracePt t="17395" x="8683625" y="4227513"/>
          <p14:tracePt t="17402" x="8696325" y="4227513"/>
          <p14:tracePt t="17410" x="8709025" y="4227513"/>
          <p14:tracePt t="17419" x="8720138" y="4227513"/>
          <p14:tracePt t="17427" x="8745538" y="4227513"/>
          <p14:tracePt t="17435" x="8756650" y="4227513"/>
          <p14:tracePt t="17444" x="8769350" y="4227513"/>
          <p14:tracePt t="17892" x="8769350" y="4238625"/>
          <p14:tracePt t="17903" x="8756650" y="4238625"/>
          <p14:tracePt t="17909" x="8745538" y="4238625"/>
          <p14:tracePt t="17917" x="8732838" y="4238625"/>
          <p14:tracePt t="17929" x="8720138" y="4238625"/>
          <p14:tracePt t="17932" x="8709025" y="4238625"/>
          <p14:tracePt t="17944" x="8696325" y="4238625"/>
          <p14:tracePt t="17950" x="8683625" y="4238625"/>
          <p14:tracePt t="17954" x="8672513" y="4238625"/>
          <p14:tracePt t="17964" x="8659813" y="4238625"/>
          <p14:tracePt t="17969" x="8647113" y="4238625"/>
          <p14:tracePt t="17984" x="8636000" y="4238625"/>
          <p14:tracePt t="17994" x="8623300" y="4238625"/>
          <p14:tracePt t="17995" x="8610600" y="4238625"/>
          <p14:tracePt t="18004" x="8599488" y="4238625"/>
          <p14:tracePt t="18010" x="8586788" y="4238625"/>
          <p14:tracePt t="18018" x="8550275" y="4238625"/>
          <p14:tracePt t="18026" x="8513763" y="4238625"/>
          <p14:tracePt t="18035" x="8464550" y="4238625"/>
          <p14:tracePt t="18043" x="8404225" y="4238625"/>
          <p14:tracePt t="18051" x="8355013" y="4238625"/>
          <p14:tracePt t="18060" x="8307388" y="4251325"/>
          <p14:tracePt t="18068" x="8245475" y="4264025"/>
          <p14:tracePt t="18077" x="8185150" y="4264025"/>
          <p14:tracePt t="18085" x="8135938" y="4264025"/>
          <p14:tracePt t="18094" x="8123238" y="4264025"/>
          <p14:tracePt t="18102" x="8099425" y="4264025"/>
          <p14:tracePt t="18110" x="8062913" y="4264025"/>
          <p14:tracePt t="18118" x="8050213" y="4264025"/>
          <p14:tracePt t="18126" x="8026400" y="4264025"/>
          <p14:tracePt t="18135" x="8002588" y="4264025"/>
          <p14:tracePt t="18143" x="7989888" y="4264025"/>
          <p14:tracePt t="18151" x="7966075" y="4264025"/>
          <p14:tracePt t="18160" x="7929563" y="4275138"/>
          <p14:tracePt t="18168" x="7880350" y="4275138"/>
          <p14:tracePt t="18176" x="7843838" y="4287838"/>
          <p14:tracePt t="18185" x="7783513" y="4287838"/>
          <p14:tracePt t="18193" x="7734300" y="4287838"/>
          <p14:tracePt t="18201" x="7710488" y="4287838"/>
          <p14:tracePt t="18210" x="7624763" y="4287838"/>
          <p14:tracePt t="18218" x="7575550" y="4287838"/>
          <p14:tracePt t="18226" x="7526338" y="4287838"/>
          <p14:tracePt t="18235" x="7478713" y="4287838"/>
          <p14:tracePt t="18235" x="7453313" y="4287838"/>
          <p14:tracePt t="18243" x="7429500" y="4287838"/>
          <p14:tracePt t="18251" x="7392988" y="4275138"/>
          <p14:tracePt t="18260" x="7343775" y="4264025"/>
          <p14:tracePt t="18268" x="7296150" y="4264025"/>
          <p14:tracePt t="18276" x="7234238" y="4251325"/>
          <p14:tracePt t="18285" x="7197725" y="4251325"/>
          <p14:tracePt t="18293" x="7186613" y="4251325"/>
          <p14:tracePt t="18301" x="7150100" y="4251325"/>
          <p14:tracePt t="18309" x="7113588" y="4251325"/>
          <p14:tracePt t="18318" x="7077075" y="4238625"/>
          <p14:tracePt t="18326" x="7064375" y="4238625"/>
          <p14:tracePt t="18335" x="7040563" y="4238625"/>
          <p14:tracePt t="18344" x="7027863" y="4238625"/>
          <p14:tracePt t="18351" x="7027863" y="4227513"/>
          <p14:tracePt t="18359" x="7015163" y="4227513"/>
          <p14:tracePt t="18368" x="6991350" y="4227513"/>
          <p14:tracePt t="18377" x="6978650" y="4214813"/>
          <p14:tracePt t="18384" x="6954838" y="4214813"/>
          <p14:tracePt t="18393" x="6942138" y="4202113"/>
          <p14:tracePt t="18402" x="6931025" y="4202113"/>
          <p14:tracePt t="18409" x="6918325" y="4202113"/>
          <p14:tracePt t="18418" x="6894513" y="4191000"/>
          <p14:tracePt t="18426" x="6881813" y="4191000"/>
          <p14:tracePt t="18435" x="6858000" y="4178300"/>
          <p14:tracePt t="18435" x="6845300" y="4178300"/>
          <p14:tracePt t="18443" x="6832600" y="4178300"/>
          <p14:tracePt t="18451" x="6821488" y="4165600"/>
          <p14:tracePt t="18459" x="6796088" y="4154488"/>
          <p14:tracePt t="18468" x="6759575" y="4141788"/>
          <p14:tracePt t="18476" x="6723063" y="4129088"/>
          <p14:tracePt t="18484" x="6710363" y="4105275"/>
          <p14:tracePt t="18493" x="6686550" y="4105275"/>
          <p14:tracePt t="18501" x="6673850" y="4092575"/>
          <p14:tracePt t="18509" x="6637338" y="4081463"/>
          <p14:tracePt t="18518" x="6613525" y="4068763"/>
          <p14:tracePt t="18526" x="6589713" y="4056063"/>
          <p14:tracePt t="18534" x="6577013" y="4043363"/>
          <p14:tracePt t="18543" x="6564313" y="4032250"/>
          <p14:tracePt t="18551" x="6553200" y="4006850"/>
          <p14:tracePt t="18559" x="6540500" y="4006850"/>
          <p14:tracePt t="18568" x="6527800" y="3995738"/>
          <p14:tracePt t="18576" x="6491288" y="3970338"/>
          <p14:tracePt t="18584" x="6491288" y="3959225"/>
          <p14:tracePt t="18593" x="6480175" y="3959225"/>
          <p14:tracePt t="18601" x="6467475" y="3946525"/>
          <p14:tracePt t="18609" x="6454775" y="3933825"/>
          <p14:tracePt t="18618" x="6430963" y="3922713"/>
          <p14:tracePt t="18626" x="6418263" y="3910013"/>
          <p14:tracePt t="18634" x="6407150" y="3910013"/>
          <p14:tracePt t="18643" x="6381750" y="3886200"/>
          <p14:tracePt t="18643" x="6370638" y="3886200"/>
          <p14:tracePt t="18654" x="6357938" y="3886200"/>
          <p14:tracePt t="18659" x="6345238" y="3886200"/>
          <p14:tracePt t="18667" x="6334125" y="3873500"/>
          <p14:tracePt t="18676" x="6321425" y="3860800"/>
          <p14:tracePt t="18684" x="6297613" y="3860800"/>
          <p14:tracePt t="18692" x="6284913" y="3860800"/>
          <p14:tracePt t="18701" x="6272213" y="3860800"/>
          <p14:tracePt t="18709" x="6224588" y="3860800"/>
          <p14:tracePt t="18717" x="6188075" y="3860800"/>
          <p14:tracePt t="18726" x="6138863" y="3860800"/>
          <p14:tracePt t="18734" x="6102350" y="3860800"/>
          <p14:tracePt t="18742" x="6065838" y="3860800"/>
          <p14:tracePt t="18751" x="6003925" y="3860800"/>
          <p14:tracePt t="18759" x="5956300" y="3860800"/>
          <p14:tracePt t="18768" x="5894388" y="3860800"/>
          <p14:tracePt t="18776" x="5810250" y="3860800"/>
          <p14:tracePt t="18784" x="5784850" y="3860800"/>
          <p14:tracePt t="18792" x="5724525" y="3873500"/>
          <p14:tracePt t="18801" x="5675313" y="3873500"/>
          <p14:tracePt t="18809" x="5627688" y="3886200"/>
          <p14:tracePt t="18817" x="5565775" y="3897313"/>
          <p14:tracePt t="18826" x="5529263" y="3910013"/>
          <p14:tracePt t="18834" x="5518150" y="3910013"/>
          <p14:tracePt t="18842" x="5505450" y="3910013"/>
          <p14:tracePt t="18851" x="5492750" y="3910013"/>
          <p14:tracePt t="18889" x="5492750" y="3922713"/>
          <p14:tracePt t="18894" x="5481638" y="3922713"/>
          <p14:tracePt t="18895" x="5456238" y="3922713"/>
          <p14:tracePt t="18901" x="5445125" y="3922713"/>
          <p14:tracePt t="18909" x="5432425" y="3922713"/>
          <p14:tracePt t="18917" x="5370513" y="3922713"/>
          <p14:tracePt t="18926" x="5346700" y="3922713"/>
          <p14:tracePt t="18935" x="5334000" y="3946525"/>
          <p14:tracePt t="18942" x="5334000" y="3970338"/>
          <p14:tracePt t="18951" x="5395913" y="3995738"/>
          <p14:tracePt t="18959" x="5432425" y="4043363"/>
          <p14:tracePt t="18967" x="5481638" y="4129088"/>
          <p14:tracePt t="18976" x="5505450" y="4202113"/>
          <p14:tracePt t="19112" x="5505450" y="4178300"/>
          <p14:tracePt t="19118" x="5505450" y="4165600"/>
          <p14:tracePt t="19122" x="5505450" y="4141788"/>
          <p14:tracePt t="19125" x="5505450" y="4117975"/>
          <p14:tracePt t="19134" x="5492750" y="4105275"/>
          <p14:tracePt t="19142" x="5481638" y="4056063"/>
          <p14:tracePt t="19151" x="5468938" y="3983038"/>
          <p14:tracePt t="19159" x="5468938" y="3946525"/>
          <p14:tracePt t="19167" x="5468938" y="3910013"/>
          <p14:tracePt t="19175" x="5529263" y="3849688"/>
          <p14:tracePt t="19184" x="5565775" y="3813175"/>
          <p14:tracePt t="19192" x="5565775" y="3800475"/>
          <p14:tracePt t="19209" x="5578475" y="3800475"/>
          <p14:tracePt t="19224" x="5591175" y="3800475"/>
          <p14:tracePt t="19232" x="5602288" y="3800475"/>
          <p14:tracePt t="19237" x="5614988" y="3800475"/>
          <p14:tracePt t="19242" x="5614988" y="3787775"/>
          <p14:tracePt t="19250" x="5627688" y="3787775"/>
          <p14:tracePt t="19259" x="5638800" y="3776663"/>
          <p14:tracePt t="19267" x="5664200" y="3763963"/>
          <p14:tracePt t="19275" x="5675313" y="3763963"/>
          <p14:tracePt t="19284" x="5724525" y="3740150"/>
          <p14:tracePt t="19292" x="5737225" y="3727450"/>
          <p14:tracePt t="19300" x="5784850" y="3727450"/>
          <p14:tracePt t="19309" x="5834063" y="3690938"/>
          <p14:tracePt t="19317" x="5907088" y="3654425"/>
          <p14:tracePt t="19325" x="5943600" y="3641725"/>
          <p14:tracePt t="19334" x="5967413" y="3641725"/>
          <p14:tracePt t="19335" x="5992813" y="3630613"/>
          <p14:tracePt t="19342" x="6003925" y="3617913"/>
          <p14:tracePt t="19350" x="6029325" y="3617913"/>
          <p14:tracePt t="19359" x="6029325" y="3605213"/>
          <p14:tracePt t="19367" x="6040438" y="3605213"/>
          <p14:tracePt t="19382" x="6053138" y="3605213"/>
          <p14:tracePt t="19404" x="6053138" y="3594100"/>
          <p14:tracePt t="19409" x="6065838" y="3581400"/>
          <p14:tracePt t="19412" x="6076950" y="3581400"/>
          <p14:tracePt t="19422" x="6102350" y="3568700"/>
          <p14:tracePt t="19425" x="6115050" y="3544888"/>
          <p14:tracePt t="19434" x="6126163" y="3532188"/>
          <p14:tracePt t="19435" x="6151563" y="3508375"/>
          <p14:tracePt t="19443" x="6175375" y="3471863"/>
          <p14:tracePt t="19450" x="6188075" y="3448050"/>
          <p14:tracePt t="19458" x="6224588" y="3398838"/>
          <p14:tracePt t="19467" x="6248400" y="3362325"/>
          <p14:tracePt t="19475" x="6261100" y="3325813"/>
          <p14:tracePt t="19483" x="6297613" y="3263900"/>
          <p14:tracePt t="19492" x="6308725" y="3252788"/>
          <p14:tracePt t="19500" x="6308725" y="3203575"/>
          <p14:tracePt t="19509" x="6334125" y="3154363"/>
          <p14:tracePt t="19517" x="6357938" y="3117850"/>
          <p14:tracePt t="19525" x="6357938" y="3081338"/>
          <p14:tracePt t="19534" x="6357938" y="3070225"/>
          <p14:tracePt t="19535" x="6370638" y="3033713"/>
          <p14:tracePt t="19543" x="6394450" y="2997200"/>
          <p14:tracePt t="19550" x="6407150" y="2971800"/>
          <p14:tracePt t="19558" x="6430963" y="2924175"/>
          <p14:tracePt t="19567" x="6443663" y="2874963"/>
          <p14:tracePt t="19575" x="6454775" y="2851150"/>
          <p14:tracePt t="19584" x="6491288" y="2814638"/>
          <p14:tracePt t="19584" x="6503988" y="2789238"/>
          <p14:tracePt t="19592" x="6503988" y="2765425"/>
          <p14:tracePt t="19600" x="6527800" y="2728913"/>
          <p14:tracePt t="19608" x="6553200" y="2679700"/>
          <p14:tracePt t="19617" x="6564313" y="2619375"/>
          <p14:tracePt t="19625" x="6600825" y="2533650"/>
          <p14:tracePt t="19633" x="6613525" y="2497138"/>
          <p14:tracePt t="19642" x="6637338" y="2436813"/>
          <p14:tracePt t="19650" x="6662738" y="2351088"/>
          <p14:tracePt t="19658" x="6662738" y="2314575"/>
          <p14:tracePt t="19666" x="6662738" y="2290763"/>
          <p14:tracePt t="19675" x="6673850" y="2278063"/>
          <p14:tracePt t="19683" x="6673850" y="2254250"/>
          <p14:tracePt t="19704" x="6686550" y="2241550"/>
          <p14:tracePt t="19717" x="6686550" y="2228850"/>
          <p14:tracePt t="19729" x="6686550" y="2217738"/>
          <p14:tracePt t="19744" x="6686550" y="2205038"/>
          <p14:tracePt t="19752" x="6686550" y="2192338"/>
          <p14:tracePt t="19762" x="6686550" y="2179638"/>
          <p14:tracePt t="19763" x="6686550" y="2168525"/>
          <p14:tracePt t="19772" x="6686550" y="2155825"/>
          <p14:tracePt t="19784" x="6686550" y="2143125"/>
          <p14:tracePt t="19789" x="6686550" y="2132013"/>
          <p14:tracePt t="19802" x="6686550" y="2119313"/>
          <p14:tracePt t="19812" x="6686550" y="2106613"/>
          <p14:tracePt t="19822" x="6686550" y="2095500"/>
          <p14:tracePt t="19823" x="6699250" y="2095500"/>
          <p14:tracePt t="19842" x="6699250" y="2082800"/>
          <p14:tracePt t="19843" x="6699250" y="2070100"/>
          <p14:tracePt t="19852" x="6699250" y="2058988"/>
          <p14:tracePt t="19858" x="6699250" y="2046288"/>
          <p14:tracePt t="19867" x="6699250" y="2033588"/>
          <p14:tracePt t="19875" x="6699250" y="2009775"/>
          <p14:tracePt t="19883" x="6699250" y="1997075"/>
          <p14:tracePt t="19891" x="6699250" y="1973263"/>
          <p14:tracePt t="19900" x="6699250" y="1960563"/>
          <p14:tracePt t="19908" x="6699250" y="1949450"/>
          <p14:tracePt t="19917" x="6699250" y="1936750"/>
          <p14:tracePt t="19917" x="6699250" y="1924050"/>
          <p14:tracePt t="19925" x="6699250" y="1912938"/>
          <p14:tracePt t="19934" x="6699250" y="1900238"/>
          <p14:tracePt t="19942" x="6699250" y="1887538"/>
          <p14:tracePt t="19943" x="6710363" y="1887538"/>
          <p14:tracePt t="19950" x="6710363" y="1876425"/>
          <p14:tracePt t="19958" x="6723063" y="1863725"/>
          <p14:tracePt t="19967" x="6723063" y="1851025"/>
          <p14:tracePt t="19975" x="6723063" y="1827213"/>
          <p14:tracePt t="19983" x="6746875" y="1803400"/>
          <p14:tracePt t="20002" x="6759575" y="1790700"/>
          <p14:tracePt t="20003" x="6759575" y="1778000"/>
          <p14:tracePt t="20012" x="6772275" y="1778000"/>
          <p14:tracePt t="20064" x="6783388" y="1778000"/>
          <p14:tracePt t="20077" x="6783388" y="1766888"/>
          <p14:tracePt t="20777" x="6783388" y="1778000"/>
          <p14:tracePt t="20802" x="6772275" y="1790700"/>
          <p14:tracePt t="20817" x="6759575" y="1790700"/>
          <p14:tracePt t="20832" x="6759575" y="1803400"/>
          <p14:tracePt t="20849" x="6759575" y="1814513"/>
          <p14:tracePt t="20852" x="6746875" y="1814513"/>
          <p14:tracePt t="20872" x="6735763" y="1814513"/>
          <p14:tracePt t="20877" x="6735763" y="1827213"/>
          <p14:tracePt t="20889" x="6735763" y="1839913"/>
          <p14:tracePt t="20895" x="6735763" y="1851025"/>
          <p14:tracePt t="20904" x="6723063" y="1851025"/>
          <p14:tracePt t="20909" x="6723063" y="1863725"/>
          <p14:tracePt t="20915" x="6710363" y="1876425"/>
          <p14:tracePt t="20924" x="6710363" y="1887538"/>
          <p14:tracePt t="20932" x="6710363" y="1900238"/>
          <p14:tracePt t="20940" x="6699250" y="1900238"/>
          <p14:tracePt t="20949" x="6686550" y="1924050"/>
          <p14:tracePt t="20957" x="6673850" y="1936750"/>
          <p14:tracePt t="20965" x="6673850" y="1960563"/>
          <p14:tracePt t="20974" x="6662738" y="1960563"/>
          <p14:tracePt t="20982" x="6650038" y="1973263"/>
          <p14:tracePt t="20990" x="6650038" y="1985963"/>
          <p14:tracePt t="20999" x="6650038" y="1997075"/>
          <p14:tracePt t="21007" x="6650038" y="2009775"/>
          <p14:tracePt t="21015" x="6637338" y="2009775"/>
          <p14:tracePt t="21024" x="6626225" y="2033588"/>
          <p14:tracePt t="21032" x="6626225" y="2058988"/>
          <p14:tracePt t="21042" x="6613525" y="2070100"/>
          <p14:tracePt t="21049" x="6613525" y="2095500"/>
          <p14:tracePt t="21057" x="6613525" y="2119313"/>
          <p14:tracePt t="21066" x="6600825" y="2168525"/>
          <p14:tracePt t="21074" x="6600825" y="2179638"/>
          <p14:tracePt t="21082" x="6600825" y="2228850"/>
          <p14:tracePt t="21090" x="6600825" y="2290763"/>
          <p14:tracePt t="21099" x="6600825" y="2351088"/>
          <p14:tracePt t="21107" x="6600825" y="2387600"/>
          <p14:tracePt t="21115" x="6600825" y="2436813"/>
          <p14:tracePt t="21124" x="6600825" y="2497138"/>
          <p14:tracePt t="21132" x="6600825" y="2520950"/>
          <p14:tracePt t="21140" x="6600825" y="2557463"/>
          <p14:tracePt t="21149" x="6600825" y="2593975"/>
          <p14:tracePt t="21150" x="6600825" y="2619375"/>
          <p14:tracePt t="21157" x="6600825" y="2655888"/>
          <p14:tracePt t="21165" x="6600825" y="2679700"/>
          <p14:tracePt t="21173" x="6600825" y="2716213"/>
          <p14:tracePt t="21182" x="6613525" y="2728913"/>
          <p14:tracePt t="21190" x="6626225" y="2765425"/>
          <p14:tracePt t="21198" x="6626225" y="2789238"/>
          <p14:tracePt t="21207" x="6637338" y="2814638"/>
          <p14:tracePt t="21215" x="6637338" y="2862263"/>
          <p14:tracePt t="21223" x="6650038" y="2898775"/>
          <p14:tracePt t="21234" x="6650038" y="2924175"/>
          <p14:tracePt t="21240" x="6673850" y="2935288"/>
          <p14:tracePt t="21249" x="6673850" y="2960688"/>
          <p14:tracePt t="21249" x="6686550" y="2971800"/>
          <p14:tracePt t="21257" x="6686550" y="2997200"/>
          <p14:tracePt t="21265" x="6710363" y="3008313"/>
          <p14:tracePt t="21274" x="6723063" y="3021013"/>
          <p14:tracePt t="21274" x="6723063" y="3033713"/>
          <p14:tracePt t="21274" x="6735763" y="3057525"/>
          <p14:tracePt t="21282" x="6759575" y="3057525"/>
          <p14:tracePt t="21290" x="6783388" y="3081338"/>
          <p14:tracePt t="21298" x="6808788" y="3106738"/>
          <p14:tracePt t="21307" x="6845300" y="3143250"/>
          <p14:tracePt t="21315" x="6869113" y="3154363"/>
          <p14:tracePt t="21324" x="6894513" y="3190875"/>
          <p14:tracePt t="21332" x="6918325" y="3203575"/>
          <p14:tracePt t="21340" x="6942138" y="3227388"/>
          <p14:tracePt t="21348" x="6954838" y="3240088"/>
          <p14:tracePt t="21357" x="6967538" y="3263900"/>
          <p14:tracePt t="21365" x="6978650" y="3263900"/>
          <p14:tracePt t="21373" x="6991350" y="3263900"/>
          <p14:tracePt t="21374" x="7004050" y="3276600"/>
          <p14:tracePt t="21383" x="7040563" y="3276600"/>
          <p14:tracePt t="21390" x="7051675" y="3276600"/>
          <p14:tracePt t="21398" x="7088188" y="3276600"/>
          <p14:tracePt t="21407" x="7124700" y="3276600"/>
          <p14:tracePt t="21415" x="7197725" y="3276600"/>
          <p14:tracePt t="21423" x="7270750" y="3263900"/>
          <p14:tracePt t="21432" x="7296150" y="3263900"/>
          <p14:tracePt t="21440" x="7343775" y="3252788"/>
          <p14:tracePt t="21448" x="7392988" y="3227388"/>
          <p14:tracePt t="21457" x="7429500" y="3203575"/>
          <p14:tracePt t="21457" x="7442200" y="3190875"/>
          <p14:tracePt t="21465" x="7489825" y="3167063"/>
          <p14:tracePt t="21473" x="7502525" y="3154363"/>
          <p14:tracePt t="21482" x="7526338" y="3130550"/>
          <p14:tracePt t="21482" x="7539038" y="3106738"/>
          <p14:tracePt t="21490" x="7588250" y="3070225"/>
          <p14:tracePt t="21498" x="7612063" y="3021013"/>
          <p14:tracePt t="21506" x="7624763" y="2971800"/>
          <p14:tracePt t="21515" x="7648575" y="2924175"/>
          <p14:tracePt t="21523" x="7661275" y="2851150"/>
          <p14:tracePt t="21532" x="7673975" y="2825750"/>
          <p14:tracePt t="21532" x="7673975" y="2801938"/>
          <p14:tracePt t="21540" x="7673975" y="2765425"/>
          <p14:tracePt t="21548" x="7673975" y="2728913"/>
          <p14:tracePt t="21556" x="7673975" y="2655888"/>
          <p14:tracePt t="21565" x="7673975" y="2619375"/>
          <p14:tracePt t="21573" x="7673975" y="2582863"/>
          <p14:tracePt t="21582" x="7673975" y="2557463"/>
          <p14:tracePt t="21582" x="7673975" y="2546350"/>
          <p14:tracePt t="21583" x="7673975" y="2533650"/>
          <p14:tracePt t="21590" x="7673975" y="2509838"/>
          <p14:tracePt t="21598" x="7661275" y="2473325"/>
          <p14:tracePt t="21606" x="7661275" y="2424113"/>
          <p14:tracePt t="21615" x="7648575" y="2363788"/>
          <p14:tracePt t="21623" x="7648575" y="2314575"/>
          <p14:tracePt t="21632" x="7648575" y="2254250"/>
          <p14:tracePt t="21632" x="7648575" y="2217738"/>
          <p14:tracePt t="21640" x="7648575" y="2205038"/>
          <p14:tracePt t="21648" x="7637463" y="2132013"/>
          <p14:tracePt t="21656" x="7637463" y="2033588"/>
          <p14:tracePt t="21665" x="7637463" y="1985963"/>
          <p14:tracePt t="21673" x="7637463" y="1960563"/>
          <p14:tracePt t="21682" x="7624763" y="1912938"/>
          <p14:tracePt t="21682" x="7612063" y="1887538"/>
          <p14:tracePt t="21690" x="7612063" y="1851025"/>
          <p14:tracePt t="21698" x="7600950" y="1827213"/>
          <p14:tracePt t="21706" x="7600950" y="1803400"/>
          <p14:tracePt t="21715" x="7588250" y="1790700"/>
          <p14:tracePt t="21723" x="7575550" y="1790700"/>
          <p14:tracePt t="21732" x="7575550" y="1778000"/>
          <p14:tracePt t="21732" x="7575550" y="1766888"/>
          <p14:tracePt t="21742" x="7575550" y="1754188"/>
          <p14:tracePt t="21749" x="7575550" y="1741488"/>
          <p14:tracePt t="21756" x="7575550" y="1717675"/>
          <p14:tracePt t="21765" x="7575550" y="1704975"/>
          <p14:tracePt t="21773" x="7575550" y="1657350"/>
          <p14:tracePt t="21781" x="7575550" y="1631950"/>
          <p14:tracePt t="21789" x="7564438" y="1571625"/>
          <p14:tracePt t="21798" x="7564438" y="1535113"/>
          <p14:tracePt t="21806" x="7551738" y="1509713"/>
          <p14:tracePt t="21815" x="7539038" y="1485900"/>
          <p14:tracePt t="21815" x="7539038" y="1473200"/>
          <p14:tracePt t="21823" x="7539038" y="1462088"/>
          <p14:tracePt t="21831" x="7526338" y="1462088"/>
          <p14:tracePt t="21839" x="7515225" y="1449388"/>
          <p14:tracePt t="21862" x="7502525" y="1449388"/>
          <p14:tracePt t="21869" x="7489825" y="1449388"/>
          <p14:tracePt t="21882" x="7489825" y="1436688"/>
          <p14:tracePt t="21883" x="7478713" y="1436688"/>
          <p14:tracePt t="21904" x="7466013" y="1436688"/>
          <p14:tracePt t="21912" x="7453313" y="1436688"/>
          <p14:tracePt t="21949" x="7442200" y="1436688"/>
          <p14:tracePt t="21954" x="7429500" y="1436688"/>
          <p14:tracePt t="21964" x="7405688" y="1436688"/>
          <p14:tracePt t="21973" x="7380288" y="1462088"/>
          <p14:tracePt t="21981" x="7343775" y="1485900"/>
          <p14:tracePt t="21989" x="7283450" y="1509713"/>
          <p14:tracePt t="21998" x="7210425" y="1584325"/>
          <p14:tracePt t="22006" x="7161213" y="1644650"/>
          <p14:tracePt t="22015" x="7100888" y="1741488"/>
          <p14:tracePt t="22015" x="7040563" y="1814513"/>
          <p14:tracePt t="22023" x="7004050" y="1900238"/>
          <p14:tracePt t="22031" x="6894513" y="2082800"/>
          <p14:tracePt t="22039" x="6783388" y="2265363"/>
          <p14:tracePt t="22048" x="6699250" y="2460625"/>
          <p14:tracePt t="22056" x="6577013" y="2692400"/>
          <p14:tracePt t="22064" x="6527800" y="2838450"/>
          <p14:tracePt t="22072" x="6491288" y="2924175"/>
          <p14:tracePt t="22081" x="6443663" y="3057525"/>
          <p14:tracePt t="22089" x="6370638" y="3263900"/>
          <p14:tracePt t="22098" x="6334125" y="3362325"/>
          <p14:tracePt t="22106" x="6308725" y="3448050"/>
          <p14:tracePt t="22114" x="6284913" y="3532188"/>
          <p14:tracePt t="22123" x="6248400" y="3605213"/>
          <p14:tracePt t="22131" x="6224588" y="3667125"/>
          <p14:tracePt t="22139" x="6188075" y="3740150"/>
          <p14:tracePt t="22148" x="6151563" y="3800475"/>
          <p14:tracePt t="22156" x="6089650" y="3910013"/>
          <p14:tracePt t="22164" x="6040438" y="3970338"/>
          <p14:tracePt t="22173" x="6003925" y="3995738"/>
          <p14:tracePt t="22181" x="5956300" y="4043363"/>
          <p14:tracePt t="22189" x="5919788" y="4081463"/>
          <p14:tracePt t="22197" x="5894388" y="4105275"/>
          <p14:tracePt t="22206" x="5883275" y="4117975"/>
          <p14:tracePt t="22214" x="5870575" y="4129088"/>
          <p14:tracePt t="22223" x="5857875" y="4129088"/>
          <p14:tracePt t="22231" x="5846763" y="4129088"/>
          <p14:tracePt t="22239" x="5846763" y="4141788"/>
          <p14:tracePt t="22247" x="5821363" y="4154488"/>
          <p14:tracePt t="22256" x="5797550" y="4154488"/>
          <p14:tracePt t="22264" x="5761038" y="4165600"/>
          <p14:tracePt t="22272" x="5748338" y="4165600"/>
          <p14:tracePt t="22281" x="5724525" y="4178300"/>
          <p14:tracePt t="22289" x="5700713" y="4191000"/>
          <p14:tracePt t="22297" x="5651500" y="4191000"/>
          <p14:tracePt t="22306" x="5627688" y="4191000"/>
          <p14:tracePt t="22314" x="5578475" y="4202113"/>
          <p14:tracePt t="22323" x="5529263" y="4202113"/>
          <p14:tracePt t="22323" x="5518150" y="4202113"/>
          <p14:tracePt t="22331" x="5505450" y="4202113"/>
          <p14:tracePt t="22339" x="5468938" y="4202113"/>
          <p14:tracePt t="22347" x="5445125" y="4202113"/>
          <p14:tracePt t="22356" x="5408613" y="4202113"/>
          <p14:tracePt t="22364" x="5408613" y="4191000"/>
          <p14:tracePt t="22374" x="5395913" y="4191000"/>
          <p14:tracePt t="22381" x="5395913" y="4178300"/>
          <p14:tracePt t="22389" x="5383213" y="4178300"/>
          <p14:tracePt t="22397" x="5346700" y="4178300"/>
          <p14:tracePt t="22406" x="5346700" y="4165600"/>
          <p14:tracePt t="22414" x="5334000" y="4165600"/>
          <p14:tracePt t="22422" x="5310188" y="4154488"/>
          <p14:tracePt t="22431" x="5286375" y="4154488"/>
          <p14:tracePt t="22439" x="5249863" y="4154488"/>
          <p14:tracePt t="22447" x="5224463" y="4141788"/>
          <p14:tracePt t="22456" x="5200650" y="4141788"/>
          <p14:tracePt t="22464" x="5164138" y="4141788"/>
          <p14:tracePt t="22472" x="5151438" y="4141788"/>
          <p14:tracePt t="22482" x="5140325" y="4141788"/>
          <p14:tracePt t="22489" x="5127625" y="4141788"/>
          <p14:tracePt t="22497" x="5114925" y="4141788"/>
          <p14:tracePt t="22517" x="5103813" y="4141788"/>
          <p14:tracePt t="22529" x="5091113" y="4141788"/>
          <p14:tracePt t="22544" x="5078413" y="4141788"/>
          <p14:tracePt t="22549" x="5067300" y="4141788"/>
          <p14:tracePt t="22557" x="5054600" y="4141788"/>
          <p14:tracePt t="22562" x="5054600" y="4154488"/>
          <p14:tracePt t="22564" x="5054600" y="4165600"/>
          <p14:tracePt t="22572" x="5041900" y="4165600"/>
          <p14:tracePt t="22580" x="5030788" y="4165600"/>
          <p14:tracePt t="22589" x="5030788" y="4191000"/>
          <p14:tracePt t="22597" x="4994275" y="4214813"/>
          <p14:tracePt t="22606" x="4981575" y="4238625"/>
          <p14:tracePt t="22614" x="4968875" y="4251325"/>
          <p14:tracePt t="22622" x="4968875" y="4275138"/>
          <p14:tracePt t="22630" x="4957763" y="4300538"/>
          <p14:tracePt t="22639" x="4945063" y="4348163"/>
          <p14:tracePt t="22647" x="4921250" y="4373563"/>
          <p14:tracePt t="22655" x="4895850" y="4433888"/>
          <p14:tracePt t="22664" x="4872038" y="4483100"/>
          <p14:tracePt t="22672" x="4859338" y="4494213"/>
          <p14:tracePt t="22680" x="4835525" y="4556125"/>
          <p14:tracePt t="22689" x="4822825" y="4616450"/>
          <p14:tracePt t="22697" x="4775200" y="4725988"/>
          <p14:tracePt t="22706" x="4762500" y="4762500"/>
          <p14:tracePt t="22715" x="4738688" y="4835525"/>
          <p14:tracePt t="22722" x="4725988" y="4872038"/>
          <p14:tracePt t="22730" x="4689475" y="5006975"/>
          <p14:tracePt t="22739" x="4676775" y="5080000"/>
          <p14:tracePt t="22747" x="4665663" y="5153025"/>
          <p14:tracePt t="22755" x="4652963" y="5226050"/>
          <p14:tracePt t="22764" x="4652963" y="5286375"/>
          <p14:tracePt t="22772" x="4640263" y="5372100"/>
          <p14:tracePt t="22780" x="4640263" y="5432425"/>
          <p14:tracePt t="22789" x="4627563" y="5505450"/>
          <p14:tracePt t="22797" x="4616450" y="5603875"/>
          <p14:tracePt t="22805" x="4616450" y="5664200"/>
          <p14:tracePt t="22814" x="4616450" y="5724525"/>
          <p14:tracePt t="22822" x="4616450" y="5761038"/>
          <p14:tracePt t="22830" x="4616450" y="5859463"/>
          <p14:tracePt t="22839" x="4616450" y="5919788"/>
          <p14:tracePt t="22847" x="4616450" y="5992813"/>
          <p14:tracePt t="22855" x="4616450" y="6054725"/>
          <p14:tracePt t="22864" x="4616450" y="6127750"/>
          <p14:tracePt t="22864" x="4627563" y="6151563"/>
          <p14:tracePt t="22872" x="4640263" y="6188075"/>
          <p14:tracePt t="22880" x="4665663" y="6261100"/>
          <p14:tracePt t="22889" x="4689475" y="6321425"/>
          <p14:tracePt t="22897" x="4749800" y="6394450"/>
          <p14:tracePt t="22906" x="4786313" y="6443663"/>
          <p14:tracePt t="22914" x="4786313" y="6456363"/>
          <p14:tracePt t="22915" x="4822825" y="6467475"/>
          <p14:tracePt t="22923" x="4872038" y="6492875"/>
          <p14:tracePt t="22930" x="4884738" y="6492875"/>
          <p14:tracePt t="22939" x="4921250" y="6492875"/>
          <p14:tracePt t="22947" x="4968875" y="6503988"/>
          <p14:tracePt t="22955" x="5018088" y="6503988"/>
          <p14:tracePt t="22963" x="5091113" y="6503988"/>
          <p14:tracePt t="22972" x="5114925" y="6503988"/>
          <p14:tracePt t="22980" x="5151438" y="6503988"/>
          <p14:tracePt t="22988" x="5176838" y="6503988"/>
          <p14:tracePt t="22989" x="5200650" y="6503988"/>
          <p14:tracePt t="22997" x="5224463" y="6503988"/>
          <p14:tracePt t="23005" x="5249863" y="6503988"/>
          <p14:tracePt t="23014" x="5273675" y="6503988"/>
          <p14:tracePt t="23022" x="5322888" y="6492875"/>
          <p14:tracePt t="23030" x="5408613" y="6430963"/>
          <p14:tracePt t="23038" x="5468938" y="6407150"/>
          <p14:tracePt t="23047" x="5518150" y="6346825"/>
          <p14:tracePt t="23055" x="5565775" y="6297613"/>
          <p14:tracePt t="23063" x="5638800" y="6211888"/>
          <p14:tracePt t="23072" x="5664200" y="6164263"/>
          <p14:tracePt t="23080" x="5711825" y="6065838"/>
          <p14:tracePt t="23088" x="5737225" y="5956300"/>
          <p14:tracePt t="23089" x="5748338" y="5907088"/>
          <p14:tracePt t="23097" x="5773738" y="5773738"/>
          <p14:tracePt t="23105" x="5784850" y="5627688"/>
          <p14:tracePt t="23114" x="5797550" y="5541963"/>
          <p14:tracePt t="23114" x="5797550" y="5457825"/>
          <p14:tracePt t="23115" x="5797550" y="5395913"/>
          <p14:tracePt t="23122" x="5797550" y="5335588"/>
          <p14:tracePt t="23130" x="5797550" y="5189538"/>
          <p14:tracePt t="23138" x="5797550" y="5054600"/>
          <p14:tracePt t="23147" x="5797550" y="4933950"/>
          <p14:tracePt t="23155" x="5797550" y="4787900"/>
          <p14:tracePt t="23163" x="5797550" y="4725988"/>
          <p14:tracePt t="23164" x="5797550" y="4652963"/>
          <p14:tracePt t="23164" x="5784850" y="4592638"/>
          <p14:tracePt t="23172" x="5773738" y="4543425"/>
          <p14:tracePt t="23172" x="5761038" y="4494213"/>
          <p14:tracePt t="23180" x="5748338" y="4446588"/>
          <p14:tracePt t="23188" x="5737225" y="4360863"/>
          <p14:tracePt t="23197" x="5724525" y="4275138"/>
          <p14:tracePt t="23205" x="5724525" y="4165600"/>
          <p14:tracePt t="23213" x="5724525" y="4141788"/>
          <p14:tracePt t="23222" x="5724525" y="4117975"/>
          <p14:tracePt t="23230" x="5711825" y="4092575"/>
          <p14:tracePt t="23238" x="5700713" y="4081463"/>
          <p14:tracePt t="23247" x="5688013" y="4068763"/>
          <p14:tracePt t="23255" x="5675313" y="4068763"/>
          <p14:tracePt t="23263" x="5638800" y="4056063"/>
          <p14:tracePt t="23272" x="5627688" y="4056063"/>
          <p14:tracePt t="23272" x="5602288" y="4043363"/>
          <p14:tracePt t="23280" x="5591175" y="4043363"/>
          <p14:tracePt t="23288" x="5554663" y="4043363"/>
          <p14:tracePt t="23296" x="5505450" y="4043363"/>
          <p14:tracePt t="23305" x="5481638" y="4043363"/>
          <p14:tracePt t="23313" x="5456238" y="4043363"/>
          <p14:tracePt t="23322" x="5445125" y="4043363"/>
          <p14:tracePt t="23322" x="5432425" y="4043363"/>
          <p14:tracePt t="23322" x="5419725" y="4043363"/>
          <p14:tracePt t="23330" x="5408613" y="4056063"/>
          <p14:tracePt t="23338" x="5395913" y="4056063"/>
          <p14:tracePt t="23346" x="5383213" y="4068763"/>
          <p14:tracePt t="23355" x="5370513" y="4068763"/>
          <p14:tracePt t="23442" x="5359400" y="4068763"/>
          <p14:tracePt t="23449" x="5346700" y="4081463"/>
          <p14:tracePt t="23454" x="5334000" y="4081463"/>
          <p14:tracePt t="23455" x="5322888" y="4105275"/>
          <p14:tracePt t="23463" x="5297488" y="4105275"/>
          <p14:tracePt t="23471" x="5260975" y="4117975"/>
          <p14:tracePt t="23480" x="5200650" y="4154488"/>
          <p14:tracePt t="23488" x="5164138" y="4191000"/>
          <p14:tracePt t="23497" x="5078413" y="4227513"/>
          <p14:tracePt t="23505" x="5018088" y="4275138"/>
          <p14:tracePt t="23514" x="4968875" y="4311650"/>
          <p14:tracePt t="23515" x="4859338" y="4360863"/>
          <p14:tracePt t="23523" x="4725988" y="4446588"/>
          <p14:tracePt t="23530" x="4652963" y="4494213"/>
          <p14:tracePt t="23538" x="4494213" y="4592638"/>
          <p14:tracePt t="23547" x="4311650" y="4689475"/>
          <p14:tracePt t="23555" x="4092575" y="4799013"/>
          <p14:tracePt t="23563" x="3910013" y="4884738"/>
          <p14:tracePt t="23571" x="3727450" y="4970463"/>
          <p14:tracePt t="23580" x="3617913" y="5030788"/>
          <p14:tracePt t="23588" x="3532188" y="5080000"/>
          <p14:tracePt t="23596" x="3471863" y="5080000"/>
          <p14:tracePt t="23689" x="3482975" y="5080000"/>
          <p14:tracePt t="23697" x="3495675" y="5080000"/>
          <p14:tracePt t="23709" x="3508375" y="5080000"/>
          <p14:tracePt t="23712" x="3519488" y="5080000"/>
          <p14:tracePt t="23717" x="3519488" y="5067300"/>
          <p14:tracePt t="23724" x="3532188" y="5067300"/>
          <p14:tracePt t="23731" x="3544888" y="5054600"/>
          <p14:tracePt t="23738" x="3556000" y="5054600"/>
          <p14:tracePt t="23746" x="3556000" y="5043488"/>
          <p14:tracePt t="23754" x="3556000" y="5030788"/>
          <p14:tracePt t="23763" x="3568700" y="5030788"/>
          <p14:tracePt t="23771" x="3568700" y="5018088"/>
          <p14:tracePt t="23779" x="3581400" y="5018088"/>
          <p14:tracePt t="23788" x="3581400" y="5006975"/>
          <p14:tracePt t="23803" x="3581400" y="4994275"/>
          <p14:tracePt t="23809" x="3592513" y="4994275"/>
          <p14:tracePt t="23813" x="3592513" y="4981575"/>
          <p14:tracePt t="23821" x="3605213" y="4970463"/>
          <p14:tracePt t="23829" x="3617913" y="4957763"/>
          <p14:tracePt t="23838" x="3617913" y="4945063"/>
          <p14:tracePt t="23846" x="3629025" y="4921250"/>
          <p14:tracePt t="23854" x="3641725" y="4908550"/>
          <p14:tracePt t="23863" x="3641725" y="4884738"/>
          <p14:tracePt t="23863" x="3641725" y="4872038"/>
          <p14:tracePt t="23871" x="3641725" y="4848225"/>
          <p14:tracePt t="23879" x="3641725" y="4811713"/>
          <p14:tracePt t="23888" x="3641725" y="4775200"/>
          <p14:tracePt t="23896" x="3641725" y="4738688"/>
          <p14:tracePt t="23904" x="3641725" y="4678363"/>
          <p14:tracePt t="23913" x="3641725" y="4652963"/>
          <p14:tracePt t="23921" x="3629025" y="4629150"/>
          <p14:tracePt t="23929" x="3605213" y="4567238"/>
          <p14:tracePt t="23938" x="3592513" y="4519613"/>
          <p14:tracePt t="23946" x="3568700" y="4470400"/>
          <p14:tracePt t="23954" x="3519488" y="4421188"/>
          <p14:tracePt t="23963" x="3508375" y="4373563"/>
          <p14:tracePt t="23963" x="3482975" y="4348163"/>
          <p14:tracePt t="23971" x="3471863" y="4337050"/>
          <p14:tracePt t="23979" x="3446463" y="4300538"/>
          <p14:tracePt t="23987" x="3422650" y="4275138"/>
          <p14:tracePt t="23996" x="3409950" y="4275138"/>
          <p14:tracePt t="24004" x="3386138" y="4264025"/>
          <p14:tracePt t="24012" x="3373438" y="4264025"/>
          <p14:tracePt t="24021" x="3362325" y="4264025"/>
          <p14:tracePt t="24029" x="3336925" y="4264025"/>
          <p14:tracePt t="24037" x="3325813" y="4251325"/>
          <p14:tracePt t="24069" x="3313113" y="4227513"/>
          <p14:tracePt t="24074" x="3300413" y="4214813"/>
          <p14:tracePt t="24079" x="3289300" y="4202113"/>
          <p14:tracePt t="24087" x="3276600" y="4129088"/>
          <p14:tracePt t="24096" x="3252788" y="4081463"/>
          <p14:tracePt t="24104" x="3203575" y="4019550"/>
          <p14:tracePt t="24112" x="3203575" y="3995738"/>
          <p14:tracePt t="24121" x="3203575" y="3970338"/>
          <p14:tracePt t="24129" x="3190875" y="3946525"/>
          <p14:tracePt t="24137" x="3190875" y="3922713"/>
          <p14:tracePt t="24146" x="3190875" y="3910013"/>
          <p14:tracePt t="24154" x="3190875" y="3897313"/>
          <p14:tracePt t="24162" x="3190875" y="3886200"/>
          <p14:tracePt t="24171" x="3203575" y="3873500"/>
          <p14:tracePt t="24179" x="3203575" y="3860800"/>
          <p14:tracePt t="24187" x="3203575" y="3849688"/>
          <p14:tracePt t="24196" x="3203575" y="3836988"/>
          <p14:tracePt t="24204" x="3178175" y="3813175"/>
          <p14:tracePt t="24212" x="3141663" y="3800475"/>
          <p14:tracePt t="24221" x="3117850" y="3800475"/>
          <p14:tracePt t="24229" x="3068638" y="3787775"/>
          <p14:tracePt t="24237" x="2971800" y="3776663"/>
          <p14:tracePt t="24245" x="2911475" y="3776663"/>
          <p14:tracePt t="24254" x="2874963" y="3763963"/>
          <p14:tracePt t="24262" x="2776538" y="3763963"/>
          <p14:tracePt t="24271" x="2716213" y="3751263"/>
          <p14:tracePt t="24279" x="2667000" y="3751263"/>
          <p14:tracePt t="24287" x="2619375" y="3740150"/>
          <p14:tracePt t="24295" x="2570163" y="3740150"/>
          <p14:tracePt t="24304" x="2557463" y="3740150"/>
          <p14:tracePt t="24312" x="2546350" y="3740150"/>
          <p14:tracePt t="24321" x="2546350" y="3727450"/>
          <p14:tracePt t="24329" x="2533650" y="3727450"/>
          <p14:tracePt t="24344" x="2520950" y="3727450"/>
          <p14:tracePt t="24357" x="2508250" y="3727450"/>
          <p14:tracePt t="24362" x="2497138" y="3727450"/>
          <p14:tracePt t="24369" x="2471738" y="3727450"/>
          <p14:tracePt t="24374" x="2460625" y="3727450"/>
          <p14:tracePt t="24379" x="2447925" y="3714750"/>
          <p14:tracePt t="24387" x="2398713" y="3703638"/>
          <p14:tracePt t="24396" x="2351088" y="3690938"/>
          <p14:tracePt t="24404" x="2301875" y="3678238"/>
          <p14:tracePt t="24412" x="2289175" y="3667125"/>
          <p14:tracePt t="24420" x="2265363" y="3654425"/>
          <p14:tracePt t="24429" x="2241550" y="3654425"/>
          <p14:tracePt t="24437" x="2228850" y="3641725"/>
          <p14:tracePt t="24445" x="2216150" y="3641725"/>
          <p14:tracePt t="24454" x="2205038" y="3630613"/>
          <p14:tracePt t="24462" x="2192338" y="3630613"/>
          <p14:tracePt t="24472" x="2179638" y="3630613"/>
          <p14:tracePt t="24479" x="2168525" y="3630613"/>
          <p14:tracePt t="24489" x="2155825" y="3630613"/>
          <p14:tracePt t="24495" x="2143125" y="3630613"/>
          <p14:tracePt t="24504" x="2132013" y="3630613"/>
          <p14:tracePt t="24512" x="2119313" y="3617913"/>
          <p14:tracePt t="24520" x="2106613" y="3605213"/>
          <p14:tracePt t="24529" x="2058988" y="3581400"/>
          <p14:tracePt t="24537" x="2022475" y="3581400"/>
          <p14:tracePt t="24545" x="1960563" y="3557588"/>
          <p14:tracePt t="24553" x="1936750" y="3557588"/>
          <p14:tracePt t="24562" x="1912938" y="3544888"/>
          <p14:tracePt t="24570" x="1863725" y="3544888"/>
          <p14:tracePt t="24579" x="1839913" y="3544888"/>
          <p14:tracePt t="24587" x="1814513" y="3544888"/>
          <p14:tracePt t="24595" x="1790700" y="3544888"/>
          <p14:tracePt t="24804" x="1803400" y="3544888"/>
          <p14:tracePt t="24809" x="1814513" y="3544888"/>
          <p14:tracePt t="24822" x="1827213" y="3544888"/>
          <p14:tracePt t="24823" x="1851025" y="3532188"/>
          <p14:tracePt t="24834" x="1863725" y="3532188"/>
          <p14:tracePt t="24837" x="1887538" y="3532188"/>
          <p14:tracePt t="24845" x="1912938" y="3532188"/>
          <p14:tracePt t="24854" x="1924050" y="3521075"/>
          <p14:tracePt t="24855" x="1985963" y="3521075"/>
          <p14:tracePt t="24863" x="2033588" y="3521075"/>
          <p14:tracePt t="24870" x="2058988" y="3521075"/>
          <p14:tracePt t="24878" x="2106613" y="3521075"/>
          <p14:tracePt t="24887" x="2155825" y="3521075"/>
          <p14:tracePt t="24895" x="2192338" y="3521075"/>
          <p14:tracePt t="24903" x="2241550" y="3521075"/>
          <p14:tracePt t="24912" x="2252663" y="3521075"/>
          <p14:tracePt t="24920" x="2278063" y="3521075"/>
          <p14:tracePt t="24928" x="2301875" y="3532188"/>
          <p14:tracePt t="24937" x="2338388" y="3532188"/>
          <p14:tracePt t="24949" x="2351088" y="3532188"/>
          <p14:tracePt t="24957" x="2362200" y="3532188"/>
          <p14:tracePt t="25012" x="2374900" y="3532188"/>
          <p14:tracePt t="25032" x="2374900" y="3544888"/>
          <p14:tracePt t="25033" x="2387600" y="3544888"/>
          <p14:tracePt t="25037" x="2398713" y="3544888"/>
          <p14:tracePt t="25045" x="2411413" y="3544888"/>
          <p14:tracePt t="25053" x="2424113" y="3544888"/>
          <p14:tracePt t="25062" x="2435225" y="3544888"/>
          <p14:tracePt t="25070" x="2460625" y="3544888"/>
          <p14:tracePt t="25078" x="2471738" y="3544888"/>
          <p14:tracePt t="25087" x="2484438" y="3544888"/>
          <p14:tracePt t="25112" x="2497138" y="3544888"/>
          <p14:tracePt t="25124" x="2508250" y="3544888"/>
          <p14:tracePt t="25131" x="2520950" y="3544888"/>
          <p14:tracePt t="25142" x="2533650" y="3532188"/>
          <p14:tracePt t="25143" x="2546350" y="3532188"/>
          <p14:tracePt t="25149" x="2557463" y="3532188"/>
          <p14:tracePt t="25154" x="2582863" y="3532188"/>
          <p14:tracePt t="25162" x="2593975" y="3532188"/>
          <p14:tracePt t="25163" x="2619375" y="3532188"/>
          <p14:tracePt t="25170" x="2630488" y="3532188"/>
          <p14:tracePt t="25178" x="2655888" y="3521075"/>
          <p14:tracePt t="25192" x="2667000" y="3521075"/>
          <p14:tracePt t="25422" x="2667000" y="3532188"/>
          <p14:tracePt t="25432" x="2679700" y="3532188"/>
          <p14:tracePt t="25444" x="2679700" y="3544888"/>
          <p14:tracePt t="25464" x="2692400" y="3544888"/>
          <p14:tracePt t="25544" x="2692400" y="3557588"/>
          <p14:tracePt t="25569" x="2692400" y="3568700"/>
          <p14:tracePt t="25574" x="2703513" y="3568700"/>
          <p14:tracePt t="25578" x="2703513" y="3581400"/>
          <p14:tracePt t="25586" x="2716213" y="3605213"/>
          <p14:tracePt t="25594" x="2716213" y="3641725"/>
          <p14:tracePt t="25603" x="2716213" y="3667125"/>
          <p14:tracePt t="25612" x="2728913" y="3727450"/>
          <p14:tracePt t="25619" x="2728913" y="3751263"/>
          <p14:tracePt t="25628" x="2728913" y="3776663"/>
          <p14:tracePt t="25636" x="2728913" y="3800475"/>
          <p14:tracePt t="25644" x="2728913" y="3824288"/>
          <p14:tracePt t="25653" x="2728913" y="3849688"/>
          <p14:tracePt t="25674" x="2716213" y="3849688"/>
          <p14:tracePt t="25684" x="2716213" y="3860800"/>
          <p14:tracePt t="25689" x="2703513" y="3860800"/>
          <p14:tracePt t="25722" x="2703513" y="3873500"/>
          <p14:tracePt t="25864" x="2703513" y="3860800"/>
          <p14:tracePt t="25952" x="2703513" y="3849688"/>
          <p14:tracePt t="25977" x="2716213" y="3836988"/>
          <p14:tracePt t="26009" x="2728913" y="3836988"/>
          <p14:tracePt t="26029" x="2740025" y="3836988"/>
          <p14:tracePt t="26037" x="2752725" y="3836988"/>
          <p14:tracePt t="26057" x="2765425" y="3836988"/>
          <p14:tracePt t="26069" x="2776538" y="3849688"/>
          <p14:tracePt t="26077" x="2789238" y="3849688"/>
          <p14:tracePt t="26084" x="2789238" y="3860800"/>
          <p14:tracePt t="26089" x="2789238" y="3873500"/>
          <p14:tracePt t="26094" x="2801938" y="3886200"/>
          <p14:tracePt t="26102" x="2813050" y="3886200"/>
          <p14:tracePt t="26110" x="2825750" y="3897313"/>
          <p14:tracePt t="26119" x="2849563" y="3910013"/>
          <p14:tracePt t="26127" x="2874963" y="3910013"/>
          <p14:tracePt t="26136" x="2911475" y="3922713"/>
          <p14:tracePt t="26144" x="2959100" y="3933825"/>
          <p14:tracePt t="26152" x="2971800" y="3933825"/>
          <p14:tracePt t="26162" x="2984500" y="3933825"/>
          <p14:tracePt t="26237" x="3008313" y="3946525"/>
          <p14:tracePt t="26243" x="3008313" y="3959225"/>
          <p14:tracePt t="26249" x="3032125" y="3970338"/>
          <p14:tracePt t="26252" x="3044825" y="3983038"/>
          <p14:tracePt t="26262" x="3044825" y="3995738"/>
          <p14:tracePt t="26269" x="3068638" y="4006850"/>
          <p14:tracePt t="26277" x="3081338" y="4032250"/>
          <p14:tracePt t="26285" x="3117850" y="4068763"/>
          <p14:tracePt t="26294" x="3141663" y="4081463"/>
          <p14:tracePt t="26302" x="3178175" y="4105275"/>
          <p14:tracePt t="26310" x="3203575" y="4141788"/>
          <p14:tracePt t="26319" x="3240088" y="4154488"/>
          <p14:tracePt t="26327" x="3263900" y="4165600"/>
          <p14:tracePt t="26335" x="3289300" y="4178300"/>
          <p14:tracePt t="26349" x="3300413" y="4178300"/>
          <p14:tracePt t="26417" x="3313113" y="4178300"/>
          <p14:tracePt t="26423" x="3325813" y="4178300"/>
          <p14:tracePt t="26432" x="3336925" y="4178300"/>
          <p14:tracePt t="26442" x="3349625" y="4178300"/>
          <p14:tracePt t="26443" x="3373438" y="4178300"/>
          <p14:tracePt t="26454" x="3386138" y="4178300"/>
          <p14:tracePt t="26460" x="3398838" y="4178300"/>
          <p14:tracePt t="26469" x="3422650" y="4178300"/>
          <p14:tracePt t="26470" x="3435350" y="4178300"/>
          <p14:tracePt t="26477" x="3471863" y="4191000"/>
          <p14:tracePt t="26485" x="3508375" y="4202113"/>
          <p14:tracePt t="26493" x="3544888" y="4214813"/>
          <p14:tracePt t="26502" x="3568700" y="4227513"/>
          <p14:tracePt t="26510" x="3654425" y="4238625"/>
          <p14:tracePt t="26518" x="3727450" y="4264025"/>
          <p14:tracePt t="26527" x="3763963" y="4264025"/>
          <p14:tracePt t="26535" x="3884613" y="4287838"/>
          <p14:tracePt t="26543" x="3983038" y="4300538"/>
          <p14:tracePt t="26552" x="4032250" y="4300538"/>
          <p14:tracePt t="26560" x="4105275" y="4311650"/>
          <p14:tracePt t="26569" x="4152900" y="4311650"/>
          <p14:tracePt t="26569" x="4189413" y="4311650"/>
          <p14:tracePt t="26577" x="4214813" y="4311650"/>
          <p14:tracePt t="26585" x="4251325" y="4311650"/>
          <p14:tracePt t="26594" x="4262438" y="4311650"/>
          <p14:tracePt t="26602" x="4275138" y="4311650"/>
          <p14:tracePt t="26610" x="4287838" y="4311650"/>
          <p14:tracePt t="26618" x="4298950" y="4311650"/>
          <p14:tracePt t="26627" x="4311650" y="4311650"/>
          <p14:tracePt t="26644" x="4324350" y="4311650"/>
          <p14:tracePt t="26652" x="4335463" y="4311650"/>
          <p14:tracePt t="26663" x="4348163" y="4311650"/>
          <p14:tracePt t="26684" x="4348163" y="4324350"/>
          <p14:tracePt t="26692" x="4360863" y="4324350"/>
          <p14:tracePt t="26712" x="4371975" y="4324350"/>
          <p14:tracePt t="26744" x="4384675" y="4324350"/>
          <p14:tracePt t="26749" x="4397375" y="4324350"/>
          <p14:tracePt t="26758" x="4408488" y="4324350"/>
          <p14:tracePt t="26762" x="4433888" y="4324350"/>
          <p14:tracePt t="26769" x="4457700" y="4324350"/>
          <p14:tracePt t="26778" x="4494213" y="4324350"/>
          <p14:tracePt t="26785" x="4518025" y="4324350"/>
          <p14:tracePt t="26793" x="4543425" y="4324350"/>
          <p14:tracePt t="26802" x="4567238" y="4337050"/>
          <p14:tracePt t="26810" x="4616450" y="4337050"/>
          <p14:tracePt t="26818" x="4640263" y="4337050"/>
          <p14:tracePt t="26827" x="4676775" y="4348163"/>
          <p14:tracePt t="26835" x="4702175" y="4360863"/>
          <p14:tracePt t="26843" x="4725988" y="4373563"/>
          <p14:tracePt t="26851" x="4738688" y="4373563"/>
          <p14:tracePt t="26860" x="4762500" y="4373563"/>
          <p14:tracePt t="26868" x="4775200" y="4384675"/>
          <p14:tracePt t="26877" x="4786313" y="4397375"/>
          <p14:tracePt t="26877" x="4799013" y="4397375"/>
          <p14:tracePt t="26889" x="4799013" y="4410075"/>
          <p14:tracePt t="26897" x="4811713" y="4410075"/>
          <p14:tracePt t="26904" x="4811713" y="4421188"/>
          <p14:tracePt t="26924" x="4822825" y="4421188"/>
          <p14:tracePt t="27002" x="4822825" y="4433888"/>
          <p14:tracePt t="27029" x="4822825" y="4446588"/>
          <p14:tracePt t="27052" x="4822825" y="4457700"/>
          <p14:tracePt t="27169" x="4835525" y="4457700"/>
          <p14:tracePt t="27183" x="4848225" y="4457700"/>
          <p14:tracePt t="27189" x="4859338" y="4457700"/>
          <p14:tracePt t="27197" x="4859338" y="4470400"/>
          <p14:tracePt t="27204" x="4872038" y="4483100"/>
          <p14:tracePt t="27209" x="4884738" y="4494213"/>
          <p14:tracePt t="27218" x="4895850" y="4494213"/>
          <p14:tracePt t="27226" x="4908550" y="4506913"/>
          <p14:tracePt t="27235" x="4921250" y="4519613"/>
          <p14:tracePt t="27243" x="4932363" y="4543425"/>
          <p14:tracePt t="27252" x="4957763" y="4556125"/>
          <p14:tracePt t="27259" x="4957763" y="4567238"/>
          <p14:tracePt t="27268" x="4968875" y="4579938"/>
          <p14:tracePt t="27276" x="4981575" y="4579938"/>
          <p14:tracePt t="27284" x="4981575" y="4592638"/>
          <p14:tracePt t="27293" x="4994275" y="4592638"/>
          <p14:tracePt t="27309" x="5005388" y="4592638"/>
          <p14:tracePt t="27324" x="5018088" y="4592638"/>
          <p14:tracePt t="27344" x="5030788" y="4592638"/>
          <p14:tracePt t="27349" x="5041900" y="4592638"/>
          <p14:tracePt t="27362" x="5054600" y="4592638"/>
          <p14:tracePt t="27369" x="5067300" y="4592638"/>
          <p14:tracePt t="27372" x="5078413" y="4592638"/>
          <p14:tracePt t="27384" x="5091113" y="4579938"/>
          <p14:tracePt t="27864" x="5078413" y="4579938"/>
          <p14:tracePt t="28244" x="5078413" y="4592638"/>
          <p14:tracePt t="28249" x="5067300" y="4592638"/>
          <p14:tracePt t="28254" x="5054600" y="4603750"/>
          <p14:tracePt t="28262" x="5054600" y="4616450"/>
          <p14:tracePt t="28267" x="5041900" y="4616450"/>
          <p14:tracePt t="28275" x="5030788" y="4640263"/>
          <p14:tracePt t="28283" x="5030788" y="4652963"/>
          <p14:tracePt t="28292" x="5018088" y="4665663"/>
          <p14:tracePt t="28364" x="5005388" y="4665663"/>
          <p14:tracePt t="28369" x="5005388" y="4678363"/>
          <p14:tracePt t="28382" x="4994275" y="4689475"/>
          <p14:tracePt t="28389" x="4994275" y="4702175"/>
          <p14:tracePt t="28412" x="4994275" y="4714875"/>
          <p14:tracePt t="28424" x="4981575" y="4714875"/>
          <p14:tracePt t="28429" x="4981575" y="4725988"/>
          <p14:tracePt t="28449" x="4981575" y="4738688"/>
          <p14:tracePt t="28452" x="4968875" y="4738688"/>
          <p14:tracePt t="28458" x="4968875" y="4751388"/>
          <p14:tracePt t="28467" x="4968875" y="4762500"/>
          <p14:tracePt t="28475" x="4968875" y="4775200"/>
          <p14:tracePt t="28483" x="4957763" y="4787900"/>
          <p14:tracePt t="28492" x="4957763" y="4799013"/>
          <p14:tracePt t="28492" x="4945063" y="4811713"/>
          <p14:tracePt t="28500" x="4945063" y="4824413"/>
          <p14:tracePt t="28509" x="4932363" y="4835525"/>
          <p14:tracePt t="28510" x="4932363" y="4848225"/>
          <p14:tracePt t="28517" x="4932363" y="4860925"/>
          <p14:tracePt t="28525" x="4921250" y="4872038"/>
          <p14:tracePt t="28533" x="4908550" y="4884738"/>
          <p14:tracePt t="28542" x="4908550" y="4897438"/>
          <p14:tracePt t="28542" x="4908550" y="4908550"/>
          <p14:tracePt t="28550" x="4895850" y="4908550"/>
          <p14:tracePt t="28558" x="4884738" y="4933950"/>
          <p14:tracePt t="28566" x="4872038" y="4945063"/>
          <p14:tracePt t="28575" x="4872038" y="4957763"/>
          <p14:tracePt t="28583" x="4848225" y="4981575"/>
          <p14:tracePt t="28591" x="4848225" y="4994275"/>
          <p14:tracePt t="28602" x="4848225" y="5006975"/>
          <p14:tracePt t="28608" x="4835525" y="5018088"/>
          <p14:tracePt t="28616" x="4835525" y="5030788"/>
          <p14:tracePt t="28625" x="4822825" y="5030788"/>
          <p14:tracePt t="28637" x="4822825" y="5043488"/>
          <p14:tracePt t="28644" x="4822825" y="5054600"/>
          <p14:tracePt t="28662" x="4822825" y="5067300"/>
          <p14:tracePt t="28663" x="4811713" y="5067300"/>
          <p14:tracePt t="28669" x="4811713" y="5080000"/>
          <p14:tracePt t="28675" x="4811713" y="5091113"/>
          <p14:tracePt t="28683" x="4811713" y="5103813"/>
          <p14:tracePt t="28692" x="4811713" y="5116513"/>
          <p14:tracePt t="28692" x="4811713" y="5127625"/>
          <p14:tracePt t="28700" x="4811713" y="5140325"/>
          <p14:tracePt t="28708" x="4811713" y="5164138"/>
          <p14:tracePt t="28717" x="4799013" y="5189538"/>
          <p14:tracePt t="28725" x="4799013" y="5200650"/>
          <p14:tracePt t="28733" x="4799013" y="5213350"/>
          <p14:tracePt t="28749" x="4799013" y="5226050"/>
          <p14:tracePt t="28777" x="4799013" y="5237163"/>
          <p14:tracePt t="28784" x="4786313" y="5237163"/>
          <p14:tracePt t="28792" x="4786313" y="5249863"/>
          <p14:tracePt t="28802" x="4786313" y="5262563"/>
          <p14:tracePt t="28803" x="4786313" y="5273675"/>
          <p14:tracePt t="28809" x="4786313" y="5286375"/>
          <p14:tracePt t="28817" x="4786313" y="5299075"/>
          <p14:tracePt t="28817" x="4786313" y="5311775"/>
          <p14:tracePt t="28825" x="4786313" y="5335588"/>
          <p14:tracePt t="28833" x="4786313" y="5359400"/>
          <p14:tracePt t="28841" x="4786313" y="5372100"/>
          <p14:tracePt t="28850" x="4786313" y="5395913"/>
          <p14:tracePt t="28858" x="4786313" y="5421313"/>
          <p14:tracePt t="28866" x="4786313" y="5432425"/>
          <p14:tracePt t="28874" x="4786313" y="5457825"/>
          <p14:tracePt t="28883" x="4786313" y="5468938"/>
          <p14:tracePt t="28891" x="4786313" y="5494338"/>
          <p14:tracePt t="28899" x="4786313" y="5518150"/>
          <p14:tracePt t="28908" x="4786313" y="5541963"/>
          <p14:tracePt t="28916" x="4799013" y="5578475"/>
          <p14:tracePt t="28924" x="4822825" y="5627688"/>
          <p14:tracePt t="28933" x="4848225" y="5651500"/>
          <p14:tracePt t="28941" x="4859338" y="5676900"/>
          <p14:tracePt t="28949" x="4908550" y="5713413"/>
          <p14:tracePt t="28958" x="4945063" y="5749925"/>
          <p14:tracePt t="28966" x="4994275" y="5773738"/>
          <p14:tracePt t="28975" x="5041900" y="5810250"/>
          <p14:tracePt t="28975" x="5067300" y="5834063"/>
          <p14:tracePt t="28983" x="5103813" y="5859463"/>
          <p14:tracePt t="28991" x="5164138" y="5883275"/>
          <p14:tracePt t="28999" x="5213350" y="5919788"/>
          <p14:tracePt t="29008" x="5273675" y="5969000"/>
          <p14:tracePt t="29016" x="5322888" y="6005513"/>
          <p14:tracePt t="29024" x="5346700" y="6005513"/>
          <p14:tracePt t="29033" x="5419725" y="6054725"/>
          <p14:tracePt t="29041" x="5445125" y="6078538"/>
          <p14:tracePt t="29049" x="5481638" y="6102350"/>
          <p14:tracePt t="29058" x="5492750" y="6115050"/>
          <p14:tracePt t="29066" x="5505450" y="6127750"/>
          <p14:tracePt t="29074" x="5505450" y="6138863"/>
          <p14:tracePt t="29084" x="5518150" y="6138863"/>
          <p14:tracePt t="29117" x="5529263" y="6138863"/>
          <p14:tracePt t="29124" x="5541963" y="6138863"/>
          <p14:tracePt t="29132" x="5554663" y="6138863"/>
          <p14:tracePt t="29137" x="5565775" y="6138863"/>
          <p14:tracePt t="29143" x="5578475" y="6138863"/>
          <p14:tracePt t="29149" x="5602288" y="6138863"/>
          <p14:tracePt t="29158" x="5627688" y="6138863"/>
          <p14:tracePt t="29166" x="5664200" y="6127750"/>
          <p14:tracePt t="29174" x="5724525" y="6115050"/>
          <p14:tracePt t="29183" x="5773738" y="6091238"/>
          <p14:tracePt t="29191" x="5821363" y="6078538"/>
          <p14:tracePt t="29199" x="5857875" y="6065838"/>
          <p14:tracePt t="29208" x="5870575" y="6065838"/>
          <p14:tracePt t="29216" x="5907088" y="6054725"/>
          <p14:tracePt t="29224" x="5919788" y="6042025"/>
          <p14:tracePt t="29233" x="5930900" y="6042025"/>
          <p14:tracePt t="29241" x="5943600" y="6029325"/>
          <p14:tracePt t="29249" x="5943600" y="6018213"/>
          <p14:tracePt t="29257" x="5956300" y="6018213"/>
          <p14:tracePt t="29266" x="5967413" y="6005513"/>
          <p14:tracePt t="29274" x="5980113" y="5981700"/>
          <p14:tracePt t="29283" x="6003925" y="5956300"/>
          <p14:tracePt t="29291" x="6016625" y="5945188"/>
          <p14:tracePt t="29299" x="6040438" y="5919788"/>
          <p14:tracePt t="29307" x="6053138" y="5883275"/>
          <p14:tracePt t="29316" x="6065838" y="5834063"/>
          <p14:tracePt t="29324" x="6089650" y="5773738"/>
          <p14:tracePt t="29332" x="6102350" y="5737225"/>
          <p14:tracePt t="29341" x="6102350" y="5724525"/>
          <p14:tracePt t="29349" x="6115050" y="5676900"/>
          <p14:tracePt t="29357" x="6126163" y="5664200"/>
          <p14:tracePt t="29366" x="6126163" y="5640388"/>
          <p14:tracePt t="29374" x="6138863" y="5627688"/>
          <p14:tracePt t="29383" x="6138863" y="5603875"/>
          <p14:tracePt t="29383" x="6138863" y="5591175"/>
          <p14:tracePt t="29391" x="6151563" y="5578475"/>
          <p14:tracePt t="29399" x="6175375" y="5541963"/>
          <p14:tracePt t="29407" x="6175375" y="5505450"/>
          <p14:tracePt t="29416" x="6211888" y="5432425"/>
          <p14:tracePt t="29424" x="6235700" y="5384800"/>
          <p14:tracePt t="29432" x="6248400" y="5335588"/>
          <p14:tracePt t="29441" x="6261100" y="5311775"/>
          <p14:tracePt t="29449" x="6272213" y="5273675"/>
          <p14:tracePt t="29457" x="6297613" y="5213350"/>
          <p14:tracePt t="29466" x="6297613" y="5189538"/>
          <p14:tracePt t="29474" x="6308725" y="5153025"/>
          <p14:tracePt t="29482" x="6308725" y="5127625"/>
          <p14:tracePt t="29490" x="6308725" y="5116513"/>
          <p14:tracePt t="29499" x="6308725" y="5091113"/>
          <p14:tracePt t="29507" x="6308725" y="5054600"/>
          <p14:tracePt t="29516" x="6308725" y="5018088"/>
          <p14:tracePt t="29524" x="6308725" y="4957763"/>
          <p14:tracePt t="29532" x="6308725" y="4921250"/>
          <p14:tracePt t="29542" x="6308725" y="4897438"/>
          <p14:tracePt t="29549" x="6297613" y="4872038"/>
          <p14:tracePt t="29557" x="6284913" y="4824413"/>
          <p14:tracePt t="29566" x="6272213" y="4811713"/>
          <p14:tracePt t="29574" x="6272213" y="4799013"/>
          <p14:tracePt t="29582" x="6261100" y="4787900"/>
          <p14:tracePt t="29590" x="6261100" y="4775200"/>
          <p14:tracePt t="29599" x="6261100" y="4762500"/>
          <p14:tracePt t="29609" x="6261100" y="4751388"/>
          <p14:tracePt t="29615" x="6261100" y="4738688"/>
          <p14:tracePt t="29624" x="6261100" y="4725988"/>
          <p14:tracePt t="29632" x="6261100" y="4702175"/>
          <p14:tracePt t="29640" x="6248400" y="4702175"/>
          <p14:tracePt t="29649" x="6248400" y="4678363"/>
          <p14:tracePt t="29657" x="6248400" y="4652963"/>
          <p14:tracePt t="29665" x="6235700" y="4640263"/>
          <p14:tracePt t="29674" x="6224588" y="4629150"/>
          <p14:tracePt t="29682" x="6224588" y="4616450"/>
          <p14:tracePt t="29691" x="6224588" y="4592638"/>
          <p14:tracePt t="29699" x="6199188" y="4579938"/>
          <p14:tracePt t="29707" x="6175375" y="4567238"/>
          <p14:tracePt t="29715" x="6162675" y="4556125"/>
          <p14:tracePt t="29723" x="6138863" y="4543425"/>
          <p14:tracePt t="29732" x="6126163" y="4543425"/>
          <p14:tracePt t="29740" x="6102350" y="4530725"/>
          <p14:tracePt t="29749" x="6089650" y="4519613"/>
          <p14:tracePt t="29757" x="6053138" y="4519613"/>
          <p14:tracePt t="29765" x="6003925" y="4506913"/>
          <p14:tracePt t="29774" x="5967413" y="4494213"/>
          <p14:tracePt t="29782" x="5956300" y="4494213"/>
          <p14:tracePt t="29790" x="5919788" y="4470400"/>
          <p14:tracePt t="29799" x="5883275" y="4470400"/>
          <p14:tracePt t="29807" x="5846763" y="4470400"/>
          <p14:tracePt t="29815" x="5810250" y="4457700"/>
          <p14:tracePt t="29824" x="5797550" y="4446588"/>
          <p14:tracePt t="29832" x="5784850" y="4446588"/>
          <p14:tracePt t="29842" x="5773738" y="4446588"/>
          <p14:tracePt t="29849" x="5761038" y="4446588"/>
          <p14:tracePt t="29857" x="5748338" y="4446588"/>
          <p14:tracePt t="29865" x="5724525" y="4446588"/>
          <p14:tracePt t="29874" x="5711825" y="4446588"/>
          <p14:tracePt t="29882" x="5700713" y="4446588"/>
          <p14:tracePt t="29890" x="5688013" y="4446588"/>
          <p14:tracePt t="29902" x="5675313" y="4446588"/>
          <p14:tracePt t="30229" x="5664200" y="4446588"/>
          <p14:tracePt t="30302" x="5651500" y="4446588"/>
          <p14:tracePt t="30312" x="5638800" y="4446588"/>
          <p14:tracePt t="30322" x="5627688" y="4446588"/>
          <p14:tracePt t="30324" x="5627688" y="4457700"/>
          <p14:tracePt t="30333" x="5614988" y="4457700"/>
          <p14:tracePt t="30340" x="5602288" y="4457700"/>
          <p14:tracePt t="30348" x="5591175" y="4470400"/>
          <p14:tracePt t="30357" x="5565775" y="4483100"/>
          <p14:tracePt t="30358" x="5565775" y="4494213"/>
          <p14:tracePt t="30365" x="5541963" y="4506913"/>
          <p14:tracePt t="30373" x="5518150" y="4530725"/>
          <p14:tracePt t="30382" x="5505450" y="4530725"/>
          <p14:tracePt t="30382" x="5505450" y="4543425"/>
          <p14:tracePt t="30382" x="5492750" y="4556125"/>
          <p14:tracePt t="30390" x="5481638" y="4556125"/>
          <p14:tracePt t="30398" x="5468938" y="4567238"/>
          <p14:tracePt t="30406" x="5468938" y="4592638"/>
          <p14:tracePt t="30415" x="5456238" y="4603750"/>
          <p14:tracePt t="30423" x="5445125" y="4616450"/>
          <p14:tracePt t="30431" x="5445125" y="4640263"/>
          <p14:tracePt t="30440" x="5445125" y="4652963"/>
          <p14:tracePt t="30448" x="5445125" y="4678363"/>
          <p14:tracePt t="30457" x="5445125" y="4689475"/>
          <p14:tracePt t="30457" x="5445125" y="4702175"/>
          <p14:tracePt t="30464" x="5445125" y="4714875"/>
          <p14:tracePt t="30473" x="5468938" y="4738688"/>
          <p14:tracePt t="30482" x="5492750" y="4751388"/>
          <p14:tracePt t="30483" x="5518150" y="4762500"/>
          <p14:tracePt t="30489" x="5529263" y="4762500"/>
          <p14:tracePt t="30498" x="5591175" y="4775200"/>
          <p14:tracePt t="30506" x="5675313" y="4799013"/>
          <p14:tracePt t="30515" x="5846763" y="4811713"/>
          <p14:tracePt t="30515" x="5956300" y="4824413"/>
          <p14:tracePt t="30523" x="6199188" y="4860925"/>
          <p14:tracePt t="30531" x="6321425" y="4872038"/>
          <p14:tracePt t="30540" x="6553200" y="4908550"/>
          <p14:tracePt t="30548" x="6759575" y="4933950"/>
          <p14:tracePt t="30556" x="7004050" y="4970463"/>
          <p14:tracePt t="30565" x="7113588" y="4994275"/>
          <p14:tracePt t="30573" x="7150100" y="4994275"/>
          <p14:tracePt t="30581" x="7197725" y="4994275"/>
          <p14:tracePt t="30589" x="7210425" y="4994275"/>
          <p14:tracePt t="30612" x="7210425" y="4970463"/>
          <p14:tracePt t="30622" x="7223125" y="4945063"/>
          <p14:tracePt t="30623" x="7223125" y="4921250"/>
          <p14:tracePt t="30631" x="7234238" y="4908550"/>
          <p14:tracePt t="30639" x="7246938" y="4860925"/>
          <p14:tracePt t="30648" x="7270750" y="4811713"/>
          <p14:tracePt t="30656" x="7296150" y="4751388"/>
          <p14:tracePt t="30664" x="7319963" y="4678363"/>
          <p14:tracePt t="30673" x="7369175" y="4616450"/>
          <p14:tracePt t="30681" x="7380288" y="4579938"/>
          <p14:tracePt t="30689" x="7405688" y="4494213"/>
          <p14:tracePt t="30698" x="7429500" y="4433888"/>
          <p14:tracePt t="30706" x="7429500" y="4397375"/>
          <p14:tracePt t="30714" x="7442200" y="4348163"/>
          <p14:tracePt t="30723" x="7442200" y="4311650"/>
          <p14:tracePt t="30731" x="7442200" y="4251325"/>
          <p14:tracePt t="30739" x="7442200" y="4214813"/>
          <p14:tracePt t="30748" x="7442200" y="4191000"/>
          <p14:tracePt t="30756" x="7442200" y="4165600"/>
          <p14:tracePt t="30764" x="7442200" y="4141788"/>
          <p14:tracePt t="30773" x="7429500" y="4129088"/>
          <p14:tracePt t="30781" x="7416800" y="4129088"/>
          <p14:tracePt t="30789" x="7392988" y="4105275"/>
          <p14:tracePt t="30798" x="7356475" y="4092575"/>
          <p14:tracePt t="30806" x="7296150" y="4068763"/>
          <p14:tracePt t="30815" x="7259638" y="4068763"/>
          <p14:tracePt t="30815" x="7223125" y="4068763"/>
          <p14:tracePt t="30823" x="7186613" y="4056063"/>
          <p14:tracePt t="30831" x="7113588" y="4032250"/>
          <p14:tracePt t="30839" x="7015163" y="4019550"/>
          <p14:tracePt t="30848" x="6931025" y="4006850"/>
          <p14:tracePt t="30856" x="6783388" y="3995738"/>
          <p14:tracePt t="30864" x="6723063" y="3995738"/>
          <p14:tracePt t="30873" x="6662738" y="3983038"/>
          <p14:tracePt t="30881" x="6637338" y="3983038"/>
          <p14:tracePt t="30889" x="6600825" y="3983038"/>
          <p14:tracePt t="30898" x="6589713" y="3983038"/>
          <p14:tracePt t="30909" x="6577013" y="3983038"/>
          <p14:tracePt t="30922" x="6564313" y="3983038"/>
          <p14:tracePt t="30962" x="6553200" y="3983038"/>
          <p14:tracePt t="30984" x="6553200" y="3995738"/>
          <p14:tracePt t="31012" x="6540500" y="4006850"/>
          <p14:tracePt t="31023" x="6540500" y="4019550"/>
          <p14:tracePt t="31029" x="6540500" y="4032250"/>
          <p14:tracePt t="31032" x="6527800" y="4032250"/>
          <p14:tracePt t="31039" x="6527800" y="4043363"/>
          <p14:tracePt t="31047" x="6527800" y="4056063"/>
          <p14:tracePt t="31056" x="6527800" y="4081463"/>
          <p14:tracePt t="31064" x="6516688" y="4105275"/>
          <p14:tracePt t="31072" x="6503988" y="4117975"/>
          <p14:tracePt t="31081" x="6503988" y="4129088"/>
          <p14:tracePt t="31089" x="6503988" y="4141788"/>
          <p14:tracePt t="31143" x="6503988" y="4129088"/>
          <p14:tracePt t="31149" x="6516688" y="4117975"/>
          <p14:tracePt t="31156" x="6527800" y="4117975"/>
          <p14:tracePt t="31164" x="6577013" y="4081463"/>
          <p14:tracePt t="31172" x="6613525" y="4068763"/>
          <p14:tracePt t="31181" x="6637338" y="4056063"/>
          <p14:tracePt t="31189" x="6686550" y="4043363"/>
          <p14:tracePt t="31197" x="6772275" y="4006850"/>
          <p14:tracePt t="31206" x="6845300" y="3995738"/>
          <p14:tracePt t="31214" x="6931025" y="3970338"/>
          <p14:tracePt t="31222" x="6991350" y="3946525"/>
          <p14:tracePt t="31223" x="7015163" y="3933825"/>
          <p14:tracePt t="31231" x="7027863" y="3922713"/>
          <p14:tracePt t="31239" x="7051675" y="3922713"/>
          <p14:tracePt t="31247" x="7064375" y="3910013"/>
          <p14:tracePt t="31256" x="7088188" y="3910013"/>
          <p14:tracePt t="31264" x="7088188" y="3897313"/>
          <p14:tracePt t="31272" x="7113588" y="3886200"/>
          <p14:tracePt t="31281" x="7124700" y="3886200"/>
          <p14:tracePt t="31289" x="7150100" y="3873500"/>
          <p14:tracePt t="31297" x="7186613" y="3849688"/>
          <p14:tracePt t="31306" x="7234238" y="3836988"/>
          <p14:tracePt t="31314" x="7259638" y="3836988"/>
          <p14:tracePt t="31315" x="7307263" y="3813175"/>
          <p14:tracePt t="31322" x="7319963" y="3800475"/>
          <p14:tracePt t="31330" x="7356475" y="3787775"/>
          <p14:tracePt t="31339" x="7369175" y="3787775"/>
          <p14:tracePt t="31417" x="7380288" y="3787775"/>
          <p14:tracePt t="31423" x="7392988" y="3776663"/>
          <p14:tracePt t="31429" x="7405688" y="3763963"/>
          <p14:tracePt t="31432" x="7416800" y="3763963"/>
          <p14:tracePt t="31440" x="7442200" y="3763963"/>
          <p14:tracePt t="31447" x="7453313" y="3751263"/>
          <p14:tracePt t="31455" x="7466013" y="3740150"/>
          <p14:tracePt t="31464" x="7478713" y="3740150"/>
          <p14:tracePt t="31472" x="7478713" y="3727450"/>
          <p14:tracePt t="31492" x="7489825" y="3727450"/>
          <p14:tracePt t="31504" x="7502525" y="3703638"/>
          <p14:tracePt t="31517" x="7502525" y="3690938"/>
          <p14:tracePt t="31522" x="7515225" y="3678238"/>
          <p14:tracePt t="31523" x="7526338" y="3667125"/>
          <p14:tracePt t="31532" x="7539038" y="3641725"/>
          <p14:tracePt t="31539" x="7539038" y="3630613"/>
          <p14:tracePt t="31547" x="7564438" y="3605213"/>
          <p14:tracePt t="31555" x="7588250" y="3568700"/>
          <p14:tracePt t="31564" x="7600950" y="3557588"/>
          <p14:tracePt t="31584" x="7612063" y="3557588"/>
          <p14:tracePt t="31592" x="7612063" y="3544888"/>
          <p14:tracePt t="31604" x="7624763" y="3544888"/>
          <p14:tracePt t="31617" x="7637463" y="3532188"/>
          <p14:tracePt t="31629" x="7648575" y="3521075"/>
          <p14:tracePt t="31632" x="7661275" y="3521075"/>
          <p14:tracePt t="31642" x="7673975" y="3508375"/>
          <p14:tracePt t="31647" x="7673975" y="3495675"/>
          <p14:tracePt t="31655" x="7710488" y="3484563"/>
          <p14:tracePt t="31663" x="7734300" y="3448050"/>
          <p14:tracePt t="31672" x="7747000" y="3435350"/>
          <p14:tracePt t="31680" x="7770813" y="3409950"/>
          <p14:tracePt t="31689" x="7783513" y="3398838"/>
          <p14:tracePt t="31689" x="7807325" y="3398838"/>
          <p14:tracePt t="31697" x="7820025" y="3386138"/>
          <p14:tracePt t="31712" x="7831138" y="3386138"/>
          <p14:tracePt t="31764" x="7843838" y="3373438"/>
          <p14:tracePt t="31792" x="7843838" y="3362325"/>
          <p14:tracePt t="31797" x="7856538" y="3362325"/>
          <p14:tracePt t="31802" x="7867650" y="3349625"/>
          <p14:tracePt t="31823" x="7880350" y="3349625"/>
          <p14:tracePt t="31842" x="7880350" y="3336925"/>
          <p14:tracePt t="31849" x="7893050" y="3336925"/>
          <p14:tracePt t="32009" x="7880350" y="3336925"/>
          <p14:tracePt t="32037" x="7867650" y="3336925"/>
          <p14:tracePt t="32049" x="7867650" y="3325813"/>
          <p14:tracePt t="32103" x="7880350" y="3313113"/>
          <p14:tracePt t="32109" x="7904163" y="3300413"/>
          <p14:tracePt t="32115" x="7940675" y="3289300"/>
          <p14:tracePt t="32122" x="7966075" y="3276600"/>
          <p14:tracePt t="32130" x="8013700" y="3252788"/>
          <p14:tracePt t="32138" x="8050213" y="3240088"/>
          <p14:tracePt t="32146" x="8112125" y="3216275"/>
          <p14:tracePt t="32155" x="8185150" y="3190875"/>
          <p14:tracePt t="32163" x="8318500" y="3143250"/>
          <p14:tracePt t="32171" x="8355013" y="3130550"/>
          <p14:tracePt t="32180" x="8416925" y="3106738"/>
          <p14:tracePt t="32188" x="8489950" y="3081338"/>
          <p14:tracePt t="32196" x="8550275" y="3044825"/>
          <p14:tracePt t="32205" x="8562975" y="3044825"/>
          <p14:tracePt t="32217" x="8574088" y="3044825"/>
          <p14:tracePt t="32269" x="8586788" y="3033713"/>
          <p14:tracePt t="32274" x="8586788" y="3021013"/>
          <p14:tracePt t="32283" x="8599488" y="3008313"/>
          <p14:tracePt t="32289" x="8599488" y="2997200"/>
          <p14:tracePt t="32297" x="8610600" y="2984500"/>
          <p14:tracePt t="32297" x="8610600" y="2971800"/>
          <p14:tracePt t="32305" x="8623300" y="2947988"/>
          <p14:tracePt t="32313" x="8636000" y="2924175"/>
          <p14:tracePt t="32322" x="8647113" y="2911475"/>
          <p14:tracePt t="32323" x="8659813" y="2874963"/>
          <p14:tracePt t="32332" x="8659813" y="2862263"/>
          <p14:tracePt t="32338" x="8659813" y="2838450"/>
          <p14:tracePt t="32346" x="8683625" y="2825750"/>
          <p14:tracePt t="32354" x="8696325" y="2801938"/>
          <p14:tracePt t="32363" x="8696325" y="2776538"/>
          <p14:tracePt t="32371" x="8696325" y="2765425"/>
          <p14:tracePt t="32379" x="8709025" y="2752725"/>
          <p14:tracePt t="32388" x="8720138" y="2740025"/>
          <p14:tracePt t="32397" x="8720138" y="2728913"/>
          <p14:tracePt t="32405" x="8720138" y="2716213"/>
          <p14:tracePt t="32413" x="8720138" y="2703513"/>
          <p14:tracePt t="32421" x="8732838" y="2703513"/>
          <p14:tracePt t="32429" x="8732838" y="2692400"/>
          <p14:tracePt t="32438" x="8745538" y="2692400"/>
          <p14:tracePt t="32446" x="8745538" y="2679700"/>
          <p14:tracePt t="32454" x="8756650" y="2679700"/>
          <p14:tracePt t="32463" x="8756650" y="2667000"/>
          <p14:tracePt t="32471" x="8769350" y="2655888"/>
          <p14:tracePt t="32479" x="8782050" y="2643188"/>
          <p14:tracePt t="32488" x="8782050" y="2630488"/>
          <p14:tracePt t="32496" x="8793163" y="2619375"/>
          <p14:tracePt t="32504" x="8805863" y="2606675"/>
          <p14:tracePt t="32513" x="8818563" y="2582863"/>
          <p14:tracePt t="32997" x="8829675" y="2582863"/>
          <p14:tracePt t="33009" x="8842375" y="2582863"/>
          <p14:tracePt t="33017" x="8855075" y="2570163"/>
          <p14:tracePt t="33022" x="8866188" y="2570163"/>
          <p14:tracePt t="33023" x="8878888" y="2557463"/>
          <p14:tracePt t="33032" x="8891588" y="2557463"/>
          <p14:tracePt t="33037" x="8902700" y="2557463"/>
          <p14:tracePt t="33046" x="8915400" y="2533650"/>
          <p14:tracePt t="33054" x="8939213" y="2520950"/>
          <p14:tracePt t="33063" x="8951913" y="2520950"/>
          <p14:tracePt t="33063" x="8964613" y="2520950"/>
          <p14:tracePt t="33071" x="8977313" y="2509838"/>
          <p14:tracePt t="33079" x="9001125" y="2497138"/>
          <p14:tracePt t="33087" x="9024938" y="2484438"/>
          <p14:tracePt t="33096" x="9061450" y="2473325"/>
          <p14:tracePt t="33104" x="9097963" y="2460625"/>
          <p14:tracePt t="33112" x="9134475" y="2447925"/>
          <p14:tracePt t="33120" x="9147175" y="2436813"/>
          <p14:tracePt t="33129" x="9170988" y="2424113"/>
          <p14:tracePt t="33137" x="9220200" y="2411413"/>
          <p14:tracePt t="33145" x="9256713" y="2387600"/>
          <p14:tracePt t="33154" x="9269413" y="2374900"/>
          <p14:tracePt t="33162" x="9305925" y="2338388"/>
          <p14:tracePt t="33170" x="9342438" y="2327275"/>
          <p14:tracePt t="33179" x="9353550" y="2290763"/>
          <p14:tracePt t="33187" x="9378950" y="2278063"/>
          <p14:tracePt t="33195" x="9390063" y="2265363"/>
          <p14:tracePt t="33204" x="9415463" y="2241550"/>
          <p14:tracePt t="33212" x="9426575" y="2228850"/>
          <p14:tracePt t="33220" x="9439275" y="2228850"/>
          <p14:tracePt t="33229" x="9439275" y="2217738"/>
          <p14:tracePt t="33237" x="9463088" y="2192338"/>
          <p14:tracePt t="33249" x="9475788" y="2179638"/>
          <p14:tracePt t="33254" x="9488488" y="2168525"/>
          <p14:tracePt t="33262" x="9499600" y="2168525"/>
          <p14:tracePt t="33270" x="9512300" y="2132013"/>
          <p14:tracePt t="33279" x="9525000" y="2119313"/>
          <p14:tracePt t="33287" x="9548813" y="2095500"/>
          <p14:tracePt t="33295" x="9561513" y="2070100"/>
          <p14:tracePt t="33304" x="9572625" y="2058988"/>
          <p14:tracePt t="33372" x="9572625" y="2046288"/>
          <p14:tracePt t="33397" x="9572625" y="2033588"/>
          <p14:tracePt t="33422" x="9572625" y="2022475"/>
          <p14:tracePt t="33432" x="9572625" y="2009775"/>
          <p14:tracePt t="33433" x="9561513" y="2009775"/>
          <p14:tracePt t="33442" x="9561513" y="1997075"/>
          <p14:tracePt t="33512" x="9548813" y="1997075"/>
          <p14:tracePt t="33532" x="9536113" y="1997075"/>
          <p14:tracePt t="33577" x="9525000" y="1997075"/>
          <p14:tracePt t="33592" x="9512300" y="1997075"/>
          <p14:tracePt t="33604" x="9499600" y="1997075"/>
          <p14:tracePt t="33612" x="9488488" y="1997075"/>
          <p14:tracePt t="33624" x="9475788" y="1997075"/>
          <p14:tracePt t="33631" x="9463088" y="1997075"/>
          <p14:tracePt t="33637" x="9463088" y="2009775"/>
          <p14:tracePt t="33642" x="9451975" y="2009775"/>
          <p14:tracePt t="33652" x="9439275" y="2009775"/>
          <p14:tracePt t="33657" x="9439275" y="2022475"/>
          <p14:tracePt t="33662" x="9426575" y="2022475"/>
          <p14:tracePt t="33672" x="9415463" y="2022475"/>
          <p14:tracePt t="33682" x="9402763" y="2022475"/>
          <p14:tracePt t="33687" x="9402763" y="2033588"/>
          <p14:tracePt t="33695" x="9390063" y="2046288"/>
          <p14:tracePt t="33703" x="9366250" y="2046288"/>
          <p14:tracePt t="33722" x="9353550" y="2058988"/>
          <p14:tracePt t="33749" x="9353550" y="2070100"/>
          <p14:tracePt t="33752" x="9342438" y="2070100"/>
          <p14:tracePt t="33772" x="9329738" y="2082800"/>
          <p14:tracePt t="33784" x="9329738" y="2095500"/>
          <p14:tracePt t="33794" x="9329738" y="2106613"/>
          <p14:tracePt t="33796" x="9317038" y="2106613"/>
          <p14:tracePt t="33803" x="9305925" y="2119313"/>
          <p14:tracePt t="33813" x="9305925" y="2132013"/>
          <p14:tracePt t="33820" x="9305925" y="2143125"/>
          <p14:tracePt t="33828" x="9305925" y="2155825"/>
          <p14:tracePt t="33837" x="9293225" y="2168525"/>
          <p14:tracePt t="33845" x="9280525" y="2179638"/>
          <p14:tracePt t="33853" x="9269413" y="2192338"/>
          <p14:tracePt t="33862" x="9269413" y="2205038"/>
          <p14:tracePt t="33870" x="9269413" y="2217738"/>
          <p14:tracePt t="33878" x="9256713" y="2228850"/>
          <p14:tracePt t="33886" x="9244013" y="2241550"/>
          <p14:tracePt t="33895" x="9244013" y="2265363"/>
          <p14:tracePt t="33903" x="9232900" y="2278063"/>
          <p14:tracePt t="33912" x="9207500" y="2290763"/>
          <p14:tracePt t="33912" x="9207500" y="2301875"/>
          <p14:tracePt t="33920" x="9196388" y="2327275"/>
          <p14:tracePt t="33928" x="9170988" y="2338388"/>
          <p14:tracePt t="33937" x="9159875" y="2387600"/>
          <p14:tracePt t="33945" x="9123363" y="2424113"/>
          <p14:tracePt t="33953" x="9110663" y="2436813"/>
          <p14:tracePt t="33962" x="9110663" y="2473325"/>
          <p14:tracePt t="33962" x="9097963" y="2497138"/>
          <p14:tracePt t="33962" x="9086850" y="2509838"/>
          <p14:tracePt t="33969" x="9086850" y="2533650"/>
          <p14:tracePt t="33978" x="9061450" y="2570163"/>
          <p14:tracePt t="33987" x="9050338" y="2619375"/>
          <p14:tracePt t="33995" x="9037638" y="2667000"/>
          <p14:tracePt t="34003" x="9037638" y="2703513"/>
          <p14:tracePt t="34011" x="9037638" y="2765425"/>
          <p14:tracePt t="34012" x="9037638" y="2776538"/>
          <p14:tracePt t="34020" x="9037638" y="2801938"/>
          <p14:tracePt t="34028" x="9037638" y="2851150"/>
          <p14:tracePt t="34036" x="9037638" y="2898775"/>
          <p14:tracePt t="34045" x="9037638" y="2960688"/>
          <p14:tracePt t="34053" x="9050338" y="2997200"/>
          <p14:tracePt t="34061" x="9061450" y="3008313"/>
          <p14:tracePt t="34062" x="9074150" y="3033713"/>
          <p14:tracePt t="34062" x="9074150" y="3044825"/>
          <p14:tracePt t="34070" x="9074150" y="3057525"/>
          <p14:tracePt t="34078" x="9086850" y="3081338"/>
          <p14:tracePt t="34086" x="9097963" y="3106738"/>
          <p14:tracePt t="34094" x="9110663" y="3117850"/>
          <p14:tracePt t="34103" x="9110663" y="3130550"/>
          <p14:tracePt t="34111" x="9110663" y="3143250"/>
          <p14:tracePt t="34122" x="9123363" y="3143250"/>
          <p14:tracePt t="34137" x="9123363" y="3154363"/>
          <p14:tracePt t="34149" x="9134475" y="3154363"/>
          <p14:tracePt t="34224" x="9147175" y="3167063"/>
          <p14:tracePt t="34232" x="9159875" y="3179763"/>
          <p14:tracePt t="34237" x="9170988" y="3179763"/>
          <p14:tracePt t="34242" x="9183688" y="3179763"/>
          <p14:tracePt t="34244" x="9207500" y="3190875"/>
          <p14:tracePt t="34253" x="9232900" y="3216275"/>
          <p14:tracePt t="34261" x="9256713" y="3216275"/>
          <p14:tracePt t="34269" x="9329738" y="3263900"/>
          <p14:tracePt t="34278" x="9366250" y="3289300"/>
          <p14:tracePt t="34286" x="9415463" y="3300413"/>
          <p14:tracePt t="34294" x="9439275" y="3313113"/>
          <p14:tracePt t="34303" x="9451975" y="3336925"/>
          <p14:tracePt t="34311" x="9463088" y="3336925"/>
          <p14:tracePt t="34319" x="9475788" y="3349625"/>
          <p14:tracePt t="34328" x="9475788" y="3362325"/>
          <p14:tracePt t="34352" x="9475788" y="3373438"/>
          <p14:tracePt t="34362" x="9475788" y="3386138"/>
          <p14:tracePt t="34362" x="9475788" y="3398838"/>
          <p14:tracePt t="34377" x="9475788" y="3409950"/>
          <p14:tracePt t="34382" x="9475788" y="3422650"/>
          <p14:tracePt t="34388" x="9463088" y="3448050"/>
          <p14:tracePt t="34394" x="9463088" y="3459163"/>
          <p14:tracePt t="34403" x="9451975" y="3471863"/>
          <p14:tracePt t="34411" x="9426575" y="3508375"/>
          <p14:tracePt t="34419" x="9415463" y="3544888"/>
          <p14:tracePt t="34427" x="9378950" y="3581400"/>
          <p14:tracePt t="34436" x="9342438" y="3630613"/>
          <p14:tracePt t="34444" x="9305925" y="3703638"/>
          <p14:tracePt t="34453" x="9280525" y="3727450"/>
          <p14:tracePt t="34461" x="9256713" y="3763963"/>
          <p14:tracePt t="34469" x="9220200" y="3849688"/>
          <p14:tracePt t="34477" x="9196388" y="3873500"/>
          <p14:tracePt t="34486" x="9159875" y="3922713"/>
          <p14:tracePt t="34494" x="9147175" y="3959225"/>
          <p14:tracePt t="34503" x="9134475" y="3983038"/>
          <p14:tracePt t="34503" x="9123363" y="3995738"/>
          <p14:tracePt t="34511" x="9123363" y="4006850"/>
          <p14:tracePt t="34519" x="9097963" y="4032250"/>
          <p14:tracePt t="34527" x="9097963" y="4043363"/>
          <p14:tracePt t="34536" x="9086850" y="4068763"/>
          <p14:tracePt t="34544" x="9061450" y="4092575"/>
          <p14:tracePt t="34553" x="9061450" y="4105275"/>
          <p14:tracePt t="34553" x="9050338" y="4105275"/>
          <p14:tracePt t="34561" x="9050338" y="4129088"/>
          <p14:tracePt t="34569" x="9037638" y="4141788"/>
          <p14:tracePt t="34577" x="9024938" y="4154488"/>
          <p14:tracePt t="34586" x="9001125" y="4178300"/>
          <p14:tracePt t="34594" x="8988425" y="4191000"/>
          <p14:tracePt t="34603" x="8964613" y="4202113"/>
          <p14:tracePt t="34611" x="8951913" y="4214813"/>
          <p14:tracePt t="34619" x="8928100" y="4238625"/>
          <p14:tracePt t="34628" x="8902700" y="4238625"/>
          <p14:tracePt t="34636" x="8855075" y="4251325"/>
          <p14:tracePt t="34644" x="8829675" y="4264025"/>
          <p14:tracePt t="34652" x="8818563" y="4264025"/>
          <p14:tracePt t="34661" x="8782050" y="4275138"/>
          <p14:tracePt t="34669" x="8756650" y="4275138"/>
          <p14:tracePt t="34677" x="8709025" y="4287838"/>
          <p14:tracePt t="34686" x="8683625" y="4287838"/>
          <p14:tracePt t="34694" x="8659813" y="4287838"/>
          <p14:tracePt t="34703" x="8623300" y="4287838"/>
          <p14:tracePt t="34711" x="8610600" y="4287838"/>
          <p14:tracePt t="34719" x="8599488" y="4287838"/>
          <p14:tracePt t="34727" x="8574088" y="4287838"/>
          <p14:tracePt t="34736" x="8550275" y="4287838"/>
          <p14:tracePt t="34744" x="8526463" y="4287838"/>
          <p14:tracePt t="34752" x="8513763" y="4287838"/>
          <p14:tracePt t="34761" x="8501063" y="4287838"/>
          <p14:tracePt t="34769" x="8489950" y="4287838"/>
          <p14:tracePt t="34777" x="8464550" y="4287838"/>
          <p14:tracePt t="34785" x="8440738" y="4287838"/>
          <p14:tracePt t="34794" x="8404225" y="4287838"/>
          <p14:tracePt t="34802" x="8391525" y="4287838"/>
          <p14:tracePt t="34810" x="8367713" y="4287838"/>
          <p14:tracePt t="34819" x="8343900" y="4287838"/>
          <p14:tracePt t="34827" x="8331200" y="4300538"/>
          <p14:tracePt t="34835" x="8307388" y="4300538"/>
          <p14:tracePt t="34844" x="8281988" y="4300538"/>
          <p14:tracePt t="34852" x="8270875" y="4300538"/>
          <p14:tracePt t="34862" x="8258175" y="4300538"/>
          <p14:tracePt t="34869" x="8245475" y="4300538"/>
          <p14:tracePt t="34877" x="8208963" y="4311650"/>
          <p14:tracePt t="34885" x="8185150" y="4311650"/>
          <p14:tracePt t="34894" x="8159750" y="4311650"/>
          <p14:tracePt t="34902" x="8148638" y="4311650"/>
          <p14:tracePt t="34911" x="8123238" y="4311650"/>
          <p14:tracePt t="34919" x="8112125" y="4311650"/>
          <p14:tracePt t="35124" x="8099425" y="4311650"/>
          <p14:tracePt t="35309" x="8086725" y="4311650"/>
          <p14:tracePt t="35342" x="8075613" y="4324350"/>
          <p14:tracePt t="35372" x="8062913" y="4324350"/>
          <p14:tracePt t="35377" x="8062913" y="4337050"/>
          <p14:tracePt t="35522" x="8050213" y="4337050"/>
          <p14:tracePt t="35524" x="8050213" y="4348163"/>
          <p14:tracePt t="35532" x="8050213" y="4360863"/>
          <p14:tracePt t="35549" x="8039100" y="4360863"/>
          <p14:tracePt t="35552" x="8039100" y="4373563"/>
          <p14:tracePt t="35569" x="8026400" y="4384675"/>
          <p14:tracePt t="35612" x="8026400" y="4397375"/>
          <p14:tracePt t="35712" x="8013700" y="4410075"/>
          <p14:tracePt t="35717" x="8002588" y="4421188"/>
          <p14:tracePt t="35723" x="7989888" y="4433888"/>
          <p14:tracePt t="35729" x="7989888" y="4446588"/>
          <p14:tracePt t="35737" x="7977188" y="4457700"/>
          <p14:tracePt t="35749" x="7966075" y="4470400"/>
          <p14:tracePt t="35832" x="7966075" y="4483100"/>
          <p14:tracePt t="35842" x="7966075" y="4494213"/>
          <p14:tracePt t="35843" x="7966075" y="4506913"/>
          <p14:tracePt t="35852" x="7966075" y="4519613"/>
          <p14:tracePt t="35859" x="7966075" y="4530725"/>
          <p14:tracePt t="35868" x="7966075" y="4556125"/>
          <p14:tracePt t="35877" x="7953375" y="4556125"/>
          <p14:tracePt t="35877" x="7940675" y="4567238"/>
          <p14:tracePt t="35884" x="7940675" y="4592638"/>
          <p14:tracePt t="35893" x="7929563" y="4616450"/>
          <p14:tracePt t="35901" x="7929563" y="4629150"/>
          <p14:tracePt t="35909" x="7929563" y="4665663"/>
          <p14:tracePt t="35918" x="7916863" y="4689475"/>
          <p14:tracePt t="35926" x="7904163" y="4725988"/>
          <p14:tracePt t="35934" x="7893050" y="4762500"/>
          <p14:tracePt t="35943" x="7893050" y="4811713"/>
          <p14:tracePt t="35951" x="7880350" y="4884738"/>
          <p14:tracePt t="35960" x="7856538" y="4945063"/>
          <p14:tracePt t="35968" x="7856538" y="4994275"/>
          <p14:tracePt t="35976" x="7831138" y="5103813"/>
          <p14:tracePt t="35984" x="7831138" y="5176838"/>
          <p14:tracePt t="35993" x="7831138" y="5213350"/>
          <p14:tracePt t="36001" x="7831138" y="5299075"/>
          <p14:tracePt t="36009" x="7831138" y="5408613"/>
          <p14:tracePt t="36018" x="7831138" y="5481638"/>
          <p14:tracePt t="36026" x="7831138" y="5541963"/>
          <p14:tracePt t="36034" x="7831138" y="5578475"/>
          <p14:tracePt t="36043" x="7843838" y="5603875"/>
          <p14:tracePt t="36051" x="7843838" y="5640388"/>
          <p14:tracePt t="36059" x="7856538" y="5664200"/>
          <p14:tracePt t="36068" x="7867650" y="5688013"/>
          <p14:tracePt t="36076" x="7880350" y="5700713"/>
          <p14:tracePt t="36084" x="7893050" y="5724525"/>
          <p14:tracePt t="36093" x="7904163" y="5737225"/>
          <p14:tracePt t="36101" x="7904163" y="5749925"/>
          <p14:tracePt t="36109" x="7929563" y="5773738"/>
          <p14:tracePt t="36118" x="7940675" y="5786438"/>
          <p14:tracePt t="36126" x="7953375" y="5797550"/>
          <p14:tracePt t="36134" x="7966075" y="5810250"/>
          <p14:tracePt t="36143" x="7977188" y="5822950"/>
          <p14:tracePt t="36151" x="7989888" y="5834063"/>
          <p14:tracePt t="36159" x="8002588" y="5834063"/>
          <p14:tracePt t="36168" x="8013700" y="5846763"/>
          <p14:tracePt t="36176" x="8026400" y="5859463"/>
          <p14:tracePt t="36184" x="8075613" y="5883275"/>
          <p14:tracePt t="36193" x="8099425" y="5895975"/>
          <p14:tracePt t="36201" x="8112125" y="5895975"/>
          <p14:tracePt t="36209" x="8148638" y="5907088"/>
          <p14:tracePt t="36218" x="8196263" y="5919788"/>
          <p14:tracePt t="36226" x="8245475" y="5932488"/>
          <p14:tracePt t="36234" x="8281988" y="5945188"/>
          <p14:tracePt t="36243" x="8331200" y="5945188"/>
          <p14:tracePt t="36251" x="8367713" y="5956300"/>
          <p14:tracePt t="36259" x="8404225" y="5969000"/>
          <p14:tracePt t="36267" x="8453438" y="5981700"/>
          <p14:tracePt t="36276" x="8501063" y="5992813"/>
          <p14:tracePt t="36284" x="8550275" y="5992813"/>
          <p14:tracePt t="36292" x="8586788" y="5992813"/>
          <p14:tracePt t="36301" x="8599488" y="5992813"/>
          <p14:tracePt t="36309" x="8636000" y="5992813"/>
          <p14:tracePt t="36317" x="8659813" y="6005513"/>
          <p14:tracePt t="36326" x="8709025" y="6005513"/>
          <p14:tracePt t="36334" x="8732838" y="6005513"/>
          <p14:tracePt t="36343" x="8769350" y="6005513"/>
          <p14:tracePt t="36343" x="8805863" y="6005513"/>
          <p14:tracePt t="36351" x="8818563" y="6005513"/>
          <p14:tracePt t="36359" x="8878888" y="6005513"/>
          <p14:tracePt t="36367" x="8928100" y="6005513"/>
          <p14:tracePt t="36376" x="9074150" y="6005513"/>
          <p14:tracePt t="36384" x="9207500" y="6005513"/>
          <p14:tracePt t="36392" x="9244013" y="6005513"/>
          <p14:tracePt t="36401" x="9353550" y="6005513"/>
          <p14:tracePt t="36409" x="9451975" y="6005513"/>
          <p14:tracePt t="36417" x="9548813" y="5992813"/>
          <p14:tracePt t="36426" x="9609138" y="5981700"/>
          <p14:tracePt t="36434" x="9634538" y="5956300"/>
          <p14:tracePt t="36442" x="9645650" y="5932488"/>
          <p14:tracePt t="36451" x="9671050" y="5907088"/>
          <p14:tracePt t="36459" x="9671050" y="5859463"/>
          <p14:tracePt t="36467" x="9671050" y="5810250"/>
          <p14:tracePt t="36476" x="9671050" y="5749925"/>
          <p14:tracePt t="36484" x="9671050" y="5676900"/>
          <p14:tracePt t="36492" x="9671050" y="5640388"/>
          <p14:tracePt t="36501" x="9671050" y="5554663"/>
          <p14:tracePt t="36509" x="9671050" y="5457825"/>
          <p14:tracePt t="36517" x="9671050" y="5322888"/>
          <p14:tracePt t="36526" x="9671050" y="5226050"/>
          <p14:tracePt t="36534" x="9671050" y="5116513"/>
          <p14:tracePt t="36542" x="9645650" y="5006975"/>
          <p14:tracePt t="36550" x="9598025" y="4872038"/>
          <p14:tracePt t="36559" x="9561513" y="4775200"/>
          <p14:tracePt t="36567" x="9525000" y="4678363"/>
          <p14:tracePt t="36575" x="9463088" y="4556125"/>
          <p14:tracePt t="36584" x="9439275" y="4506913"/>
          <p14:tracePt t="36592" x="9402763" y="4457700"/>
          <p14:tracePt t="36601" x="9378950" y="4446588"/>
          <p14:tracePt t="36609" x="9353550" y="4410075"/>
          <p14:tracePt t="36617" x="9317038" y="4397375"/>
          <p14:tracePt t="36625" x="9293225" y="4373563"/>
          <p14:tracePt t="36634" x="9280525" y="4360863"/>
          <p14:tracePt t="36642" x="9256713" y="4360863"/>
          <p14:tracePt t="36650" x="9244013" y="4360863"/>
          <p14:tracePt t="36659" x="9220200" y="4360863"/>
          <p14:tracePt t="36667" x="9207500" y="4360863"/>
          <p14:tracePt t="36676" x="9183688" y="4348163"/>
          <p14:tracePt t="36684" x="9147175" y="4348163"/>
          <p14:tracePt t="36692" x="9134475" y="4337050"/>
          <p14:tracePt t="36700" x="9123363" y="4337050"/>
          <p14:tracePt t="36709" x="9097963" y="4337050"/>
          <p14:tracePt t="36824" x="9097963" y="4324350"/>
          <p14:tracePt t="36832" x="9097963" y="4311650"/>
          <p14:tracePt t="36837" x="9110663" y="4300538"/>
          <p14:tracePt t="36843" x="9110663" y="4287838"/>
          <p14:tracePt t="36850" x="9123363" y="4275138"/>
          <p14:tracePt t="36859" x="9134475" y="4264025"/>
          <p14:tracePt t="36867" x="9170988" y="4227513"/>
          <p14:tracePt t="36875" x="9196388" y="4202113"/>
          <p14:tracePt t="36884" x="9232900" y="4154488"/>
          <p14:tracePt t="36892" x="9232900" y="4141788"/>
          <p14:tracePt t="36901" x="9244013" y="4129088"/>
          <p14:tracePt t="36909" x="9269413" y="4105275"/>
          <p14:tracePt t="36917" x="9269413" y="4081463"/>
          <p14:tracePt t="36925" x="9269413" y="4043363"/>
          <p14:tracePt t="36934" x="9269413" y="4019550"/>
          <p14:tracePt t="36942" x="9269413" y="4006850"/>
          <p14:tracePt t="36950" x="9269413" y="3970338"/>
          <p14:tracePt t="36958" x="9269413" y="3946525"/>
          <p14:tracePt t="36967" x="9269413" y="3922713"/>
          <p14:tracePt t="36975" x="9269413" y="3897313"/>
          <p14:tracePt t="36983" x="9269413" y="3860800"/>
          <p14:tracePt t="36992" x="9280525" y="3849688"/>
          <p14:tracePt t="37000" x="9280525" y="3824288"/>
          <p14:tracePt t="37009" x="9280525" y="3800475"/>
          <p14:tracePt t="37009" x="9280525" y="3787775"/>
          <p14:tracePt t="37017" x="9280525" y="3776663"/>
          <p14:tracePt t="37025" x="9293225" y="3740150"/>
          <p14:tracePt t="37034" x="9293225" y="3727450"/>
          <p14:tracePt t="37042" x="9293225" y="3703638"/>
          <p14:tracePt t="37050" x="9305925" y="3678238"/>
          <p14:tracePt t="37058" x="9305925" y="3654425"/>
          <p14:tracePt t="37067" x="9317038" y="3617913"/>
          <p14:tracePt t="37075" x="9342438" y="3568700"/>
          <p14:tracePt t="37083" x="9353550" y="3508375"/>
          <p14:tracePt t="37092" x="9353550" y="3471863"/>
          <p14:tracePt t="37100" x="9366250" y="3459163"/>
          <p14:tracePt t="37109" x="9378950" y="3398838"/>
          <p14:tracePt t="37117" x="9402763" y="3336925"/>
          <p14:tracePt t="37125" x="9415463" y="3289300"/>
          <p14:tracePt t="37133" x="9415463" y="3263900"/>
          <p14:tracePt t="37142" x="9426575" y="3252788"/>
          <p14:tracePt t="37150" x="9451975" y="3216275"/>
          <p14:tracePt t="37158" x="9451975" y="3203575"/>
          <p14:tracePt t="37167" x="9463088" y="3190875"/>
          <p14:tracePt t="37175" x="9463088" y="3179763"/>
          <p14:tracePt t="37183" x="9475788" y="3167063"/>
          <p14:tracePt t="37204" x="9488488" y="3167063"/>
          <p14:tracePt t="37217" x="9488488" y="3154363"/>
          <p14:tracePt t="37249" x="9488488" y="3143250"/>
          <p14:tracePt t="37389" x="9499600" y="3143250"/>
          <p14:tracePt t="37397" x="9512300" y="3143250"/>
          <p14:tracePt t="37402" x="9512300" y="3130550"/>
          <p14:tracePt t="37412" x="9525000" y="3130550"/>
          <p14:tracePt t="37417" x="9536113" y="3130550"/>
          <p14:tracePt t="37423" x="9548813" y="3130550"/>
          <p14:tracePt t="37437" x="9548813" y="3117850"/>
          <p14:tracePt t="37443" x="9572625" y="3117850"/>
          <p14:tracePt t="37452" x="9572625" y="3106738"/>
          <p14:tracePt t="37457" x="9585325" y="3106738"/>
          <p14:tracePt t="37464" x="9598025" y="3106738"/>
          <p14:tracePt t="37469" x="9609138" y="3106738"/>
          <p14:tracePt t="37476" x="9609138" y="3094038"/>
          <p14:tracePt t="37483" x="9621838" y="3094038"/>
          <p14:tracePt t="37492" x="9645650" y="3070225"/>
          <p14:tracePt t="37502" x="9658350" y="3070225"/>
          <p14:tracePt t="37508" x="9658350" y="3057525"/>
          <p14:tracePt t="37517" x="9671050" y="3044825"/>
          <p14:tracePt t="37525" x="9683750" y="3033713"/>
          <p14:tracePt t="37533" x="9694863" y="3021013"/>
          <p14:tracePt t="37543" x="9707563" y="3008313"/>
          <p14:tracePt t="37550" x="9707563" y="2997200"/>
          <p14:tracePt t="37558" x="9720263" y="2984500"/>
          <p14:tracePt t="37566" x="9731375" y="2971800"/>
          <p14:tracePt t="37575" x="9744075" y="2960688"/>
          <p14:tracePt t="37583" x="9756775" y="2947988"/>
          <p14:tracePt t="37592" x="9756775" y="2924175"/>
          <p14:tracePt t="37592" x="9767888" y="2924175"/>
          <p14:tracePt t="37600" x="9780588" y="2924175"/>
          <p14:tracePt t="37608" x="9780588" y="2898775"/>
          <p14:tracePt t="37616" x="9793288" y="2887663"/>
          <p14:tracePt t="37625" x="9817100" y="2862263"/>
          <p14:tracePt t="37633" x="9817100" y="2851150"/>
          <p14:tracePt t="37642" x="9817100" y="2838450"/>
          <p14:tracePt t="37649" x="9829800" y="2838450"/>
          <p14:tracePt t="37664" x="9840913" y="2838450"/>
          <p14:tracePt t="37669" x="9840913" y="2825750"/>
          <p14:tracePt t="37682" x="9840913" y="2814638"/>
          <p14:tracePt t="37689" x="9840913" y="2801938"/>
          <p14:tracePt t="37697" x="9853613" y="2801938"/>
          <p14:tracePt t="37702" x="9866313" y="2801938"/>
          <p14:tracePt t="37708" x="9866313" y="2789238"/>
          <p14:tracePt t="37716" x="9877425" y="2789238"/>
          <p14:tracePt t="37724" x="9890125" y="2776538"/>
          <p14:tracePt t="37733" x="9902825" y="2776538"/>
          <p14:tracePt t="37752" x="9902825" y="2765425"/>
          <p14:tracePt t="37809" x="9902825" y="2752725"/>
          <p14:tracePt t="37817" x="9913938" y="2752725"/>
          <p14:tracePt t="37929" x="9913938" y="2765425"/>
          <p14:tracePt t="37937" x="9913938" y="2776538"/>
          <p14:tracePt t="37942" x="9913938" y="2789238"/>
          <p14:tracePt t="37949" x="9913938" y="2801938"/>
          <p14:tracePt t="37952" x="9913938" y="2825750"/>
          <p14:tracePt t="37962" x="9913938" y="2851150"/>
          <p14:tracePt t="37966" x="9913938" y="2874963"/>
          <p14:tracePt t="37974" x="9939338" y="2911475"/>
          <p14:tracePt t="37983" x="9963150" y="2960688"/>
          <p14:tracePt t="37983" x="9986963" y="2997200"/>
          <p14:tracePt t="37991" x="9986963" y="3021013"/>
          <p14:tracePt t="37999" x="10023475" y="3070225"/>
          <p14:tracePt t="38007" x="10059988" y="3130550"/>
          <p14:tracePt t="38016" x="10096500" y="3203575"/>
          <p14:tracePt t="38024" x="10145713" y="3276600"/>
          <p14:tracePt t="38032" x="10158413" y="3300413"/>
          <p14:tracePt t="38041" x="10194925" y="3336925"/>
          <p14:tracePt t="38049" x="10218738" y="3386138"/>
          <p14:tracePt t="38057" x="10231438" y="3409950"/>
          <p14:tracePt t="38066" x="10242550" y="3435350"/>
          <p14:tracePt t="38074" x="10242550" y="3448050"/>
          <p14:tracePt t="38082" x="10255250" y="3459163"/>
          <p14:tracePt t="38091" x="10255250" y="3471863"/>
          <p14:tracePt t="38102" x="10267950" y="3471863"/>
          <p14:tracePt t="38107" x="10267950" y="3484563"/>
          <p14:tracePt t="38116" x="10267950" y="3495675"/>
          <p14:tracePt t="38124" x="10267950" y="3508375"/>
          <p14:tracePt t="38132" x="10267950" y="3521075"/>
          <p14:tracePt t="38141" x="10279063" y="3532188"/>
          <p14:tracePt t="38152" x="10279063" y="3544888"/>
          <p14:tracePt t="38157" x="10279063" y="3557588"/>
          <p14:tracePt t="38166" x="10291763" y="3568700"/>
          <p14:tracePt t="38177" x="10291763" y="3581400"/>
          <p14:tracePt t="38183" x="10291763" y="3594100"/>
          <p14:tracePt t="38191" x="10304463" y="3594100"/>
          <p14:tracePt t="38199" x="10304463" y="3617913"/>
          <p14:tracePt t="38207" x="10315575" y="3630613"/>
          <p14:tracePt t="38216" x="10328275" y="3654425"/>
          <p14:tracePt t="38224" x="10340975" y="3690938"/>
          <p14:tracePt t="38232" x="10364788" y="3727450"/>
          <p14:tracePt t="38241" x="10364788" y="3740150"/>
          <p14:tracePt t="38249" x="10364788" y="3751263"/>
          <p14:tracePt t="38257" x="10377488" y="3776663"/>
          <p14:tracePt t="38266" x="10377488" y="3787775"/>
          <p14:tracePt t="38274" x="10388600" y="3800475"/>
          <p14:tracePt t="38282" x="10388600" y="3813175"/>
          <p14:tracePt t="38291" x="10388600" y="3824288"/>
          <p14:tracePt t="38299" x="10388600" y="3836988"/>
          <p14:tracePt t="38307" x="10388600" y="3849688"/>
          <p14:tracePt t="38316" x="10388600" y="3873500"/>
          <p14:tracePt t="38324" x="10388600" y="3897313"/>
          <p14:tracePt t="38332" x="10388600" y="3922713"/>
          <p14:tracePt t="38341" x="10388600" y="3933825"/>
          <p14:tracePt t="38349" x="10388600" y="3946525"/>
          <p14:tracePt t="38357" x="10388600" y="3983038"/>
          <p14:tracePt t="38365" x="10388600" y="4006850"/>
          <p14:tracePt t="38374" x="10388600" y="4019550"/>
          <p14:tracePt t="38382" x="10388600" y="4043363"/>
          <p14:tracePt t="38390" x="10401300" y="4056063"/>
          <p14:tracePt t="38399" x="10401300" y="4068763"/>
          <p14:tracePt t="38407" x="10401300" y="4092575"/>
          <p14:tracePt t="38415" x="10401300" y="4117975"/>
          <p14:tracePt t="38424" x="10401300" y="4141788"/>
          <p14:tracePt t="38432" x="10401300" y="4165600"/>
          <p14:tracePt t="38440" x="10414000" y="4165600"/>
          <p14:tracePt t="38449" x="10414000" y="4178300"/>
          <p14:tracePt t="38457" x="10426700" y="4202113"/>
          <p14:tracePt t="38469" x="10426700" y="4214813"/>
          <p14:tracePt t="38474" x="10426700" y="4227513"/>
          <p14:tracePt t="38482" x="10426700" y="4238625"/>
          <p14:tracePt t="38483" x="10426700" y="4251325"/>
          <p14:tracePt t="38490" x="10426700" y="4264025"/>
          <p14:tracePt t="38499" x="10437813" y="4264025"/>
          <p14:tracePt t="38507" x="10437813" y="4275138"/>
          <p14:tracePt t="38516" x="10450513" y="4287838"/>
          <p14:tracePt t="38524" x="10463213" y="4311650"/>
          <p14:tracePt t="38532" x="10463213" y="4324350"/>
          <p14:tracePt t="38542" x="10463213" y="4337050"/>
          <p14:tracePt t="38549" x="10474325" y="4337050"/>
          <p14:tracePt t="38557" x="10474325" y="4348163"/>
          <p14:tracePt t="38572" x="10487025" y="4348163"/>
          <p14:tracePt t="38577" x="10487025" y="4360863"/>
          <p14:tracePt t="38592" x="10487025" y="4373563"/>
          <p14:tracePt t="38602" x="10487025" y="4384675"/>
          <p14:tracePt t="38624" x="10487025" y="4397375"/>
          <p14:tracePt t="38632" x="10487025" y="4410075"/>
          <p14:tracePt t="38637" x="10499725" y="4410075"/>
          <p14:tracePt t="38649" x="10499725" y="4421188"/>
          <p14:tracePt t="38657" x="10499725" y="4433888"/>
          <p14:tracePt t="38664" x="10510838" y="4446588"/>
          <p14:tracePt t="38682" x="10510838" y="4457700"/>
          <p14:tracePt t="38689" x="10510838" y="4470400"/>
          <p14:tracePt t="38704" x="10510838" y="4483100"/>
          <p14:tracePt t="38722" x="10510838" y="4494213"/>
          <p14:tracePt t="38723" x="10523538" y="4494213"/>
          <p14:tracePt t="38732" x="10523538" y="4506913"/>
          <p14:tracePt t="38804" x="10523538" y="4519613"/>
          <p14:tracePt t="38812" x="10523538" y="4530725"/>
          <p14:tracePt t="38824" x="10523538" y="4543425"/>
          <p14:tracePt t="38829" x="10523538" y="4556125"/>
          <p14:tracePt t="38832" x="10523538" y="4567238"/>
          <p14:tracePt t="38843" x="10523538" y="4579938"/>
          <p14:tracePt t="38854" x="10523538" y="4592638"/>
          <p14:tracePt t="38863" x="10536238" y="4592638"/>
          <p14:tracePt t="38869" x="10536238" y="4603750"/>
          <p14:tracePt t="38944" x="10547350" y="4603750"/>
          <p14:tracePt t="38949" x="10547350" y="4616450"/>
          <p14:tracePt t="38964" x="10560050" y="4616450"/>
          <p14:tracePt t="38972" x="10560050" y="4629150"/>
          <p14:tracePt t="39022" x="10572750" y="4629150"/>
          <p14:tracePt t="39282" x="10572750" y="4640263"/>
          <p14:tracePt t="39289" x="10560050" y="4640263"/>
          <p14:tracePt t="39372" x="10560050" y="4652963"/>
          <p14:tracePt t="39392" x="10547350" y="4652963"/>
          <p14:tracePt t="39429" x="10536238" y="4652963"/>
          <p14:tracePt t="39431" x="10536238" y="4665663"/>
          <p14:tracePt t="39443" x="10523538" y="4678363"/>
          <p14:tracePt t="39452" x="10510838" y="4689475"/>
          <p14:tracePt t="39462" x="10499725" y="4689475"/>
          <p14:tracePt t="39463" x="10499725" y="4702175"/>
          <p14:tracePt t="39472" x="10487025" y="4714875"/>
          <p14:tracePt t="39477" x="10474325" y="4714875"/>
          <p14:tracePt t="39483" x="10474325" y="4725988"/>
          <p14:tracePt t="39489" x="10463213" y="4725988"/>
          <p14:tracePt t="39498" x="10437813" y="4751388"/>
          <p14:tracePt t="39508" x="10414000" y="4751388"/>
          <p14:tracePt t="39514" x="10414000" y="4762500"/>
          <p14:tracePt t="39523" x="10388600" y="4775200"/>
          <p14:tracePt t="39532" x="10377488" y="4775200"/>
          <p14:tracePt t="39539" x="10340975" y="4799013"/>
          <p14:tracePt t="39548" x="10315575" y="4811713"/>
          <p14:tracePt t="39556" x="10291763" y="4811713"/>
          <p14:tracePt t="39564" x="10242550" y="4824413"/>
          <p14:tracePt t="39573" x="10218738" y="4835525"/>
          <p14:tracePt t="39581" x="10206038" y="4848225"/>
          <p14:tracePt t="39589" x="10145713" y="4860925"/>
          <p14:tracePt t="39597" x="10121900" y="4860925"/>
          <p14:tracePt t="39606" x="10096500" y="4884738"/>
          <p14:tracePt t="39614" x="10072688" y="4884738"/>
          <p14:tracePt t="39623" x="10048875" y="4897438"/>
          <p14:tracePt t="39631" x="10048875" y="4908550"/>
          <p14:tracePt t="39639" x="10036175" y="4921250"/>
          <p14:tracePt t="39648" x="10023475" y="4921250"/>
          <p14:tracePt t="39656" x="10023475" y="4945063"/>
          <p14:tracePt t="39664" x="10023475" y="4970463"/>
          <p14:tracePt t="39673" x="10023475" y="4981575"/>
          <p14:tracePt t="39681" x="10023475" y="4994275"/>
          <p14:tracePt t="39689" x="10023475" y="5030788"/>
          <p14:tracePt t="39698" x="10048875" y="5043488"/>
          <p14:tracePt t="39706" x="10059988" y="5067300"/>
          <p14:tracePt t="39714" x="10072688" y="5091113"/>
          <p14:tracePt t="39723" x="10096500" y="5103813"/>
          <p14:tracePt t="39723" x="10109200" y="5116513"/>
          <p14:tracePt t="39731" x="10121900" y="5127625"/>
          <p14:tracePt t="39739" x="10133013" y="5140325"/>
          <p14:tracePt t="39747" x="10158413" y="5153025"/>
          <p14:tracePt t="39756" x="10182225" y="5176838"/>
          <p14:tracePt t="39764" x="10206038" y="5200650"/>
          <p14:tracePt t="39772" x="10231438" y="5213350"/>
          <p14:tracePt t="39781" x="10242550" y="5226050"/>
          <p14:tracePt t="39789" x="10267950" y="5237163"/>
          <p14:tracePt t="39797" x="10279063" y="5237163"/>
          <p14:tracePt t="39806" x="10291763" y="5249863"/>
          <p14:tracePt t="39814" x="10304463" y="5262563"/>
          <p14:tracePt t="39822" x="10315575" y="5273675"/>
          <p14:tracePt t="39837" x="10328275" y="5273675"/>
          <p14:tracePt t="39841" x="10328275" y="5286375"/>
          <p14:tracePt t="39847" x="10340975" y="5286375"/>
          <p14:tracePt t="39856" x="10340975" y="5299075"/>
          <p14:tracePt t="39864" x="10364788" y="5311775"/>
          <p14:tracePt t="39872" x="10377488" y="5322888"/>
          <p14:tracePt t="39881" x="10401300" y="5322888"/>
          <p14:tracePt t="39889" x="10426700" y="5335588"/>
          <p14:tracePt t="39897" x="10463213" y="5335588"/>
          <p14:tracePt t="39906" x="10499725" y="5335588"/>
          <p14:tracePt t="39914" x="10536238" y="5335588"/>
          <p14:tracePt t="39923" x="10596563" y="5335588"/>
          <p14:tracePt t="39923" x="10609263" y="5335588"/>
          <p14:tracePt t="39931" x="10633075" y="5335588"/>
          <p14:tracePt t="39939" x="10669588" y="5335588"/>
          <p14:tracePt t="39947" x="10718800" y="5335588"/>
          <p14:tracePt t="39956" x="10766425" y="5335588"/>
          <p14:tracePt t="39964" x="10864850" y="5335588"/>
          <p14:tracePt t="39972" x="10937875" y="5335588"/>
          <p14:tracePt t="39981" x="10961688" y="5335588"/>
          <p14:tracePt t="39989" x="11022013" y="5335588"/>
          <p14:tracePt t="39997" x="11095038" y="5335588"/>
          <p14:tracePt t="40006" x="11144250" y="5335588"/>
          <p14:tracePt t="40014" x="11180763" y="5348288"/>
          <p14:tracePt t="40022" x="11217275" y="5348288"/>
          <p14:tracePt t="40031" x="11242675" y="5348288"/>
          <p14:tracePt t="40039" x="11253788" y="5348288"/>
          <p14:tracePt t="40047" x="11266488" y="5359400"/>
          <p14:tracePt t="40064" x="11279188" y="5359400"/>
          <p14:tracePt t="40092" x="11279188" y="5372100"/>
          <p14:tracePt t="40112" x="11279188" y="5384800"/>
          <p14:tracePt t="40129" x="11279188" y="5395913"/>
          <p14:tracePt t="40149" x="11279188" y="5408613"/>
          <p14:tracePt t="40152" x="11266488" y="5408613"/>
          <p14:tracePt t="40157" x="11266488" y="5421313"/>
          <p14:tracePt t="40164" x="11217275" y="5432425"/>
          <p14:tracePt t="40172" x="11169650" y="5445125"/>
          <p14:tracePt t="40180" x="11144250" y="5445125"/>
          <p14:tracePt t="40189" x="11095038" y="5445125"/>
          <p14:tracePt t="40197" x="11010900" y="5468938"/>
          <p14:tracePt t="40205" x="10961688" y="5468938"/>
          <p14:tracePt t="40214" x="10912475" y="5468938"/>
          <p14:tracePt t="40222" x="10852150" y="5468938"/>
          <p14:tracePt t="40230" x="10766425" y="5468938"/>
          <p14:tracePt t="40239" x="10682288" y="5468938"/>
          <p14:tracePt t="40247" x="10620375" y="5468938"/>
          <p14:tracePt t="40255" x="10536238" y="5468938"/>
          <p14:tracePt t="40264" x="10474325" y="5468938"/>
          <p14:tracePt t="40272" x="10450513" y="5468938"/>
          <p14:tracePt t="40280" x="10426700" y="5468938"/>
          <p14:tracePt t="40289" x="10401300" y="5468938"/>
          <p14:tracePt t="40297" x="10388600" y="5468938"/>
          <p14:tracePt t="40349" x="10377488" y="5468938"/>
          <p14:tracePt t="40362" x="10364788" y="5468938"/>
          <p14:tracePt t="40363" x="10352088" y="5468938"/>
          <p14:tracePt t="40369" x="10352088" y="5457825"/>
          <p14:tracePt t="40372" x="10340975" y="5457825"/>
          <p14:tracePt t="40380" x="10328275" y="5445125"/>
          <p14:tracePt t="40392" x="10328275" y="5432425"/>
          <p14:tracePt t="40402" x="10315575" y="5432425"/>
          <p14:tracePt t="40509" x="10315575" y="5421313"/>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CDCB-7CF3-736D-059C-7C3165FB79B5}"/>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2693DA25-1A35-5B17-D810-4177CB660C1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71DD30B-5C7C-ED4A-A349-4A1E21FCE6A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7EF5240-41C8-C7EE-5EA8-7E8E63AB66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9FE11413-7F77-69EE-AFCD-FD6FB85156C6}"/>
              </a:ext>
            </a:extLst>
          </p:cNvPr>
          <p:cNvSpPr txBox="1"/>
          <p:nvPr/>
        </p:nvSpPr>
        <p:spPr>
          <a:xfrm>
            <a:off x="1176655" y="295910"/>
            <a:ext cx="2928814"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B2FEBD2-02F7-5FD1-3A46-1ABE6AE21F26}"/>
              </a:ext>
            </a:extLst>
          </p:cNvPr>
          <p:cNvPicPr>
            <a:picLocks noChangeAspect="1"/>
          </p:cNvPicPr>
          <p:nvPr/>
        </p:nvPicPr>
        <p:blipFill>
          <a:blip r:embed="rId5"/>
          <a:stretch>
            <a:fillRect/>
          </a:stretch>
        </p:blipFill>
        <p:spPr>
          <a:xfrm>
            <a:off x="321566" y="1494991"/>
            <a:ext cx="5519444" cy="3252329"/>
          </a:xfrm>
          <a:prstGeom prst="rect">
            <a:avLst/>
          </a:prstGeom>
        </p:spPr>
      </p:pic>
      <p:pic>
        <p:nvPicPr>
          <p:cNvPr id="7" name="图片 6">
            <a:extLst>
              <a:ext uri="{FF2B5EF4-FFF2-40B4-BE49-F238E27FC236}">
                <a16:creationId xmlns:a16="http://schemas.microsoft.com/office/drawing/2014/main" id="{A6BA44DB-9BAE-D1A2-A1FD-84AF72567CB4}"/>
              </a:ext>
            </a:extLst>
          </p:cNvPr>
          <p:cNvPicPr>
            <a:picLocks noChangeAspect="1"/>
          </p:cNvPicPr>
          <p:nvPr/>
        </p:nvPicPr>
        <p:blipFill>
          <a:blip r:embed="rId6"/>
          <a:stretch>
            <a:fillRect/>
          </a:stretch>
        </p:blipFill>
        <p:spPr>
          <a:xfrm>
            <a:off x="6194187" y="1494991"/>
            <a:ext cx="5453543" cy="3252329"/>
          </a:xfrm>
          <a:prstGeom prst="rect">
            <a:avLst/>
          </a:prstGeom>
        </p:spPr>
      </p:pic>
      <p:sp>
        <p:nvSpPr>
          <p:cNvPr id="9" name="文本框 8">
            <a:extLst>
              <a:ext uri="{FF2B5EF4-FFF2-40B4-BE49-F238E27FC236}">
                <a16:creationId xmlns:a16="http://schemas.microsoft.com/office/drawing/2014/main" id="{B44D9638-A80F-43B9-72B5-2E0711AB3823}"/>
              </a:ext>
            </a:extLst>
          </p:cNvPr>
          <p:cNvSpPr txBox="1"/>
          <p:nvPr/>
        </p:nvSpPr>
        <p:spPr>
          <a:xfrm>
            <a:off x="1437831" y="4986399"/>
            <a:ext cx="4006939" cy="753220"/>
          </a:xfrm>
          <a:prstGeom prst="rect">
            <a:avLst/>
          </a:prstGeom>
          <a:noFill/>
        </p:spPr>
        <p:txBody>
          <a:bodyPr wrap="square">
            <a:spAutoFit/>
          </a:bodyPr>
          <a:lstStyle/>
          <a:p>
            <a:pPr>
              <a:lnSpc>
                <a:spcPct val="125000"/>
              </a:lnSpc>
              <a:buClr>
                <a:srgbClr val="000000"/>
              </a:buClr>
              <a:defRPr/>
            </a:pPr>
            <a:r>
              <a:rPr lang="en-US" altLang="zh-CN" b="1" dirty="0">
                <a:solidFill>
                  <a:srgbClr val="FF0000"/>
                </a:solidFill>
                <a:latin typeface="微软雅黑" panose="020B0503020204020204" pitchFamily="34" charset="-122"/>
                <a:ea typeface="微软雅黑" panose="020B0503020204020204" pitchFamily="34" charset="-122"/>
                <a:sym typeface="Arial"/>
              </a:rPr>
              <a:t>Parameter change distributions vary greatly </a:t>
            </a:r>
            <a:r>
              <a:rPr lang="en-US" altLang="zh-CN" dirty="0">
                <a:latin typeface="微软雅黑" panose="020B0503020204020204" pitchFamily="34" charset="-122"/>
                <a:ea typeface="微软雅黑" panose="020B0503020204020204" pitchFamily="34" charset="-122"/>
                <a:sym typeface="Arial"/>
              </a:rPr>
              <a:t>across different tasks.</a:t>
            </a:r>
            <a:endParaRPr lang="en-US" altLang="zh-CN" b="1" dirty="0">
              <a:solidFill>
                <a:srgbClr val="FF0000"/>
              </a:solidFill>
              <a:latin typeface="微软雅黑" panose="020B0503020204020204" pitchFamily="34" charset="-122"/>
              <a:ea typeface="微软雅黑" panose="020B0503020204020204" pitchFamily="34" charset="-122"/>
              <a:sym typeface="Arial"/>
            </a:endParaRPr>
          </a:p>
        </p:txBody>
      </p:sp>
      <p:sp>
        <p:nvSpPr>
          <p:cNvPr id="4" name="文本框 3">
            <a:extLst>
              <a:ext uri="{FF2B5EF4-FFF2-40B4-BE49-F238E27FC236}">
                <a16:creationId xmlns:a16="http://schemas.microsoft.com/office/drawing/2014/main" id="{DEB338BA-5AC7-892A-18DE-1877266BE7B3}"/>
              </a:ext>
            </a:extLst>
          </p:cNvPr>
          <p:cNvSpPr txBox="1"/>
          <p:nvPr/>
        </p:nvSpPr>
        <p:spPr>
          <a:xfrm>
            <a:off x="6296858" y="4839415"/>
            <a:ext cx="5350872" cy="1099468"/>
          </a:xfrm>
          <a:prstGeom prst="rect">
            <a:avLst/>
          </a:prstGeom>
          <a:noFill/>
        </p:spPr>
        <p:txBody>
          <a:bodyPr wrap="square">
            <a:spAutoFit/>
          </a:bodyPr>
          <a:lstStyle>
            <a:defPPr>
              <a:defRPr lang="zh-CN"/>
            </a:defPPr>
            <a:lvl1pPr>
              <a:lnSpc>
                <a:spcPct val="125000"/>
              </a:lnSpc>
              <a:buClr>
                <a:srgbClr val="000000"/>
              </a:buClr>
              <a:defRPr b="1">
                <a:solidFill>
                  <a:srgbClr val="FF0000"/>
                </a:solidFill>
                <a:latin typeface="微软雅黑" panose="020B0503020204020204" pitchFamily="34" charset="-122"/>
                <a:ea typeface="微软雅黑" panose="020B0503020204020204" pitchFamily="34" charset="-122"/>
              </a:defRPr>
            </a:lvl1pPr>
          </a:lstStyle>
          <a:p>
            <a:r>
              <a:rPr lang="en-US" altLang="zh-CN" b="0" dirty="0">
                <a:solidFill>
                  <a:schemeClr val="tx1"/>
                </a:solidFill>
              </a:rPr>
              <a:t>The fused model </a:t>
            </a:r>
            <a:r>
              <a:rPr lang="en-US" altLang="zh-CN" dirty="0"/>
              <a:t>behaves more similarly </a:t>
            </a:r>
            <a:r>
              <a:rPr lang="en-US" altLang="zh-CN" b="0" dirty="0">
                <a:solidFill>
                  <a:schemeClr val="tx1"/>
                </a:solidFill>
              </a:rPr>
              <a:t>to fine-tuned models </a:t>
            </a:r>
            <a:r>
              <a:rPr lang="en-US" altLang="zh-CN" dirty="0"/>
              <a:t>from tasks with stronger features </a:t>
            </a:r>
            <a:r>
              <a:rPr lang="en-US" altLang="zh-CN" b="0" dirty="0">
                <a:solidFill>
                  <a:schemeClr val="tx1"/>
                </a:solidFill>
              </a:rPr>
              <a:t>(larger parameter changes).</a:t>
            </a:r>
            <a:endParaRPr lang="en-US" altLang="zh-CN" b="0" dirty="0">
              <a:solidFill>
                <a:schemeClr val="tx1"/>
              </a:solidFill>
              <a:sym typeface="Arial"/>
            </a:endParaRPr>
          </a:p>
        </p:txBody>
      </p:sp>
      <p:sp>
        <p:nvSpPr>
          <p:cNvPr id="5" name="矩形 4">
            <a:extLst>
              <a:ext uri="{FF2B5EF4-FFF2-40B4-BE49-F238E27FC236}">
                <a16:creationId xmlns:a16="http://schemas.microsoft.com/office/drawing/2014/main" id="{0B9B2534-B4B8-A15A-5926-E1B9C84D4F14}"/>
              </a:ext>
            </a:extLst>
          </p:cNvPr>
          <p:cNvSpPr/>
          <p:nvPr/>
        </p:nvSpPr>
        <p:spPr>
          <a:xfrm>
            <a:off x="2448560" y="1889760"/>
            <a:ext cx="3271520" cy="2032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0A23C34-C55F-5B18-8505-246F1567DF17}"/>
              </a:ext>
            </a:extLst>
          </p:cNvPr>
          <p:cNvSpPr/>
          <p:nvPr/>
        </p:nvSpPr>
        <p:spPr>
          <a:xfrm>
            <a:off x="2448560" y="2853489"/>
            <a:ext cx="3271520" cy="2032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43CCB84C-945D-DDCF-DD43-E06D558D294E}"/>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RQ2:</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Multi-SE-Task Fusion within Same PL</a:t>
            </a:r>
          </a:p>
        </p:txBody>
      </p:sp>
      <p:pic>
        <p:nvPicPr>
          <p:cNvPr id="70" name="音频 69">
            <a:hlinkClick r:id="" action="ppaction://media"/>
            <a:extLst>
              <a:ext uri="{FF2B5EF4-FFF2-40B4-BE49-F238E27FC236}">
                <a16:creationId xmlns:a16="http://schemas.microsoft.com/office/drawing/2014/main" id="{EF65B5F2-91CB-1111-31B4-E4596195AB8E}"/>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69822483"/>
      </p:ext>
    </p:extLst>
  </p:cSld>
  <p:clrMapOvr>
    <a:masterClrMapping/>
  </p:clrMapOvr>
  <mc:AlternateContent xmlns:mc="http://schemas.openxmlformats.org/markup-compatibility/2006">
    <mc:Choice xmlns:p14="http://schemas.microsoft.com/office/powerpoint/2010/main" Requires="p14">
      <p:transition spd="slow" p14:dur="2000" advTm="98117"/>
    </mc:Choice>
    <mc:Fallback>
      <p:transition spd="slow" advTm="981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0"/>
                </p:tgtEl>
              </p:cMediaNode>
            </p:audio>
          </p:childTnLst>
        </p:cTn>
      </p:par>
    </p:tnLst>
  </p:timing>
  <p:extLst>
    <p:ext uri="{3A86A75C-4F4B-4683-9AE1-C65F6400EC91}">
      <p14:laserTraceLst xmlns:p14="http://schemas.microsoft.com/office/powerpoint/2010/main">
        <p14:tracePtLst>
          <p14:tracePt t="87" x="2447925" y="1631950"/>
          <p14:tracePt t="247" x="2447925" y="1644650"/>
          <p14:tracePt t="272" x="2447925" y="1657350"/>
          <p14:tracePt t="280" x="2447925" y="1668463"/>
          <p14:tracePt t="420" x="2447925" y="1681163"/>
          <p14:tracePt t="441" x="2447925" y="1693863"/>
          <p14:tracePt t="455" x="2447925" y="1704975"/>
          <p14:tracePt t="520" x="2447925" y="1717675"/>
          <p14:tracePt t="532" x="2447925" y="1730375"/>
          <p14:tracePt t="552" x="2447925" y="1741488"/>
          <p14:tracePt t="560" x="2460625" y="1741488"/>
          <p14:tracePt t="580" x="2460625" y="1754188"/>
          <p14:tracePt t="640" x="2460625" y="1766888"/>
          <p14:tracePt t="685" x="2460625" y="1778000"/>
          <p14:tracePt t="692" x="2471738" y="1790700"/>
          <p14:tracePt t="712" x="2471738" y="1803400"/>
          <p14:tracePt t="720" x="2471738" y="1814513"/>
          <p14:tracePt t="727" x="2471738" y="1827213"/>
          <p14:tracePt t="747" x="2471738" y="1839913"/>
          <p14:tracePt t="755" x="2471738" y="1851025"/>
          <p14:tracePt t="785" x="2471738" y="1863725"/>
          <p14:tracePt t="847" x="2471738" y="1876425"/>
          <p14:tracePt t="947" x="2471738" y="1887538"/>
          <p14:tracePt t="1012" x="2484438" y="1887538"/>
          <p14:tracePt t="1015" x="2484438" y="1900238"/>
          <p14:tracePt t="1027" x="2484438" y="1912938"/>
          <p14:tracePt t="1047" x="2484438" y="1924050"/>
          <p14:tracePt t="1060" x="2484438" y="1936750"/>
          <p14:tracePt t="1067" x="2484438" y="1949450"/>
          <p14:tracePt t="1075" x="2497138" y="1949450"/>
          <p14:tracePt t="1087" x="2497138" y="1960563"/>
          <p14:tracePt t="1091" x="2508250" y="1960563"/>
          <p14:tracePt t="1095" x="2508250" y="1973263"/>
          <p14:tracePt t="1106" x="2508250" y="1985963"/>
          <p14:tracePt t="1115" x="2508250" y="1997075"/>
          <p14:tracePt t="1119" x="2520950" y="2009775"/>
          <p14:tracePt t="1126" x="2520950" y="2022475"/>
          <p14:tracePt t="1132" x="2520950" y="2033588"/>
          <p14:tracePt t="1140" x="2520950" y="2058988"/>
          <p14:tracePt t="1148" x="2533650" y="2070100"/>
          <p14:tracePt t="1156" x="2546350" y="2106613"/>
          <p14:tracePt t="1165" x="2546350" y="2119313"/>
          <p14:tracePt t="1173" x="2557463" y="2168525"/>
          <p14:tracePt t="1181" x="2570163" y="2192338"/>
          <p14:tracePt t="1189" x="2582863" y="2241550"/>
          <p14:tracePt t="1198" x="2582863" y="2265363"/>
          <p14:tracePt t="1206" x="2582863" y="2278063"/>
          <p14:tracePt t="1215" x="2582863" y="2301875"/>
          <p14:tracePt t="1223" x="2593975" y="2327275"/>
          <p14:tracePt t="1231" x="2593975" y="2338388"/>
          <p14:tracePt t="1239" x="2593975" y="2363788"/>
          <p14:tracePt t="1248" x="2593975" y="2374900"/>
          <p14:tracePt t="1256" x="2593975" y="2400300"/>
          <p14:tracePt t="1272" x="2593975" y="2411413"/>
          <p14:tracePt t="1280" x="2593975" y="2424113"/>
          <p14:tracePt t="1300" x="2606675" y="2436813"/>
          <p14:tracePt t="1307" x="2606675" y="2447925"/>
          <p14:tracePt t="1325" x="2606675" y="2460625"/>
          <p14:tracePt t="1355" x="2606675" y="2473325"/>
          <p14:tracePt t="1367" x="2606675" y="2484438"/>
          <p14:tracePt t="1395" x="2619375" y="2484438"/>
          <p14:tracePt t="1420" x="2630488" y="2484438"/>
          <p14:tracePt t="1425" x="2643188" y="2484438"/>
          <p14:tracePt t="1426" x="2655888" y="2484438"/>
          <p14:tracePt t="1432" x="2667000" y="2484438"/>
          <p14:tracePt t="1439" x="2679700" y="2484438"/>
          <p14:tracePt t="1447" x="2692400" y="2484438"/>
          <p14:tracePt t="1456" x="2716213" y="2484438"/>
          <p14:tracePt t="1472" x="2728913" y="2497138"/>
          <p14:tracePt t="1474" x="2740025" y="2509838"/>
          <p14:tracePt t="1481" x="2752725" y="2509838"/>
          <p14:tracePt t="1489" x="2752725" y="2520950"/>
          <p14:tracePt t="1497" x="2789238" y="2520950"/>
          <p14:tracePt t="1512" x="2765425" y="2520950"/>
          <p14:tracePt t="1514" x="2740025" y="2520950"/>
          <p14:tracePt t="1522" x="2716213" y="2520950"/>
          <p14:tracePt t="1531" x="2643188" y="2520950"/>
          <p14:tracePt t="1840" x="2630488" y="2497138"/>
          <p14:tracePt t="1845" x="2619375" y="2473325"/>
          <p14:tracePt t="1848" x="2606675" y="2460625"/>
          <p14:tracePt t="1855" x="2593975" y="2411413"/>
          <p14:tracePt t="1864" x="2593975" y="2400300"/>
          <p14:tracePt t="1872" x="2593975" y="2363788"/>
          <p14:tracePt t="1880" x="2593975" y="2314575"/>
          <p14:tracePt t="1889" x="2593975" y="2290763"/>
          <p14:tracePt t="1920" x="2593975" y="2278063"/>
          <p14:tracePt t="6055" x="2582863" y="2290763"/>
          <p14:tracePt t="6060" x="2582863" y="2301875"/>
          <p14:tracePt t="6065" x="2570163" y="2301875"/>
          <p14:tracePt t="6068" x="2557463" y="2314575"/>
          <p14:tracePt t="6077" x="2557463" y="2327275"/>
          <p14:tracePt t="6085" x="2546350" y="2327275"/>
          <p14:tracePt t="6093" x="2533650" y="2351088"/>
          <p14:tracePt t="6101" x="2508250" y="2363788"/>
          <p14:tracePt t="6110" x="2484438" y="2400300"/>
          <p14:tracePt t="6118" x="2460625" y="2411413"/>
          <p14:tracePt t="6126" x="2424113" y="2436813"/>
          <p14:tracePt t="6135" x="2424113" y="2447925"/>
          <p14:tracePt t="6143" x="2411413" y="2460625"/>
          <p14:tracePt t="6152" x="2398713" y="2473325"/>
          <p14:tracePt t="6160" x="2398713" y="2497138"/>
          <p14:tracePt t="6168" x="2374900" y="2520950"/>
          <p14:tracePt t="6176" x="2351088" y="2557463"/>
          <p14:tracePt t="6185" x="2338388" y="2570163"/>
          <p14:tracePt t="6193" x="2314575" y="2606675"/>
          <p14:tracePt t="6201" x="2289175" y="2643188"/>
          <p14:tracePt t="6210" x="2278063" y="2655888"/>
          <p14:tracePt t="6218" x="2252663" y="2667000"/>
          <p14:tracePt t="6226" x="2241550" y="2703513"/>
          <p14:tracePt t="6235" x="2228850" y="2703513"/>
          <p14:tracePt t="6243" x="2228850" y="2716213"/>
          <p14:tracePt t="6251" x="2228850" y="2728913"/>
          <p14:tracePt t="6260" x="2216150" y="2728913"/>
          <p14:tracePt t="6268" x="2205038" y="2740025"/>
          <p14:tracePt t="6276" x="2192338" y="2765425"/>
          <p14:tracePt t="6287" x="2179638" y="2776538"/>
          <p14:tracePt t="6293" x="2179638" y="2789238"/>
          <p14:tracePt t="6301" x="2168525" y="2789238"/>
          <p14:tracePt t="6310" x="2155825" y="2801938"/>
          <p14:tracePt t="6318" x="2143125" y="2825750"/>
          <p14:tracePt t="6326" x="2132013" y="2825750"/>
          <p14:tracePt t="6335" x="2132013" y="2838450"/>
          <p14:tracePt t="6343" x="2119313" y="2851150"/>
          <p14:tracePt t="6380" x="2106613" y="2851150"/>
          <p14:tracePt t="6520" x="2106613" y="2862263"/>
          <p14:tracePt t="6632" x="2095500" y="2862263"/>
          <p14:tracePt t="6635" x="2082800" y="2862263"/>
          <p14:tracePt t="6652" x="2070100" y="2862263"/>
          <p14:tracePt t="6665" x="2058988" y="2862263"/>
          <p14:tracePt t="6672" x="2046288" y="2862263"/>
          <p14:tracePt t="6692" x="2033588" y="2862263"/>
          <p14:tracePt t="6705" x="2022475" y="2862263"/>
          <p14:tracePt t="6727" x="2009775" y="2851150"/>
          <p14:tracePt t="6740" x="1997075" y="2851150"/>
          <p14:tracePt t="6755" x="1985963" y="2851150"/>
          <p14:tracePt t="6760" x="1985963" y="2838450"/>
          <p14:tracePt t="6812" x="1973263" y="2838450"/>
          <p14:tracePt t="6947" x="1973263" y="2825750"/>
          <p14:tracePt t="7045" x="1973263" y="2814638"/>
          <p14:tracePt t="7140" x="1985963" y="2814638"/>
          <p14:tracePt t="7145" x="1997075" y="2801938"/>
          <p14:tracePt t="7152" x="2009775" y="2801938"/>
          <p14:tracePt t="7165" x="2022475" y="2789238"/>
          <p14:tracePt t="7166" x="2033588" y="2789238"/>
          <p14:tracePt t="7172" x="2033588" y="2776538"/>
          <p14:tracePt t="7175" x="2046288" y="2776538"/>
          <p14:tracePt t="7184" x="2058988" y="2776538"/>
          <p14:tracePt t="7192" x="2082800" y="2765425"/>
          <p14:tracePt t="7200" x="2132013" y="2740025"/>
          <p14:tracePt t="7209" x="2168525" y="2728913"/>
          <p14:tracePt t="7217" x="2228850" y="2703513"/>
          <p14:tracePt t="7226" x="2278063" y="2679700"/>
          <p14:tracePt t="7234" x="2314575" y="2679700"/>
          <p14:tracePt t="7242" x="2374900" y="2655888"/>
          <p14:tracePt t="7250" x="2411413" y="2643188"/>
          <p14:tracePt t="7258" x="2447925" y="2643188"/>
          <p14:tracePt t="7267" x="2497138" y="2630488"/>
          <p14:tracePt t="7275" x="2533650" y="2619375"/>
          <p14:tracePt t="7283" x="2546350" y="2606675"/>
          <p14:tracePt t="7292" x="2582863" y="2593975"/>
          <p14:tracePt t="7300" x="2630488" y="2582863"/>
          <p14:tracePt t="7309" x="2692400" y="2570163"/>
          <p14:tracePt t="7317" x="2728913" y="2557463"/>
          <p14:tracePt t="7325" x="2776538" y="2533650"/>
          <p14:tracePt t="7333" x="2849563" y="2520950"/>
          <p14:tracePt t="7342" x="2911475" y="2509838"/>
          <p14:tracePt t="7350" x="2959100" y="2497138"/>
          <p14:tracePt t="7358" x="2984500" y="2497138"/>
          <p14:tracePt t="7367" x="2995613" y="2484438"/>
          <p14:tracePt t="7375" x="3008313" y="2484438"/>
          <p14:tracePt t="7383" x="3008313" y="2473325"/>
          <p14:tracePt t="7395" x="3021013" y="2473325"/>
          <p14:tracePt t="7407" x="3032125" y="2473325"/>
          <p14:tracePt t="7420" x="3057525" y="2473325"/>
          <p14:tracePt t="7425" x="3057525" y="2460625"/>
          <p14:tracePt t="7426" x="3068638" y="2460625"/>
          <p14:tracePt t="7434" x="3081338" y="2447925"/>
          <p14:tracePt t="7442" x="3105150" y="2447925"/>
          <p14:tracePt t="7450" x="3141663" y="2436813"/>
          <p14:tracePt t="7458" x="3167063" y="2411413"/>
          <p14:tracePt t="7467" x="3190875" y="2411413"/>
          <p14:tracePt t="7475" x="3203575" y="2411413"/>
          <p14:tracePt t="7483" x="3203575" y="2400300"/>
          <p14:tracePt t="7492" x="3214688" y="2387600"/>
          <p14:tracePt t="7500" x="3227388" y="2374900"/>
          <p14:tracePt t="7508" x="3240088" y="2374900"/>
          <p14:tracePt t="7517" x="3263900" y="2363788"/>
          <p14:tracePt t="7525" x="3263900" y="2351088"/>
          <p14:tracePt t="7533" x="3289300" y="2338388"/>
          <p14:tracePt t="7542" x="3313113" y="2327275"/>
          <p14:tracePt t="7550" x="3325813" y="2314575"/>
          <p14:tracePt t="7558" x="3349625" y="2301875"/>
          <p14:tracePt t="7567" x="3349625" y="2290763"/>
          <p14:tracePt t="7575" x="3362325" y="2290763"/>
          <p14:tracePt t="7592" x="3373438" y="2290763"/>
          <p14:tracePt t="7600" x="3373438" y="2278063"/>
          <p14:tracePt t="7612" x="3373438" y="2265363"/>
          <p14:tracePt t="7620" x="3386138" y="2265363"/>
          <p14:tracePt t="7627" x="3386138" y="2254250"/>
          <p14:tracePt t="7645" x="3398838" y="2254250"/>
          <p14:tracePt t="7660" x="3398838" y="2241550"/>
          <p14:tracePt t="7787" x="3398838" y="2228850"/>
          <p14:tracePt t="7827" x="3386138" y="2228850"/>
          <p14:tracePt t="7832" x="3373438" y="2228850"/>
          <p14:tracePt t="7841" x="3362325" y="2217738"/>
          <p14:tracePt t="7850" x="3336925" y="2205038"/>
          <p14:tracePt t="7858" x="3313113" y="2205038"/>
          <p14:tracePt t="7866" x="3276600" y="2192338"/>
          <p14:tracePt t="7883" x="3252788" y="2179638"/>
          <p14:tracePt t="7891" x="3240088" y="2179638"/>
          <p14:tracePt t="7900" x="3214688" y="2168525"/>
          <p14:tracePt t="7908" x="3203575" y="2168525"/>
          <p14:tracePt t="7986" x="3214688" y="2168525"/>
          <p14:tracePt t="7992" x="3252788" y="2168525"/>
          <p14:tracePt t="7995" x="3276600" y="2155825"/>
          <p14:tracePt t="8000" x="3300413" y="2155825"/>
          <p14:tracePt t="8008" x="3362325" y="2155825"/>
          <p14:tracePt t="8016" x="3446463" y="2155825"/>
          <p14:tracePt t="8025" x="3508375" y="2155825"/>
          <p14:tracePt t="8033" x="3738563" y="2168525"/>
          <p14:tracePt t="8041" x="3884613" y="2179638"/>
          <p14:tracePt t="8050" x="4019550" y="2192338"/>
          <p14:tracePt t="8058" x="4116388" y="2205038"/>
          <p14:tracePt t="8066" x="4189413" y="2217738"/>
          <p14:tracePt t="8075" x="4202113" y="2217738"/>
          <p14:tracePt t="8135" x="4214813" y="2217738"/>
          <p14:tracePt t="8147" x="4225925" y="2217738"/>
          <p14:tracePt t="8285" x="4214813" y="2217738"/>
          <p14:tracePt t="8292" x="4202113" y="2217738"/>
          <p14:tracePt t="8305" x="4189413" y="2217738"/>
          <p14:tracePt t="8306" x="4178300" y="2217738"/>
          <p14:tracePt t="8315" x="4152900" y="2217738"/>
          <p14:tracePt t="8320" x="4129088" y="2217738"/>
          <p14:tracePt t="8326" x="4105275" y="2228850"/>
          <p14:tracePt t="8333" x="4092575" y="2228850"/>
          <p14:tracePt t="8341" x="4043363" y="2228850"/>
          <p14:tracePt t="8349" x="4006850" y="2228850"/>
          <p14:tracePt t="8358" x="3959225" y="2228850"/>
          <p14:tracePt t="8366" x="3933825" y="2228850"/>
          <p14:tracePt t="8374" x="3884613" y="2241550"/>
          <p14:tracePt t="8382" x="3860800" y="2241550"/>
          <p14:tracePt t="8391" x="3836988" y="2254250"/>
          <p14:tracePt t="8399" x="3811588" y="2254250"/>
          <p14:tracePt t="8407" x="3775075" y="2265363"/>
          <p14:tracePt t="8416" x="3751263" y="2265363"/>
          <p14:tracePt t="8424" x="3738563" y="2265363"/>
          <p14:tracePt t="8432" x="3702050" y="2278063"/>
          <p14:tracePt t="8441" x="3690938" y="2290763"/>
          <p14:tracePt t="8449" x="3678238" y="2301875"/>
          <p14:tracePt t="8457" x="3654425" y="2314575"/>
          <p14:tracePt t="8466" x="3641725" y="2327275"/>
          <p14:tracePt t="8474" x="3617913" y="2338388"/>
          <p14:tracePt t="8482" x="3617913" y="2351088"/>
          <p14:tracePt t="8491" x="3605213" y="2374900"/>
          <p14:tracePt t="8499" x="3592513" y="2387600"/>
          <p14:tracePt t="8507" x="3592513" y="2411413"/>
          <p14:tracePt t="8525" x="3592513" y="2424113"/>
          <p14:tracePt t="8526" x="3592513" y="2436813"/>
          <p14:tracePt t="8540" x="3605213" y="2447925"/>
          <p14:tracePt t="8547" x="3605213" y="2460625"/>
          <p14:tracePt t="8549" x="3605213" y="2473325"/>
          <p14:tracePt t="8557" x="3617913" y="2473325"/>
          <p14:tracePt t="8566" x="3617913" y="2497138"/>
          <p14:tracePt t="8574" x="3629025" y="2509838"/>
          <p14:tracePt t="8582" x="3629025" y="2520950"/>
          <p14:tracePt t="8591" x="3641725" y="2533650"/>
          <p14:tracePt t="8599" x="3654425" y="2557463"/>
          <p14:tracePt t="8607" x="3665538" y="2557463"/>
          <p14:tracePt t="8616" x="3665538" y="2570163"/>
          <p14:tracePt t="8625" x="3665538" y="2582863"/>
          <p14:tracePt t="8634" x="3665538" y="2593975"/>
          <p14:tracePt t="8665" x="3678238" y="2593975"/>
          <p14:tracePt t="8675" x="3678238" y="2606675"/>
          <p14:tracePt t="8715" x="3678238" y="2619375"/>
          <p14:tracePt t="8733" x="3665538" y="2619375"/>
          <p14:tracePt t="8735" x="3654425" y="2630488"/>
          <p14:tracePt t="8745" x="3641725" y="2630488"/>
          <p14:tracePt t="8752" x="3641725" y="2643188"/>
          <p14:tracePt t="8757" x="3629025" y="2643188"/>
          <p14:tracePt t="8766" x="3617913" y="2643188"/>
          <p14:tracePt t="8774" x="3617913" y="2655888"/>
          <p14:tracePt t="8784" x="3605213" y="2655888"/>
          <p14:tracePt t="8800" x="3592513" y="2655888"/>
          <p14:tracePt t="8820" x="3581400" y="2655888"/>
          <p14:tracePt t="8835" x="3568700" y="2655888"/>
          <p14:tracePt t="8945" x="3581400" y="2655888"/>
          <p14:tracePt t="8952" x="3605213" y="2655888"/>
          <p14:tracePt t="8955" x="3617913" y="2655888"/>
          <p14:tracePt t="8960" x="3654425" y="2655888"/>
          <p14:tracePt t="8965" x="3678238" y="2655888"/>
          <p14:tracePt t="8974" x="3738563" y="2667000"/>
          <p14:tracePt t="8982" x="3787775" y="2667000"/>
          <p14:tracePt t="8990" x="3848100" y="2667000"/>
          <p14:tracePt t="8999" x="3884613" y="2679700"/>
          <p14:tracePt t="9007" x="3959225" y="2692400"/>
          <p14:tracePt t="9015" x="3983038" y="2703513"/>
          <p14:tracePt t="9024" x="3995738" y="2703513"/>
          <p14:tracePt t="9032" x="4006850" y="2703513"/>
          <p14:tracePt t="9040" x="4019550" y="2703513"/>
          <p14:tracePt t="9048" x="4032250" y="2703513"/>
          <p14:tracePt t="9057" x="4043363" y="2703513"/>
          <p14:tracePt t="9065" x="4056063" y="2703513"/>
          <p14:tracePt t="9120" x="4056063" y="2716213"/>
          <p14:tracePt t="9127" x="4056063" y="2728913"/>
          <p14:tracePt t="9132" x="4043363" y="2728913"/>
          <p14:tracePt t="9145" x="4032250" y="2740025"/>
          <p14:tracePt t="9146" x="4019550" y="2752725"/>
          <p14:tracePt t="9155" x="4006850" y="2765425"/>
          <p14:tracePt t="9160" x="3995738" y="2765425"/>
          <p14:tracePt t="9165" x="3983038" y="2765425"/>
          <p14:tracePt t="9173" x="3959225" y="2776538"/>
          <p14:tracePt t="9182" x="3946525" y="2789238"/>
          <p14:tracePt t="9190" x="3933825" y="2789238"/>
          <p14:tracePt t="9198" x="3921125" y="2801938"/>
          <p14:tracePt t="9207" x="3910013" y="2814638"/>
          <p14:tracePt t="9215" x="3884613" y="2814638"/>
          <p14:tracePt t="9225" x="3884613" y="2825750"/>
          <p14:tracePt t="9232" x="3873500" y="2825750"/>
          <p14:tracePt t="9240" x="3860800" y="2838450"/>
          <p14:tracePt t="9248" x="3836988" y="2851150"/>
          <p14:tracePt t="9257" x="3824288" y="2862263"/>
          <p14:tracePt t="9265" x="3811588" y="2862263"/>
          <p14:tracePt t="9273" x="3800475" y="2887663"/>
          <p14:tracePt t="9282" x="3775075" y="2887663"/>
          <p14:tracePt t="9290" x="3763963" y="2898775"/>
          <p14:tracePt t="9300" x="3763963" y="2911475"/>
          <p14:tracePt t="9360" x="3763963" y="2924175"/>
          <p14:tracePt t="9365" x="3751263" y="2924175"/>
          <p14:tracePt t="9373" x="3751263" y="2935288"/>
          <p14:tracePt t="9385" x="3751263" y="2947988"/>
          <p14:tracePt t="9440" x="3751263" y="2960688"/>
          <p14:tracePt t="9445" x="3738563" y="2960688"/>
          <p14:tracePt t="9457" x="3738563" y="2971800"/>
          <p14:tracePt t="9466" x="3714750" y="2971800"/>
          <p14:tracePt t="9473" x="3702050" y="2971800"/>
          <p14:tracePt t="9481" x="3678238" y="2997200"/>
          <p14:tracePt t="9498" x="3605213" y="3021013"/>
          <p14:tracePt t="9506" x="3519488" y="3033713"/>
          <p14:tracePt t="9515" x="3482975" y="3033713"/>
          <p14:tracePt t="9523" x="3435350" y="3044825"/>
          <p14:tracePt t="9532" x="3386138" y="3044825"/>
          <p14:tracePt t="9540" x="3362325" y="3057525"/>
          <p14:tracePt t="9548" x="3325813" y="3057525"/>
          <p14:tracePt t="9556" x="3313113" y="3057525"/>
          <p14:tracePt t="9565" x="3289300" y="3070225"/>
          <p14:tracePt t="9580" x="3276600" y="3070225"/>
          <p14:tracePt t="9592" x="3263900" y="3070225"/>
          <p14:tracePt t="9805" x="3276600" y="3070225"/>
          <p14:tracePt t="9820" x="3289300" y="3070225"/>
          <p14:tracePt t="9825" x="3300413" y="3070225"/>
          <p14:tracePt t="9826" x="3300413" y="3081338"/>
          <p14:tracePt t="9835" x="3313113" y="3081338"/>
          <p14:tracePt t="9840" x="3325813" y="3081338"/>
          <p14:tracePt t="9849" x="3336925" y="3094038"/>
          <p14:tracePt t="9856" x="3349625" y="3094038"/>
          <p14:tracePt t="9864" x="3362325" y="3094038"/>
          <p14:tracePt t="9873" x="3386138" y="3094038"/>
          <p14:tracePt t="9881" x="3409950" y="3106738"/>
          <p14:tracePt t="9889" x="3435350" y="3106738"/>
          <p14:tracePt t="9898" x="3459163" y="3106738"/>
          <p14:tracePt t="9906" x="3471863" y="3106738"/>
          <p14:tracePt t="9920" x="3482975" y="3106738"/>
          <p14:tracePt t="9927" x="3495675" y="3106738"/>
          <p14:tracePt t="9940" x="3508375" y="3106738"/>
          <p14:tracePt t="9945" x="3532188" y="3117850"/>
          <p14:tracePt t="9952" x="3544888" y="3117850"/>
          <p14:tracePt t="9956" x="3556000" y="3117850"/>
          <p14:tracePt t="9965" x="3568700" y="3117850"/>
          <p14:tracePt t="9973" x="3605213" y="3117850"/>
          <p14:tracePt t="9981" x="3641725" y="3117850"/>
          <p14:tracePt t="9989" x="3690938" y="3117850"/>
          <p14:tracePt t="9998" x="3727450" y="3130550"/>
          <p14:tracePt t="10006" x="3751263" y="3130550"/>
          <p14:tracePt t="10014" x="3787775" y="3130550"/>
          <p14:tracePt t="10023" x="3824288" y="3130550"/>
          <p14:tracePt t="10031" x="3860800" y="3130550"/>
          <p14:tracePt t="10039" x="3884613" y="3130550"/>
          <p14:tracePt t="10048" x="3921125" y="3130550"/>
          <p14:tracePt t="10056" x="3933825" y="3130550"/>
          <p14:tracePt t="10064" x="3959225" y="3130550"/>
          <p14:tracePt t="10073" x="4019550" y="3130550"/>
          <p14:tracePt t="10081" x="4056063" y="3130550"/>
          <p14:tracePt t="10089" x="4116388" y="3130550"/>
          <p14:tracePt t="10097" x="4165600" y="3130550"/>
          <p14:tracePt t="10106" x="4225925" y="3130550"/>
          <p14:tracePt t="10115" x="4275138" y="3130550"/>
          <p14:tracePt t="10115" x="4287838" y="3130550"/>
          <p14:tracePt t="10122" x="4298950" y="3130550"/>
          <p14:tracePt t="10131" x="4324350" y="3130550"/>
          <p14:tracePt t="10140" x="4335463" y="3130550"/>
          <p14:tracePt t="10195" x="4348163" y="3130550"/>
          <p14:tracePt t="10205" x="4360863" y="3130550"/>
          <p14:tracePt t="10212" x="4371975" y="3130550"/>
          <p14:tracePt t="10214" x="4384675" y="3130550"/>
          <p14:tracePt t="10245" x="4397375" y="3130550"/>
          <p14:tracePt t="10527" x="4384675" y="3130550"/>
          <p14:tracePt t="10532" x="4371975" y="3130550"/>
          <p14:tracePt t="10540" x="4360863" y="3130550"/>
          <p14:tracePt t="10545" x="4348163" y="3130550"/>
          <p14:tracePt t="10547" x="4335463" y="3130550"/>
          <p14:tracePt t="10555" x="4311650" y="3130550"/>
          <p14:tracePt t="10564" x="4262438" y="3117850"/>
          <p14:tracePt t="10572" x="4189413" y="3106738"/>
          <p14:tracePt t="10580" x="4141788" y="3094038"/>
          <p14:tracePt t="10589" x="4105275" y="3081338"/>
          <p14:tracePt t="10597" x="4068763" y="3070225"/>
          <p14:tracePt t="10606" x="4043363" y="3057525"/>
          <p14:tracePt t="10614" x="4032250" y="3057525"/>
          <p14:tracePt t="10624" x="4019550" y="3057525"/>
          <p14:tracePt t="10645" x="4006850" y="3057525"/>
          <p14:tracePt t="10652" x="3995738" y="3057525"/>
          <p14:tracePt t="10660" x="3983038" y="3057525"/>
          <p14:tracePt t="10672" x="3970338" y="3044825"/>
          <p14:tracePt t="10675" x="3959225" y="3044825"/>
          <p14:tracePt t="10685" x="3946525" y="3044825"/>
          <p14:tracePt t="10689" x="3933825" y="3044825"/>
          <p14:tracePt t="10697" x="3921125" y="3044825"/>
          <p14:tracePt t="10715" x="3921125" y="3033713"/>
          <p14:tracePt t="10767" x="3910013" y="3033713"/>
          <p14:tracePt t="10775" x="3897313" y="3033713"/>
          <p14:tracePt t="10780" x="3897313" y="3021013"/>
          <p14:tracePt t="10789" x="3884613" y="3021013"/>
          <p14:tracePt t="10797" x="3873500" y="3021013"/>
          <p14:tracePt t="10805" x="3860800" y="3021013"/>
          <p14:tracePt t="10815" x="3848100" y="3008313"/>
          <p14:tracePt t="10824" x="3824288" y="2997200"/>
          <p14:tracePt t="10835" x="3811588" y="2997200"/>
          <p14:tracePt t="10839" x="3800475" y="2984500"/>
          <p14:tracePt t="10847" x="3787775" y="2971800"/>
          <p14:tracePt t="10855" x="3763963" y="2960688"/>
          <p14:tracePt t="10863" x="3751263" y="2960688"/>
          <p14:tracePt t="10872" x="3727450" y="2947988"/>
          <p14:tracePt t="10880" x="3678238" y="2911475"/>
          <p14:tracePt t="10888" x="3641725" y="2874963"/>
          <p14:tracePt t="10897" x="3581400" y="2825750"/>
          <p14:tracePt t="10905" x="3519488" y="2765425"/>
          <p14:tracePt t="10913" x="3459163" y="2703513"/>
          <p14:tracePt t="10922" x="3409950" y="2643188"/>
          <p14:tracePt t="10930" x="3373438" y="2606675"/>
          <p14:tracePt t="10938" x="3325813" y="2546350"/>
          <p14:tracePt t="10947" x="3276600" y="2497138"/>
          <p14:tracePt t="10955" x="3252788" y="2484438"/>
          <p14:tracePt t="10963" x="3240088" y="2473325"/>
          <p14:tracePt t="10972" x="3240088" y="2460625"/>
          <p14:tracePt t="10980" x="3227388" y="2460625"/>
          <p14:tracePt t="11005" x="3214688" y="2460625"/>
          <p14:tracePt t="11047" x="3214688" y="2447925"/>
          <p14:tracePt t="11160" x="3203575" y="2447925"/>
          <p14:tracePt t="11165" x="3203575" y="2436813"/>
          <p14:tracePt t="11172" x="3203575" y="2424113"/>
          <p14:tracePt t="11187" x="3203575" y="2411413"/>
          <p14:tracePt t="11227" x="3203575" y="2400300"/>
          <p14:tracePt t="11235" x="3203575" y="2387600"/>
          <p14:tracePt t="11240" x="3190875" y="2387600"/>
          <p14:tracePt t="11255" x="3190875" y="2374900"/>
          <p14:tracePt t="11260" x="3190875" y="2363788"/>
          <p14:tracePt t="11265" x="3190875" y="2351088"/>
          <p14:tracePt t="11272" x="3190875" y="2338388"/>
          <p14:tracePt t="11280" x="3190875" y="2327275"/>
          <p14:tracePt t="11292" x="3190875" y="2314575"/>
          <p14:tracePt t="11296" x="3190875" y="2301875"/>
          <p14:tracePt t="11355" x="3190875" y="2290763"/>
          <p14:tracePt t="11365" x="3178175" y="2290763"/>
          <p14:tracePt t="11372" x="3178175" y="2278063"/>
          <p14:tracePt t="11380" x="3178175" y="2265363"/>
          <p14:tracePt t="11395" x="3178175" y="2254250"/>
          <p14:tracePt t="11400" x="3178175" y="2241550"/>
          <p14:tracePt t="11415" x="3178175" y="2228850"/>
          <p14:tracePt t="11425" x="3178175" y="2217738"/>
          <p14:tracePt t="11426" x="3178175" y="2205038"/>
          <p14:tracePt t="11440" x="3167063" y="2205038"/>
          <p14:tracePt t="11452" x="3167063" y="2192338"/>
          <p14:tracePt t="11467" x="3167063" y="2179638"/>
          <p14:tracePt t="11485" x="3154363" y="2179638"/>
          <p14:tracePt t="11520" x="3154363" y="2168525"/>
          <p14:tracePt t="11532" x="3141663" y="2168525"/>
          <p14:tracePt t="11540" x="3141663" y="2155825"/>
          <p14:tracePt t="11567" x="3141663" y="2143125"/>
          <p14:tracePt t="11612" x="3130550" y="2143125"/>
          <p14:tracePt t="12180" x="3141663" y="2143125"/>
          <p14:tracePt t="12185" x="3154363" y="2143125"/>
          <p14:tracePt t="12187" x="3167063" y="2143125"/>
          <p14:tracePt t="12196" x="3190875" y="2132013"/>
          <p14:tracePt t="12204" x="3203575" y="2119313"/>
          <p14:tracePt t="12212" x="3276600" y="2106613"/>
          <p14:tracePt t="12221" x="3325813" y="2106613"/>
          <p14:tracePt t="12229" x="3373438" y="2106613"/>
          <p14:tracePt t="12237" x="3446463" y="2106613"/>
          <p14:tracePt t="12246" x="3519488" y="2106613"/>
          <p14:tracePt t="12254" x="3581400" y="2106613"/>
          <p14:tracePt t="12262" x="3605213" y="2106613"/>
          <p14:tracePt t="12270" x="3629025" y="2106613"/>
          <p14:tracePt t="12325" x="3641725" y="2106613"/>
          <p14:tracePt t="12340" x="3654425" y="2106613"/>
          <p14:tracePt t="12647" x="3641725" y="2106613"/>
          <p14:tracePt t="12655" x="3629025" y="2106613"/>
          <p14:tracePt t="12660" x="3617913" y="2106613"/>
          <p14:tracePt t="12666" x="3592513" y="2106613"/>
          <p14:tracePt t="12672" x="3568700" y="2106613"/>
          <p14:tracePt t="12680" x="3544888" y="2106613"/>
          <p14:tracePt t="12687" x="3508375" y="2106613"/>
          <p14:tracePt t="12695" x="3482975" y="2106613"/>
          <p14:tracePt t="12703" x="3471863" y="2106613"/>
          <p14:tracePt t="12712" x="3446463" y="2106613"/>
          <p14:tracePt t="12720" x="3422650" y="2106613"/>
          <p14:tracePt t="12772" x="3409950" y="2106613"/>
          <p14:tracePt t="12780" x="3398838" y="2106613"/>
          <p14:tracePt t="12786" x="3386138" y="2106613"/>
          <p14:tracePt t="12792" x="3373438" y="2106613"/>
          <p14:tracePt t="12795" x="3362325" y="2106613"/>
          <p14:tracePt t="12805" x="3349625" y="2106613"/>
          <p14:tracePt t="12812" x="3336925" y="2106613"/>
          <p14:tracePt t="12820" x="3325813" y="2106613"/>
          <p14:tracePt t="12828" x="3300413" y="2106613"/>
          <p14:tracePt t="13135" x="3313113" y="2106613"/>
          <p14:tracePt t="13145" x="3325813" y="2106613"/>
          <p14:tracePt t="13167" x="3336925" y="2106613"/>
          <p14:tracePt t="13172" x="3349625" y="2106613"/>
          <p14:tracePt t="13185" x="3362325" y="2106613"/>
          <p14:tracePt t="13186" x="3373438" y="2106613"/>
          <p14:tracePt t="13195" x="3386138" y="2106613"/>
          <p14:tracePt t="13212" x="3398838" y="2106613"/>
          <p14:tracePt t="13247" x="3409950" y="2106613"/>
          <p14:tracePt t="13267" x="3422650" y="2106613"/>
          <p14:tracePt t="13271" x="3435350" y="2106613"/>
          <p14:tracePt t="13280" x="3446463" y="2106613"/>
          <p14:tracePt t="13287" x="3459163" y="2106613"/>
          <p14:tracePt t="13295" x="3471863" y="2106613"/>
          <p14:tracePt t="13307" x="3482975" y="2106613"/>
          <p14:tracePt t="13315" x="3495675" y="2106613"/>
          <p14:tracePt t="13327" x="3508375" y="2106613"/>
          <p14:tracePt t="13365" x="3519488" y="2106613"/>
          <p14:tracePt t="13372" x="3532188" y="2106613"/>
          <p14:tracePt t="13385" x="3544888" y="2106613"/>
          <p14:tracePt t="13386" x="3556000" y="2106613"/>
          <p14:tracePt t="13394" x="3568700" y="2106613"/>
          <p14:tracePt t="13403" x="3581400" y="2106613"/>
          <p14:tracePt t="13411" x="3592513" y="2106613"/>
          <p14:tracePt t="13420" x="3605213" y="2119313"/>
          <p14:tracePt t="13428" x="3629025" y="2119313"/>
          <p14:tracePt t="13465" x="3641725" y="2119313"/>
          <p14:tracePt t="13492" x="3654425" y="2119313"/>
          <p14:tracePt t="13507" x="3665538" y="2119313"/>
          <p14:tracePt t="13527" x="3678238" y="2119313"/>
          <p14:tracePt t="13560" x="3690938" y="2119313"/>
          <p14:tracePt t="13585" x="3702050" y="2119313"/>
          <p14:tracePt t="13586" x="3714750" y="2119313"/>
          <p14:tracePt t="13595" x="3727450" y="2119313"/>
          <p14:tracePt t="13605" x="3738563" y="2119313"/>
          <p14:tracePt t="14460" x="3738563" y="2132013"/>
          <p14:tracePt t="14472" x="3727450" y="2132013"/>
          <p14:tracePt t="14475" x="3714750" y="2143125"/>
          <p14:tracePt t="14485" x="3702050" y="2143125"/>
          <p14:tracePt t="14486" x="3702050" y="2155825"/>
          <p14:tracePt t="14493" x="3690938" y="2155825"/>
          <p14:tracePt t="14502" x="3678238" y="2155825"/>
          <p14:tracePt t="14510" x="3654425" y="2168525"/>
          <p14:tracePt t="14518" x="3617913" y="2192338"/>
          <p14:tracePt t="14527" x="3568700" y="2205038"/>
          <p14:tracePt t="14535" x="3556000" y="2217738"/>
          <p14:tracePt t="14543" x="3508375" y="2254250"/>
          <p14:tracePt t="14552" x="3482975" y="2265363"/>
          <p14:tracePt t="14560" x="3446463" y="2301875"/>
          <p14:tracePt t="14568" x="3409950" y="2351088"/>
          <p14:tracePt t="14577" x="3373438" y="2387600"/>
          <p14:tracePt t="14585" x="3362325" y="2387600"/>
          <p14:tracePt t="14593" x="3325813" y="2436813"/>
          <p14:tracePt t="14602" x="3313113" y="2484438"/>
          <p14:tracePt t="14610" x="3289300" y="2533650"/>
          <p14:tracePt t="14618" x="3276600" y="2582863"/>
          <p14:tracePt t="14627" x="3252788" y="2643188"/>
          <p14:tracePt t="14635" x="3240088" y="2667000"/>
          <p14:tracePt t="14643" x="3227388" y="2716213"/>
          <p14:tracePt t="14652" x="3203575" y="2765425"/>
          <p14:tracePt t="14660" x="3190875" y="2789238"/>
          <p14:tracePt t="14668" x="3190875" y="2825750"/>
          <p14:tracePt t="14676" x="3178175" y="2851150"/>
          <p14:tracePt t="14685" x="3167063" y="2851150"/>
          <p14:tracePt t="14693" x="3154363" y="2887663"/>
          <p14:tracePt t="14702" x="3141663" y="2898775"/>
          <p14:tracePt t="14710" x="3130550" y="2924175"/>
          <p14:tracePt t="14718" x="3117850" y="2924175"/>
          <p14:tracePt t="14727" x="3105150" y="2947988"/>
          <p14:tracePt t="14735" x="3094038" y="2960688"/>
          <p14:tracePt t="14743" x="3081338" y="2971800"/>
          <p14:tracePt t="14752" x="3057525" y="2984500"/>
          <p14:tracePt t="14760" x="3032125" y="3008313"/>
          <p14:tracePt t="14768" x="2995613" y="3021013"/>
          <p14:tracePt t="14776" x="2971800" y="3033713"/>
          <p14:tracePt t="14785" x="2947988" y="3044825"/>
          <p14:tracePt t="14793" x="2898775" y="3057525"/>
          <p14:tracePt t="14801" x="2886075" y="3057525"/>
          <p14:tracePt t="14810" x="2862263" y="3070225"/>
          <p14:tracePt t="14818" x="2838450" y="3081338"/>
          <p14:tracePt t="14826" x="2801938" y="3094038"/>
          <p14:tracePt t="14835" x="2789238" y="3094038"/>
          <p14:tracePt t="14843" x="2776538" y="3094038"/>
          <p14:tracePt t="14852" x="2765425" y="3094038"/>
          <p14:tracePt t="14867" x="2752725" y="3094038"/>
          <p14:tracePt t="15085" x="2765425" y="3094038"/>
          <p14:tracePt t="15092" x="2776538" y="3094038"/>
          <p14:tracePt t="15095" x="2789238" y="3094038"/>
          <p14:tracePt t="15101" x="2801938" y="3106738"/>
          <p14:tracePt t="15110" x="2825750" y="3106738"/>
          <p14:tracePt t="15118" x="2849563" y="3117850"/>
          <p14:tracePt t="15126" x="2922588" y="3117850"/>
          <p14:tracePt t="15135" x="2947988" y="3130550"/>
          <p14:tracePt t="15143" x="2971800" y="3130550"/>
          <p14:tracePt t="15152" x="2995613" y="3130550"/>
          <p14:tracePt t="15152" x="3021013" y="3143250"/>
          <p14:tracePt t="15160" x="3032125" y="3143250"/>
          <p14:tracePt t="15168" x="3068638" y="3143250"/>
          <p14:tracePt t="15176" x="3094038" y="3143250"/>
          <p14:tracePt t="15185" x="3105150" y="3143250"/>
          <p14:tracePt t="15193" x="3130550" y="3143250"/>
          <p14:tracePt t="15201" x="3154363" y="3143250"/>
          <p14:tracePt t="15209" x="3190875" y="3143250"/>
          <p14:tracePt t="15218" x="3227388" y="3154363"/>
          <p14:tracePt t="15226" x="3289300" y="3154363"/>
          <p14:tracePt t="15234" x="3313113" y="3167063"/>
          <p14:tracePt t="15243" x="3349625" y="3167063"/>
          <p14:tracePt t="15251" x="3373438" y="3167063"/>
          <p14:tracePt t="15259" x="3398838" y="3179763"/>
          <p14:tracePt t="15268" x="3422650" y="3179763"/>
          <p14:tracePt t="15276" x="3435350" y="3179763"/>
          <p14:tracePt t="15285" x="3459163" y="3179763"/>
          <p14:tracePt t="15293" x="3482975" y="3179763"/>
          <p14:tracePt t="15301" x="3519488" y="3179763"/>
          <p14:tracePt t="15309" x="3556000" y="3179763"/>
          <p14:tracePt t="15318" x="3605213" y="3179763"/>
          <p14:tracePt t="15326" x="3641725" y="3179763"/>
          <p14:tracePt t="15334" x="3678238" y="3179763"/>
          <p14:tracePt t="15343" x="3702050" y="3179763"/>
          <p14:tracePt t="15351" x="3738563" y="3179763"/>
          <p14:tracePt t="15359" x="3763963" y="3179763"/>
          <p14:tracePt t="15367" x="3824288" y="3179763"/>
          <p14:tracePt t="15376" x="3884613" y="3179763"/>
          <p14:tracePt t="15384" x="3897313" y="3179763"/>
          <p14:tracePt t="15393" x="3970338" y="3179763"/>
          <p14:tracePt t="15401" x="4032250" y="3179763"/>
          <p14:tracePt t="15409" x="4079875" y="3190875"/>
          <p14:tracePt t="15418" x="4105275" y="3190875"/>
          <p14:tracePt t="15840" x="4105275" y="3203575"/>
          <p14:tracePt t="15845" x="4092575" y="3203575"/>
          <p14:tracePt t="15855" x="4079875" y="3203575"/>
          <p14:tracePt t="16015" x="4105275" y="3203575"/>
          <p14:tracePt t="16020" x="4116388" y="3203575"/>
          <p14:tracePt t="16025" x="4141788" y="3190875"/>
          <p14:tracePt t="16027" x="4165600" y="3190875"/>
          <p14:tracePt t="16034" x="4178300" y="3190875"/>
          <p14:tracePt t="16042" x="4214813" y="3190875"/>
          <p14:tracePt t="16050" x="4251325" y="3190875"/>
          <p14:tracePt t="16059" x="4287838" y="3190875"/>
          <p14:tracePt t="16067" x="4348163" y="3227388"/>
          <p14:tracePt t="16075" x="4371975" y="3289300"/>
          <p14:tracePt t="16083" x="4371975" y="3300413"/>
          <p14:tracePt t="16092" x="4360863" y="3325813"/>
          <p14:tracePt t="16340" x="4360863" y="3349625"/>
          <p14:tracePt t="16345" x="4421188" y="3362325"/>
          <p14:tracePt t="16350" x="4530725" y="3373438"/>
          <p14:tracePt t="16358" x="4775200" y="3398838"/>
          <p14:tracePt t="16367" x="5005388" y="3398838"/>
          <p14:tracePt t="16375" x="5018088" y="3398838"/>
          <p14:tracePt t="16383" x="5054600" y="3373438"/>
          <p14:tracePt t="16392" x="5114925" y="3349625"/>
          <p14:tracePt t="16400" x="5151438" y="3349625"/>
          <p14:tracePt t="16408" x="5176838" y="3336925"/>
          <p14:tracePt t="16417" x="5187950" y="3336925"/>
          <p14:tracePt t="16425" x="5187950" y="3325813"/>
          <p14:tracePt t="16435" x="5200650" y="3313113"/>
          <p14:tracePt t="16441" x="5213350" y="3313113"/>
          <p14:tracePt t="16450" x="5273675" y="3313113"/>
          <p14:tracePt t="16458" x="5322888" y="3313113"/>
          <p14:tracePt t="16467" x="5456238" y="3300413"/>
          <p14:tracePt t="16475" x="5518150" y="3300413"/>
          <p14:tracePt t="16483" x="5627688" y="3300413"/>
          <p14:tracePt t="16492" x="5724525" y="3289300"/>
          <p14:tracePt t="16500" x="5810250" y="3289300"/>
          <p14:tracePt t="16508" x="5919788" y="3289300"/>
          <p14:tracePt t="16516" x="5967413" y="3289300"/>
          <p14:tracePt t="16525" x="5992813" y="3289300"/>
          <p14:tracePt t="16533" x="6040438" y="3289300"/>
          <p14:tracePt t="16541" x="6076950" y="3289300"/>
          <p14:tracePt t="16550" x="6115050" y="3289300"/>
          <p14:tracePt t="16558" x="6175375" y="3276600"/>
          <p14:tracePt t="16566" x="6235700" y="3263900"/>
          <p14:tracePt t="16575" x="6261100" y="3263900"/>
          <p14:tracePt t="16583" x="6345238" y="3252788"/>
          <p14:tracePt t="16592" x="6430963" y="3227388"/>
          <p14:tracePt t="16600" x="6527800" y="3203575"/>
          <p14:tracePt t="16608" x="6673850" y="3167063"/>
          <p14:tracePt t="16616" x="6746875" y="3143250"/>
          <p14:tracePt t="16625" x="6783388" y="3143250"/>
          <p14:tracePt t="16633" x="6894513" y="3117850"/>
          <p14:tracePt t="16641" x="6978650" y="3106738"/>
          <p14:tracePt t="16650" x="7064375" y="3081338"/>
          <p14:tracePt t="16658" x="7161213" y="3057525"/>
          <p14:tracePt t="16666" x="7319963" y="3021013"/>
          <p14:tracePt t="16675" x="7392988" y="3008313"/>
          <p14:tracePt t="16683" x="7502525" y="2984500"/>
          <p14:tracePt t="16691" x="7600950" y="2971800"/>
          <p14:tracePt t="16700" x="7673975" y="2960688"/>
          <p14:tracePt t="16708" x="7770813" y="2935288"/>
          <p14:tracePt t="16716" x="7843838" y="2924175"/>
          <p14:tracePt t="16725" x="7867650" y="2924175"/>
          <p14:tracePt t="16733" x="7916863" y="2911475"/>
          <p14:tracePt t="16741" x="7966075" y="2898775"/>
          <p14:tracePt t="16750" x="7989888" y="2898775"/>
          <p14:tracePt t="16758" x="8013700" y="2898775"/>
          <p14:tracePt t="16766" x="8075613" y="2898775"/>
          <p14:tracePt t="16775" x="8086725" y="2898775"/>
          <p14:tracePt t="16783" x="8135938" y="2898775"/>
          <p14:tracePt t="16791" x="8159750" y="2898775"/>
          <p14:tracePt t="16800" x="8196263" y="2898775"/>
          <p14:tracePt t="16808" x="8245475" y="2898775"/>
          <p14:tracePt t="16816" x="8270875" y="2898775"/>
          <p14:tracePt t="16825" x="8294688" y="2898775"/>
          <p14:tracePt t="16833" x="8318500" y="2898775"/>
          <p14:tracePt t="16841" x="8343900" y="2898775"/>
          <p14:tracePt t="16850" x="8380413" y="2898775"/>
          <p14:tracePt t="16858" x="8416925" y="2898775"/>
          <p14:tracePt t="16866" x="8489950" y="2898775"/>
          <p14:tracePt t="16875" x="8513763" y="2898775"/>
          <p14:tracePt t="16883" x="8574088" y="2898775"/>
          <p14:tracePt t="16892" x="8623300" y="2898775"/>
          <p14:tracePt t="16892" x="8647113" y="2898775"/>
          <p14:tracePt t="16900" x="8683625" y="2898775"/>
          <p14:tracePt t="16908" x="8769350" y="2898775"/>
          <p14:tracePt t="16916" x="8829675" y="2911475"/>
          <p14:tracePt t="16925" x="8866188" y="2924175"/>
          <p14:tracePt t="16926" x="8915400" y="2924175"/>
          <p14:tracePt t="16933" x="8939213" y="2924175"/>
          <p14:tracePt t="16941" x="9001125" y="2935288"/>
          <p14:tracePt t="16949" x="9074150" y="2947988"/>
          <p14:tracePt t="16958" x="9147175" y="2947988"/>
          <p14:tracePt t="16966" x="9244013" y="2960688"/>
          <p14:tracePt t="16975" x="9280525" y="2960688"/>
          <p14:tracePt t="16983" x="9329738" y="2971800"/>
          <p14:tracePt t="16991" x="9402763" y="2971800"/>
          <p14:tracePt t="17000" x="9451975" y="2971800"/>
          <p14:tracePt t="17008" x="9499600" y="2971800"/>
          <p14:tracePt t="17016" x="9536113" y="2971800"/>
          <p14:tracePt t="17024" x="9548813" y="2971800"/>
          <p14:tracePt t="17033" x="9585325" y="2971800"/>
          <p14:tracePt t="17041" x="9621838" y="2971800"/>
          <p14:tracePt t="17049" x="9645650" y="2971800"/>
          <p14:tracePt t="17058" x="9658350" y="2971800"/>
          <p14:tracePt t="17066" x="9683750" y="2971800"/>
          <p14:tracePt t="17100" x="9694863" y="2971800"/>
          <p14:tracePt t="17115" x="9707563" y="2971800"/>
          <p14:tracePt t="17120" x="9720263" y="2971800"/>
          <p14:tracePt t="17132" x="9731375" y="2971800"/>
          <p14:tracePt t="17140" x="9744075" y="2971800"/>
          <p14:tracePt t="17146" x="9756775" y="2971800"/>
          <p14:tracePt t="17160" x="9767888" y="2971800"/>
          <p14:tracePt t="17165" x="9780588" y="2971800"/>
          <p14:tracePt t="17185" x="9793288" y="2971800"/>
          <p14:tracePt t="17195" x="9804400" y="2971800"/>
          <p14:tracePt t="17207" x="9817100" y="2971800"/>
          <p14:tracePt t="17212" x="9829800" y="2971800"/>
          <p14:tracePt t="17216" x="9829800" y="2960688"/>
          <p14:tracePt t="17224" x="9840913" y="2960688"/>
          <p14:tracePt t="17232" x="9866313" y="2960688"/>
          <p14:tracePt t="17245" x="9877425" y="2960688"/>
          <p14:tracePt t="17249" x="9890125" y="2960688"/>
          <p14:tracePt t="17257" x="9902825" y="2960688"/>
          <p14:tracePt t="17266" x="9902825" y="2947988"/>
          <p14:tracePt t="17274" x="9913938" y="2947988"/>
          <p14:tracePt t="17282" x="9926638" y="2947988"/>
          <p14:tracePt t="17291" x="9939338" y="2947988"/>
          <p14:tracePt t="17299" x="9963150" y="2935288"/>
          <p14:tracePt t="17307" x="9999663" y="2935288"/>
          <p14:tracePt t="17316" x="10036175" y="2935288"/>
          <p14:tracePt t="17324" x="10059988" y="2924175"/>
          <p14:tracePt t="17332" x="10121900" y="2911475"/>
          <p14:tracePt t="17341" x="10158413" y="2898775"/>
          <p14:tracePt t="17349" x="10194925" y="2898775"/>
          <p14:tracePt t="17357" x="10218738" y="2898775"/>
          <p14:tracePt t="17366" x="10231438" y="2898775"/>
          <p14:tracePt t="17374" x="10255250" y="2887663"/>
          <p14:tracePt t="17382" x="10267950" y="2887663"/>
          <p14:tracePt t="17391" x="10291763" y="2887663"/>
          <p14:tracePt t="17399" x="10304463" y="2887663"/>
          <p14:tracePt t="17407" x="10340975" y="2874963"/>
          <p14:tracePt t="17416" x="10364788" y="2874963"/>
          <p14:tracePt t="17424" x="10377488" y="2874963"/>
          <p14:tracePt t="17432" x="10414000" y="2862263"/>
          <p14:tracePt t="17441" x="10437813" y="2862263"/>
          <p14:tracePt t="17449" x="10463213" y="2862263"/>
          <p14:tracePt t="17457" x="10463213" y="2851150"/>
          <p14:tracePt t="17465" x="10487025" y="2851150"/>
          <p14:tracePt t="17505" x="10487025" y="2838450"/>
          <p14:tracePt t="17525" x="10499725" y="2838450"/>
          <p14:tracePt t="17532" x="10499725" y="2825750"/>
          <p14:tracePt t="17545" x="10510838" y="2825750"/>
          <p14:tracePt t="17995" x="10510838" y="2814638"/>
          <p14:tracePt t="18067" x="10523538" y="2814638"/>
          <p14:tracePt t="18087" x="10536238" y="2814638"/>
          <p14:tracePt t="18112" x="10547350" y="2814638"/>
          <p14:tracePt t="18132" x="10560050" y="2814638"/>
          <p14:tracePt t="18135" x="10560050" y="2801938"/>
          <p14:tracePt t="18140" x="10572750" y="2801938"/>
          <p14:tracePt t="18148" x="10583863" y="2801938"/>
          <p14:tracePt t="18157" x="10609263" y="2801938"/>
          <p14:tracePt t="18166" x="10633075" y="2789238"/>
          <p14:tracePt t="18180" x="10645775" y="2789238"/>
          <p14:tracePt t="18185" x="10645775" y="2776538"/>
          <p14:tracePt t="18192" x="10656888" y="2776538"/>
          <p14:tracePt t="18400" x="10656888" y="2765425"/>
          <p14:tracePt t="18920" x="10645775" y="2765425"/>
          <p14:tracePt t="18927" x="10645775" y="2752725"/>
          <p14:tracePt t="18934" x="10645775" y="2740025"/>
          <p14:tracePt t="18940" x="10633075" y="2740025"/>
          <p14:tracePt t="18948" x="10620375" y="2740025"/>
          <p14:tracePt t="18956" x="10609263" y="2740025"/>
          <p14:tracePt t="18964" x="10596563" y="2740025"/>
          <p14:tracePt t="18972" x="10583863" y="2716213"/>
          <p14:tracePt t="18981" x="10572750" y="2703513"/>
          <p14:tracePt t="18989" x="10560050" y="2703513"/>
          <p14:tracePt t="19007" x="10547350" y="2703513"/>
          <p14:tracePt t="19015" x="10547350" y="2692400"/>
          <p14:tracePt t="19020" x="10536238" y="2692400"/>
          <p14:tracePt t="19045" x="10523538" y="2692400"/>
          <p14:tracePt t="19067" x="10523538" y="2679700"/>
          <p14:tracePt t="19112" x="10510838" y="2679700"/>
          <p14:tracePt t="19167" x="10499725" y="2679700"/>
          <p14:tracePt t="19292" x="10487025" y="2679700"/>
          <p14:tracePt t="19340" x="10474325" y="2679700"/>
          <p14:tracePt t="19365" x="10463213" y="2679700"/>
          <p14:tracePt t="19372" x="10450513" y="2679700"/>
          <p14:tracePt t="19375" x="10437813" y="2679700"/>
          <p14:tracePt t="19386" x="10426700" y="2679700"/>
          <p14:tracePt t="19397" x="10414000" y="2679700"/>
          <p14:tracePt t="19412" x="10414000" y="2667000"/>
          <p14:tracePt t="19435" x="10401300" y="2667000"/>
          <p14:tracePt t="19455" x="10388600" y="2667000"/>
          <p14:tracePt t="19460" x="10377488" y="2667000"/>
          <p14:tracePt t="19472" x="10364788" y="2667000"/>
          <p14:tracePt t="19474" x="10340975" y="2667000"/>
          <p14:tracePt t="19492" x="10328275" y="2667000"/>
          <p14:tracePt t="19497" x="10315575" y="2667000"/>
          <p14:tracePt t="20185" x="10304463" y="2667000"/>
          <p14:tracePt t="20200" x="10291763" y="2667000"/>
          <p14:tracePt t="20212" x="10279063" y="2667000"/>
          <p14:tracePt t="20265" x="10267950" y="2667000"/>
          <p14:tracePt t="20365" x="10255250" y="2667000"/>
          <p14:tracePt t="20420" x="10242550" y="2667000"/>
          <p14:tracePt t="20432" x="10231438" y="2667000"/>
          <p14:tracePt t="20452" x="10218738" y="2667000"/>
          <p14:tracePt t="20480" x="10206038" y="2667000"/>
          <p14:tracePt t="20495" x="10194925" y="2667000"/>
          <p14:tracePt t="20540" x="10182225" y="2667000"/>
          <p14:tracePt t="20572" x="10169525" y="2679700"/>
          <p14:tracePt t="20595" x="10158413" y="2679700"/>
          <p14:tracePt t="20605" x="10145713" y="2692400"/>
          <p14:tracePt t="20612" x="10133013" y="2692400"/>
          <p14:tracePt t="20625" x="10121900" y="2692400"/>
          <p14:tracePt t="20631" x="10109200" y="2692400"/>
          <p14:tracePt t="20647" x="10096500" y="2692400"/>
          <p14:tracePt t="20652" x="10096500" y="2703513"/>
          <p14:tracePt t="20655" x="10085388" y="2703513"/>
          <p14:tracePt t="20671" x="10072688" y="2703513"/>
          <p14:tracePt t="20685" x="10072688" y="2716213"/>
          <p14:tracePt t="20687" x="10059988" y="2716213"/>
          <p14:tracePt t="20696" x="10048875" y="2716213"/>
          <p14:tracePt t="20705" x="10048875" y="2728913"/>
          <p14:tracePt t="20715" x="10036175" y="2728913"/>
          <p14:tracePt t="20725" x="10023475" y="2728913"/>
          <p14:tracePt t="20729" x="10012363" y="2740025"/>
          <p14:tracePt t="20740" x="9999663" y="2740025"/>
          <p14:tracePt t="20746" x="9986963" y="2752725"/>
          <p14:tracePt t="20760" x="9975850" y="2752725"/>
          <p14:tracePt t="20765" x="9963150" y="2752725"/>
          <p14:tracePt t="20771" x="9950450" y="2765425"/>
          <p14:tracePt t="20779" x="9950450" y="2776538"/>
          <p14:tracePt t="20787" x="9926638" y="2789238"/>
          <p14:tracePt t="20796" x="9890125" y="2801938"/>
          <p14:tracePt t="20804" x="9890125" y="2825750"/>
          <p14:tracePt t="20812" x="9840913" y="2851150"/>
          <p14:tracePt t="20821" x="9817100" y="2874963"/>
          <p14:tracePt t="20829" x="9804400" y="2898775"/>
          <p14:tracePt t="20837" x="9780588" y="2924175"/>
          <p14:tracePt t="20846" x="9767888" y="2947988"/>
          <p14:tracePt t="20854" x="9756775" y="2960688"/>
          <p14:tracePt t="20862" x="9744075" y="2984500"/>
          <p14:tracePt t="20871" x="9720263" y="3033713"/>
          <p14:tracePt t="20879" x="9694863" y="3070225"/>
          <p14:tracePt t="20887" x="9658350" y="3154363"/>
          <p14:tracePt t="20896" x="9645650" y="3216275"/>
          <p14:tracePt t="20904" x="9645650" y="3227388"/>
          <p14:tracePt t="20912" x="9634538" y="3325813"/>
          <p14:tracePt t="20921" x="9621838" y="3386138"/>
          <p14:tracePt t="20929" x="9621838" y="3448050"/>
          <p14:tracePt t="20937" x="9621838" y="3495675"/>
          <p14:tracePt t="20946" x="9621838" y="3557588"/>
          <p14:tracePt t="20954" x="9621838" y="3605213"/>
          <p14:tracePt t="20962" x="9621838" y="3641725"/>
          <p14:tracePt t="20971" x="9621838" y="3678238"/>
          <p14:tracePt t="20979" x="9621838" y="3714750"/>
          <p14:tracePt t="20987" x="9634538" y="3751263"/>
          <p14:tracePt t="20995" x="9645650" y="3763963"/>
          <p14:tracePt t="21004" x="9645650" y="3776663"/>
          <p14:tracePt t="21012" x="9658350" y="3787775"/>
          <p14:tracePt t="21020" x="9658350" y="3800475"/>
          <p14:tracePt t="21029" x="9671050" y="3813175"/>
          <p14:tracePt t="21037" x="9683750" y="3813175"/>
          <p14:tracePt t="21045" x="9683750" y="3824288"/>
          <p14:tracePt t="21054" x="9694863" y="3824288"/>
          <p14:tracePt t="21062" x="9694863" y="3836988"/>
          <p14:tracePt t="21070" x="9707563" y="3836988"/>
          <p14:tracePt t="21175" x="9707563" y="3824288"/>
          <p14:tracePt t="21185" x="9707563" y="3787775"/>
          <p14:tracePt t="21186" x="9707563" y="3751263"/>
          <p14:tracePt t="21192" x="9707563" y="3727450"/>
          <p14:tracePt t="21195" x="9707563" y="3703638"/>
          <p14:tracePt t="21204" x="9707563" y="3667125"/>
          <p14:tracePt t="21212" x="9671050" y="3557588"/>
          <p14:tracePt t="21220" x="9598025" y="3336925"/>
          <p14:tracePt t="21229" x="9548813" y="3179763"/>
          <p14:tracePt t="21237" x="9463088" y="3033713"/>
          <p14:tracePt t="21246" x="9390063" y="2911475"/>
          <p14:tracePt t="21254" x="9329738" y="2814638"/>
          <p14:tracePt t="21262" x="9280525" y="2740025"/>
          <p14:tracePt t="21270" x="9256713" y="2703513"/>
          <p14:tracePt t="21279" x="9232900" y="2667000"/>
          <p14:tracePt t="21287" x="9220200" y="2667000"/>
          <p14:tracePt t="21295" x="9207500" y="2630488"/>
          <p14:tracePt t="21304" x="9196388" y="2619375"/>
          <p14:tracePt t="21312" x="9196388" y="2606675"/>
          <p14:tracePt t="21320" x="9170988" y="2570163"/>
          <p14:tracePt t="21329" x="9159875" y="2570163"/>
          <p14:tracePt t="21337" x="9134475" y="2533650"/>
          <p14:tracePt t="21345" x="9123363" y="2520950"/>
          <p14:tracePt t="21354" x="9097963" y="2509838"/>
          <p14:tracePt t="21362" x="9086850" y="2509838"/>
          <p14:tracePt t="21370" x="9074150" y="2497138"/>
          <p14:tracePt t="21378" x="9061450" y="2484438"/>
          <p14:tracePt t="21387" x="9050338" y="2473325"/>
          <p14:tracePt t="21395" x="9037638" y="2473325"/>
          <p14:tracePt t="21404" x="9024938" y="2473325"/>
          <p14:tracePt t="21412" x="9013825" y="2473325"/>
          <p14:tracePt t="21420" x="9001125" y="2473325"/>
          <p14:tracePt t="21428" x="8977313" y="2460625"/>
          <p14:tracePt t="21437" x="8977313" y="2447925"/>
          <p14:tracePt t="21445" x="8951913" y="2447925"/>
          <p14:tracePt t="21453" x="8939213" y="2447925"/>
          <p14:tracePt t="21462" x="8915400" y="2447925"/>
          <p14:tracePt t="21472" x="8902700" y="2436813"/>
          <p14:tracePt t="21478" x="8891588" y="2436813"/>
          <p14:tracePt t="21487" x="8878888" y="2436813"/>
          <p14:tracePt t="21495" x="8866188" y="2424113"/>
          <p14:tracePt t="21503" x="8855075" y="2424113"/>
          <p14:tracePt t="21512" x="8842375" y="2424113"/>
          <p14:tracePt t="21520" x="8818563" y="2424113"/>
          <p14:tracePt t="21528" x="8805863" y="2411413"/>
          <p14:tracePt t="21537" x="8793163" y="2411413"/>
          <p14:tracePt t="21547" x="8782050" y="2411413"/>
          <p14:tracePt t="21555" x="8756650" y="2411413"/>
          <p14:tracePt t="21565" x="8745538" y="2411413"/>
          <p14:tracePt t="21570" x="8732838" y="2400300"/>
          <p14:tracePt t="21578" x="8720138" y="2387600"/>
          <p14:tracePt t="21587" x="8659813" y="2374900"/>
          <p14:tracePt t="21595" x="8623300" y="2351088"/>
          <p14:tracePt t="21603" x="8599488" y="2351088"/>
          <p14:tracePt t="21612" x="8550275" y="2314575"/>
          <p14:tracePt t="21620" x="8489950" y="2301875"/>
          <p14:tracePt t="21628" x="8416925" y="2265363"/>
          <p14:tracePt t="21637" x="8367713" y="2254250"/>
          <p14:tracePt t="21645" x="8343900" y="2228850"/>
          <p14:tracePt t="21653" x="8307388" y="2205038"/>
          <p14:tracePt t="21662" x="8281988" y="2179638"/>
          <p14:tracePt t="21670" x="8258175" y="2179638"/>
          <p14:tracePt t="21678" x="8245475" y="2155825"/>
          <p14:tracePt t="21686" x="8221663" y="2143125"/>
          <p14:tracePt t="21700" x="8208963" y="2132013"/>
          <p14:tracePt t="21705" x="8196263" y="2119313"/>
          <p14:tracePt t="21712" x="8185150" y="2119313"/>
          <p14:tracePt t="21720" x="8172450" y="2106613"/>
          <p14:tracePt t="21728" x="8159750" y="2106613"/>
          <p14:tracePt t="21736" x="8159750" y="2095500"/>
          <p14:tracePt t="21745" x="8148638" y="2095500"/>
          <p14:tracePt t="21753" x="8148638" y="2082800"/>
          <p14:tracePt t="21761" x="8135938" y="2082800"/>
          <p14:tracePt t="21772" x="8123238" y="2082800"/>
          <p14:tracePt t="21900" x="8112125" y="2082800"/>
          <p14:tracePt t="21947" x="8112125" y="2070100"/>
          <p14:tracePt t="21952" x="8099425" y="2070100"/>
          <p14:tracePt t="21972" x="8099425" y="2058988"/>
          <p14:tracePt t="21975" x="8086725" y="2058988"/>
          <p14:tracePt t="21980" x="8075613" y="2058988"/>
          <p14:tracePt t="21995" x="8062913" y="2046288"/>
          <p14:tracePt t="22003" x="8039100" y="2033588"/>
          <p14:tracePt t="22012" x="8026400" y="2022475"/>
          <p14:tracePt t="22020" x="8002588" y="2009775"/>
          <p14:tracePt t="22028" x="7977188" y="1985963"/>
          <p14:tracePt t="22036" x="7940675" y="1973263"/>
          <p14:tracePt t="22045" x="7940675" y="1960563"/>
          <p14:tracePt t="22053" x="7904163" y="1960563"/>
          <p14:tracePt t="22061" x="7904163" y="1949450"/>
          <p14:tracePt t="22069" x="7893050" y="1949450"/>
          <p14:tracePt t="22440" x="7904163" y="1949450"/>
          <p14:tracePt t="22452" x="7916863" y="1949450"/>
          <p14:tracePt t="22455" x="7916863" y="1936750"/>
          <p14:tracePt t="22475" x="7929563" y="1936750"/>
          <p14:tracePt t="22775" x="7940675" y="1936750"/>
          <p14:tracePt t="22787" x="7953375" y="1936750"/>
          <p14:tracePt t="22800" x="7966075" y="1936750"/>
          <p14:tracePt t="22805" x="7977188" y="1936750"/>
          <p14:tracePt t="22812" x="7989888" y="1936750"/>
          <p14:tracePt t="22815" x="8002588" y="1936750"/>
          <p14:tracePt t="22821" x="8013700" y="1936750"/>
          <p14:tracePt t="22827" x="8050213" y="1936750"/>
          <p14:tracePt t="22835" x="8086725" y="1936750"/>
          <p14:tracePt t="22844" x="8099425" y="1936750"/>
          <p14:tracePt t="22852" x="8148638" y="1936750"/>
          <p14:tracePt t="22861" x="8172450" y="1936750"/>
          <p14:tracePt t="22869" x="8185150" y="1936750"/>
          <p14:tracePt t="22877" x="8196263" y="1936750"/>
          <p14:tracePt t="22885" x="8208963" y="1936750"/>
          <p14:tracePt t="22907" x="8221663" y="1936750"/>
          <p14:tracePt t="22912" x="8232775" y="1936750"/>
          <p14:tracePt t="22925" x="8245475" y="1936750"/>
          <p14:tracePt t="22925" x="8258175" y="1936750"/>
          <p14:tracePt t="22935" x="8270875" y="1936750"/>
          <p14:tracePt t="22940" x="8281988" y="1936750"/>
          <p14:tracePt t="22944" x="8294688" y="1936750"/>
          <p14:tracePt t="22952" x="8307388" y="1936750"/>
          <p14:tracePt t="22960" x="8318500" y="1936750"/>
          <p14:tracePt t="22980" x="8331200" y="1936750"/>
          <p14:tracePt t="23035" x="8343900" y="1936750"/>
          <p14:tracePt t="23052" x="8355013" y="1936750"/>
          <p14:tracePt t="23080" x="8367713" y="1936750"/>
          <p14:tracePt t="23086" x="8380413" y="1936750"/>
          <p14:tracePt t="23105" x="8391525" y="1936750"/>
          <p14:tracePt t="23106" x="8391525" y="1949450"/>
          <p14:tracePt t="23112" x="8404225" y="1949450"/>
          <p14:tracePt t="23125" x="8416925" y="1949450"/>
          <p14:tracePt t="23127" x="8428038" y="1949450"/>
          <p14:tracePt t="23135" x="8440738" y="1949450"/>
          <p14:tracePt t="23143" x="8453438" y="1949450"/>
          <p14:tracePt t="23152" x="8464550" y="1949450"/>
          <p14:tracePt t="23167" x="8477250" y="1949450"/>
          <p14:tracePt t="23327" x="8477250" y="1960563"/>
          <p14:tracePt t="23625" x="8464550" y="1960563"/>
          <p14:tracePt t="23632" x="8453438" y="1960563"/>
          <p14:tracePt t="23635" x="8453438" y="1973263"/>
          <p14:tracePt t="23643" x="8440738" y="1973263"/>
          <p14:tracePt t="23652" x="8428038" y="1973263"/>
          <p14:tracePt t="23660" x="8416925" y="1973263"/>
          <p14:tracePt t="23672" x="8404225" y="1973263"/>
          <p14:tracePt t="23680" x="8391525" y="1973263"/>
          <p14:tracePt t="23686" x="8380413" y="1973263"/>
          <p14:tracePt t="23694" x="8367713" y="1973263"/>
          <p14:tracePt t="23704" x="8355013" y="1985963"/>
          <p14:tracePt t="23710" x="8343900" y="1985963"/>
          <p14:tracePt t="23718" x="8331200" y="1985963"/>
          <p14:tracePt t="23726" x="8307388" y="1985963"/>
          <p14:tracePt t="23740" x="8294688" y="1985963"/>
          <p14:tracePt t="23745" x="8281988" y="1985963"/>
          <p14:tracePt t="23752" x="8270875" y="1985963"/>
          <p14:tracePt t="23760" x="8258175" y="1985963"/>
          <p14:tracePt t="23768" x="8232775" y="1985963"/>
          <p14:tracePt t="23776" x="8221663" y="1985963"/>
          <p14:tracePt t="23785" x="8208963" y="1985963"/>
          <p14:tracePt t="23795" x="8196263" y="1985963"/>
          <p14:tracePt t="23801" x="8185150" y="1985963"/>
          <p14:tracePt t="23811" x="8172450" y="1985963"/>
          <p14:tracePt t="23818" x="8159750" y="1985963"/>
          <p14:tracePt t="23826" x="8135938" y="1985963"/>
          <p14:tracePt t="23835" x="8123238" y="1985963"/>
          <p14:tracePt t="23845" x="8112125" y="1985963"/>
          <p14:tracePt t="23852" x="8099425" y="1985963"/>
          <p14:tracePt t="23865" x="8086725" y="1985963"/>
          <p14:tracePt t="23892" x="8075613" y="1985963"/>
          <p14:tracePt t="23905" x="8062913" y="1985963"/>
          <p14:tracePt t="23911" x="8050213" y="1985963"/>
          <p14:tracePt t="23915" x="8039100" y="1985963"/>
          <p14:tracePt t="23920" x="8026400" y="1985963"/>
          <p14:tracePt t="23926" x="8013700" y="1985963"/>
          <p14:tracePt t="23935" x="8002588" y="1985963"/>
          <p14:tracePt t="23945" x="7989888" y="1985963"/>
          <p14:tracePt t="23951" x="7977188" y="1985963"/>
          <p14:tracePt t="23960" x="7953375" y="1985963"/>
          <p14:tracePt t="23968" x="7929563" y="1985963"/>
          <p14:tracePt t="23976" x="7904163" y="1985963"/>
          <p14:tracePt t="23985" x="7893050" y="1985963"/>
          <p14:tracePt t="23993" x="7880350" y="1985963"/>
          <p14:tracePt t="24001" x="7856538" y="1985963"/>
          <p14:tracePt t="24009" x="7831138" y="1973263"/>
          <p14:tracePt t="24018" x="7807325" y="1973263"/>
          <p14:tracePt t="24026" x="7783513" y="1973263"/>
          <p14:tracePt t="24034" x="7758113" y="1973263"/>
          <p14:tracePt t="24043" x="7747000" y="1973263"/>
          <p14:tracePt t="24051" x="7734300" y="1973263"/>
          <p14:tracePt t="24059" x="7721600" y="1973263"/>
          <p14:tracePt t="24075" x="7710488" y="1973263"/>
          <p14:tracePt t="24120" x="7697788" y="1973263"/>
          <p14:tracePt t="24125" x="7685088" y="1973263"/>
          <p14:tracePt t="24135" x="7673975" y="1973263"/>
          <p14:tracePt t="24143" x="7661275" y="1973263"/>
          <p14:tracePt t="24151" x="7648575" y="1973263"/>
          <p14:tracePt t="24159" x="7637463" y="1973263"/>
          <p14:tracePt t="24167" x="7624763" y="1973263"/>
          <p14:tracePt t="25692" x="7624763" y="1960563"/>
          <p14:tracePt t="25707" x="7637463" y="1960563"/>
          <p14:tracePt t="25812" x="7648575" y="1960563"/>
          <p14:tracePt t="25835" x="7661275" y="1960563"/>
          <p14:tracePt t="25847" x="7673975" y="1960563"/>
          <p14:tracePt t="25865" x="7685088" y="1960563"/>
          <p14:tracePt t="25872" x="7710488" y="1960563"/>
          <p14:tracePt t="25880" x="7721600" y="1960563"/>
          <p14:tracePt t="25885" x="7734300" y="1960563"/>
          <p14:tracePt t="25892" x="7747000" y="1960563"/>
          <p14:tracePt t="25899" x="7770813" y="1960563"/>
          <p14:tracePt t="25912" x="7783513" y="1960563"/>
          <p14:tracePt t="25920" x="7794625" y="1960563"/>
          <p14:tracePt t="25985" x="7807325" y="1960563"/>
          <p14:tracePt t="25992" x="7820025" y="1960563"/>
          <p14:tracePt t="25999" x="7831138" y="1960563"/>
          <p14:tracePt t="26115" x="7843838" y="1960563"/>
          <p14:tracePt t="26145" x="7856538" y="1960563"/>
          <p14:tracePt t="26167" x="7867650" y="1960563"/>
          <p14:tracePt t="26175" x="7880350" y="1960563"/>
          <p14:tracePt t="26180" x="7893050" y="1960563"/>
          <p14:tracePt t="26195" x="7904163" y="1960563"/>
          <p14:tracePt t="26200" x="7916863" y="1960563"/>
          <p14:tracePt t="26206" x="7929563" y="1960563"/>
          <p14:tracePt t="26212" x="7940675" y="1960563"/>
          <p14:tracePt t="26220" x="7953375" y="1960563"/>
          <p14:tracePt t="26226" x="7966075" y="1960563"/>
          <p14:tracePt t="26234" x="7977188" y="1960563"/>
          <p14:tracePt t="26265" x="7989888" y="1960563"/>
          <p14:tracePt t="26280" x="8002588" y="1960563"/>
          <p14:tracePt t="26287" x="8013700" y="1973263"/>
          <p14:tracePt t="26307" x="8026400" y="1973263"/>
          <p14:tracePt t="26320" x="8039100" y="1973263"/>
          <p14:tracePt t="26420" x="8050213" y="1973263"/>
          <p14:tracePt t="26845" x="8062913" y="1973263"/>
          <p14:tracePt t="26855" x="8075613" y="1973263"/>
          <p14:tracePt t="26865" x="8086725" y="1973263"/>
          <p14:tracePt t="26872" x="8099425" y="1973263"/>
          <p14:tracePt t="26887" x="8112125" y="1973263"/>
          <p14:tracePt t="26904" x="8123238" y="1973263"/>
          <p14:tracePt t="26920" x="8135938" y="1973263"/>
          <p14:tracePt t="26932" x="8148638" y="1973263"/>
          <p14:tracePt t="26942" x="8159750" y="1973263"/>
          <p14:tracePt t="26955" x="8172450" y="1973263"/>
          <p14:tracePt t="26965" x="8185150" y="1973263"/>
          <p14:tracePt t="26980" x="8196263" y="1973263"/>
          <p14:tracePt t="26992" x="8208963" y="1973263"/>
          <p14:tracePt t="27012" x="8221663" y="1973263"/>
          <p14:tracePt t="27032" x="8232775" y="1973263"/>
          <p14:tracePt t="27055" x="8245475" y="1973263"/>
          <p14:tracePt t="27100" x="8258175" y="1973263"/>
          <p14:tracePt t="27115" x="8270875" y="1973263"/>
          <p14:tracePt t="27127" x="8281988" y="1973263"/>
          <p14:tracePt t="27145" x="8294688" y="1973263"/>
          <p14:tracePt t="27151" x="8307388" y="1973263"/>
          <p14:tracePt t="27165" x="8318500" y="1973263"/>
          <p14:tracePt t="27166" x="8331200" y="1973263"/>
          <p14:tracePt t="27175" x="8343900" y="1973263"/>
          <p14:tracePt t="27185" x="8355013" y="1973263"/>
          <p14:tracePt t="27189" x="8367713" y="1985963"/>
          <p14:tracePt t="27198" x="8391525" y="1985963"/>
          <p14:tracePt t="27206" x="8416925" y="1985963"/>
          <p14:tracePt t="27215" x="8428038" y="1985963"/>
          <p14:tracePt t="27223" x="8440738" y="1985963"/>
          <p14:tracePt t="27232" x="8453438" y="1985963"/>
          <p14:tracePt t="27240" x="8464550" y="1985963"/>
          <p14:tracePt t="27248" x="8489950" y="1985963"/>
          <p14:tracePt t="27272" x="8501063" y="1985963"/>
          <p14:tracePt t="27280" x="8513763" y="1985963"/>
          <p14:tracePt t="27292" x="8526463" y="1985963"/>
          <p14:tracePt t="27465" x="8526463" y="1997075"/>
          <p14:tracePt t="27926" x="8537575" y="1997075"/>
          <p14:tracePt t="27932" x="8550275" y="1997075"/>
          <p14:tracePt t="27938" x="8574088" y="1997075"/>
          <p14:tracePt t="27946" x="8599488" y="1997075"/>
          <p14:tracePt t="27952" x="8610600" y="1997075"/>
          <p14:tracePt t="27956" x="8623300" y="1997075"/>
          <p14:tracePt t="27964" x="8647113" y="1997075"/>
          <p14:tracePt t="27972" x="8659813" y="1997075"/>
          <p14:tracePt t="27981" x="8683625" y="1997075"/>
          <p14:tracePt t="27991" x="8696325" y="1997075"/>
          <p14:tracePt t="28012" x="8709025" y="1997075"/>
          <p14:tracePt t="28032" x="8720138" y="1997075"/>
          <p14:tracePt t="28045" x="8732838" y="1997075"/>
          <p14:tracePt t="28046" x="8745538" y="1997075"/>
          <p14:tracePt t="28062" x="8756650" y="1997075"/>
          <p14:tracePt t="28072" x="8769350" y="1997075"/>
          <p14:tracePt t="28135" x="8782050" y="1997075"/>
          <p14:tracePt t="28155" x="8793163" y="1997075"/>
          <p14:tracePt t="28166" x="8805863" y="1997075"/>
          <p14:tracePt t="28187" x="8818563" y="1997075"/>
          <p14:tracePt t="28195" x="8829675" y="1997075"/>
          <p14:tracePt t="28205" x="8842375" y="1997075"/>
          <p14:tracePt t="28212" x="8855075" y="1997075"/>
          <p14:tracePt t="28214" x="8866188" y="1997075"/>
          <p14:tracePt t="28227" x="8878888" y="1985963"/>
          <p14:tracePt t="28231" x="8891588" y="1985963"/>
          <p14:tracePt t="28247" x="8902700" y="1985963"/>
          <p14:tracePt t="28252" x="8915400" y="1985963"/>
          <p14:tracePt t="28255" x="8928100" y="1985963"/>
          <p14:tracePt t="28287" x="8939213" y="1985963"/>
          <p14:tracePt t="28305" x="8951913" y="1985963"/>
          <p14:tracePt t="28345" x="8964613" y="1985963"/>
          <p14:tracePt t="30440" x="8977313" y="1985963"/>
          <p14:tracePt t="30447" x="8988425" y="1985963"/>
          <p14:tracePt t="30454" x="9001125" y="1985963"/>
          <p14:tracePt t="30460" x="9024938" y="1985963"/>
          <p14:tracePt t="30466" x="9050338" y="1985963"/>
          <p14:tracePt t="30472" x="9061450" y="1985963"/>
          <p14:tracePt t="30478" x="9074150" y="1985963"/>
          <p14:tracePt t="30486" x="9110663" y="1985963"/>
          <p14:tracePt t="30495" x="9134475" y="1985963"/>
          <p14:tracePt t="30503" x="9147175" y="1985963"/>
          <p14:tracePt t="30512" x="9159875" y="1985963"/>
          <p14:tracePt t="30513" x="9170988" y="1985963"/>
          <p14:tracePt t="30520" x="9183688" y="1985963"/>
          <p14:tracePt t="30528" x="9207500" y="1985963"/>
          <p14:tracePt t="30537" x="9220200" y="1985963"/>
          <p14:tracePt t="30546" x="9244013" y="1985963"/>
          <p14:tracePt t="30560" x="9256713" y="1985963"/>
          <p14:tracePt t="30565" x="9269413" y="1985963"/>
          <p14:tracePt t="30570" x="9280525" y="1985963"/>
          <p14:tracePt t="30600" x="9293225" y="1985963"/>
          <p14:tracePt t="30945" x="9293225" y="1997075"/>
          <p14:tracePt t="30962" x="9293225" y="2009775"/>
          <p14:tracePt t="30987" x="9280525" y="2009775"/>
          <p14:tracePt t="30991" x="9269413" y="2009775"/>
          <p14:tracePt t="31000" x="9256713" y="2009775"/>
          <p14:tracePt t="31004" x="9244013" y="2022475"/>
          <p14:tracePt t="31011" x="9232900" y="2022475"/>
          <p14:tracePt t="31020" x="9196388" y="2046288"/>
          <p14:tracePt t="31028" x="9123363" y="2058988"/>
          <p14:tracePt t="31036" x="9050338" y="2082800"/>
          <p14:tracePt t="31045" x="9024938" y="2095500"/>
          <p14:tracePt t="31053" x="8939213" y="2106613"/>
          <p14:tracePt t="31061" x="8878888" y="2119313"/>
          <p14:tracePt t="31069" x="8805863" y="2132013"/>
          <p14:tracePt t="31078" x="8720138" y="2155825"/>
          <p14:tracePt t="31086" x="8659813" y="2168525"/>
          <p14:tracePt t="31094" x="8562975" y="2192338"/>
          <p14:tracePt t="31103" x="8537575" y="2192338"/>
          <p14:tracePt t="31111" x="8513763" y="2192338"/>
          <p14:tracePt t="31119" x="8489950" y="2192338"/>
          <p14:tracePt t="31425" x="8477250" y="2192338"/>
          <p14:tracePt t="31445" x="8477250" y="2205038"/>
          <p14:tracePt t="31460" x="8464550" y="2217738"/>
          <p14:tracePt t="31467" x="8453438" y="2217738"/>
          <p14:tracePt t="31482" x="8453438" y="2228850"/>
          <p14:tracePt t="31487" x="8440738" y="2228850"/>
          <p14:tracePt t="31495" x="8428038" y="2228850"/>
          <p14:tracePt t="31502" x="8416925" y="2228850"/>
          <p14:tracePt t="31512" x="8416925" y="2241550"/>
          <p14:tracePt t="31520" x="8404225" y="2241550"/>
          <p14:tracePt t="31527" x="8391525" y="2241550"/>
          <p14:tracePt t="31532" x="8391525" y="2254250"/>
          <p14:tracePt t="31555" x="8380413" y="2254250"/>
          <p14:tracePt t="31567" x="8367713" y="2254250"/>
          <p14:tracePt t="31572" x="8367713" y="2265363"/>
          <p14:tracePt t="31573" x="8355013" y="2265363"/>
          <p14:tracePt t="31585" x="8343900" y="2278063"/>
          <p14:tracePt t="31592" x="8331200" y="2290763"/>
          <p14:tracePt t="31600" x="8318500" y="2290763"/>
          <p14:tracePt t="31604" x="8307388" y="2290763"/>
          <p14:tracePt t="31610" x="8307388" y="2301875"/>
          <p14:tracePt t="31619" x="8294688" y="2301875"/>
          <p14:tracePt t="31627" x="8270875" y="2314575"/>
          <p14:tracePt t="31636" x="8270875" y="2327275"/>
          <p14:tracePt t="31654" x="8258175" y="2327275"/>
          <p14:tracePt t="31672" x="8245475" y="2327275"/>
          <p14:tracePt t="31673" x="8232775" y="2327275"/>
          <p14:tracePt t="31687" x="8208963" y="2327275"/>
          <p14:tracePt t="31695" x="8208963" y="2338388"/>
          <p14:tracePt t="31696" x="8196263" y="2338388"/>
          <p14:tracePt t="31704" x="8185150" y="2351088"/>
          <p14:tracePt t="31710" x="8172450" y="2351088"/>
          <p14:tracePt t="31740" x="8159750" y="2351088"/>
          <p14:tracePt t="31912" x="8172450" y="2363788"/>
          <p14:tracePt t="31914" x="8185150" y="2363788"/>
          <p14:tracePt t="31920" x="8196263" y="2363788"/>
          <p14:tracePt t="31927" x="8221663" y="2374900"/>
          <p14:tracePt t="31935" x="8258175" y="2387600"/>
          <p14:tracePt t="31943" x="8270875" y="2387600"/>
          <p14:tracePt t="31952" x="8331200" y="2400300"/>
          <p14:tracePt t="31960" x="8380413" y="2400300"/>
          <p14:tracePt t="31968" x="8391525" y="2411413"/>
          <p14:tracePt t="31977" x="8416925" y="2411413"/>
          <p14:tracePt t="31985" x="8428038" y="2424113"/>
          <p14:tracePt t="31994" x="8453438" y="2424113"/>
          <p14:tracePt t="32002" x="8464550" y="2424113"/>
          <p14:tracePt t="32015" x="8477250" y="2424113"/>
          <p14:tracePt t="32022" x="8489950" y="2424113"/>
          <p14:tracePt t="32027" x="8501063" y="2424113"/>
          <p14:tracePt t="32042" x="8513763" y="2424113"/>
          <p14:tracePt t="32052" x="8526463" y="2424113"/>
          <p14:tracePt t="32062" x="8537575" y="2424113"/>
          <p14:tracePt t="32075" x="8550275" y="2424113"/>
          <p14:tracePt t="32087" x="8562975" y="2424113"/>
          <p14:tracePt t="32102" x="8574088" y="2424113"/>
          <p14:tracePt t="32107" x="8586788" y="2424113"/>
          <p14:tracePt t="32112" x="8599488" y="2424113"/>
          <p14:tracePt t="32120" x="8610600" y="2424113"/>
          <p14:tracePt t="32127" x="8636000" y="2424113"/>
          <p14:tracePt t="32135" x="8647113" y="2424113"/>
          <p14:tracePt t="32143" x="8672513" y="2424113"/>
          <p14:tracePt t="32152" x="8683625" y="2424113"/>
          <p14:tracePt t="32160" x="8709025" y="2424113"/>
          <p14:tracePt t="32168" x="8720138" y="2424113"/>
          <p14:tracePt t="32176" x="8745538" y="2424113"/>
          <p14:tracePt t="32186" x="8769350" y="2424113"/>
          <p14:tracePt t="32193" x="8782050" y="2424113"/>
          <p14:tracePt t="32202" x="8793163" y="2411413"/>
          <p14:tracePt t="32210" x="8805863" y="2411413"/>
          <p14:tracePt t="32222" x="8818563" y="2411413"/>
          <p14:tracePt t="32373" x="8805863" y="2411413"/>
          <p14:tracePt t="32382" x="8793163" y="2411413"/>
          <p14:tracePt t="32395" x="8782050" y="2411413"/>
          <p14:tracePt t="32403" x="8769350" y="2411413"/>
          <p14:tracePt t="32412" x="8756650" y="2411413"/>
          <p14:tracePt t="32422" x="8745538" y="2411413"/>
          <p14:tracePt t="32432" x="8732838" y="2411413"/>
          <p14:tracePt t="32445" x="8720138" y="2411413"/>
          <p14:tracePt t="32452" x="8709025" y="2411413"/>
          <p14:tracePt t="32467" x="8696325" y="2411413"/>
          <p14:tracePt t="32672" x="8709025" y="2411413"/>
          <p14:tracePt t="32680" x="8720138" y="2411413"/>
          <p14:tracePt t="32692" x="8732838" y="2411413"/>
          <p14:tracePt t="32700" x="8745538" y="2411413"/>
          <p14:tracePt t="32712" x="8756650" y="2411413"/>
          <p14:tracePt t="32720" x="8769350" y="2411413"/>
          <p14:tracePt t="32727" x="8782050" y="2411413"/>
          <p14:tracePt t="32742" x="8793163" y="2411413"/>
          <p14:tracePt t="32752" x="8805863" y="2411413"/>
          <p14:tracePt t="32767" x="8818563" y="2411413"/>
          <p14:tracePt t="32772" x="8829675" y="2411413"/>
          <p14:tracePt t="32780" x="8842375" y="2411413"/>
          <p14:tracePt t="32815" x="8855075" y="2411413"/>
          <p14:tracePt t="32827" x="8866188" y="2411413"/>
          <p14:tracePt t="32852" x="8878888" y="2411413"/>
          <p14:tracePt t="32853" x="8891588" y="2411413"/>
          <p14:tracePt t="32860" x="8902700" y="2411413"/>
          <p14:tracePt t="32872" x="8915400" y="2411413"/>
          <p14:tracePt t="32876" x="8928100" y="2411413"/>
          <p14:tracePt t="32885" x="8939213" y="2411413"/>
          <p14:tracePt t="32893" x="8951913" y="2411413"/>
          <p14:tracePt t="32901" x="8964613" y="2411413"/>
          <p14:tracePt t="32909" x="8977313" y="2411413"/>
          <p14:tracePt t="32935" x="8988425" y="2411413"/>
          <p14:tracePt t="32962" x="9001125" y="2411413"/>
          <p14:tracePt t="32972" x="9013825" y="2411413"/>
          <p14:tracePt t="32985" x="9024938" y="2411413"/>
          <p14:tracePt t="32986" x="9037638" y="2411413"/>
          <p14:tracePt t="32994" x="9050338" y="2411413"/>
          <p14:tracePt t="33001" x="9061450" y="2411413"/>
          <p14:tracePt t="33009" x="9074150" y="2411413"/>
          <p14:tracePt t="33017" x="9086850" y="2411413"/>
          <p14:tracePt t="33092" x="9097963" y="2411413"/>
          <p14:tracePt t="33122" x="9110663" y="2411413"/>
          <p14:tracePt t="33227" x="9123363" y="2411413"/>
          <p14:tracePt t="33232" x="9134475" y="2411413"/>
          <p14:tracePt t="33240" x="9147175" y="2411413"/>
          <p14:tracePt t="33252" x="9159875" y="2411413"/>
          <p14:tracePt t="33253" x="9170988" y="2411413"/>
          <p14:tracePt t="33265" x="9183688" y="2411413"/>
          <p14:tracePt t="33267" x="9196388" y="2411413"/>
          <p14:tracePt t="33275" x="9207500" y="2424113"/>
          <p14:tracePt t="33284" x="9220200" y="2424113"/>
          <p14:tracePt t="33292" x="9244013" y="2424113"/>
          <p14:tracePt t="33301" x="9269413" y="2424113"/>
          <p14:tracePt t="33309" x="9293225" y="2424113"/>
          <p14:tracePt t="33317" x="9305925" y="2424113"/>
          <p14:tracePt t="33326" x="9329738" y="2424113"/>
          <p14:tracePt t="33334" x="9353550" y="2424113"/>
          <p14:tracePt t="33342" x="9378950" y="2424113"/>
          <p14:tracePt t="33351" x="9390063" y="2424113"/>
          <p14:tracePt t="33359" x="9415463" y="2424113"/>
          <p14:tracePt t="33367" x="9426575" y="2424113"/>
          <p14:tracePt t="33380" x="9439275" y="2424113"/>
          <p14:tracePt t="33387" x="9451975" y="2424113"/>
          <p14:tracePt t="33412" x="9463088" y="2424113"/>
          <p14:tracePt t="33425" x="9475788" y="2424113"/>
          <p14:tracePt t="33442" x="9488488" y="2424113"/>
          <p14:tracePt t="33492" x="9488488" y="2436813"/>
          <p14:tracePt t="38265" x="9525000" y="2436813"/>
          <p14:tracePt t="38266" x="9536113" y="2436813"/>
          <p14:tracePt t="38272" x="9572625" y="2424113"/>
          <p14:tracePt t="38279" x="9609138" y="2424113"/>
          <p14:tracePt t="38287" x="9731375" y="2424113"/>
          <p14:tracePt t="38296" x="9793288" y="2424113"/>
          <p14:tracePt t="38304" x="9804400" y="2424113"/>
          <p14:tracePt t="38313" x="9829800" y="2424113"/>
          <p14:tracePt t="38321" x="9840913" y="2424113"/>
          <p14:tracePt t="38335" x="9853613" y="2424113"/>
          <p14:tracePt t="38345" x="9877425" y="2424113"/>
          <p14:tracePt t="38347" x="9902825" y="2436813"/>
          <p14:tracePt t="38354" x="9963150" y="2460625"/>
          <p14:tracePt t="38362" x="9986963" y="2473325"/>
          <p14:tracePt t="38371" x="10036175" y="2484438"/>
          <p14:tracePt t="38379" x="10085388" y="2497138"/>
          <p14:tracePt t="38387" x="10169525" y="2520950"/>
          <p14:tracePt t="38396" x="10206038" y="2533650"/>
          <p14:tracePt t="38404" x="10218738" y="2533650"/>
          <p14:tracePt t="38412" x="10231438" y="2533650"/>
          <p14:tracePt t="38421" x="10242550" y="2546350"/>
          <p14:tracePt t="38429" x="10255250" y="2546350"/>
          <p14:tracePt t="38437" x="10267950" y="2546350"/>
          <p14:tracePt t="38446" x="10279063" y="2546350"/>
          <p14:tracePt t="38454" x="10315575" y="2546350"/>
          <p14:tracePt t="38462" x="10328275" y="2546350"/>
          <p14:tracePt t="38471" x="10340975" y="2546350"/>
          <p14:tracePt t="38479" x="10377488" y="2546350"/>
          <p14:tracePt t="38487" x="10388600" y="2546350"/>
          <p14:tracePt t="38496" x="10414000" y="2546350"/>
          <p14:tracePt t="38505" x="10414000" y="2533650"/>
          <p14:tracePt t="38512" x="10426700" y="2533650"/>
          <p14:tracePt t="38521" x="10437813" y="2533650"/>
          <p14:tracePt t="38535" x="10450513" y="2533650"/>
          <p14:tracePt t="38547" x="10463213" y="2520950"/>
          <p14:tracePt t="38562" x="10474325" y="2520950"/>
          <p14:tracePt t="38571" x="10487025" y="2520950"/>
          <p14:tracePt t="38572" x="10499725" y="2520950"/>
          <p14:tracePt t="38585" x="10523538" y="2520950"/>
          <p14:tracePt t="38587" x="10536238" y="2509838"/>
          <p14:tracePt t="38595" x="10547350" y="2509838"/>
          <p14:tracePt t="38604" x="10547350" y="2497138"/>
          <p14:tracePt t="38612" x="10560050" y="2497138"/>
          <p14:tracePt t="38620" x="10572750" y="2497138"/>
          <p14:tracePt t="38629" x="10583863" y="2497138"/>
          <p14:tracePt t="38667" x="10596563" y="2484438"/>
          <p14:tracePt t="38682" x="10609263" y="2473325"/>
          <p14:tracePt t="38692" x="10620375" y="2473325"/>
          <p14:tracePt t="38699" x="10633075" y="2473325"/>
          <p14:tracePt t="38705" x="10633075" y="2460625"/>
          <p14:tracePt t="38706" x="10645775" y="2460625"/>
          <p14:tracePt t="38712" x="10656888" y="2460625"/>
          <p14:tracePt t="38725" x="10656888" y="2447925"/>
          <p14:tracePt t="38731" x="10669588" y="2436813"/>
          <p14:tracePt t="38739" x="10682288" y="2436813"/>
          <p14:tracePt t="38746" x="10693400" y="2436813"/>
          <p14:tracePt t="38755" x="10706100" y="2424113"/>
          <p14:tracePt t="38764" x="10718800" y="2411413"/>
          <p14:tracePt t="38771" x="10729913" y="2411413"/>
          <p14:tracePt t="38779" x="10742613" y="2411413"/>
          <p14:tracePt t="38792" x="10742613" y="2400300"/>
          <p14:tracePt t="38800" x="10755313" y="2400300"/>
          <p14:tracePt t="38840" x="10766425" y="2387600"/>
          <p14:tracePt t="38852" x="10779125" y="2374900"/>
          <p14:tracePt t="38862" x="10791825" y="2374900"/>
          <p14:tracePt t="38880" x="10802938" y="2374900"/>
          <p14:tracePt t="38887" x="10802938" y="2363788"/>
          <p14:tracePt t="38912" x="10802938" y="2351088"/>
          <p14:tracePt t="38935" x="10802938" y="2338388"/>
          <p14:tracePt t="38942" x="10802938" y="2327275"/>
          <p14:tracePt t="38952" x="10802938" y="2314575"/>
          <p14:tracePt t="38965" x="10802938" y="2301875"/>
          <p14:tracePt t="38966" x="10802938" y="2290763"/>
          <p14:tracePt t="38979" x="10815638" y="2290763"/>
          <p14:tracePt t="38985" x="10815638" y="2278063"/>
          <p14:tracePt t="38992" x="10815638" y="2265363"/>
          <p14:tracePt t="38995" x="10815638" y="2254250"/>
          <p14:tracePt t="39005" x="10828338" y="2254250"/>
          <p14:tracePt t="39014" x="10828338" y="2241550"/>
          <p14:tracePt t="39027" x="10828338" y="2228850"/>
          <p14:tracePt t="39075" x="10828338" y="2217738"/>
          <p14:tracePt t="39082" x="10828338" y="2205038"/>
          <p14:tracePt t="39087" x="10828338" y="2192338"/>
          <p14:tracePt t="39100" x="10828338" y="2179638"/>
          <p14:tracePt t="39105" x="10828338" y="2168525"/>
          <p14:tracePt t="39120" x="10828338" y="2155825"/>
          <p14:tracePt t="39127" x="10828338" y="2143125"/>
          <p14:tracePt t="39135" x="10828338" y="2132013"/>
          <p14:tracePt t="39152" x="10839450" y="2132013"/>
          <p14:tracePt t="39180" x="10839450" y="2119313"/>
          <p14:tracePt t="39200" x="10839450" y="2106613"/>
          <p14:tracePt t="39222" x="10839450" y="2095500"/>
          <p14:tracePt t="39247" x="10839450" y="2082800"/>
          <p14:tracePt t="39292" x="10839450" y="2070100"/>
          <p14:tracePt t="39311" x="10828338" y="2070100"/>
          <p14:tracePt t="39525" x="10815638" y="2070100"/>
          <p14:tracePt t="39560" x="10802938" y="2070100"/>
          <p14:tracePt t="39565" x="10791825" y="2082800"/>
          <p14:tracePt t="39570" x="10779125" y="2095500"/>
          <p14:tracePt t="39578" x="10766425" y="2095500"/>
          <p14:tracePt t="39586" x="10755313" y="2119313"/>
          <p14:tracePt t="39595" x="10742613" y="2119313"/>
          <p14:tracePt t="39603" x="10742613" y="2132013"/>
          <p14:tracePt t="39611" x="10718800" y="2143125"/>
          <p14:tracePt t="39620" x="10718800" y="2155825"/>
          <p14:tracePt t="39628" x="10693400" y="2155825"/>
          <p14:tracePt t="39636" x="10682288" y="2168525"/>
          <p14:tracePt t="39644" x="10669588" y="2179638"/>
          <p14:tracePt t="39653" x="10645775" y="2192338"/>
          <p14:tracePt t="39661" x="10633075" y="2205038"/>
          <p14:tracePt t="39669" x="10609263" y="2217738"/>
          <p14:tracePt t="39679" x="10596563" y="2228850"/>
          <p14:tracePt t="39687" x="10583863" y="2241550"/>
          <p14:tracePt t="39695" x="10572750" y="2241550"/>
          <p14:tracePt t="39703" x="10572750" y="2254250"/>
          <p14:tracePt t="39711" x="10572750" y="2265363"/>
          <p14:tracePt t="39719" x="10560050" y="2278063"/>
          <p14:tracePt t="39728" x="10547350" y="2290763"/>
          <p14:tracePt t="39736" x="10536238" y="2301875"/>
          <p14:tracePt t="39747" x="10523538" y="2301875"/>
          <p14:tracePt t="39760" x="10523538" y="2314575"/>
          <p14:tracePt t="39772" x="10510838" y="2314575"/>
          <p14:tracePt t="39820" x="10510838" y="2327275"/>
          <p14:tracePt t="39840" x="10510838" y="2338388"/>
          <p14:tracePt t="39852" x="10510838" y="2351088"/>
          <p14:tracePt t="39860" x="10499725" y="2363788"/>
          <p14:tracePt t="39866" x="10487025" y="2363788"/>
          <p14:tracePt t="39872" x="10487025" y="2374900"/>
          <p14:tracePt t="39877" x="10487025" y="2387600"/>
          <p14:tracePt t="39886" x="10487025" y="2400300"/>
          <p14:tracePt t="39895" x="10474325" y="2411413"/>
          <p14:tracePt t="39907" x="10474325" y="2424113"/>
          <p14:tracePt t="39933" x="10463213" y="2424113"/>
          <p14:tracePt t="39947" x="10463213" y="2436813"/>
          <p14:tracePt t="39960" x="10463213" y="2447925"/>
          <p14:tracePt t="39965" x="10450513" y="2447925"/>
          <p14:tracePt t="39969" x="10450513" y="2460625"/>
          <p14:tracePt t="39979" x="10450513" y="2473325"/>
          <p14:tracePt t="39986" x="10450513" y="2484438"/>
          <p14:tracePt t="39994" x="10450513" y="2497138"/>
          <p14:tracePt t="40002" x="10450513" y="2509838"/>
          <p14:tracePt t="40011" x="10437813" y="2509838"/>
          <p14:tracePt t="40020" x="10437813" y="2533650"/>
          <p14:tracePt t="40027" x="10426700" y="2546350"/>
          <p14:tracePt t="40036" x="10426700" y="2557463"/>
          <p14:tracePt t="40044" x="10426700" y="2570163"/>
          <p14:tracePt t="40052" x="10414000" y="2582863"/>
          <p14:tracePt t="40061" x="10414000" y="2593975"/>
          <p14:tracePt t="40069" x="10414000" y="2606675"/>
          <p14:tracePt t="40077" x="10401300" y="2606675"/>
          <p14:tracePt t="40086" x="10401300" y="2619375"/>
          <p14:tracePt t="40094" x="10388600" y="2619375"/>
          <p14:tracePt t="40102" x="10388600" y="2630488"/>
          <p14:tracePt t="40112" x="10388600" y="2643188"/>
          <p14:tracePt t="40121" x="10388600" y="2655888"/>
          <p14:tracePt t="40131" x="10388600" y="2667000"/>
          <p14:tracePt t="40145" x="10377488" y="2679700"/>
          <p14:tracePt t="40146" x="10377488" y="2692400"/>
          <p14:tracePt t="40162" x="10364788" y="2703513"/>
          <p14:tracePt t="40167" x="10364788" y="2716213"/>
          <p14:tracePt t="40175" x="10364788" y="2728913"/>
          <p14:tracePt t="40192" x="10364788" y="2740025"/>
          <p14:tracePt t="40193" x="10364788" y="2752725"/>
          <p14:tracePt t="40200" x="10352088" y="2752725"/>
          <p14:tracePt t="40204" x="10352088" y="2765425"/>
          <p14:tracePt t="40211" x="10352088" y="2789238"/>
          <p14:tracePt t="40219" x="10340975" y="2789238"/>
          <p14:tracePt t="40227" x="10328275" y="2814638"/>
          <p14:tracePt t="40236" x="10328275" y="2825750"/>
          <p14:tracePt t="40244" x="10328275" y="2838450"/>
          <p14:tracePt t="40252" x="10328275" y="2862263"/>
          <p14:tracePt t="40261" x="10328275" y="2887663"/>
          <p14:tracePt t="40269" x="10315575" y="2924175"/>
          <p14:tracePt t="40277" x="10315575" y="2947988"/>
          <p14:tracePt t="40286" x="10315575" y="2971800"/>
          <p14:tracePt t="40294" x="10315575" y="3033713"/>
          <p14:tracePt t="40302" x="10315575" y="3057525"/>
          <p14:tracePt t="40311" x="10315575" y="3106738"/>
          <p14:tracePt t="40319" x="10315575" y="3154363"/>
          <p14:tracePt t="40327" x="10315575" y="3240088"/>
          <p14:tracePt t="40335" x="10315575" y="3300413"/>
          <p14:tracePt t="40344" x="10315575" y="3325813"/>
          <p14:tracePt t="40352" x="10315575" y="3398838"/>
          <p14:tracePt t="40360" x="10315575" y="3471863"/>
          <p14:tracePt t="40369" x="10340975" y="3568700"/>
          <p14:tracePt t="40377" x="10388600" y="3690938"/>
          <p14:tracePt t="40385" x="10437813" y="3800475"/>
          <p14:tracePt t="40394" x="10474325" y="3886200"/>
          <p14:tracePt t="40402" x="10523538" y="3959225"/>
          <p14:tracePt t="40410" x="10560050" y="3995738"/>
          <p14:tracePt t="40419" x="10572750" y="4019550"/>
          <p14:tracePt t="40427" x="10596563" y="4019550"/>
          <p14:tracePt t="40435" x="10609263" y="4019550"/>
          <p14:tracePt t="40444" x="10620375" y="4019550"/>
          <p14:tracePt t="40452" x="10633075" y="4019550"/>
          <p14:tracePt t="40460" x="10656888" y="4019550"/>
          <p14:tracePt t="40469" x="10669588" y="4019550"/>
          <p14:tracePt t="40477" x="10693400" y="4006850"/>
          <p14:tracePt t="40485" x="10729913" y="3995738"/>
          <p14:tracePt t="40494" x="10791825" y="3959225"/>
          <p14:tracePt t="40502" x="10791825" y="3946525"/>
          <p14:tracePt t="40510" x="10839450" y="3910013"/>
          <p14:tracePt t="40519" x="10875963" y="3860800"/>
          <p14:tracePt t="40527" x="10937875" y="3787775"/>
          <p14:tracePt t="40535" x="10974388" y="3740150"/>
          <p14:tracePt t="40544" x="10974388" y="3714750"/>
          <p14:tracePt t="40552" x="11034713" y="3617913"/>
          <p14:tracePt t="40560" x="11058525" y="3521075"/>
          <p14:tracePt t="40568" x="11083925" y="3448050"/>
          <p14:tracePt t="40577" x="11107738" y="3362325"/>
          <p14:tracePt t="40585" x="11107738" y="3289300"/>
          <p14:tracePt t="40594" x="11107738" y="3203575"/>
          <p14:tracePt t="40602" x="11107738" y="3117850"/>
          <p14:tracePt t="40610" x="11120438" y="3021013"/>
          <p14:tracePt t="40619" x="11120438" y="2935288"/>
          <p14:tracePt t="40627" x="11120438" y="2789238"/>
          <p14:tracePt t="40635" x="11120438" y="2728913"/>
          <p14:tracePt t="40644" x="11120438" y="2692400"/>
          <p14:tracePt t="40652" x="11120438" y="2630488"/>
          <p14:tracePt t="40660" x="11120438" y="2546350"/>
          <p14:tracePt t="40668" x="11120438" y="2509838"/>
          <p14:tracePt t="40677" x="11120438" y="2460625"/>
          <p14:tracePt t="40685" x="11120438" y="2424113"/>
          <p14:tracePt t="40694" x="11120438" y="2374900"/>
          <p14:tracePt t="40702" x="11120438" y="2351088"/>
          <p14:tracePt t="40710" x="11120438" y="2338388"/>
          <p14:tracePt t="40718" x="11107738" y="2314575"/>
          <p14:tracePt t="40727" x="11107738" y="2301875"/>
          <p14:tracePt t="40735" x="11095038" y="2278063"/>
          <p14:tracePt t="40752" x="11095038" y="2265363"/>
          <p14:tracePt t="40760" x="11095038" y="2254250"/>
          <p14:tracePt t="40775" x="11095038" y="2241550"/>
          <p14:tracePt t="40812" x="11083925" y="2241550"/>
          <p14:tracePt t="40832" x="11083925" y="2228850"/>
          <p14:tracePt t="40852" x="11071225" y="2228850"/>
          <p14:tracePt t="40867" x="11071225" y="2217738"/>
          <p14:tracePt t="40960" x="11071225" y="2205038"/>
          <p14:tracePt t="40964" x="11058525" y="2205038"/>
          <p14:tracePt t="40974" x="11058525" y="2192338"/>
          <p14:tracePt t="40987" x="11047413" y="2179638"/>
          <p14:tracePt t="41000" x="11034713" y="2179638"/>
          <p14:tracePt t="41012" x="11034713" y="2168525"/>
          <p14:tracePt t="41012" x="11022013" y="2168525"/>
          <p14:tracePt t="41022" x="11022013" y="2155825"/>
          <p14:tracePt t="41027" x="11010900" y="2155825"/>
          <p14:tracePt t="41042" x="10998200" y="2143125"/>
          <p14:tracePt t="41047" x="10985500" y="2143125"/>
          <p14:tracePt t="41052" x="10985500" y="2132013"/>
          <p14:tracePt t="41060" x="10974388" y="2132013"/>
          <p14:tracePt t="41072" x="10974388" y="2119313"/>
          <p14:tracePt t="41076" x="10961688" y="2119313"/>
          <p14:tracePt t="41085" x="10961688" y="2106613"/>
          <p14:tracePt t="41093" x="10948988" y="2095500"/>
          <p14:tracePt t="41101" x="10937875" y="2082800"/>
          <p14:tracePt t="41110" x="10925175" y="2070100"/>
          <p14:tracePt t="41118" x="10912475" y="2070100"/>
          <p14:tracePt t="41126" x="10901363" y="2046288"/>
          <p14:tracePt t="41135" x="10888663" y="2033588"/>
          <p14:tracePt t="41143" x="10875963" y="2033588"/>
          <p14:tracePt t="41151" x="10864850" y="2009775"/>
          <p14:tracePt t="41160" x="10852150" y="2009775"/>
          <p14:tracePt t="41168" x="10828338" y="1985963"/>
          <p14:tracePt t="41176" x="10828338" y="1973263"/>
          <p14:tracePt t="41185" x="10815638" y="1973263"/>
          <p14:tracePt t="41193" x="10802938" y="1949450"/>
          <p14:tracePt t="41205" x="10791825" y="1949450"/>
          <p14:tracePt t="41210" x="10791825" y="1936750"/>
          <p14:tracePt t="41218" x="10779125" y="1936750"/>
          <p14:tracePt t="41227" x="10779125" y="1924050"/>
          <p14:tracePt t="41235" x="10766425" y="1924050"/>
          <p14:tracePt t="41243" x="10766425" y="1912938"/>
          <p14:tracePt t="41365" x="10755313" y="1912938"/>
          <p14:tracePt t="41442" x="10742613" y="1912938"/>
          <p14:tracePt t="41460" x="10742613" y="1900238"/>
          <p14:tracePt t="41540" x="10742613" y="1887538"/>
          <p14:tracePt t="41560" x="10729913" y="1887538"/>
          <p14:tracePt t="41852" x="10718800" y="1887538"/>
          <p14:tracePt t="41887" x="10706100" y="1887538"/>
          <p14:tracePt t="41892" x="10706100" y="1900238"/>
          <p14:tracePt t="41932" x="10693400" y="1912938"/>
          <p14:tracePt t="41942" x="10682288" y="1912938"/>
          <p14:tracePt t="41952" x="10682288" y="1924050"/>
          <p14:tracePt t="41960" x="10656888" y="1924050"/>
          <p14:tracePt t="41965" x="10656888" y="1936750"/>
          <p14:tracePt t="41967" x="10633075" y="1936750"/>
          <p14:tracePt t="41976" x="10620375" y="1949450"/>
          <p14:tracePt t="41984" x="10609263" y="1960563"/>
          <p14:tracePt t="41992" x="10596563" y="1973263"/>
          <p14:tracePt t="42001" x="10572750" y="1973263"/>
          <p14:tracePt t="42009" x="10560050" y="1985963"/>
          <p14:tracePt t="42017" x="10547350" y="1985963"/>
          <p14:tracePt t="42026" x="10536238" y="1997075"/>
          <p14:tracePt t="42034" x="10510838" y="1997075"/>
          <p14:tracePt t="42042" x="10499725" y="1997075"/>
          <p14:tracePt t="42051" x="10487025" y="1997075"/>
          <p14:tracePt t="42059" x="10474325" y="2009775"/>
          <p14:tracePt t="42067" x="10463213" y="2009775"/>
          <p14:tracePt t="42076" x="10450513" y="2009775"/>
          <p14:tracePt t="42084" x="10450513" y="2022475"/>
          <p14:tracePt t="42092" x="10437813" y="2022475"/>
          <p14:tracePt t="42101" x="10426700" y="2022475"/>
          <p14:tracePt t="42119" x="10414000" y="2022475"/>
          <p14:tracePt t="42135" x="10401300" y="2033588"/>
          <p14:tracePt t="42140" x="10388600" y="2033588"/>
          <p14:tracePt t="42160" x="10377488" y="2033588"/>
          <p14:tracePt t="42165" x="10364788" y="2033588"/>
          <p14:tracePt t="42173" x="10352088" y="2033588"/>
          <p14:tracePt t="42182" x="10340975" y="2033588"/>
          <p14:tracePt t="42194" x="10340975" y="2046288"/>
          <p14:tracePt t="42200" x="10328275" y="2046288"/>
          <p14:tracePt t="42211" x="10315575" y="2058988"/>
          <p14:tracePt t="42219" x="10304463" y="2058988"/>
          <p14:tracePt t="42235" x="10291763" y="2058988"/>
          <p14:tracePt t="42240" x="10279063" y="2058988"/>
          <p14:tracePt t="42242" x="10279063" y="2070100"/>
          <p14:tracePt t="42250" x="10267950" y="2070100"/>
          <p14:tracePt t="42259" x="10267950" y="2082800"/>
          <p14:tracePt t="42267" x="10242550" y="2095500"/>
          <p14:tracePt t="42280" x="10231438" y="2095500"/>
          <p14:tracePt t="42285" x="10218738" y="2106613"/>
          <p14:tracePt t="42292" x="10206038" y="2119313"/>
          <p14:tracePt t="42300" x="10182225" y="2119313"/>
          <p14:tracePt t="42309" x="10169525" y="2143125"/>
          <p14:tracePt t="42317" x="10145713" y="2155825"/>
          <p14:tracePt t="42326" x="10121900" y="2179638"/>
          <p14:tracePt t="42334" x="10096500" y="2205038"/>
          <p14:tracePt t="42342" x="10059988" y="2241550"/>
          <p14:tracePt t="42350" x="10023475" y="2278063"/>
          <p14:tracePt t="42359" x="9986963" y="2290763"/>
          <p14:tracePt t="42367" x="9950450" y="2327275"/>
          <p14:tracePt t="42375" x="9939338" y="2338388"/>
          <p14:tracePt t="42383" x="9926638" y="2351088"/>
          <p14:tracePt t="42392" x="9913938" y="2363788"/>
          <p14:tracePt t="42400" x="9890125" y="2387600"/>
          <p14:tracePt t="42409" x="9877425" y="2411413"/>
          <p14:tracePt t="42417" x="9853613" y="2424113"/>
          <p14:tracePt t="42425" x="9829800" y="2447925"/>
          <p14:tracePt t="42433" x="9793288" y="2473325"/>
          <p14:tracePt t="42442" x="9780588" y="2473325"/>
          <p14:tracePt t="42450" x="9744075" y="2484438"/>
          <p14:tracePt t="42458" x="9731375" y="2497138"/>
          <p14:tracePt t="42467" x="9683750" y="2509838"/>
          <p14:tracePt t="42475" x="9645650" y="2533650"/>
          <p14:tracePt t="42483" x="9634538" y="2533650"/>
          <p14:tracePt t="42492" x="9598025" y="2546350"/>
          <p14:tracePt t="42500" x="9536113" y="2557463"/>
          <p14:tracePt t="42508" x="9488488" y="2582863"/>
          <p14:tracePt t="42517" x="9451975" y="2593975"/>
          <p14:tracePt t="42525" x="9402763" y="2606675"/>
          <p14:tracePt t="42533" x="9342438" y="2619375"/>
          <p14:tracePt t="42542" x="9317038" y="2630488"/>
          <p14:tracePt t="42550" x="9269413" y="2630488"/>
          <p14:tracePt t="42558" x="9207500" y="2655888"/>
          <p14:tracePt t="42567" x="9147175" y="2667000"/>
          <p14:tracePt t="42575" x="9097963" y="2679700"/>
          <p14:tracePt t="42583" x="9061450" y="2679700"/>
          <p14:tracePt t="42592" x="9024938" y="2692400"/>
          <p14:tracePt t="42600" x="8928100" y="2692400"/>
          <p14:tracePt t="42608" x="8878888" y="2692400"/>
          <p14:tracePt t="42617" x="8805863" y="2692400"/>
          <p14:tracePt t="42625" x="8769350" y="2692400"/>
          <p14:tracePt t="42633" x="8672513" y="2692400"/>
          <p14:tracePt t="42642" x="8647113" y="2692400"/>
          <p14:tracePt t="42650" x="8586788" y="2692400"/>
          <p14:tracePt t="42658" x="8550275" y="2692400"/>
          <p14:tracePt t="42667" x="8501063" y="2692400"/>
          <p14:tracePt t="42675" x="8477250" y="2692400"/>
          <p14:tracePt t="42683" x="8464550" y="2692400"/>
          <p14:tracePt t="42691" x="8453438" y="2692400"/>
          <p14:tracePt t="42700" x="8428038" y="2692400"/>
          <p14:tracePt t="42708" x="8380413" y="2679700"/>
          <p14:tracePt t="42717" x="8355013" y="2679700"/>
          <p14:tracePt t="42725" x="8318500" y="2679700"/>
          <p14:tracePt t="42733" x="8307388" y="2667000"/>
          <p14:tracePt t="42747" x="8294688" y="2667000"/>
          <p14:tracePt t="42755" x="8281988" y="2667000"/>
          <p14:tracePt t="42767" x="8270875" y="2667000"/>
          <p14:tracePt t="42772" x="8258175" y="2667000"/>
          <p14:tracePt t="42775" x="8245475" y="2667000"/>
          <p14:tracePt t="42784" x="8232775" y="2667000"/>
          <p14:tracePt t="42791" x="8221663" y="2655888"/>
          <p14:tracePt t="42800" x="8208963" y="2655888"/>
          <p14:tracePt t="42808" x="8172450" y="2655888"/>
          <p14:tracePt t="42816" x="8135938" y="2643188"/>
          <p14:tracePt t="42825" x="8123238" y="2643188"/>
          <p14:tracePt t="42833" x="8062913" y="2643188"/>
          <p14:tracePt t="42841" x="8039100" y="2630488"/>
          <p14:tracePt t="42850" x="8013700" y="2630488"/>
          <p14:tracePt t="42858" x="7977188" y="2619375"/>
          <p14:tracePt t="42866" x="7929563" y="2606675"/>
          <p14:tracePt t="42875" x="7893050" y="2593975"/>
          <p14:tracePt t="42883" x="7867650" y="2593975"/>
          <p14:tracePt t="42891" x="7843838" y="2582863"/>
          <p14:tracePt t="42900" x="7807325" y="2582863"/>
          <p14:tracePt t="42908" x="7770813" y="2582863"/>
          <p14:tracePt t="42916" x="7747000" y="2570163"/>
          <p14:tracePt t="42925" x="7734300" y="2570163"/>
          <p14:tracePt t="42933" x="7710488" y="2557463"/>
          <p14:tracePt t="42941" x="7697788" y="2557463"/>
          <p14:tracePt t="42950" x="7685088" y="2557463"/>
          <p14:tracePt t="42959" x="7673975" y="2557463"/>
          <p14:tracePt t="42972" x="7673975" y="2546350"/>
          <p14:tracePt t="42982" x="7661275" y="2546350"/>
          <p14:tracePt t="42992" x="7648575" y="2546350"/>
          <p14:tracePt t="43000" x="7648575" y="2533650"/>
          <p14:tracePt t="43005" x="7637463" y="2533650"/>
          <p14:tracePt t="43008" x="7624763" y="2533650"/>
          <p14:tracePt t="43016" x="7612063" y="2520950"/>
          <p14:tracePt t="43025" x="7600950" y="2520950"/>
          <p14:tracePt t="43033" x="7588250" y="2520950"/>
          <p14:tracePt t="43041" x="7564438" y="2509838"/>
          <p14:tracePt t="43051" x="7551738" y="2509838"/>
          <p14:tracePt t="43058" x="7539038" y="2497138"/>
          <p14:tracePt t="43066" x="7515225" y="2497138"/>
          <p14:tracePt t="43075" x="7502525" y="2497138"/>
          <p14:tracePt t="43083" x="7502525" y="2484438"/>
          <p14:tracePt t="43091" x="7478713" y="2484438"/>
          <p14:tracePt t="43099" x="7466013" y="2473325"/>
          <p14:tracePt t="43112" x="7442200" y="2473325"/>
          <p14:tracePt t="43120" x="7429500" y="2473325"/>
          <p14:tracePt t="43132" x="7405688" y="2460625"/>
          <p14:tracePt t="43147" x="7392988" y="2460625"/>
          <p14:tracePt t="43155" x="7380288" y="2447925"/>
          <p14:tracePt t="43160" x="7369175" y="2447925"/>
          <p14:tracePt t="43172" x="7369175" y="2436813"/>
          <p14:tracePt t="43173" x="7356475" y="2436813"/>
          <p14:tracePt t="43195" x="7343775" y="2436813"/>
          <p14:tracePt t="43232" x="7332663" y="2436813"/>
          <p14:tracePt t="43239" x="7319963" y="2424113"/>
          <p14:tracePt t="43252" x="7307263" y="2424113"/>
          <p14:tracePt t="43274" x="7296150" y="2411413"/>
          <p14:tracePt t="43280" x="7283450" y="2411413"/>
          <p14:tracePt t="43292" x="7270750" y="2411413"/>
          <p14:tracePt t="43293" x="7270750" y="2400300"/>
          <p14:tracePt t="43302" x="7259638" y="2400300"/>
          <p14:tracePt t="43622" x="7270750" y="2400300"/>
          <p14:tracePt t="43632" x="7283450" y="2400300"/>
          <p14:tracePt t="43633" x="7296150" y="2400300"/>
          <p14:tracePt t="43642" x="7307263" y="2400300"/>
          <p14:tracePt t="43649" x="7319963" y="2400300"/>
          <p14:tracePt t="43657" x="7332663" y="2400300"/>
          <p14:tracePt t="43666" x="7343775" y="2400300"/>
          <p14:tracePt t="43674" x="7356475" y="2400300"/>
          <p14:tracePt t="43695" x="7369175" y="2400300"/>
          <p14:tracePt t="43700" x="7380288" y="2400300"/>
          <p14:tracePt t="43705" x="7392988" y="2400300"/>
          <p14:tracePt t="43712" x="7405688" y="2400300"/>
          <p14:tracePt t="43716" x="7429500" y="2400300"/>
          <p14:tracePt t="43724" x="7453313" y="2400300"/>
          <p14:tracePt t="43733" x="7515225" y="2400300"/>
          <p14:tracePt t="43733" x="7551738" y="2411413"/>
          <p14:tracePt t="43741" x="7588250" y="2411413"/>
          <p14:tracePt t="43749" x="7648575" y="2411413"/>
          <p14:tracePt t="43757" x="7710488" y="2411413"/>
          <p14:tracePt t="43766" x="7758113" y="2411413"/>
          <p14:tracePt t="43774" x="7807325" y="2411413"/>
          <p14:tracePt t="43782" x="7820025" y="2411413"/>
          <p14:tracePt t="43791" x="7831138" y="2411413"/>
          <p14:tracePt t="44175" x="7843838" y="2411413"/>
          <p14:tracePt t="44183" x="7856538" y="2411413"/>
          <p14:tracePt t="44187" x="7867650" y="2411413"/>
          <p14:tracePt t="44220" x="7880350" y="2411413"/>
          <p14:tracePt t="44232" x="7893050" y="2411413"/>
          <p14:tracePt t="44255" x="7904163" y="2411413"/>
          <p14:tracePt t="44260" x="7916863" y="2411413"/>
          <p14:tracePt t="44265" x="7929563" y="2411413"/>
          <p14:tracePt t="44272" x="7940675" y="2411413"/>
          <p14:tracePt t="44273" x="7953375" y="2411413"/>
          <p14:tracePt t="44284" x="7966075" y="2411413"/>
          <p14:tracePt t="44290" x="7977188" y="2411413"/>
          <p14:tracePt t="44298" x="8002588" y="2411413"/>
          <p14:tracePt t="44307" x="8026400" y="2411413"/>
          <p14:tracePt t="44315" x="8039100" y="2411413"/>
          <p14:tracePt t="44327" x="8050213" y="2411413"/>
          <p14:tracePt t="44375" x="8062913" y="2411413"/>
          <p14:tracePt t="44392" x="8075613" y="2411413"/>
          <p14:tracePt t="44415" x="8086725" y="2411413"/>
          <p14:tracePt t="44427" x="8099425" y="2411413"/>
          <p14:tracePt t="44452" x="8112125" y="2411413"/>
          <p14:tracePt t="44472" x="8123238" y="2411413"/>
          <p14:tracePt t="44473" x="8135938" y="2411413"/>
          <p14:tracePt t="44487" x="8148638" y="2411413"/>
          <p14:tracePt t="44491" x="8159750" y="2411413"/>
          <p14:tracePt t="44498" x="8172450" y="2411413"/>
          <p14:tracePt t="44507" x="8185150" y="2411413"/>
          <p14:tracePt t="44515" x="8196263" y="2411413"/>
          <p14:tracePt t="44523" x="8208963" y="2411413"/>
          <p14:tracePt t="44532" x="8221663" y="2411413"/>
          <p14:tracePt t="44540" x="8232775" y="2411413"/>
          <p14:tracePt t="44548" x="8245475" y="2424113"/>
          <p14:tracePt t="44556" x="8258175" y="2424113"/>
          <p14:tracePt t="44565" x="8281988" y="2424113"/>
          <p14:tracePt t="44573" x="8307388" y="2436813"/>
          <p14:tracePt t="44581" x="8318500" y="2436813"/>
          <p14:tracePt t="44590" x="8343900" y="2436813"/>
          <p14:tracePt t="44598" x="8355013" y="2436813"/>
          <p14:tracePt t="44606" x="8367713" y="2436813"/>
          <p14:tracePt t="44620" x="8367713" y="2447925"/>
          <p14:tracePt t="44672" x="8367713" y="2460625"/>
          <p14:tracePt t="44674" x="8355013" y="2460625"/>
          <p14:tracePt t="44682" x="8343900" y="2460625"/>
          <p14:tracePt t="44690" x="8307388" y="2473325"/>
          <p14:tracePt t="44698" x="8281988" y="2484438"/>
          <p14:tracePt t="44706" x="8208963" y="2509838"/>
          <p14:tracePt t="44715" x="8172450" y="2509838"/>
          <p14:tracePt t="44723" x="8123238" y="2520950"/>
          <p14:tracePt t="44732" x="8099425" y="2533650"/>
          <p14:tracePt t="44733" x="8062913" y="2533650"/>
          <p14:tracePt t="44740" x="8026400" y="2533650"/>
          <p14:tracePt t="44748" x="7977188" y="2546350"/>
          <p14:tracePt t="44756" x="7916863" y="2557463"/>
          <p14:tracePt t="44765" x="7893050" y="2557463"/>
          <p14:tracePt t="44773" x="7831138" y="2570163"/>
          <p14:tracePt t="44781" x="7807325" y="2570163"/>
          <p14:tracePt t="44790" x="7794625" y="2570163"/>
          <p14:tracePt t="44798" x="7783513" y="2570163"/>
          <p14:tracePt t="44806" x="7770813" y="2570163"/>
          <p14:tracePt t="44882" x="7758113" y="2570163"/>
          <p14:tracePt t="44891" x="7747000" y="2570163"/>
          <p14:tracePt t="44899" x="7734300" y="2582863"/>
          <p14:tracePt t="44906" x="7721600" y="2582863"/>
          <p14:tracePt t="44912" x="7710488" y="2582863"/>
          <p14:tracePt t="44914" x="7710488" y="2593975"/>
          <p14:tracePt t="44923" x="7697788" y="2593975"/>
          <p14:tracePt t="44931" x="7685088" y="2593975"/>
          <p14:tracePt t="44939" x="7673975" y="2593975"/>
          <p14:tracePt t="44948" x="7648575" y="2606675"/>
          <p14:tracePt t="44956" x="7637463" y="2606675"/>
          <p14:tracePt t="44964" x="7624763" y="2606675"/>
          <p14:tracePt t="44973" x="7600950" y="2606675"/>
          <p14:tracePt t="44981" x="7588250" y="2606675"/>
          <p14:tracePt t="44989" x="7575550" y="2606675"/>
          <p14:tracePt t="44998" x="7564438" y="2606675"/>
          <p14:tracePt t="45006" x="7526338" y="2619375"/>
          <p14:tracePt t="45014" x="7515225" y="2630488"/>
          <p14:tracePt t="45023" x="7489825" y="2630488"/>
          <p14:tracePt t="45031" x="7453313" y="2643188"/>
          <p14:tracePt t="45039" x="7416800" y="2643188"/>
          <p14:tracePt t="45048" x="7369175" y="2655888"/>
          <p14:tracePt t="45056" x="7343775" y="2655888"/>
          <p14:tracePt t="45065" x="7343775" y="2667000"/>
          <p14:tracePt t="45073" x="7307263" y="2679700"/>
          <p14:tracePt t="45081" x="7270750" y="2692400"/>
          <p14:tracePt t="45089" x="7259638" y="2692400"/>
          <p14:tracePt t="45099" x="7246938" y="2692400"/>
          <p14:tracePt t="45112" x="7234238" y="2692400"/>
          <p14:tracePt t="45125" x="7223125" y="2703513"/>
          <p14:tracePt t="45125" x="7210425" y="2703513"/>
          <p14:tracePt t="45142" x="7197725" y="2703513"/>
          <p14:tracePt t="45155" x="7186613" y="2703513"/>
          <p14:tracePt t="45162" x="7186613" y="2716213"/>
          <p14:tracePt t="45172" x="7173913" y="2716213"/>
          <p14:tracePt t="45173" x="7161213" y="2716213"/>
          <p14:tracePt t="45185" x="7150100" y="2716213"/>
          <p14:tracePt t="45191" x="7137400" y="2716213"/>
          <p14:tracePt t="45197" x="7124700" y="2716213"/>
          <p14:tracePt t="45206" x="7113588" y="2728913"/>
          <p14:tracePt t="45214" x="7077075" y="2752725"/>
          <p14:tracePt t="45223" x="7040563" y="2752725"/>
          <p14:tracePt t="45231" x="7015163" y="2752725"/>
          <p14:tracePt t="45239" x="6991350" y="2752725"/>
          <p14:tracePt t="45247" x="6967538" y="2752725"/>
          <p14:tracePt t="45256" x="6967538" y="2765425"/>
          <p14:tracePt t="45264" x="6954838" y="2765425"/>
          <p14:tracePt t="45280" x="6942138" y="2765425"/>
          <p14:tracePt t="45312" x="6931025" y="2765425"/>
          <p14:tracePt t="45320" x="6918325" y="2765425"/>
          <p14:tracePt t="45327" x="6905625" y="2765425"/>
          <p14:tracePt t="45347" x="6894513" y="2765425"/>
          <p14:tracePt t="45547" x="6894513" y="2776538"/>
          <p14:tracePt t="45555" x="6881813" y="2776538"/>
          <p14:tracePt t="45566" x="6869113" y="2776538"/>
          <p14:tracePt t="45573" x="6858000" y="2776538"/>
          <p14:tracePt t="45580" x="6832600" y="2789238"/>
          <p14:tracePt t="45589" x="6796088" y="2789238"/>
          <p14:tracePt t="45606" x="6710363" y="2801938"/>
          <p14:tracePt t="45614" x="6637338" y="2814638"/>
          <p14:tracePt t="45622" x="6626225" y="2814638"/>
          <p14:tracePt t="45630" x="6589713" y="2814638"/>
          <p14:tracePt t="45639" x="6553200" y="2814638"/>
          <p14:tracePt t="45647" x="6527800" y="2814638"/>
          <p14:tracePt t="45660" x="6516688" y="2814638"/>
          <p14:tracePt t="45674" x="6503988" y="2814638"/>
          <p14:tracePt t="45687" x="6491288" y="2814638"/>
          <p14:tracePt t="45693" x="6480175" y="2814638"/>
          <p14:tracePt t="45699" x="6467475" y="2814638"/>
          <p14:tracePt t="45706" x="6454775" y="2814638"/>
          <p14:tracePt t="45712" x="6430963" y="2814638"/>
          <p14:tracePt t="45720" x="6418263" y="2814638"/>
          <p14:tracePt t="45730" x="6381750" y="2814638"/>
          <p14:tracePt t="45739" x="6345238" y="2814638"/>
          <p14:tracePt t="45747" x="6308725" y="2814638"/>
          <p14:tracePt t="45755" x="6272213" y="2814638"/>
          <p14:tracePt t="45764" x="6261100" y="2814638"/>
          <p14:tracePt t="45772" x="6235700" y="2814638"/>
          <p14:tracePt t="45781" x="6211888" y="2814638"/>
          <p14:tracePt t="45789" x="6199188" y="2814638"/>
          <p14:tracePt t="45797" x="6175375" y="2814638"/>
          <p14:tracePt t="45805" x="6138863" y="2814638"/>
          <p14:tracePt t="45814" x="6089650" y="2814638"/>
          <p14:tracePt t="45822" x="6029325" y="2814638"/>
          <p14:tracePt t="45831" x="6003925" y="2814638"/>
          <p14:tracePt t="45839" x="5930900" y="2814638"/>
          <p14:tracePt t="45847" x="5846763" y="2801938"/>
          <p14:tracePt t="45855" x="5797550" y="2801938"/>
          <p14:tracePt t="45864" x="5761038" y="2789238"/>
          <p14:tracePt t="45872" x="5664200" y="2765425"/>
          <p14:tracePt t="45880" x="5591175" y="2765425"/>
          <p14:tracePt t="45888" x="5518150" y="2752725"/>
          <p14:tracePt t="45897" x="5445125" y="2728913"/>
          <p14:tracePt t="45905" x="5346700" y="2716213"/>
          <p14:tracePt t="45914" x="5213350" y="2692400"/>
          <p14:tracePt t="45922" x="5164138" y="2692400"/>
          <p14:tracePt t="45930" x="5067300" y="2679700"/>
          <p14:tracePt t="45938" x="4981575" y="2667000"/>
          <p14:tracePt t="45947" x="4835525" y="2643188"/>
          <p14:tracePt t="45955" x="4738688" y="2630488"/>
          <p14:tracePt t="45963" x="4702175" y="2619375"/>
          <p14:tracePt t="45972" x="4627563" y="2606675"/>
          <p14:tracePt t="45980" x="4543425" y="2593975"/>
          <p14:tracePt t="45988" x="4518025" y="2593975"/>
          <p14:tracePt t="45997" x="4494213" y="2593975"/>
          <p14:tracePt t="46005" x="4470400" y="2582863"/>
          <p14:tracePt t="46013" x="4433888" y="2570163"/>
          <p14:tracePt t="46022" x="4408488" y="2557463"/>
          <p14:tracePt t="46030" x="4360863" y="2546350"/>
          <p14:tracePt t="46038" x="4324350" y="2546350"/>
          <p14:tracePt t="46047" x="4238625" y="2533650"/>
          <p14:tracePt t="46055" x="4178300" y="2520950"/>
          <p14:tracePt t="46063" x="4152900" y="2509838"/>
          <p14:tracePt t="46072" x="4105275" y="2497138"/>
          <p14:tracePt t="46080" x="4043363" y="2484438"/>
          <p14:tracePt t="46088" x="4006850" y="2473325"/>
          <p14:tracePt t="46097" x="3959225" y="2473325"/>
          <p14:tracePt t="46105" x="3933825" y="2473325"/>
          <p14:tracePt t="46113" x="3884613" y="2460625"/>
          <p14:tracePt t="46124" x="3860800" y="2447925"/>
          <p14:tracePt t="46130" x="3848100" y="2447925"/>
          <p14:tracePt t="46138" x="3800475" y="2436813"/>
          <p14:tracePt t="46147" x="3751263" y="2424113"/>
          <p14:tracePt t="46155" x="3714750" y="2411413"/>
          <p14:tracePt t="46163" x="3690938" y="2411413"/>
          <p14:tracePt t="46172" x="3654425" y="2400300"/>
          <p14:tracePt t="46180" x="3629025" y="2387600"/>
          <p14:tracePt t="46188" x="3605213" y="2374900"/>
          <p14:tracePt t="46197" x="3592513" y="2374900"/>
          <p14:tracePt t="46205" x="3581400" y="2374900"/>
          <p14:tracePt t="46213" x="3556000" y="2363788"/>
          <p14:tracePt t="46222" x="3544888" y="2363788"/>
          <p14:tracePt t="46230" x="3519488" y="2363788"/>
          <p14:tracePt t="46238" x="3508375" y="2351088"/>
          <p14:tracePt t="46246" x="3471863" y="2351088"/>
          <p14:tracePt t="46255" x="3446463" y="2338388"/>
          <p14:tracePt t="46263" x="3435350" y="2338388"/>
          <p14:tracePt t="46280" x="3409950" y="2338388"/>
          <p14:tracePt t="46288" x="3373438" y="2327275"/>
          <p14:tracePt t="46296" x="3362325" y="2327275"/>
          <p14:tracePt t="46305" x="3349625" y="2327275"/>
          <p14:tracePt t="46320" x="3336925" y="2327275"/>
          <p14:tracePt t="46325" x="3325813" y="2327275"/>
          <p14:tracePt t="46338" x="3313113" y="2314575"/>
          <p14:tracePt t="46346" x="3300413" y="2314575"/>
          <p14:tracePt t="46355" x="3289300" y="2314575"/>
          <p14:tracePt t="46367" x="3276600" y="2314575"/>
          <p14:tracePt t="46375" x="3263900" y="2314575"/>
          <p14:tracePt t="46381" x="3252788" y="2314575"/>
          <p14:tracePt t="46396" x="3240088" y="2314575"/>
          <p14:tracePt t="46405" x="3227388" y="2314575"/>
          <p14:tracePt t="46413" x="3190875" y="2290763"/>
          <p14:tracePt t="46430" x="3167063" y="2290763"/>
          <p14:tracePt t="46438" x="3154363" y="2290763"/>
          <p14:tracePt t="46446" x="3130550" y="2278063"/>
          <p14:tracePt t="46455" x="3117850" y="2278063"/>
          <p14:tracePt t="46463" x="3105150" y="2278063"/>
          <p14:tracePt t="46507" x="3094038" y="2278063"/>
          <p14:tracePt t="46520" x="3081338" y="2278063"/>
          <p14:tracePt t="46527" x="3068638" y="2278063"/>
          <p14:tracePt t="46540" x="3068638" y="2265363"/>
          <p14:tracePt t="46555" x="3057525" y="2265363"/>
          <p14:tracePt t="46567" x="3057525" y="2254250"/>
          <p14:tracePt t="46572" x="3044825" y="2254250"/>
          <p14:tracePt t="46627" x="3032125" y="2254250"/>
          <p14:tracePt t="46642" x="3021013" y="2254250"/>
          <p14:tracePt t="46660" x="3008313" y="2254250"/>
          <p14:tracePt t="46682" x="3008313" y="2241550"/>
          <p14:tracePt t="46692" x="3008313" y="2228850"/>
          <p14:tracePt t="46702" x="3008313" y="2217738"/>
          <p14:tracePt t="46706" x="2995613" y="2217738"/>
          <p14:tracePt t="46721" x="2984500" y="2217738"/>
          <p14:tracePt t="46727" x="2984500" y="2205038"/>
          <p14:tracePt t="46740" x="2984500" y="2192338"/>
          <p14:tracePt t="46752" x="2971800" y="2192338"/>
          <p14:tracePt t="46812" x="2971800" y="2179638"/>
          <p14:tracePt t="46821" x="2971800" y="2168525"/>
          <p14:tracePt t="46860" x="2971800" y="2155825"/>
          <p14:tracePt t="47313" x="2971800" y="2143125"/>
          <p14:tracePt t="47320" x="2984500" y="2143125"/>
          <p14:tracePt t="47327" x="3008313" y="2132013"/>
          <p14:tracePt t="47333" x="3021013" y="2132013"/>
          <p14:tracePt t="47340" x="3032125" y="2132013"/>
          <p14:tracePt t="47346" x="3044825" y="2132013"/>
          <p14:tracePt t="47354" x="3068638" y="2119313"/>
          <p14:tracePt t="47362" x="3081338" y="2119313"/>
          <p14:tracePt t="47371" x="3094038" y="2119313"/>
          <p14:tracePt t="47379" x="3105150" y="2106613"/>
          <p14:tracePt t="47387" x="3130550" y="2106613"/>
          <p14:tracePt t="47395" x="3141663" y="2106613"/>
          <p14:tracePt t="47404" x="3154363" y="2106613"/>
          <p14:tracePt t="47412" x="3190875" y="2095500"/>
          <p14:tracePt t="47420" x="3227388" y="2095500"/>
          <p14:tracePt t="47429" x="3252788" y="2095500"/>
          <p14:tracePt t="47437" x="3289300" y="2095500"/>
          <p14:tracePt t="47446" x="3325813" y="2095500"/>
          <p14:tracePt t="47454" x="3362325" y="2095500"/>
          <p14:tracePt t="47466" x="3373438" y="2095500"/>
          <p14:tracePt t="47480" x="3386138" y="2095500"/>
          <p14:tracePt t="47502" x="3398838" y="2095500"/>
          <p14:tracePt t="47522" x="3409950" y="2095500"/>
          <p14:tracePt t="47526" x="3422650" y="2095500"/>
          <p14:tracePt t="47533" x="3435350" y="2095500"/>
          <p14:tracePt t="47542" x="3446463" y="2095500"/>
          <p14:tracePt t="47832" x="3459163" y="2095500"/>
          <p14:tracePt t="47875" x="3471863" y="2095500"/>
          <p14:tracePt t="47900" x="3482975" y="2095500"/>
          <p14:tracePt t="47927" x="3495675" y="2095500"/>
          <p14:tracePt t="47940" x="3508375" y="2095500"/>
          <p14:tracePt t="47975" x="3519488" y="2095500"/>
          <p14:tracePt t="48007" x="3532188" y="2095500"/>
          <p14:tracePt t="48020" x="3544888" y="2095500"/>
          <p14:tracePt t="48040" x="3556000" y="2095500"/>
          <p14:tracePt t="48042" x="3568700" y="2095500"/>
          <p14:tracePt t="48055" x="3581400" y="2095500"/>
          <p14:tracePt t="48060" x="3592513" y="2095500"/>
          <p14:tracePt t="48062" x="3605213" y="2095500"/>
          <p14:tracePt t="48071" x="3617913" y="2095500"/>
          <p14:tracePt t="48078" x="3629025" y="2095500"/>
          <p14:tracePt t="48087" x="3641725" y="2095500"/>
          <p14:tracePt t="48095" x="3665538" y="2095500"/>
          <p14:tracePt t="48127" x="3678238" y="2095500"/>
          <p14:tracePt t="48152" x="3690938" y="2095500"/>
          <p14:tracePt t="48175" x="3702050" y="2095500"/>
          <p14:tracePt t="48195" x="3702050" y="2106613"/>
          <p14:tracePt t="48200" x="3714750" y="2106613"/>
          <p14:tracePt t="48362" x="3702050" y="2106613"/>
          <p14:tracePt t="48373" x="3690938" y="2106613"/>
          <p14:tracePt t="48380" x="3678238" y="2106613"/>
          <p14:tracePt t="48387" x="3665538" y="2106613"/>
          <p14:tracePt t="48392" x="3641725" y="2106613"/>
          <p14:tracePt t="48395" x="3641725" y="2119313"/>
          <p14:tracePt t="48403" x="3605213" y="2119313"/>
          <p14:tracePt t="48411" x="3592513" y="2119313"/>
          <p14:tracePt t="48420" x="3556000" y="2119313"/>
          <p14:tracePt t="48428" x="3495675" y="2119313"/>
          <p14:tracePt t="48436" x="3471863" y="2119313"/>
          <p14:tracePt t="48445" x="3446463" y="2119313"/>
          <p14:tracePt t="48453" x="3386138" y="2119313"/>
          <p14:tracePt t="48461" x="3373438" y="2119313"/>
          <p14:tracePt t="48469" x="3349625" y="2119313"/>
          <p14:tracePt t="48478" x="3336925" y="2119313"/>
          <p14:tracePt t="48486" x="3325813" y="2119313"/>
          <p14:tracePt t="48500" x="3313113" y="2119313"/>
          <p14:tracePt t="48510" x="3300413" y="2119313"/>
          <p14:tracePt t="48515" x="3289300" y="2119313"/>
          <p14:tracePt t="48535" x="3276600" y="2119313"/>
          <p14:tracePt t="48547" x="3263900" y="2119313"/>
          <p14:tracePt t="48615" x="3252788" y="2119313"/>
          <p14:tracePt t="48634" x="3240088" y="2119313"/>
          <p14:tracePt t="48652" x="3227388" y="2119313"/>
          <p14:tracePt t="48672" x="3227388" y="2106613"/>
          <p14:tracePt t="48815" x="3227388" y="2095500"/>
          <p14:tracePt t="48860" x="3240088" y="2095500"/>
          <p14:tracePt t="48867" x="3252788" y="2095500"/>
          <p14:tracePt t="48892" x="3263900" y="2095500"/>
          <p14:tracePt t="49147" x="3252788" y="2095500"/>
          <p14:tracePt t="49155" x="3240088" y="2095500"/>
          <p14:tracePt t="49161" x="3227388" y="2095500"/>
          <p14:tracePt t="49175" x="3214688" y="2095500"/>
          <p14:tracePt t="49452" x="3227388" y="2095500"/>
          <p14:tracePt t="49461" x="3240088" y="2095500"/>
          <p14:tracePt t="49467" x="3252788" y="2095500"/>
          <p14:tracePt t="49479" x="3263900" y="2095500"/>
          <p14:tracePt t="49485" x="3276600" y="2082800"/>
          <p14:tracePt t="49486" x="3289300" y="2082800"/>
          <p14:tracePt t="49493" x="3325813" y="2082800"/>
          <p14:tracePt t="49502" x="3349625" y="2070100"/>
          <p14:tracePt t="49510" x="3386138" y="2070100"/>
          <p14:tracePt t="49518" x="3459163" y="2070100"/>
          <p14:tracePt t="49527" x="3544888" y="2070100"/>
          <p14:tracePt t="49535" x="3592513" y="2070100"/>
          <p14:tracePt t="49543" x="3605213" y="2070100"/>
          <p14:tracePt t="49552" x="3641725" y="2070100"/>
          <p14:tracePt t="49561" x="3654425" y="2070100"/>
          <p14:tracePt t="49860" x="3665538" y="2070100"/>
          <p14:tracePt t="49900" x="3678238" y="2070100"/>
          <p14:tracePt t="49995" x="3690938" y="2070100"/>
          <p14:tracePt t="50080" x="3702050" y="2070100"/>
          <p14:tracePt t="50222" x="3714750" y="2070100"/>
          <p14:tracePt t="50227" x="3727450" y="2070100"/>
          <p14:tracePt t="50232" x="3738563" y="2070100"/>
          <p14:tracePt t="50239" x="3751263" y="2070100"/>
          <p14:tracePt t="50243" x="3763963" y="2070100"/>
          <p14:tracePt t="50251" x="3775075" y="2070100"/>
          <p14:tracePt t="50260" x="3800475" y="2070100"/>
          <p14:tracePt t="50268" x="3848100" y="2070100"/>
          <p14:tracePt t="50276" x="3884613" y="2070100"/>
          <p14:tracePt t="50284" x="3933825" y="2070100"/>
          <p14:tracePt t="50293" x="3959225" y="2070100"/>
          <p14:tracePt t="50301" x="3970338" y="2070100"/>
          <p14:tracePt t="50309" x="3983038" y="2070100"/>
          <p14:tracePt t="50332" x="3995738" y="2070100"/>
          <p14:tracePt t="50555" x="4006850" y="2070100"/>
          <p14:tracePt t="50560" x="4019550" y="2070100"/>
          <p14:tracePt t="50561" x="4032250" y="2070100"/>
          <p14:tracePt t="50572" x="4043363" y="2070100"/>
          <p14:tracePt t="50576" x="4056063" y="2070100"/>
          <p14:tracePt t="50584" x="4068763" y="2058988"/>
          <p14:tracePt t="50592" x="4092575" y="2058988"/>
          <p14:tracePt t="50601" x="4105275" y="2058988"/>
          <p14:tracePt t="50609" x="4129088" y="2058988"/>
          <p14:tracePt t="50617" x="4165600" y="2058988"/>
          <p14:tracePt t="50626" x="4202113" y="2058988"/>
          <p14:tracePt t="50634" x="4238625" y="2058988"/>
          <p14:tracePt t="50652" x="4251325" y="2058988"/>
          <p14:tracePt t="50680" x="4262438" y="2058988"/>
          <p14:tracePt t="50995" x="4275138" y="2058988"/>
          <p14:tracePt t="51011" x="4287838" y="2058988"/>
          <p14:tracePt t="51019" x="4298950" y="2058988"/>
          <p14:tracePt t="51026" x="4311650" y="2058988"/>
          <p14:tracePt t="51032" x="4335463" y="2058988"/>
          <p14:tracePt t="51040" x="4360863" y="2058988"/>
          <p14:tracePt t="51044" x="4371975" y="2058988"/>
          <p14:tracePt t="51050" x="4397375" y="2058988"/>
          <p14:tracePt t="51059" x="4433888" y="2070100"/>
          <p14:tracePt t="51067" x="4494213" y="2095500"/>
          <p14:tracePt t="51075" x="4530725" y="2095500"/>
          <p14:tracePt t="51086" x="4543425" y="2095500"/>
          <p14:tracePt t="52772" x="4554538" y="2095500"/>
          <p14:tracePt t="52827" x="4567238" y="2095500"/>
          <p14:tracePt t="52995" x="4579938" y="2095500"/>
          <p14:tracePt t="53012" x="4591050" y="2095500"/>
          <p14:tracePt t="53072" x="4603750" y="2095500"/>
          <p14:tracePt t="53102" x="4603750" y="2082800"/>
          <p14:tracePt t="53107" x="4616450" y="2082800"/>
          <p14:tracePt t="53312" x="4603750" y="2082800"/>
          <p14:tracePt t="53327" x="4591050" y="2082800"/>
          <p14:tracePt t="53334" x="4579938" y="2095500"/>
          <p14:tracePt t="53340" x="4567238" y="2095500"/>
          <p14:tracePt t="53345" x="4543425" y="2106613"/>
          <p14:tracePt t="53348" x="4518025" y="2106613"/>
          <p14:tracePt t="53356" x="4457700" y="2132013"/>
          <p14:tracePt t="53365" x="4421188" y="2155825"/>
          <p14:tracePt t="53373" x="4298950" y="2205038"/>
          <p14:tracePt t="53381" x="4251325" y="2228850"/>
          <p14:tracePt t="53390" x="4178300" y="2278063"/>
          <p14:tracePt t="53398" x="4092575" y="2338388"/>
          <p14:tracePt t="53406" x="3970338" y="2424113"/>
          <p14:tracePt t="53415" x="3910013" y="2473325"/>
          <p14:tracePt t="53423" x="3884613" y="2509838"/>
          <p14:tracePt t="53432" x="3873500" y="2509838"/>
          <p14:tracePt t="53440" x="3860800" y="2546350"/>
          <p14:tracePt t="53455" x="3860800" y="2557463"/>
          <p14:tracePt t="53532" x="3860800" y="2570163"/>
          <p14:tracePt t="53555" x="3860800" y="2582863"/>
          <p14:tracePt t="53572" x="3860800" y="2593975"/>
          <p14:tracePt t="53587" x="3860800" y="2606675"/>
          <p14:tracePt t="53595" x="3860800" y="2619375"/>
          <p14:tracePt t="53599" x="3860800" y="2630488"/>
          <p14:tracePt t="53607" x="3860800" y="2655888"/>
          <p14:tracePt t="53612" x="3860800" y="2667000"/>
          <p14:tracePt t="53615" x="3848100" y="2679700"/>
          <p14:tracePt t="53623" x="3824288" y="2728913"/>
          <p14:tracePt t="53632" x="3824288" y="2740025"/>
          <p14:tracePt t="53640" x="3800475" y="2789238"/>
          <p14:tracePt t="53648" x="3738563" y="2851150"/>
          <p14:tracePt t="53656" x="3690938" y="2898775"/>
          <p14:tracePt t="53664" x="3654425" y="2924175"/>
          <p14:tracePt t="53673" x="3568700" y="2984500"/>
          <p14:tracePt t="53681" x="3556000" y="3008313"/>
          <p14:tracePt t="53689" x="3544888" y="3008313"/>
          <p14:tracePt t="53698" x="3519488" y="3021013"/>
          <p14:tracePt t="53706" x="3519488" y="3033713"/>
          <p14:tracePt t="53714" x="3495675" y="3033713"/>
          <p14:tracePt t="53727" x="3495675" y="3044825"/>
          <p14:tracePt t="53734" x="3495675" y="3057525"/>
          <p14:tracePt t="53740" x="3482975" y="3057525"/>
          <p14:tracePt t="53748" x="3471863" y="3070225"/>
          <p14:tracePt t="53756" x="3459163" y="3070225"/>
          <p14:tracePt t="53764" x="3446463" y="3081338"/>
          <p14:tracePt t="53773" x="3435350" y="3094038"/>
          <p14:tracePt t="53782" x="3422650" y="3106738"/>
          <p14:tracePt t="53789" x="3409950" y="3106738"/>
          <p14:tracePt t="53798" x="3409950" y="3117850"/>
          <p14:tracePt t="53806" x="3398838" y="3130550"/>
          <p14:tracePt t="53814" x="3386138" y="3130550"/>
          <p14:tracePt t="53823" x="3373438" y="3130550"/>
          <p14:tracePt t="53842" x="3373438" y="3143250"/>
          <p14:tracePt t="53855" x="3362325" y="3154363"/>
          <p14:tracePt t="53860" x="3349625" y="3154363"/>
          <p14:tracePt t="53866" x="3336925" y="3167063"/>
          <p14:tracePt t="53878" x="3325813" y="3179763"/>
          <p14:tracePt t="53881" x="3325813" y="3190875"/>
          <p14:tracePt t="53889" x="3313113" y="3190875"/>
          <p14:tracePt t="53912" x="3313113" y="3203575"/>
          <p14:tracePt t="53920" x="3300413" y="3203575"/>
          <p14:tracePt t="53926" x="3300413" y="3216275"/>
          <p14:tracePt t="53932" x="3289300" y="3216275"/>
          <p14:tracePt t="53941" x="3276600" y="3227388"/>
          <p14:tracePt t="53952" x="3276600" y="3240088"/>
          <p14:tracePt t="53953" x="3263900" y="3240088"/>
          <p14:tracePt t="54087" x="3263900" y="3227388"/>
          <p14:tracePt t="54099" x="3263900" y="3216275"/>
          <p14:tracePt t="54101" x="3252788" y="3203575"/>
          <p14:tracePt t="54113" x="3252788" y="3190875"/>
          <p14:tracePt t="54122" x="3252788" y="3179763"/>
          <p14:tracePt t="54135" x="3252788" y="3167063"/>
          <p14:tracePt t="54152" x="3240088" y="3154363"/>
          <p14:tracePt t="54160" x="3227388" y="3154363"/>
          <p14:tracePt t="54161" x="3227388" y="3143250"/>
          <p14:tracePt t="54172" x="3214688" y="3143250"/>
          <p14:tracePt t="54180" x="3214688" y="3130550"/>
          <p14:tracePt t="54187" x="3203575" y="3130550"/>
          <p14:tracePt t="54191" x="3203575" y="3117850"/>
          <p14:tracePt t="54220" x="3190875" y="3117850"/>
          <p14:tracePt t="54227" x="3190875" y="3106738"/>
          <p14:tracePt t="54275" x="3178175" y="3094038"/>
          <p14:tracePt t="54291" x="3167063" y="3081338"/>
          <p14:tracePt t="54307" x="3167063" y="3070225"/>
          <p14:tracePt t="54315" x="3167063" y="3057525"/>
          <p14:tracePt t="54322" x="3154363" y="3057525"/>
          <p14:tracePt t="54331" x="3154363" y="3044825"/>
          <p14:tracePt t="54341" x="3141663" y="3044825"/>
          <p14:tracePt t="54352" x="3141663" y="3033713"/>
          <p14:tracePt t="54361" x="3141663" y="3021013"/>
          <p14:tracePt t="54366" x="3130550" y="3021013"/>
          <p14:tracePt t="54795" x="3141663" y="3021013"/>
          <p14:tracePt t="54802" x="3154363" y="3021013"/>
          <p14:tracePt t="54813" x="3167063" y="3021013"/>
          <p14:tracePt t="54820" x="3178175" y="3021013"/>
          <p14:tracePt t="54831" x="3190875" y="3021013"/>
          <p14:tracePt t="54834" x="3203575" y="3021013"/>
          <p14:tracePt t="54839" x="3214688" y="3021013"/>
          <p14:tracePt t="54847" x="3214688" y="3033713"/>
          <p14:tracePt t="54855" x="3252788" y="3033713"/>
          <p14:tracePt t="54863" x="3289300" y="3033713"/>
          <p14:tracePt t="54872" x="3300413" y="3044825"/>
          <p14:tracePt t="54880" x="3362325" y="3044825"/>
          <p14:tracePt t="54888" x="3398838" y="3057525"/>
          <p14:tracePt t="54897" x="3409950" y="3057525"/>
          <p14:tracePt t="54905" x="3435350" y="3057525"/>
          <p14:tracePt t="54913" x="3459163" y="3070225"/>
          <p14:tracePt t="54922" x="3471863" y="3070225"/>
          <p14:tracePt t="55167" x="3459163" y="3070225"/>
          <p14:tracePt t="55172" x="3446463" y="3070225"/>
          <p14:tracePt t="55181" x="3435350" y="3070225"/>
          <p14:tracePt t="55182" x="3422650" y="3070225"/>
          <p14:tracePt t="55192" x="3398838" y="3070225"/>
          <p14:tracePt t="55196" x="3386138" y="3070225"/>
          <p14:tracePt t="55205" x="3349625" y="3070225"/>
          <p14:tracePt t="55213" x="3313113" y="3070225"/>
          <p14:tracePt t="55222" x="3300413" y="3070225"/>
          <p14:tracePt t="55230" x="3289300" y="3057525"/>
          <p14:tracePt t="55238" x="3276600" y="3057525"/>
          <p14:tracePt t="55467" x="3300413" y="3057525"/>
          <p14:tracePt t="55473" x="3336925" y="3057525"/>
          <p14:tracePt t="55480" x="3349625" y="3057525"/>
          <p14:tracePt t="55485" x="3386138" y="3057525"/>
          <p14:tracePt t="55488" x="3409950" y="3057525"/>
          <p14:tracePt t="55496" x="3459163" y="3057525"/>
          <p14:tracePt t="55504" x="3532188" y="3057525"/>
          <p14:tracePt t="55513" x="3629025" y="3057525"/>
          <p14:tracePt t="55522" x="3665538" y="3057525"/>
          <p14:tracePt t="55529" x="3727450" y="3057525"/>
          <p14:tracePt t="55538" x="3775075" y="3057525"/>
          <p14:tracePt t="55547" x="3787775" y="3057525"/>
          <p14:tracePt t="55554" x="3800475" y="3057525"/>
          <p14:tracePt t="55600" x="3811588" y="3057525"/>
          <p14:tracePt t="55606" x="3824288" y="3057525"/>
          <p14:tracePt t="55612" x="3836988" y="3057525"/>
          <p14:tracePt t="55613" x="3848100" y="3057525"/>
          <p14:tracePt t="55635" x="3860800" y="3057525"/>
          <p14:tracePt t="55675" x="3860800" y="3070225"/>
          <p14:tracePt t="55900" x="3848100" y="3070225"/>
          <p14:tracePt t="55913" x="3836988" y="3070225"/>
          <p14:tracePt t="55920" x="3824288" y="3070225"/>
          <p14:tracePt t="55927" x="3811588" y="3070225"/>
          <p14:tracePt t="55931" x="3800475" y="3070225"/>
          <p14:tracePt t="55939" x="3775075" y="3070225"/>
          <p14:tracePt t="55946" x="3763963" y="3070225"/>
          <p14:tracePt t="55954" x="3727450" y="3070225"/>
          <p14:tracePt t="55962" x="3714750" y="3070225"/>
          <p14:tracePt t="55971" x="3678238" y="3070225"/>
          <p14:tracePt t="55979" x="3617913" y="3070225"/>
          <p14:tracePt t="55987" x="3568700" y="3070225"/>
          <p14:tracePt t="55996" x="3508375" y="3070225"/>
          <p14:tracePt t="56004" x="3482975" y="3070225"/>
          <p14:tracePt t="56012" x="3459163" y="3070225"/>
          <p14:tracePt t="56021" x="3446463" y="3070225"/>
          <p14:tracePt t="56175" x="3459163" y="3070225"/>
          <p14:tracePt t="56180" x="3471863" y="3070225"/>
          <p14:tracePt t="56185" x="3482975" y="3070225"/>
          <p14:tracePt t="56187" x="3495675" y="3070225"/>
          <p14:tracePt t="56195" x="3544888" y="3070225"/>
          <p14:tracePt t="56204" x="3592513" y="3070225"/>
          <p14:tracePt t="56212" x="3654425" y="3070225"/>
          <p14:tracePt t="56220" x="3714750" y="3070225"/>
          <p14:tracePt t="56229" x="3738563" y="3070225"/>
          <p14:tracePt t="56237" x="3824288" y="3070225"/>
          <p14:tracePt t="56245" x="3884613" y="3070225"/>
          <p14:tracePt t="56254" x="3959225" y="3070225"/>
          <p14:tracePt t="56262" x="3970338" y="3070225"/>
          <p14:tracePt t="56270" x="3983038" y="3070225"/>
          <p14:tracePt t="56412" x="3983038" y="3081338"/>
          <p14:tracePt t="56413" x="3983038" y="3094038"/>
          <p14:tracePt t="56420" x="3983038" y="3106738"/>
          <p14:tracePt t="56429" x="3983038" y="3143250"/>
          <p14:tracePt t="56437" x="3983038" y="3154363"/>
          <p14:tracePt t="56454" x="3995738" y="3154363"/>
          <p14:tracePt t="56579" x="3995738" y="3167063"/>
          <p14:tracePt t="58762" x="3995738" y="3154363"/>
          <p14:tracePt t="58787" x="4006850" y="3154363"/>
          <p14:tracePt t="58792" x="4006850" y="3143250"/>
          <p14:tracePt t="58793" x="4006850" y="3130550"/>
          <p14:tracePt t="58801" x="4019550" y="3117850"/>
          <p14:tracePt t="58810" x="4032250" y="3070225"/>
          <p14:tracePt t="58818" x="4043363" y="3021013"/>
          <p14:tracePt t="58827" x="4079875" y="2960688"/>
          <p14:tracePt t="58835" x="4116388" y="2898775"/>
          <p14:tracePt t="58843" x="4152900" y="2851150"/>
          <p14:tracePt t="58852" x="4178300" y="2838450"/>
          <p14:tracePt t="58861" x="4202113" y="2789238"/>
          <p14:tracePt t="58868" x="4225925" y="2752725"/>
          <p14:tracePt t="58876" x="4238625" y="2740025"/>
          <p14:tracePt t="58884" x="4251325" y="2716213"/>
          <p14:tracePt t="58893" x="4262438" y="2703513"/>
          <p14:tracePt t="58901" x="4262438" y="2692400"/>
          <p14:tracePt t="58910" x="4287838" y="2679700"/>
          <p14:tracePt t="58918" x="4311650" y="2655888"/>
          <p14:tracePt t="58926" x="4384675" y="2643188"/>
          <p14:tracePt t="58934" x="4421188" y="2643188"/>
          <p14:tracePt t="58943" x="4421188" y="2679700"/>
          <p14:tracePt t="58951" x="4397375" y="2703513"/>
          <p14:tracePt t="58960" x="4371975" y="2789238"/>
          <p14:tracePt t="58968" x="4178300" y="3008313"/>
          <p14:tracePt t="59219" x="4178300" y="2997200"/>
          <p14:tracePt t="59221" x="4178300" y="2984500"/>
          <p14:tracePt t="59227" x="4178300" y="2971800"/>
          <p14:tracePt t="59235" x="4178300" y="2947988"/>
          <p14:tracePt t="59243" x="4165600" y="2935288"/>
          <p14:tracePt t="59252" x="4152900" y="2935288"/>
          <p14:tracePt t="59252" x="4116388" y="2935288"/>
          <p14:tracePt t="59262" x="4105275" y="2935288"/>
          <p14:tracePt t="59268" x="4092575" y="2935288"/>
          <p14:tracePt t="59276" x="4092575" y="2924175"/>
          <p14:tracePt t="59284" x="4079875" y="2911475"/>
          <p14:tracePt t="59292" x="4079875" y="2898775"/>
          <p14:tracePt t="59301" x="4079875" y="2887663"/>
          <p14:tracePt t="59309" x="4079875" y="2862263"/>
          <p14:tracePt t="59317" x="4079875" y="2851150"/>
          <p14:tracePt t="59326" x="4068763" y="2851150"/>
          <p14:tracePt t="59334" x="4043363" y="2838450"/>
          <p14:tracePt t="59342" x="4006850" y="2825750"/>
          <p14:tracePt t="59351" x="3983038" y="2814638"/>
          <p14:tracePt t="59359" x="3933825" y="2801938"/>
          <p14:tracePt t="59367" x="3848100" y="2776538"/>
          <p14:tracePt t="59376" x="3836988" y="2765425"/>
          <p14:tracePt t="59384" x="3811588" y="2740025"/>
          <p14:tracePt t="59393" x="3787775" y="2716213"/>
          <p14:tracePt t="59401" x="3763963" y="2703513"/>
          <p14:tracePt t="59409" x="3751263" y="2667000"/>
          <p14:tracePt t="59417" x="3727450" y="2655888"/>
          <p14:tracePt t="59426" x="3714750" y="2643188"/>
          <p14:tracePt t="59434" x="3654425" y="2606675"/>
          <p14:tracePt t="59442" x="3605213" y="2570163"/>
          <p14:tracePt t="59451" x="3581400" y="2570163"/>
          <p14:tracePt t="59459" x="3544888" y="2546350"/>
          <p14:tracePt t="59467" x="3471863" y="2497138"/>
          <p14:tracePt t="59476" x="3409950" y="2484438"/>
          <p14:tracePt t="59484" x="3386138" y="2473325"/>
          <p14:tracePt t="59492" x="3362325" y="2447925"/>
          <p14:tracePt t="59501" x="3362325" y="2436813"/>
          <p14:tracePt t="59509" x="3336925" y="2411413"/>
          <p14:tracePt t="59517" x="3325813" y="2400300"/>
          <p14:tracePt t="59526" x="3300413" y="2374900"/>
          <p14:tracePt t="59534" x="3240088" y="2338388"/>
          <p14:tracePt t="59542" x="3190875" y="2314575"/>
          <p14:tracePt t="59551" x="3167063" y="2301875"/>
          <p14:tracePt t="59559" x="3130550" y="2301875"/>
          <p14:tracePt t="59567" x="3094038" y="2290763"/>
          <p14:tracePt t="59576" x="3081338" y="2278063"/>
          <p14:tracePt t="59602" x="3081338" y="2265363"/>
          <p14:tracePt t="59622" x="3068638" y="2254250"/>
          <p14:tracePt t="59627" x="3057525" y="2241550"/>
          <p14:tracePt t="59632" x="3044825" y="2241550"/>
          <p14:tracePt t="59634" x="3032125" y="2241550"/>
          <p14:tracePt t="59642" x="3008313" y="2217738"/>
          <p14:tracePt t="59650" x="3008313" y="2205038"/>
          <p14:tracePt t="59659" x="2984500" y="2192338"/>
          <p14:tracePt t="59667" x="2971800" y="2192338"/>
          <p14:tracePt t="59752" x="2959100" y="2179638"/>
          <p14:tracePt t="59879" x="2971800" y="2179638"/>
          <p14:tracePt t="59881" x="2995613" y="2179638"/>
          <p14:tracePt t="59892" x="3008313" y="2179638"/>
          <p14:tracePt t="59893" x="3032125" y="2179638"/>
          <p14:tracePt t="59901" x="3044825" y="2179638"/>
          <p14:tracePt t="59909" x="3057525" y="2179638"/>
          <p14:tracePt t="59917" x="3068638" y="2179638"/>
          <p14:tracePt t="59940" x="3081338" y="2179638"/>
          <p14:tracePt t="59947" x="3094038" y="2179638"/>
          <p14:tracePt t="59952" x="3105150" y="2179638"/>
          <p14:tracePt t="59959" x="3130550" y="2192338"/>
          <p14:tracePt t="59967" x="3154363" y="2192338"/>
          <p14:tracePt t="59972" x="3167063" y="2205038"/>
          <p14:tracePt t="59980" x="3190875" y="2205038"/>
          <p14:tracePt t="59983" x="3190875" y="2217738"/>
          <p14:tracePt t="59992" x="3214688" y="2217738"/>
          <p14:tracePt t="60000" x="3252788" y="2217738"/>
          <p14:tracePt t="60008" x="3263900" y="2217738"/>
          <p14:tracePt t="61360" x="3240088" y="2217738"/>
          <p14:tracePt t="61366" x="3214688" y="2205038"/>
          <p14:tracePt t="61372" x="3203575" y="2205038"/>
          <p14:tracePt t="61374" x="3190875" y="2192338"/>
          <p14:tracePt t="61382" x="3167063" y="2192338"/>
          <p14:tracePt t="61390" x="3141663" y="2192338"/>
          <p14:tracePt t="61399" x="3105150" y="2179638"/>
          <p14:tracePt t="61407" x="3057525" y="2168525"/>
          <p14:tracePt t="61416" x="3032125" y="2168525"/>
          <p14:tracePt t="61424" x="3008313" y="2155825"/>
          <p14:tracePt t="61432" x="2995613" y="2155825"/>
          <p14:tracePt t="61440" x="2984500" y="2155825"/>
          <p14:tracePt t="61449" x="2971800" y="2143125"/>
          <p14:tracePt t="61457" x="2959100" y="2143125"/>
          <p14:tracePt t="61465" x="2947988" y="2143125"/>
          <p14:tracePt t="61480" x="2947988" y="2132013"/>
          <p14:tracePt t="61482" x="2935288" y="2132013"/>
          <p14:tracePt t="61491" x="2922588" y="2132013"/>
          <p14:tracePt t="61499" x="2911475" y="2132013"/>
          <p14:tracePt t="61520" x="2911475" y="2119313"/>
          <p14:tracePt t="62212" x="2922588" y="2119313"/>
          <p14:tracePt t="62213" x="2935288" y="2119313"/>
          <p14:tracePt t="62220" x="2959100" y="2119313"/>
          <p14:tracePt t="62223" x="2984500" y="2132013"/>
          <p14:tracePt t="62232" x="2995613" y="2132013"/>
          <p14:tracePt t="62240" x="3044825" y="2155825"/>
          <p14:tracePt t="62248" x="3094038" y="2155825"/>
          <p14:tracePt t="62256" x="3130550" y="2155825"/>
          <p14:tracePt t="62265" x="3141663" y="2168525"/>
          <p14:tracePt t="62273" x="3167063" y="2168525"/>
          <p14:tracePt t="62282" x="3178175" y="2168525"/>
          <p14:tracePt t="62290" x="3190875" y="2168525"/>
          <p14:tracePt t="62298" x="3190875" y="2179638"/>
          <p14:tracePt t="62306" x="3203575" y="2179638"/>
          <p14:tracePt t="62315" x="3214688" y="2179638"/>
          <p14:tracePt t="62323" x="3240088" y="2179638"/>
          <p14:tracePt t="62332" x="3252788" y="2179638"/>
          <p14:tracePt t="62340" x="3300413" y="2179638"/>
          <p14:tracePt t="62348" x="3325813" y="2179638"/>
          <p14:tracePt t="62356" x="3362325" y="2179638"/>
          <p14:tracePt t="62365" x="3362325" y="2192338"/>
          <p14:tracePt t="62373" x="3386138" y="2192338"/>
          <p14:tracePt t="62382" x="3398838" y="2192338"/>
          <p14:tracePt t="62392" x="3409950" y="2192338"/>
          <p14:tracePt t="62402" x="3422650" y="2192338"/>
          <p14:tracePt t="62415" x="3435350" y="2192338"/>
          <p14:tracePt t="62419" x="3446463" y="2192338"/>
          <p14:tracePt t="62427" x="3459163" y="2192338"/>
          <p14:tracePt t="62442" x="3471863" y="2192338"/>
          <p14:tracePt t="62502" x="3482975" y="2192338"/>
          <p14:tracePt t="62522" x="3495675" y="2192338"/>
          <p14:tracePt t="62531" x="3508375" y="2192338"/>
          <p14:tracePt t="62602" x="3519488" y="2192338"/>
          <p14:tracePt t="62612" x="3532188" y="2192338"/>
          <p14:tracePt t="62613" x="3544888" y="2192338"/>
          <p14:tracePt t="62627" x="3556000" y="2192338"/>
          <p14:tracePt t="62634" x="3568700" y="2192338"/>
          <p14:tracePt t="63115" x="3581400" y="2192338"/>
          <p14:tracePt t="63122" x="3592513" y="2192338"/>
          <p14:tracePt t="63127" x="3605213" y="2192338"/>
          <p14:tracePt t="63140" x="3617913" y="2192338"/>
          <p14:tracePt t="63147" x="3629025" y="2192338"/>
          <p14:tracePt t="63153" x="3641725" y="2192338"/>
          <p14:tracePt t="63160" x="3654425" y="2192338"/>
          <p14:tracePt t="63164" x="3665538" y="2192338"/>
          <p14:tracePt t="63174" x="3678238" y="2192338"/>
          <p14:tracePt t="63181" x="3690938" y="2192338"/>
          <p14:tracePt t="63812" x="3702050" y="2192338"/>
          <p14:tracePt t="63813" x="3714750" y="2192338"/>
          <p14:tracePt t="63823" x="3738563" y="2192338"/>
          <p14:tracePt t="63830" x="3751263" y="2179638"/>
          <p14:tracePt t="63838" x="3775075" y="2179638"/>
          <p14:tracePt t="63847" x="3811588" y="2179638"/>
          <p14:tracePt t="63855" x="3884613" y="2179638"/>
          <p14:tracePt t="63863" x="3946525" y="2179638"/>
          <p14:tracePt t="63872" x="3983038" y="2179638"/>
          <p14:tracePt t="63880" x="4043363" y="2179638"/>
          <p14:tracePt t="63888" x="4105275" y="2179638"/>
          <p14:tracePt t="63897" x="4202113" y="2179638"/>
          <p14:tracePt t="63905" x="4262438" y="2179638"/>
          <p14:tracePt t="63913" x="4324350" y="2179638"/>
          <p14:tracePt t="63921" x="4335463" y="2168525"/>
          <p14:tracePt t="63952" x="4348163" y="2168525"/>
          <p14:tracePt t="64567" x="4335463" y="2168525"/>
          <p14:tracePt t="64587" x="4324350" y="2168525"/>
          <p14:tracePt t="64595" x="4311650" y="2168525"/>
          <p14:tracePt t="64602" x="4298950" y="2168525"/>
          <p14:tracePt t="64606" x="4287838" y="2168525"/>
          <p14:tracePt t="64613" x="4275138" y="2168525"/>
          <p14:tracePt t="64621" x="4251325" y="2168525"/>
          <p14:tracePt t="64629" x="4202113" y="2168525"/>
          <p14:tracePt t="64637" x="4165600" y="2168525"/>
          <p14:tracePt t="64646" x="4105275" y="2168525"/>
          <p14:tracePt t="64654" x="4043363" y="2168525"/>
          <p14:tracePt t="64662" x="4006850" y="2168525"/>
          <p14:tracePt t="64671" x="3970338" y="2168525"/>
          <p14:tracePt t="64679" x="3933825" y="2168525"/>
          <p14:tracePt t="64687" x="3873500" y="2168525"/>
          <p14:tracePt t="64696" x="3860800" y="2168525"/>
          <p14:tracePt t="64704" x="3848100" y="2168525"/>
          <p14:tracePt t="65253" x="3860800" y="2168525"/>
          <p14:tracePt t="65260" x="3873500" y="2179638"/>
          <p14:tracePt t="65262" x="3884613" y="2179638"/>
          <p14:tracePt t="65271" x="3897313" y="2192338"/>
          <p14:tracePt t="65278" x="3910013" y="2192338"/>
          <p14:tracePt t="65287" x="3921125" y="2192338"/>
          <p14:tracePt t="65295" x="3959225" y="2205038"/>
          <p14:tracePt t="65304" x="3983038" y="2205038"/>
          <p14:tracePt t="65312" x="3995738" y="2205038"/>
          <p14:tracePt t="65320" x="4032250" y="2217738"/>
          <p14:tracePt t="65329" x="4056063" y="2217738"/>
          <p14:tracePt t="65337" x="4105275" y="2228850"/>
          <p14:tracePt t="65346" x="4129088" y="2228850"/>
          <p14:tracePt t="65346" x="4141788" y="2228850"/>
          <p14:tracePt t="65353" x="4189413" y="2241550"/>
          <p14:tracePt t="65362" x="4214813" y="2241550"/>
          <p14:tracePt t="65370" x="4225925" y="2241550"/>
          <p14:tracePt t="65378" x="4238625" y="2254250"/>
          <p14:tracePt t="65387" x="4251325" y="2254250"/>
          <p14:tracePt t="65400" x="4262438" y="2254250"/>
          <p14:tracePt t="65414" x="4275138" y="2254250"/>
          <p14:tracePt t="65420" x="4287838" y="2265363"/>
          <p14:tracePt t="65426" x="4298950" y="2265363"/>
          <p14:tracePt t="65432" x="4311650" y="2265363"/>
          <p14:tracePt t="65436" x="4324350" y="2265363"/>
          <p14:tracePt t="65445" x="4360863" y="2265363"/>
          <p14:tracePt t="65453" x="4408488" y="2265363"/>
          <p14:tracePt t="65462" x="4433888" y="2265363"/>
          <p14:tracePt t="65470" x="4470400" y="2265363"/>
          <p14:tracePt t="65478" x="4518025" y="2265363"/>
          <p14:tracePt t="65487" x="4579938" y="2265363"/>
          <p14:tracePt t="65495" x="4652963" y="2265363"/>
          <p14:tracePt t="65503" x="4738688" y="2265363"/>
          <p14:tracePt t="65512" x="4786313" y="2265363"/>
          <p14:tracePt t="65520" x="4921250" y="2265363"/>
          <p14:tracePt t="65528" x="5018088" y="2265363"/>
          <p14:tracePt t="65536" x="5103813" y="2265363"/>
          <p14:tracePt t="65545" x="5164138" y="2265363"/>
          <p14:tracePt t="65553" x="5187950" y="2265363"/>
          <p14:tracePt t="66435" x="5200650" y="2265363"/>
          <p14:tracePt t="66440" x="5213350" y="2265363"/>
          <p14:tracePt t="66444" x="5224463" y="2265363"/>
          <p14:tracePt t="66453" x="5260975" y="2265363"/>
          <p14:tracePt t="66461" x="5322888" y="2265363"/>
          <p14:tracePt t="66469" x="5346700" y="2265363"/>
          <p14:tracePt t="66477" x="5468938" y="2290763"/>
          <p14:tracePt t="66486" x="5578475" y="2301875"/>
          <p14:tracePt t="66494" x="5857875" y="2363788"/>
          <p14:tracePt t="66502" x="6040438" y="2387600"/>
          <p14:tracePt t="66511" x="6126163" y="2400300"/>
          <p14:tracePt t="66519" x="6308725" y="2447925"/>
          <p14:tracePt t="66527" x="6480175" y="2484438"/>
          <p14:tracePt t="66536" x="6553200" y="2509838"/>
          <p14:tracePt t="66544" x="6564313" y="2509838"/>
          <p14:tracePt t="66553" x="6577013" y="2509838"/>
          <p14:tracePt t="66567" x="6577013" y="2520950"/>
          <p14:tracePt t="66615" x="6589713" y="2520950"/>
          <p14:tracePt t="66622" x="6589713" y="2533650"/>
          <p14:tracePt t="66627" x="6600825" y="2533650"/>
          <p14:tracePt t="66635" x="6613525" y="2533650"/>
          <p14:tracePt t="66644" x="6626225" y="2533650"/>
          <p14:tracePt t="66652" x="6626225" y="2546350"/>
          <p14:tracePt t="66660" x="6637338" y="2546350"/>
          <p14:tracePt t="66669" x="6650038" y="2557463"/>
          <p14:tracePt t="66677" x="6686550" y="2570163"/>
          <p14:tracePt t="66686" x="6710363" y="2593975"/>
          <p14:tracePt t="66694" x="6772275" y="2619375"/>
          <p14:tracePt t="66702" x="6821488" y="2643188"/>
          <p14:tracePt t="66710" x="6845300" y="2667000"/>
          <p14:tracePt t="66719" x="6918325" y="2692400"/>
          <p14:tracePt t="66727" x="7004050" y="2740025"/>
          <p14:tracePt t="66735" x="7040563" y="2752725"/>
          <p14:tracePt t="66744" x="7100888" y="2789238"/>
          <p14:tracePt t="66752" x="7161213" y="2825750"/>
          <p14:tracePt t="66760" x="7223125" y="2862263"/>
          <p14:tracePt t="66769" x="7270750" y="2887663"/>
          <p14:tracePt t="66777" x="7319963" y="2911475"/>
          <p14:tracePt t="66785" x="7332663" y="2924175"/>
          <p14:tracePt t="66794" x="7369175" y="2935288"/>
          <p14:tracePt t="66802" x="7369175" y="2947988"/>
          <p14:tracePt t="66810" x="7380288" y="2947988"/>
          <p14:tracePt t="66855" x="7380288" y="2960688"/>
          <p14:tracePt t="66867" x="7380288" y="2971800"/>
          <p14:tracePt t="66882" x="7380288" y="2984500"/>
          <p14:tracePt t="66886" x="7380288" y="2997200"/>
          <p14:tracePt t="66892" x="7380288" y="3008313"/>
          <p14:tracePt t="66900" x="7380288" y="3021013"/>
          <p14:tracePt t="66902" x="7380288" y="3033713"/>
          <p14:tracePt t="66910" x="7380288" y="3044825"/>
          <p14:tracePt t="66919" x="7380288" y="3070225"/>
          <p14:tracePt t="66927" x="7356475" y="3117850"/>
          <p14:tracePt t="66935" x="7343775" y="3143250"/>
          <p14:tracePt t="66944" x="7343775" y="3167063"/>
          <p14:tracePt t="66952" x="7332663" y="3179763"/>
          <p14:tracePt t="66960" x="7332663" y="3216275"/>
          <p14:tracePt t="66968" x="7319963" y="3240088"/>
          <p14:tracePt t="66977" x="7307263" y="3252788"/>
          <p14:tracePt t="66985" x="7307263" y="3276600"/>
          <p14:tracePt t="66993" x="7296150" y="3313113"/>
          <p14:tracePt t="67002" x="7283450" y="3336925"/>
          <p14:tracePt t="67010" x="7283450" y="3349625"/>
          <p14:tracePt t="67018" x="7270750" y="3386138"/>
          <p14:tracePt t="67027" x="7270750" y="3409950"/>
          <p14:tracePt t="67035" x="7259638" y="3459163"/>
          <p14:tracePt t="67043" x="7234238" y="3495675"/>
          <p14:tracePt t="67052" x="7223125" y="3521075"/>
          <p14:tracePt t="67060" x="7210425" y="3581400"/>
          <p14:tracePt t="67068" x="7186613" y="3630613"/>
          <p14:tracePt t="67077" x="7173913" y="3678238"/>
          <p14:tracePt t="67085" x="7150100" y="3703638"/>
          <p14:tracePt t="67093" x="7150100" y="3740150"/>
          <p14:tracePt t="67102" x="7137400" y="3751263"/>
          <p14:tracePt t="67110" x="7137400" y="3763963"/>
          <p14:tracePt t="67118" x="7124700" y="3776663"/>
          <p14:tracePt t="67127" x="7124700" y="3787775"/>
          <p14:tracePt t="67135" x="7113588" y="3824288"/>
          <p14:tracePt t="67144" x="7100888" y="3836988"/>
          <p14:tracePt t="67152" x="7100888" y="3849688"/>
          <p14:tracePt t="67161" x="7088188" y="3849688"/>
          <p14:tracePt t="67168" x="7088188" y="3860800"/>
          <p14:tracePt t="67179" x="7088188" y="3873500"/>
          <p14:tracePt t="67186" x="7088188" y="3886200"/>
          <p14:tracePt t="67207" x="7088188" y="3897313"/>
          <p14:tracePt t="67211" x="7088188" y="3910013"/>
          <p14:tracePt t="67227" x="7088188" y="3922713"/>
          <p14:tracePt t="67232" x="7088188" y="3933825"/>
          <p14:tracePt t="67241" x="7088188" y="3946525"/>
          <p14:tracePt t="67247" x="7088188" y="3959225"/>
          <p14:tracePt t="67252" x="7100888" y="3970338"/>
          <p14:tracePt t="67260" x="7100888" y="3983038"/>
          <p14:tracePt t="67268" x="7100888" y="3995738"/>
          <p14:tracePt t="67277" x="7113588" y="4019550"/>
          <p14:tracePt t="67285" x="7113588" y="4032250"/>
          <p14:tracePt t="67293" x="7113588" y="4043363"/>
          <p14:tracePt t="67302" x="7124700" y="4056063"/>
          <p14:tracePt t="67311" x="7137400" y="4068763"/>
          <p14:tracePt t="67318" x="7137400" y="4081463"/>
          <p14:tracePt t="67327" x="7137400" y="4092575"/>
          <p14:tracePt t="67335" x="7161213" y="4105275"/>
          <p14:tracePt t="67343" x="7173913" y="4117975"/>
          <p14:tracePt t="67353" x="7210425" y="4141788"/>
          <p14:tracePt t="67360" x="7223125" y="4154488"/>
          <p14:tracePt t="67368" x="7259638" y="4165600"/>
          <p14:tracePt t="67376" x="7296150" y="4191000"/>
          <p14:tracePt t="67385" x="7369175" y="4227513"/>
          <p14:tracePt t="67393" x="7453313" y="4251325"/>
          <p14:tracePt t="67401" x="7489825" y="4264025"/>
          <p14:tracePt t="67410" x="7588250" y="4275138"/>
          <p14:tracePt t="67418" x="7685088" y="4300538"/>
          <p14:tracePt t="67426" x="7783513" y="4324350"/>
          <p14:tracePt t="67435" x="7916863" y="4337050"/>
          <p14:tracePt t="67443" x="7977188" y="4337050"/>
          <p14:tracePt t="67452" x="7989888" y="4337050"/>
          <p14:tracePt t="67460" x="8002588" y="4337050"/>
          <p14:tracePt t="67519" x="8013700" y="4337050"/>
          <p14:tracePt t="67521" x="8026400" y="4337050"/>
          <p14:tracePt t="67535" x="8099425" y="4300538"/>
          <p14:tracePt t="67543" x="8148638" y="4275138"/>
          <p14:tracePt t="67551" x="8185150" y="4251325"/>
          <p14:tracePt t="67560" x="8245475" y="4227513"/>
          <p14:tracePt t="67568" x="8318500" y="4202113"/>
          <p14:tracePt t="67576" x="8331200" y="4191000"/>
          <p14:tracePt t="67585" x="8367713" y="4191000"/>
          <p14:tracePt t="67593" x="8416925" y="4178300"/>
          <p14:tracePt t="67602" x="8440738" y="4178300"/>
          <p14:tracePt t="67610" x="8489950" y="4165600"/>
          <p14:tracePt t="67618" x="8562975" y="4165600"/>
          <p14:tracePt t="67626" x="8599488" y="4154488"/>
          <p14:tracePt t="67635" x="8709025" y="4141788"/>
          <p14:tracePt t="67643" x="8805863" y="4129088"/>
          <p14:tracePt t="67651" x="8866188" y="4117975"/>
          <p14:tracePt t="67660" x="8977313" y="4105275"/>
          <p14:tracePt t="67668" x="9159875" y="4081463"/>
          <p14:tracePt t="67676" x="9256713" y="4068763"/>
          <p14:tracePt t="67684" x="9366250" y="4056063"/>
          <p14:tracePt t="67693" x="9463088" y="4043363"/>
          <p14:tracePt t="67702" x="9561513" y="4032250"/>
          <p14:tracePt t="67709" x="9645650" y="4032250"/>
          <p14:tracePt t="67718" x="9744075" y="4032250"/>
          <p14:tracePt t="67726" x="9817100" y="4019550"/>
          <p14:tracePt t="67734" x="9913938" y="4019550"/>
          <p14:tracePt t="67743" x="9975850" y="4019550"/>
          <p14:tracePt t="67751" x="10012363" y="4019550"/>
          <p14:tracePt t="67759" x="10048875" y="4019550"/>
          <p14:tracePt t="67768" x="10121900" y="3995738"/>
          <p14:tracePt t="67776" x="10158413" y="3983038"/>
          <p14:tracePt t="67784" x="10231438" y="3959225"/>
          <p14:tracePt t="67793" x="10291763" y="3946525"/>
          <p14:tracePt t="67801" x="10364788" y="3910013"/>
          <p14:tracePt t="67809" x="10414000" y="3897313"/>
          <p14:tracePt t="67818" x="10499725" y="3873500"/>
          <p14:tracePt t="67826" x="10620375" y="3836988"/>
          <p14:tracePt t="67834" x="10729913" y="3787775"/>
          <p14:tracePt t="67843" x="10925175" y="3703638"/>
          <p14:tracePt t="67851" x="10974388" y="3690938"/>
          <p14:tracePt t="67859" x="11071225" y="3641725"/>
          <p14:tracePt t="67868" x="11169650" y="3557588"/>
          <p14:tracePt t="67876" x="11242675" y="3508375"/>
          <p14:tracePt t="67884" x="11315700" y="3448050"/>
          <p14:tracePt t="67893" x="11363325" y="3386138"/>
          <p14:tracePt t="67901" x="11412538" y="3325813"/>
          <p14:tracePt t="67909" x="11461750" y="3252788"/>
          <p14:tracePt t="67918" x="11509375" y="3179763"/>
          <p14:tracePt t="67926" x="11534775" y="3130550"/>
          <p14:tracePt t="67934" x="11571288" y="3033713"/>
          <p14:tracePt t="67943" x="11595100" y="2960688"/>
          <p14:tracePt t="67951" x="11607800" y="2924175"/>
          <p14:tracePt t="67959" x="11618913" y="2862263"/>
          <p14:tracePt t="67967" x="11618913" y="2801938"/>
          <p14:tracePt t="67976" x="11618913" y="2765425"/>
          <p14:tracePt t="67984" x="11618913" y="2740025"/>
          <p14:tracePt t="67993" x="11607800" y="2728913"/>
          <p14:tracePt t="68001" x="11607800" y="2716213"/>
          <p14:tracePt t="68009" x="11595100" y="2716213"/>
          <p14:tracePt t="68018" x="11582400" y="2703513"/>
          <p14:tracePt t="68026" x="11571288" y="2692400"/>
          <p14:tracePt t="68040" x="11558588" y="2692400"/>
          <p14:tracePt t="68042" x="11545888" y="2679700"/>
          <p14:tracePt t="68052" x="11534775" y="2679700"/>
          <p14:tracePt t="68061" x="11522075" y="2679700"/>
          <p14:tracePt t="68069" x="11509375" y="2679700"/>
          <p14:tracePt t="68076" x="11509375" y="2667000"/>
          <p14:tracePt t="68084" x="11498263" y="2667000"/>
          <p14:tracePt t="68094" x="11485563" y="2667000"/>
          <p14:tracePt t="68127" x="11472863" y="2667000"/>
          <p14:tracePt t="68152" x="11461750" y="2667000"/>
          <p14:tracePt t="68159" x="11449050" y="2667000"/>
          <p14:tracePt t="68167" x="11436350" y="2667000"/>
          <p14:tracePt t="68172" x="11425238" y="2667000"/>
          <p14:tracePt t="68176" x="11412538" y="2679700"/>
          <p14:tracePt t="68184" x="11388725" y="2703513"/>
          <p14:tracePt t="68192" x="11352213" y="2740025"/>
          <p14:tracePt t="68201" x="11303000" y="2789238"/>
          <p14:tracePt t="68209" x="11266488" y="2825750"/>
          <p14:tracePt t="68217" x="11229975" y="2874963"/>
          <p14:tracePt t="68226" x="11193463" y="2911475"/>
          <p14:tracePt t="68234" x="11156950" y="2971800"/>
          <p14:tracePt t="68242" x="11133138" y="3021013"/>
          <p14:tracePt t="68251" x="11133138" y="3033713"/>
          <p14:tracePt t="68259" x="11120438" y="3070225"/>
          <p14:tracePt t="68267" x="11107738" y="3106738"/>
          <p14:tracePt t="68276" x="11095038" y="3130550"/>
          <p14:tracePt t="68284" x="11083925" y="3143250"/>
          <p14:tracePt t="68293" x="11071225" y="3167063"/>
          <p14:tracePt t="68301" x="11058525" y="3179763"/>
          <p14:tracePt t="68309" x="11022013" y="3216275"/>
          <p14:tracePt t="68317" x="10985500" y="3252788"/>
          <p14:tracePt t="68326" x="10948988" y="3276600"/>
          <p14:tracePt t="68334" x="10901363" y="3325813"/>
          <p14:tracePt t="68342" x="10852150" y="3362325"/>
          <p14:tracePt t="68350" x="10839450" y="3373438"/>
          <p14:tracePt t="68359" x="10802938" y="3398838"/>
          <p14:tracePt t="68367" x="10755313" y="3448050"/>
          <p14:tracePt t="68375" x="10742613" y="3448050"/>
          <p14:tracePt t="68384" x="10729913" y="3459163"/>
          <p14:tracePt t="68392" x="10729913" y="3471863"/>
          <p14:tracePt t="68400" x="10729913" y="3484563"/>
          <p14:tracePt t="68409" x="10718800" y="3484563"/>
          <p14:tracePt t="68422" x="10706100" y="3484563"/>
          <p14:tracePt t="68426" x="10706100" y="3495675"/>
          <p14:tracePt t="68434" x="10693400" y="3508375"/>
          <p14:tracePt t="68442" x="10693400" y="3521075"/>
          <p14:tracePt t="68451" x="10682288" y="3521075"/>
          <p14:tracePt t="68459" x="10669588" y="3544888"/>
          <p14:tracePt t="68467" x="10645775" y="3568700"/>
          <p14:tracePt t="68476" x="10620375" y="3581400"/>
          <p14:tracePt t="68484" x="10596563" y="3605213"/>
          <p14:tracePt t="68492" x="10583863" y="3617913"/>
          <p14:tracePt t="68500" x="10547350" y="3641725"/>
          <p14:tracePt t="68508" x="10523538" y="3654425"/>
          <p14:tracePt t="68517" x="10487025" y="3690938"/>
          <p14:tracePt t="68525" x="10437813" y="3714750"/>
          <p14:tracePt t="68534" x="10364788" y="3740150"/>
          <p14:tracePt t="68542" x="10315575" y="3763963"/>
          <p14:tracePt t="68550" x="10304463" y="3776663"/>
          <p14:tracePt t="68559" x="10242550" y="3800475"/>
          <p14:tracePt t="68567" x="10169525" y="3824288"/>
          <p14:tracePt t="68576" x="10109200" y="3836988"/>
          <p14:tracePt t="68584" x="10059988" y="3860800"/>
          <p14:tracePt t="68592" x="10012363" y="3886200"/>
          <p14:tracePt t="68600" x="9986963" y="3897313"/>
          <p14:tracePt t="68609" x="9926638" y="3910013"/>
          <p14:tracePt t="68617" x="9877425" y="3933825"/>
          <p14:tracePt t="68625" x="9817100" y="3959225"/>
          <p14:tracePt t="68634" x="9720263" y="4006850"/>
          <p14:tracePt t="68642" x="9683750" y="4006850"/>
          <p14:tracePt t="68650" x="9658350" y="4019550"/>
          <p14:tracePt t="68659" x="9598025" y="4043363"/>
          <p14:tracePt t="68667" x="9525000" y="4081463"/>
          <p14:tracePt t="68675" x="9488488" y="4092575"/>
          <p14:tracePt t="68684" x="9451975" y="4117975"/>
          <p14:tracePt t="68692" x="9426575" y="4129088"/>
          <p14:tracePt t="68700" x="9415463" y="4141788"/>
          <p14:tracePt t="68708" x="9402763" y="4154488"/>
          <p14:tracePt t="68717" x="9390063" y="4165600"/>
          <p14:tracePt t="68725" x="9378950" y="4178300"/>
          <p14:tracePt t="68733" x="9366250" y="4191000"/>
          <p14:tracePt t="68742" x="9342438" y="4202113"/>
          <p14:tracePt t="68750" x="9317038" y="4227513"/>
          <p14:tracePt t="68758" x="9293225" y="4264025"/>
          <p14:tracePt t="68767" x="9244013" y="4287838"/>
          <p14:tracePt t="68775" x="9170988" y="4348163"/>
          <p14:tracePt t="68783" x="9134475" y="4384675"/>
          <p14:tracePt t="68792" x="9097963" y="4397375"/>
          <p14:tracePt t="68800" x="9001125" y="4470400"/>
          <p14:tracePt t="68808" x="8939213" y="4519613"/>
          <p14:tracePt t="68817" x="8878888" y="4556125"/>
          <p14:tracePt t="68825" x="8842375" y="4579938"/>
          <p14:tracePt t="68833" x="8793163" y="4603750"/>
          <p14:tracePt t="68842" x="8769350" y="4629150"/>
          <p14:tracePt t="68850" x="8732838" y="4652963"/>
          <p14:tracePt t="68858" x="8683625" y="4678363"/>
          <p14:tracePt t="68867" x="8647113" y="4714875"/>
          <p14:tracePt t="68875" x="8586788" y="4762500"/>
          <p14:tracePt t="68883" x="8550275" y="4787900"/>
          <p14:tracePt t="68892" x="8526463" y="4799013"/>
          <p14:tracePt t="68900" x="8464550" y="4835525"/>
          <p14:tracePt t="68908" x="8428038" y="4860925"/>
          <p14:tracePt t="68917" x="8404225" y="4872038"/>
          <p14:tracePt t="68925" x="8391525" y="4872038"/>
          <p14:tracePt t="68933" x="8355013" y="4884738"/>
          <p14:tracePt t="68942" x="8343900" y="4897438"/>
          <p14:tracePt t="68950" x="8318500" y="4897438"/>
          <p14:tracePt t="68958" x="8294688" y="4897438"/>
          <p14:tracePt t="68967" x="8270875" y="4908550"/>
          <p14:tracePt t="68975" x="8196263" y="4921250"/>
          <p14:tracePt t="68983" x="8159750" y="4933950"/>
          <p14:tracePt t="68992" x="8135938" y="4933950"/>
          <p14:tracePt t="69000" x="8086725" y="4945063"/>
          <p14:tracePt t="69008" x="8075613" y="4945063"/>
          <p14:tracePt t="69017" x="8050213" y="4957763"/>
          <p14:tracePt t="69025" x="8039100" y="4957763"/>
          <p14:tracePt t="69034" x="8026400" y="4970463"/>
          <p14:tracePt t="69042" x="8013700" y="4970463"/>
          <p14:tracePt t="69050" x="8013700" y="4981575"/>
          <p14:tracePt t="69059" x="8002588" y="4981575"/>
          <p14:tracePt t="69067" x="8002588" y="4994275"/>
          <p14:tracePt t="69075" x="7953375" y="5018088"/>
          <p14:tracePt t="69083" x="7940675" y="5030788"/>
          <p14:tracePt t="69092" x="7916863" y="5043488"/>
          <p14:tracePt t="69100" x="7904163" y="5054600"/>
          <p14:tracePt t="69108" x="7880350" y="5067300"/>
          <p14:tracePt t="69116" x="7856538" y="5067300"/>
          <p14:tracePt t="69125" x="7843838" y="5080000"/>
          <p14:tracePt t="69133" x="7820025" y="5080000"/>
          <p14:tracePt t="69142" x="7807325" y="5080000"/>
          <p14:tracePt t="69151" x="7794625" y="5080000"/>
          <p14:tracePt t="69159" x="7783513" y="5080000"/>
          <p14:tracePt t="69167" x="7770813" y="5080000"/>
          <p14:tracePt t="69175" x="7747000" y="5091113"/>
          <p14:tracePt t="69183" x="7721600" y="5091113"/>
          <p14:tracePt t="69191" x="7710488" y="5103813"/>
          <p14:tracePt t="69200" x="7685088" y="5103813"/>
          <p14:tracePt t="69208" x="7673975" y="5116513"/>
          <p14:tracePt t="69217" x="7648575" y="5116513"/>
          <p14:tracePt t="69275" x="7637463" y="5116513"/>
          <p14:tracePt t="69280" x="7624763" y="5116513"/>
          <p14:tracePt t="69292" x="7612063" y="5116513"/>
          <p14:tracePt t="69300" x="7588250" y="5127625"/>
          <p14:tracePt t="69308" x="7564438" y="5140325"/>
          <p14:tracePt t="69316" x="7526338" y="5153025"/>
          <p14:tracePt t="69325" x="7515225" y="5153025"/>
          <p14:tracePt t="69333" x="7502525" y="5164138"/>
          <p14:tracePt t="69341" x="7489825" y="5164138"/>
          <p14:tracePt t="69361" x="7478713" y="5164138"/>
          <p14:tracePt t="69375" x="7466013" y="5164138"/>
          <p14:tracePt t="69380" x="7466013" y="5176838"/>
          <p14:tracePt t="69387" x="7453313" y="5176838"/>
          <p14:tracePt t="69392" x="7442200" y="5176838"/>
          <p14:tracePt t="69392" x="7429500" y="5176838"/>
          <p14:tracePt t="69401" x="7416800" y="5176838"/>
          <p14:tracePt t="69408" x="7405688" y="5176838"/>
          <p14:tracePt t="69416" x="7392988" y="5176838"/>
          <p14:tracePt t="69425" x="7369175" y="5189538"/>
          <p14:tracePt t="69433" x="7343775" y="5189538"/>
          <p14:tracePt t="69441" x="7343775" y="5200650"/>
          <p14:tracePt t="69449" x="7319963" y="5200650"/>
          <p14:tracePt t="69458" x="7307263" y="5200650"/>
          <p14:tracePt t="69466" x="7283450" y="5213350"/>
          <p14:tracePt t="69474" x="7259638" y="5226050"/>
          <p14:tracePt t="69483" x="7234238" y="5226050"/>
          <p14:tracePt t="69491" x="7223125" y="5226050"/>
          <p14:tracePt t="69500" x="7197725" y="5237163"/>
          <p14:tracePt t="69508" x="7173913" y="5237163"/>
          <p14:tracePt t="69516" x="7150100" y="5237163"/>
          <p14:tracePt t="69567" x="7137400" y="5237163"/>
          <p14:tracePt t="69574" x="7124700" y="5237163"/>
          <p14:tracePt t="69583" x="7113588" y="5237163"/>
          <p14:tracePt t="69595" x="7100888" y="5237163"/>
          <p14:tracePt t="69601" x="7088188" y="5237163"/>
          <p14:tracePt t="74235" x="7077075" y="5237163"/>
          <p14:tracePt t="74236" x="7064375" y="5237163"/>
          <p14:tracePt t="74245" x="7051675" y="5237163"/>
          <p14:tracePt t="74253" x="7015163" y="5237163"/>
          <p14:tracePt t="74262" x="7004050" y="5237163"/>
          <p14:tracePt t="74270" x="6991350" y="5237163"/>
          <p14:tracePt t="74292" x="6978650" y="5237163"/>
          <p14:tracePt t="74392" x="6967538" y="5237163"/>
          <p14:tracePt t="74400" x="6954838" y="5237163"/>
          <p14:tracePt t="74420" x="6942138" y="5237163"/>
          <p14:tracePt t="74427" x="6931025" y="5237163"/>
          <p14:tracePt t="74439" x="6905625" y="5237163"/>
          <p14:tracePt t="74441" x="6881813" y="5237163"/>
          <p14:tracePt t="74446" x="6869113" y="5237163"/>
          <p14:tracePt t="74453" x="6821488" y="5237163"/>
          <p14:tracePt t="74461" x="6796088" y="5237163"/>
          <p14:tracePt t="74470" x="6746875" y="5237163"/>
          <p14:tracePt t="74478" x="6686550" y="5237163"/>
          <p14:tracePt t="74486" x="6637338" y="5237163"/>
          <p14:tracePt t="74495" x="6577013" y="5237163"/>
          <p14:tracePt t="74503" x="6527800" y="5237163"/>
          <p14:tracePt t="74511" x="6503988" y="5237163"/>
          <p14:tracePt t="74520" x="6480175" y="5237163"/>
          <p14:tracePt t="74528" x="6443663" y="5237163"/>
          <p14:tracePt t="74536" x="6430963" y="5237163"/>
          <p14:tracePt t="74545" x="6407150" y="5249863"/>
          <p14:tracePt t="74553" x="6394450" y="5249863"/>
          <p14:tracePt t="74562" x="6381750" y="5249863"/>
          <p14:tracePt t="74570" x="6370638" y="5249863"/>
          <p14:tracePt t="74578" x="6357938" y="5249863"/>
          <p14:tracePt t="74586" x="6345238" y="5249863"/>
          <p14:tracePt t="74595" x="6334125" y="5249863"/>
          <p14:tracePt t="75112" x="6345238" y="5249863"/>
          <p14:tracePt t="75113" x="6357938" y="5249863"/>
          <p14:tracePt t="75120" x="6370638" y="5249863"/>
          <p14:tracePt t="75128" x="6394450" y="5249863"/>
          <p14:tracePt t="75136" x="6443663" y="5249863"/>
          <p14:tracePt t="75144" x="6491288" y="5249863"/>
          <p14:tracePt t="75153" x="6540500" y="5249863"/>
          <p14:tracePt t="75161" x="6589713" y="5249863"/>
          <p14:tracePt t="75169" x="6626225" y="5249863"/>
          <p14:tracePt t="75177" x="6673850" y="5249863"/>
          <p14:tracePt t="75186" x="6699250" y="5262563"/>
          <p14:tracePt t="75194" x="6735763" y="5262563"/>
          <p14:tracePt t="75206" x="6759575" y="5273675"/>
          <p14:tracePt t="75215" x="6772275" y="5273675"/>
          <p14:tracePt t="75221" x="6783388" y="5273675"/>
          <p14:tracePt t="75235" x="6796088" y="5273675"/>
          <p14:tracePt t="75242" x="6808788" y="5286375"/>
          <p14:tracePt t="75253" x="6821488" y="5286375"/>
          <p14:tracePt t="75260" x="6832600" y="5286375"/>
          <p14:tracePt t="75266" x="6845300" y="5286375"/>
          <p14:tracePt t="75271" x="6858000" y="5286375"/>
          <p14:tracePt t="75279" x="6869113" y="5286375"/>
          <p14:tracePt t="75287" x="6881813" y="5286375"/>
          <p14:tracePt t="75294" x="6894513" y="5286375"/>
          <p14:tracePt t="75302" x="6918325" y="5286375"/>
          <p14:tracePt t="75311" x="6931025" y="5286375"/>
          <p14:tracePt t="75319" x="6942138" y="5286375"/>
          <p14:tracePt t="75327" x="6954838" y="5286375"/>
          <p14:tracePt t="75360" x="6967538" y="5286375"/>
          <p14:tracePt t="75367" x="6978650" y="5286375"/>
          <p14:tracePt t="75371" x="6991350" y="5286375"/>
          <p14:tracePt t="75379" x="7015163" y="5286375"/>
          <p14:tracePt t="75386" x="7040563" y="5286375"/>
          <p14:tracePt t="75394" x="7088188" y="5286375"/>
          <p14:tracePt t="75402" x="7150100" y="5286375"/>
          <p14:tracePt t="75410" x="7161213" y="5286375"/>
          <p14:tracePt t="75419" x="7197725" y="5286375"/>
          <p14:tracePt t="75427" x="7259638" y="5286375"/>
          <p14:tracePt t="75436" x="7296150" y="5286375"/>
          <p14:tracePt t="75444" x="7332663" y="5286375"/>
          <p14:tracePt t="75452" x="7343775" y="5286375"/>
          <p14:tracePt t="75460" x="7369175" y="5286375"/>
          <p14:tracePt t="75469" x="7392988" y="5286375"/>
          <p14:tracePt t="75477" x="7416800" y="5286375"/>
          <p14:tracePt t="75485" x="7442200" y="5286375"/>
          <p14:tracePt t="75494" x="7502525" y="5286375"/>
          <p14:tracePt t="75502" x="7539038" y="5286375"/>
          <p14:tracePt t="75510" x="7564438" y="5286375"/>
          <p14:tracePt t="75519" x="7612063" y="5286375"/>
          <p14:tracePt t="75527" x="7685088" y="5286375"/>
          <p14:tracePt t="75535" x="7710488" y="5286375"/>
          <p14:tracePt t="75544" x="7734300" y="5286375"/>
          <p14:tracePt t="75552" x="7758113" y="5286375"/>
          <p14:tracePt t="75560" x="7770813" y="5286375"/>
          <p14:tracePt t="75571" x="7783513" y="5286375"/>
          <p14:tracePt t="75595" x="7794625" y="5286375"/>
          <p14:tracePt t="75612" x="7807325" y="5286375"/>
          <p14:tracePt t="75613" x="7831138" y="5286375"/>
          <p14:tracePt t="75621" x="7843838" y="5286375"/>
          <p14:tracePt t="75627" x="7856538" y="5286375"/>
          <p14:tracePt t="75635" x="7880350" y="5286375"/>
          <p14:tracePt t="75644" x="7893050" y="5286375"/>
          <p14:tracePt t="75652" x="7904163" y="5286375"/>
          <p14:tracePt t="75660" x="7916863" y="5286375"/>
          <p14:tracePt t="75671" x="7929563" y="5286375"/>
          <p14:tracePt t="75687" x="7940675" y="5286375"/>
          <p14:tracePt t="75700" x="7953375" y="5286375"/>
          <p14:tracePt t="75712" x="7966075" y="5286375"/>
          <p14:tracePt t="75720" x="7977188" y="5286375"/>
          <p14:tracePt t="75727" x="7989888" y="5286375"/>
          <p14:tracePt t="75732" x="8002588" y="5286375"/>
          <p14:tracePt t="75742" x="8013700" y="5286375"/>
          <p14:tracePt t="75872" x="8026400" y="5286375"/>
          <p14:tracePt t="75882" x="8039100" y="5286375"/>
          <p14:tracePt t="75895" x="8050213" y="5286375"/>
          <p14:tracePt t="75900" x="8062913" y="5286375"/>
          <p14:tracePt t="75902" x="8075613" y="5286375"/>
          <p14:tracePt t="75912" x="8086725" y="5286375"/>
          <p14:tracePt t="75918" x="8099425" y="5286375"/>
          <p14:tracePt t="75927" x="8123238" y="5286375"/>
          <p14:tracePt t="75935" x="8185150" y="5286375"/>
          <p14:tracePt t="75943" x="8245475" y="5286375"/>
          <p14:tracePt t="75952" x="8281988" y="5286375"/>
          <p14:tracePt t="75960" x="8343900" y="5273675"/>
          <p14:tracePt t="75968" x="8391525" y="5273675"/>
          <p14:tracePt t="75977" x="8428038" y="5273675"/>
          <p14:tracePt t="75985" x="8453438" y="5273675"/>
          <p14:tracePt t="76420" x="8464550" y="5273675"/>
          <p14:tracePt t="76422" x="8477250" y="5273675"/>
          <p14:tracePt t="76427" x="8501063" y="5273675"/>
          <p14:tracePt t="76435" x="8550275" y="5262563"/>
          <p14:tracePt t="76443" x="8636000" y="5262563"/>
          <p14:tracePt t="76452" x="8696325" y="5262563"/>
          <p14:tracePt t="76460" x="8805863" y="5262563"/>
          <p14:tracePt t="76468" x="8928100" y="5262563"/>
          <p14:tracePt t="76476" x="8964613" y="5262563"/>
          <p14:tracePt t="76484" x="8977313" y="5262563"/>
          <p14:tracePt t="76493" x="8988425" y="5262563"/>
          <p14:tracePt t="76695" x="9001125" y="5262563"/>
          <p14:tracePt t="76740" x="9024938" y="5262563"/>
          <p14:tracePt t="76741" x="9037638" y="5262563"/>
          <p14:tracePt t="76751" x="9050338" y="5262563"/>
          <p14:tracePt t="76760" x="9086850" y="5262563"/>
          <p14:tracePt t="76768" x="9170988" y="5262563"/>
          <p14:tracePt t="76776" x="9232900" y="5262563"/>
          <p14:tracePt t="76793" x="9317038" y="5262563"/>
          <p14:tracePt t="76801" x="9342438" y="5262563"/>
          <p14:tracePt t="76809" x="9366250" y="5262563"/>
          <p14:tracePt t="76817" x="9378950" y="5262563"/>
          <p14:tracePt t="76826" x="9390063" y="5262563"/>
          <p14:tracePt t="76834" x="9402763" y="5262563"/>
          <p14:tracePt t="76842" x="9415463" y="5262563"/>
          <p14:tracePt t="76851" x="9426575" y="5262563"/>
          <p14:tracePt t="76859" x="9439275" y="5262563"/>
          <p14:tracePt t="77052" x="9451975" y="5262563"/>
          <p14:tracePt t="77060" x="9463088" y="5262563"/>
          <p14:tracePt t="77061" x="9475788" y="5262563"/>
          <p14:tracePt t="77067" x="9488488" y="5262563"/>
          <p14:tracePt t="77076" x="9525000" y="5262563"/>
          <p14:tracePt t="77084" x="9585325" y="5262563"/>
          <p14:tracePt t="77092" x="9645650" y="5262563"/>
          <p14:tracePt t="77101" x="9707563" y="5262563"/>
          <p14:tracePt t="77109" x="9804400" y="5262563"/>
          <p14:tracePt t="77117" x="9890125" y="5262563"/>
          <p14:tracePt t="77126" x="9986963" y="5262563"/>
          <p14:tracePt t="77134" x="10059988" y="5273675"/>
          <p14:tracePt t="77142" x="10072688" y="5273675"/>
          <p14:tracePt t="77335" x="10085388" y="5273675"/>
          <p14:tracePt t="77342" x="10096500" y="5273675"/>
          <p14:tracePt t="77351" x="10109200" y="5273675"/>
          <p14:tracePt t="77353" x="10121900" y="5273675"/>
          <p14:tracePt t="77359" x="10133013" y="5273675"/>
          <p14:tracePt t="77367" x="10158413" y="5273675"/>
          <p14:tracePt t="77375" x="10182225" y="5273675"/>
          <p14:tracePt t="77384" x="10231438" y="5273675"/>
          <p14:tracePt t="77392" x="10267950" y="5273675"/>
          <p14:tracePt t="77400" x="10340975" y="5273675"/>
          <p14:tracePt t="77409" x="10401300" y="5273675"/>
          <p14:tracePt t="77417" x="10463213" y="5273675"/>
          <p14:tracePt t="77425" x="10510838" y="5273675"/>
          <p14:tracePt t="77434" x="10583863" y="5273675"/>
          <p14:tracePt t="77442" x="10656888" y="5273675"/>
          <p14:tracePt t="77450" x="10682288" y="5273675"/>
          <p14:tracePt t="77459" x="10729913" y="5273675"/>
          <p14:tracePt t="77467" x="10791825" y="5273675"/>
          <p14:tracePt t="77492" x="10802938" y="5273675"/>
          <p14:tracePt t="77547" x="10815638" y="5273675"/>
          <p14:tracePt t="77559" x="10828338" y="5273675"/>
          <p14:tracePt t="77561" x="10839450" y="5273675"/>
          <p14:tracePt t="77567" x="10852150" y="5273675"/>
          <p14:tracePt t="77575" x="10864850" y="5273675"/>
          <p14:tracePt t="77584" x="10901363" y="5273675"/>
          <p14:tracePt t="77592" x="10925175" y="5273675"/>
          <p14:tracePt t="77600" x="10974388" y="5273675"/>
          <p14:tracePt t="77608" x="11022013" y="5273675"/>
          <p14:tracePt t="77617" x="11058525" y="5273675"/>
          <p14:tracePt t="77625" x="11107738" y="5273675"/>
          <p14:tracePt t="77633" x="11180763" y="5273675"/>
          <p14:tracePt t="77642" x="11193463" y="5273675"/>
          <p14:tracePt t="77650" x="11217275" y="5273675"/>
          <p14:tracePt t="77658" x="11229975" y="5273675"/>
          <p14:tracePt t="77672" x="11242675" y="5273675"/>
          <p14:tracePt t="77762" x="11242675" y="5286375"/>
          <p14:tracePt t="77771" x="11242675" y="5299075"/>
          <p14:tracePt t="77779" x="11217275" y="5299075"/>
          <p14:tracePt t="77781" x="11193463" y="5311775"/>
          <p14:tracePt t="77786" x="11169650" y="5322888"/>
          <p14:tracePt t="77793" x="11107738" y="5335588"/>
          <p14:tracePt t="77800" x="11083925" y="5335588"/>
          <p14:tracePt t="77808" x="10974388" y="5335588"/>
          <p14:tracePt t="77817" x="10852150" y="5335588"/>
          <p14:tracePt t="77825" x="10682288" y="5335588"/>
          <p14:tracePt t="77833" x="10583863" y="5335588"/>
          <p14:tracePt t="77842" x="10291763" y="5335588"/>
          <p14:tracePt t="77850" x="10109200" y="5335588"/>
          <p14:tracePt t="77858" x="9939338" y="5335588"/>
          <p14:tracePt t="77867" x="9793288" y="5335588"/>
          <p14:tracePt t="77875" x="9609138" y="5335588"/>
          <p14:tracePt t="77883" x="9512300" y="5335588"/>
          <p14:tracePt t="77891" x="9488488" y="5335588"/>
          <p14:tracePt t="77900" x="9415463" y="5348288"/>
          <p14:tracePt t="77908" x="9293225" y="5359400"/>
          <p14:tracePt t="77916" x="9207500" y="5359400"/>
          <p14:tracePt t="77925" x="9123363" y="5372100"/>
          <p14:tracePt t="77933" x="8988425" y="5384800"/>
          <p14:tracePt t="77942" x="8939213" y="5384800"/>
          <p14:tracePt t="77950" x="8855075" y="5384800"/>
          <p14:tracePt t="77958" x="8756650" y="5384800"/>
          <p14:tracePt t="77966" x="8672513" y="5384800"/>
          <p14:tracePt t="77975" x="8526463" y="5395913"/>
          <p14:tracePt t="77983" x="8464550" y="5395913"/>
          <p14:tracePt t="77991" x="8428038" y="5395913"/>
          <p14:tracePt t="78000" x="8355013" y="5395913"/>
          <p14:tracePt t="78008" x="8258175" y="5395913"/>
          <p14:tracePt t="78017" x="8185150" y="5395913"/>
          <p14:tracePt t="78025" x="8086725" y="5395913"/>
          <p14:tracePt t="78033" x="7966075" y="5408613"/>
          <p14:tracePt t="78041" x="7916863" y="5408613"/>
          <p14:tracePt t="78050" x="7831138" y="5408613"/>
          <p14:tracePt t="78058" x="7734300" y="5421313"/>
          <p14:tracePt t="78066" x="7648575" y="5421313"/>
          <p14:tracePt t="78075" x="7539038" y="5432425"/>
          <p14:tracePt t="78083" x="7478713" y="5432425"/>
          <p14:tracePt t="78091" x="7466013" y="5432425"/>
          <p14:tracePt t="78100" x="7429500" y="5432425"/>
          <p14:tracePt t="78108" x="7392988" y="5445125"/>
          <p14:tracePt t="78116" x="7356475" y="5457825"/>
          <p14:tracePt t="78124" x="7319963" y="5468938"/>
          <p14:tracePt t="78133" x="7259638" y="5468938"/>
          <p14:tracePt t="78141" x="7234238" y="5468938"/>
          <p14:tracePt t="78150" x="7197725" y="5481638"/>
          <p14:tracePt t="78158" x="7150100" y="5494338"/>
          <p14:tracePt t="78166" x="7088188" y="5494338"/>
          <p14:tracePt t="78175" x="7040563" y="5494338"/>
          <p14:tracePt t="78183" x="7004050" y="5505450"/>
          <p14:tracePt t="78191" x="6991350" y="5505450"/>
          <p14:tracePt t="78200" x="6967538" y="5518150"/>
          <p14:tracePt t="78208" x="6942138" y="5518150"/>
          <p14:tracePt t="78216" x="6918325" y="5518150"/>
          <p14:tracePt t="78225" x="6905625" y="5530850"/>
          <p14:tracePt t="78233" x="6869113" y="5530850"/>
          <p14:tracePt t="78241" x="6858000" y="5530850"/>
          <p14:tracePt t="78249" x="6845300" y="5530850"/>
          <p14:tracePt t="78258" x="6832600" y="5541963"/>
          <p14:tracePt t="78266" x="6821488" y="5541963"/>
          <p14:tracePt t="78274" x="6796088" y="5541963"/>
          <p14:tracePt t="78287" x="6783388" y="5541963"/>
          <p14:tracePt t="78292" x="6772275" y="5541963"/>
          <p14:tracePt t="78299" x="6772275" y="5554663"/>
          <p14:tracePt t="78308" x="6746875" y="5554663"/>
          <p14:tracePt t="78316" x="6735763" y="5554663"/>
          <p14:tracePt t="78352" x="6723063" y="5554663"/>
          <p14:tracePt t="78500" x="6723063" y="5567363"/>
          <p14:tracePt t="78502" x="6735763" y="5567363"/>
          <p14:tracePt t="78507" x="6746875" y="5567363"/>
          <p14:tracePt t="78516" x="6772275" y="5567363"/>
          <p14:tracePt t="78525" x="6821488" y="5567363"/>
          <p14:tracePt t="78533" x="6894513" y="5567363"/>
          <p14:tracePt t="78541" x="6931025" y="5567363"/>
          <p14:tracePt t="78549" x="7004050" y="5567363"/>
          <p14:tracePt t="78558" x="7088188" y="5567363"/>
          <p14:tracePt t="78566" x="7161213" y="5567363"/>
          <p14:tracePt t="78574" x="7259638" y="5567363"/>
          <p14:tracePt t="78582" x="7319963" y="5567363"/>
          <p14:tracePt t="78591" x="7343775" y="5567363"/>
          <p14:tracePt t="78599" x="7369175" y="5567363"/>
          <p14:tracePt t="78607" x="7405688" y="5567363"/>
          <p14:tracePt t="78616" x="7416800" y="5567363"/>
          <p14:tracePt t="78624" x="7442200" y="5567363"/>
          <p14:tracePt t="78633" x="7466013" y="5578475"/>
          <p14:tracePt t="78641" x="7502525" y="5578475"/>
          <p14:tracePt t="78649" x="7539038" y="5578475"/>
          <p14:tracePt t="78657" x="7600950" y="5578475"/>
          <p14:tracePt t="78666" x="7661275" y="5578475"/>
          <p14:tracePt t="78674" x="7734300" y="5578475"/>
          <p14:tracePt t="78682" x="7770813" y="5578475"/>
          <p14:tracePt t="78691" x="7794625" y="5591175"/>
          <p14:tracePt t="78699" x="7807325" y="5591175"/>
          <p14:tracePt t="78707" x="7831138" y="5591175"/>
          <p14:tracePt t="78881" x="7843838" y="5591175"/>
          <p14:tracePt t="78886" x="7867650" y="5591175"/>
          <p14:tracePt t="78899" x="7904163" y="5591175"/>
          <p14:tracePt t="78907" x="7977188" y="5603875"/>
          <p14:tracePt t="78915" x="8026400" y="5603875"/>
          <p14:tracePt t="78924" x="8099425" y="5603875"/>
          <p14:tracePt t="78933" x="8172450" y="5603875"/>
          <p14:tracePt t="78933" x="8185150" y="5603875"/>
          <p14:tracePt t="78940" x="8196263" y="5603875"/>
          <p14:tracePt t="78949" x="8221663" y="5603875"/>
          <p14:tracePt t="78957" x="8232775" y="5603875"/>
          <p14:tracePt t="78965" x="8245475" y="5603875"/>
          <p14:tracePt t="79200" x="8258175" y="5603875"/>
          <p14:tracePt t="79202" x="8270875" y="5603875"/>
          <p14:tracePt t="79207" x="8281988" y="5603875"/>
          <p14:tracePt t="79215" x="8331200" y="5603875"/>
          <p14:tracePt t="79224" x="8367713" y="5603875"/>
          <p14:tracePt t="79232" x="8416925" y="5603875"/>
          <p14:tracePt t="79233" x="8453438" y="5603875"/>
          <p14:tracePt t="79240" x="8477250" y="5603875"/>
          <p14:tracePt t="79249" x="8574088" y="5614988"/>
          <p14:tracePt t="79257" x="8672513" y="5627688"/>
          <p14:tracePt t="79265" x="8756650" y="5627688"/>
          <p14:tracePt t="79274" x="8829675" y="5640388"/>
          <p14:tracePt t="79282" x="8964613" y="5651500"/>
          <p14:tracePt t="79290" x="8988425" y="5651500"/>
          <p14:tracePt t="79298" x="9061450" y="5651500"/>
          <p14:tracePt t="79307" x="9086850" y="5651500"/>
          <p14:tracePt t="79315" x="9097963" y="5651500"/>
          <p14:tracePt t="79439" x="9086850" y="5651500"/>
          <p14:tracePt t="79451" x="9074150" y="5651500"/>
          <p14:tracePt t="79452" x="9061450" y="5651500"/>
          <p14:tracePt t="79459" x="9050338" y="5651500"/>
          <p14:tracePt t="79466" x="9024938" y="5651500"/>
          <p14:tracePt t="79473" x="9001125" y="5651500"/>
          <p14:tracePt t="79482" x="8977313" y="5651500"/>
          <p14:tracePt t="79490" x="8951913" y="5651500"/>
          <p14:tracePt t="79498" x="8928100" y="5651500"/>
          <p14:tracePt t="79507" x="8902700" y="5651500"/>
          <p14:tracePt t="79515" x="8866188" y="5651500"/>
          <p14:tracePt t="79523" x="8842375" y="5651500"/>
          <p14:tracePt t="79532" x="8829675" y="5651500"/>
          <p14:tracePt t="79541" x="8818563" y="5651500"/>
          <p14:tracePt t="79551" x="8805863" y="5651500"/>
          <p14:tracePt t="79659" x="8818563" y="5651500"/>
          <p14:tracePt t="79661" x="8829675" y="5651500"/>
          <p14:tracePt t="79672" x="8842375" y="5651500"/>
          <p14:tracePt t="79673" x="8855075" y="5651500"/>
          <p14:tracePt t="79682" x="8866188" y="5651500"/>
          <p14:tracePt t="79690" x="8902700" y="5651500"/>
          <p14:tracePt t="79698" x="8939213" y="5651500"/>
          <p14:tracePt t="79707" x="8964613" y="5651500"/>
          <p14:tracePt t="79715" x="9024938" y="5651500"/>
          <p14:tracePt t="79723" x="9050338" y="5651500"/>
          <p14:tracePt t="79732" x="9061450" y="5651500"/>
          <p14:tracePt t="79740" x="9097963" y="5651500"/>
          <p14:tracePt t="79749" x="9123363" y="5651500"/>
          <p14:tracePt t="79756" x="9134475" y="5651500"/>
          <p14:tracePt t="79934" x="9147175" y="5651500"/>
          <p14:tracePt t="79941" x="9159875" y="5651500"/>
          <p14:tracePt t="79951" x="9170988" y="5651500"/>
          <p14:tracePt t="79953" x="9183688" y="5651500"/>
          <p14:tracePt t="79959" x="9196388" y="5651500"/>
          <p14:tracePt t="79965" x="9207500" y="5651500"/>
          <p14:tracePt t="79973" x="9232900" y="5651500"/>
          <p14:tracePt t="79981" x="9244013" y="5651500"/>
          <p14:tracePt t="79990" x="9269413" y="5651500"/>
          <p14:tracePt t="79998" x="9293225" y="5651500"/>
          <p14:tracePt t="80007" x="9317038" y="5651500"/>
          <p14:tracePt t="80014" x="9342438" y="5651500"/>
          <p14:tracePt t="80023" x="9366250" y="5651500"/>
          <p14:tracePt t="80032" x="9378950" y="5651500"/>
          <p14:tracePt t="80040" x="9390063" y="5651500"/>
          <p14:tracePt t="80048" x="9402763" y="5640388"/>
          <p14:tracePt t="80287" x="9415463" y="5640388"/>
          <p14:tracePt t="80293" x="9426575" y="5640388"/>
          <p14:tracePt t="80299" x="9451975" y="5640388"/>
          <p14:tracePt t="80302" x="9475788" y="5640388"/>
          <p14:tracePt t="80306" x="9499600" y="5640388"/>
          <p14:tracePt t="80314" x="9561513" y="5640388"/>
          <p14:tracePt t="80322" x="9634538" y="5640388"/>
          <p14:tracePt t="80331" x="9645650" y="5640388"/>
          <p14:tracePt t="80340" x="9731375" y="5640388"/>
          <p14:tracePt t="80348" x="9902825" y="5651500"/>
          <p14:tracePt t="80356" x="10023475" y="5664200"/>
          <p14:tracePt t="80364" x="10121900" y="5676900"/>
          <p14:tracePt t="80373" x="10182225" y="5688013"/>
          <p14:tracePt t="80381" x="10194925" y="5700713"/>
          <p14:tracePt t="80439" x="10182225" y="5700713"/>
          <p14:tracePt t="80447" x="10169525" y="5700713"/>
          <p14:tracePt t="80479" x="10158413" y="5700713"/>
          <p14:tracePt t="80491" x="10145713" y="5700713"/>
          <p14:tracePt t="80499" x="10133013" y="5700713"/>
          <p14:tracePt t="80501" x="10121900" y="5700713"/>
          <p14:tracePt t="80506" x="10109200" y="5700713"/>
          <p14:tracePt t="80514" x="10096500" y="5700713"/>
          <p14:tracePt t="80522" x="10059988" y="5700713"/>
          <p14:tracePt t="80531" x="10048875" y="5700713"/>
          <p14:tracePt t="80539" x="10023475" y="5700713"/>
          <p14:tracePt t="80547" x="9963150" y="5700713"/>
          <p14:tracePt t="80556" x="9913938" y="5700713"/>
          <p14:tracePt t="80564" x="9853613" y="5700713"/>
          <p14:tracePt t="80572" x="9817100" y="5700713"/>
          <p14:tracePt t="80581" x="9780588" y="5700713"/>
          <p14:tracePt t="80589" x="9756775" y="5688013"/>
          <p14:tracePt t="80597" x="9744075" y="5688013"/>
          <p14:tracePt t="80606" x="9731375" y="5688013"/>
          <p14:tracePt t="80685" x="9744075" y="5688013"/>
          <p14:tracePt t="80695" x="9756775" y="5688013"/>
          <p14:tracePt t="80699" x="9767888" y="5688013"/>
          <p14:tracePt t="80701" x="9793288" y="5676900"/>
          <p14:tracePt t="80706" x="9817100" y="5676900"/>
          <p14:tracePt t="80714" x="9877425" y="5676900"/>
          <p14:tracePt t="80722" x="9926638" y="5676900"/>
          <p14:tracePt t="80730" x="9950450" y="5676900"/>
          <p14:tracePt t="80739" x="10012363" y="5676900"/>
          <p14:tracePt t="80747" x="10145713" y="5676900"/>
          <p14:tracePt t="80756" x="10206038" y="5676900"/>
          <p14:tracePt t="80764" x="10231438" y="5676900"/>
          <p14:tracePt t="80772" x="10242550" y="5676900"/>
          <p14:tracePt t="80780" x="10242550" y="5664200"/>
          <p14:tracePt t="80815" x="10255250" y="5664200"/>
          <p14:tracePt t="80831" x="10267950" y="5664200"/>
          <p14:tracePt t="80833" x="10291763" y="5664200"/>
          <p14:tracePt t="80841" x="10328275" y="5664200"/>
          <p14:tracePt t="80847" x="10340975" y="5664200"/>
          <p14:tracePt t="80855" x="10401300" y="5664200"/>
          <p14:tracePt t="80864" x="10450513" y="5664200"/>
          <p14:tracePt t="80872" x="10510838" y="5664200"/>
          <p14:tracePt t="80880" x="10572750" y="5664200"/>
          <p14:tracePt t="80889" x="10633075" y="5664200"/>
          <p14:tracePt t="80897" x="10669588" y="5664200"/>
          <p14:tracePt t="80905" x="10718800" y="5664200"/>
          <p14:tracePt t="80914" x="10779125" y="5664200"/>
          <p14:tracePt t="80922" x="10815638" y="5664200"/>
          <p14:tracePt t="80930" x="10839450" y="5664200"/>
          <p14:tracePt t="80939" x="10864850" y="5664200"/>
          <p14:tracePt t="80947" x="10912475" y="5664200"/>
          <p14:tracePt t="80955" x="10948988" y="5664200"/>
          <p14:tracePt t="80964" x="10985500" y="5664200"/>
          <p14:tracePt t="80972" x="11047413" y="5664200"/>
          <p14:tracePt t="80980" x="11083925" y="5664200"/>
          <p14:tracePt t="80988" x="11144250" y="5664200"/>
          <p14:tracePt t="80997" x="11193463" y="5664200"/>
          <p14:tracePt t="81005" x="11253788" y="5664200"/>
          <p14:tracePt t="81013" x="11352213" y="5664200"/>
          <p14:tracePt t="81022" x="11399838" y="5664200"/>
          <p14:tracePt t="81030" x="11425238" y="5664200"/>
          <p14:tracePt t="81039" x="11472863" y="5676900"/>
          <p14:tracePt t="81047" x="11534775" y="5676900"/>
          <p14:tracePt t="81055" x="11571288" y="5676900"/>
          <p14:tracePt t="81063" x="11595100" y="5676900"/>
          <p14:tracePt t="81072" x="11618913" y="5676900"/>
          <p14:tracePt t="81080" x="11631613" y="5676900"/>
          <p14:tracePt t="81088" x="11644313" y="5676900"/>
          <p14:tracePt t="81132" x="11631613" y="5676900"/>
          <p14:tracePt t="81133" x="11618913" y="5688013"/>
          <p14:tracePt t="81139" x="11595100" y="5700713"/>
          <p14:tracePt t="81147" x="11558588" y="5713413"/>
          <p14:tracePt t="81155" x="11472863" y="5713413"/>
          <p14:tracePt t="81163" x="11388725" y="5724525"/>
          <p14:tracePt t="81172" x="11326813" y="5724525"/>
          <p14:tracePt t="81180" x="11120438" y="5724525"/>
          <p14:tracePt t="81188" x="10974388" y="5724525"/>
          <p14:tracePt t="81197" x="10828338" y="5724525"/>
          <p14:tracePt t="81205" x="10682288" y="5724525"/>
          <p14:tracePt t="81213" x="10474325" y="5724525"/>
          <p14:tracePt t="81222" x="10414000" y="5724525"/>
          <p14:tracePt t="81230" x="10279063" y="5724525"/>
          <p14:tracePt t="81238" x="10182225" y="5724525"/>
          <p14:tracePt t="81247" x="10036175" y="5724525"/>
          <p14:tracePt t="81255" x="9780588" y="5724525"/>
          <p14:tracePt t="81263" x="9621838" y="5724525"/>
          <p14:tracePt t="81272" x="9536113" y="5724525"/>
          <p14:tracePt t="81280" x="9305925" y="5737225"/>
          <p14:tracePt t="81288" x="9183688" y="5737225"/>
          <p14:tracePt t="81296" x="9086850" y="5737225"/>
          <p14:tracePt t="81305" x="9001125" y="5737225"/>
          <p14:tracePt t="81313" x="8902700" y="5737225"/>
          <p14:tracePt t="81322" x="8866188" y="5749925"/>
          <p14:tracePt t="81330" x="8805863" y="5749925"/>
          <p14:tracePt t="81338" x="8720138" y="5761038"/>
          <p14:tracePt t="81347" x="8636000" y="5761038"/>
          <p14:tracePt t="81355" x="8477250" y="5773738"/>
          <p14:tracePt t="81363" x="8367713" y="5786438"/>
          <p14:tracePt t="81372" x="8318500" y="5786438"/>
          <p14:tracePt t="81380" x="8185150" y="5786438"/>
          <p14:tracePt t="81388" x="8086725" y="5810250"/>
          <p14:tracePt t="81397" x="8002588" y="5810250"/>
          <p14:tracePt t="81405" x="7904163" y="5822950"/>
          <p14:tracePt t="81413" x="7783513" y="5834063"/>
          <p14:tracePt t="81422" x="7747000" y="5834063"/>
          <p14:tracePt t="81430" x="7661275" y="5846763"/>
          <p14:tracePt t="81438" x="7564438" y="5859463"/>
          <p14:tracePt t="81447" x="7478713" y="5870575"/>
          <p14:tracePt t="81455" x="7319963" y="5895975"/>
          <p14:tracePt t="81463" x="7234238" y="5895975"/>
          <p14:tracePt t="81471" x="7197725" y="5895975"/>
          <p14:tracePt t="81480" x="7113588" y="5907088"/>
          <p14:tracePt t="81488" x="7015163" y="5919788"/>
          <p14:tracePt t="81496" x="6967538" y="5919788"/>
          <p14:tracePt t="81505" x="6905625" y="5932488"/>
          <p14:tracePt t="81513" x="6821488" y="5945188"/>
          <p14:tracePt t="81521" x="6783388" y="5956300"/>
          <p14:tracePt t="81530" x="6723063" y="5956300"/>
          <p14:tracePt t="81538" x="6650038" y="5981700"/>
          <p14:tracePt t="81546" x="6600825" y="5992813"/>
          <p14:tracePt t="81555" x="6516688" y="5992813"/>
          <p14:tracePt t="81563" x="6454775" y="6005513"/>
          <p14:tracePt t="81572" x="6430963" y="6005513"/>
          <p14:tracePt t="81572" x="6381750" y="6029325"/>
          <p14:tracePt t="81580" x="6357938" y="6029325"/>
          <p14:tracePt t="81588" x="6321425" y="6029325"/>
          <p14:tracePt t="81596" x="6297613" y="6029325"/>
          <p14:tracePt t="81605" x="6272213" y="6042025"/>
          <p14:tracePt t="81613" x="6235700" y="6042025"/>
          <p14:tracePt t="81622" x="6224588" y="6042025"/>
          <p14:tracePt t="81682" x="6235700" y="6042025"/>
          <p14:tracePt t="81687" x="6248400" y="6042025"/>
          <p14:tracePt t="81696" x="6261100" y="6042025"/>
          <p14:tracePt t="81704" x="6272213" y="6042025"/>
          <p14:tracePt t="81713" x="6308725" y="6042025"/>
          <p14:tracePt t="81721" x="6334125" y="6029325"/>
          <p14:tracePt t="81730" x="6357938" y="6029325"/>
          <p14:tracePt t="81738" x="6407150" y="6029325"/>
          <p14:tracePt t="81746" x="6443663" y="6029325"/>
          <p14:tracePt t="81754" x="6516688" y="6029325"/>
          <p14:tracePt t="81763" x="6589713" y="6018213"/>
          <p14:tracePt t="81772" x="6613525" y="6018213"/>
          <p14:tracePt t="81772" x="6662738" y="6018213"/>
          <p14:tracePt t="81780" x="6699250" y="6018213"/>
          <p14:tracePt t="81788" x="6783388" y="6018213"/>
          <p14:tracePt t="81796" x="6858000" y="6018213"/>
          <p14:tracePt t="81805" x="6905625" y="6018213"/>
          <p14:tracePt t="81813" x="6942138" y="6018213"/>
          <p14:tracePt t="81822" x="6954838" y="6018213"/>
          <p14:tracePt t="81881" x="6967538" y="6018213"/>
          <p14:tracePt t="81891" x="6991350" y="6018213"/>
          <p14:tracePt t="81892" x="7004050" y="6018213"/>
          <p14:tracePt t="81900" x="7015163" y="6018213"/>
          <p14:tracePt t="81904" x="7040563" y="6018213"/>
          <p14:tracePt t="81913" x="7077075" y="6018213"/>
          <p14:tracePt t="81921" x="7100888" y="6018213"/>
          <p14:tracePt t="81929" x="7124700" y="6018213"/>
          <p14:tracePt t="81938" x="7137400" y="6018213"/>
          <p14:tracePt t="81946" x="7150100" y="6018213"/>
          <p14:tracePt t="81959" x="7161213" y="6018213"/>
          <p14:tracePt t="81979" x="7173913" y="6018213"/>
          <p14:tracePt t="81986" x="7186613" y="6018213"/>
          <p14:tracePt t="81992" x="7197725" y="6018213"/>
          <p14:tracePt t="82000" x="7223125" y="6018213"/>
          <p14:tracePt t="82004" x="7234238" y="6018213"/>
          <p14:tracePt t="82013" x="7259638" y="6018213"/>
          <p14:tracePt t="82021" x="7307263" y="6005513"/>
          <p14:tracePt t="82029" x="7332663" y="6005513"/>
          <p14:tracePt t="82038" x="7356475" y="6005513"/>
          <p14:tracePt t="82762" x="7356475" y="5992813"/>
          <p14:tracePt t="82795" x="7356475" y="5981700"/>
          <p14:tracePt t="82802" x="7356475" y="5969000"/>
          <p14:tracePt t="82820" x="7356475" y="5956300"/>
          <p14:tracePt t="82961" x="7369175" y="5956300"/>
          <p14:tracePt t="82971" x="7380288" y="5945188"/>
          <p14:tracePt t="82982" x="7392988" y="5945188"/>
          <p14:tracePt t="82988" x="7392988" y="5932488"/>
          <p14:tracePt t="82992" x="7405688" y="5932488"/>
          <p14:tracePt t="83000" x="7416800" y="5932488"/>
          <p14:tracePt t="83006" x="7429500" y="5932488"/>
          <p14:tracePt t="83035" x="7429500" y="5919788"/>
          <p14:tracePt t="83042" x="7442200" y="5919788"/>
          <p14:tracePt t="83046" x="7442200" y="5907088"/>
          <p14:tracePt t="83052" x="7453313" y="5907088"/>
          <p14:tracePt t="83053" x="7453313" y="5895975"/>
          <p14:tracePt t="83062" x="7466013" y="5895975"/>
          <p14:tracePt t="83070" x="7478713" y="5883275"/>
          <p14:tracePt t="83078" x="7489825" y="5859463"/>
          <p14:tracePt t="83087" x="7515225" y="5846763"/>
          <p14:tracePt t="83095" x="7551738" y="5810250"/>
          <p14:tracePt t="83103" x="7551738" y="5786438"/>
          <p14:tracePt t="83112" x="7564438" y="5773738"/>
          <p14:tracePt t="83120" x="7588250" y="5749925"/>
          <p14:tracePt t="83128" x="7600950" y="5724525"/>
          <p14:tracePt t="83139" x="7600950" y="5713413"/>
          <p14:tracePt t="83145" x="7600950" y="5700713"/>
          <p14:tracePt t="83153" x="7600950" y="5688013"/>
          <p14:tracePt t="83161" x="7600950" y="5676900"/>
          <p14:tracePt t="83170" x="7600950" y="5664200"/>
          <p14:tracePt t="83178" x="7600950" y="5640388"/>
          <p14:tracePt t="83187" x="7600950" y="5603875"/>
          <p14:tracePt t="83195" x="7600950" y="5541963"/>
          <p14:tracePt t="83203" x="7600950" y="5505450"/>
          <p14:tracePt t="83211" x="7588250" y="5468938"/>
          <p14:tracePt t="83220" x="7588250" y="5432425"/>
          <p14:tracePt t="83228" x="7575550" y="5372100"/>
          <p14:tracePt t="83236" x="7575550" y="5348288"/>
          <p14:tracePt t="83245" x="7575550" y="5322888"/>
          <p14:tracePt t="83253" x="7575550" y="5299075"/>
          <p14:tracePt t="83266" x="7575550" y="5286375"/>
          <p14:tracePt t="83286" x="7575550" y="5273675"/>
          <p14:tracePt t="83295" x="7575550" y="5262563"/>
          <p14:tracePt t="83301" x="7575550" y="5249863"/>
          <p14:tracePt t="83306" x="7575550" y="5226050"/>
          <p14:tracePt t="83312" x="7575550" y="5200650"/>
          <p14:tracePt t="83320" x="7588250" y="5176838"/>
          <p14:tracePt t="83328" x="7600950" y="5127625"/>
          <p14:tracePt t="83336" x="7600950" y="5080000"/>
          <p14:tracePt t="83345" x="7612063" y="5006975"/>
          <p14:tracePt t="83353" x="7612063" y="4933950"/>
          <p14:tracePt t="83361" x="7612063" y="4908550"/>
          <p14:tracePt t="83370" x="7612063" y="4848225"/>
          <p14:tracePt t="83378" x="7612063" y="4824413"/>
          <p14:tracePt t="83386" x="7612063" y="4787900"/>
          <p14:tracePt t="83395" x="7600950" y="4725988"/>
          <p14:tracePt t="83403" x="7600950" y="4678363"/>
          <p14:tracePt t="83411" x="7600950" y="4640263"/>
          <p14:tracePt t="83419" x="7600950" y="4592638"/>
          <p14:tracePt t="83428" x="7600950" y="4483100"/>
          <p14:tracePt t="83436" x="7600950" y="4384675"/>
          <p14:tracePt t="83444" x="7600950" y="4300538"/>
          <p14:tracePt t="83453" x="7600950" y="4178300"/>
          <p14:tracePt t="83461" x="7600950" y="4141788"/>
          <p14:tracePt t="83470" x="7600950" y="4081463"/>
          <p14:tracePt t="83478" x="7600950" y="4019550"/>
          <p14:tracePt t="83486" x="7600950" y="3983038"/>
          <p14:tracePt t="83494" x="7612063" y="3946525"/>
          <p14:tracePt t="83503" x="7612063" y="3922713"/>
          <p14:tracePt t="83511" x="7612063" y="3910013"/>
          <p14:tracePt t="83519" x="7624763" y="3873500"/>
          <p14:tracePt t="83528" x="7648575" y="3824288"/>
          <p14:tracePt t="83536" x="7648575" y="3800475"/>
          <p14:tracePt t="83544" x="7648575" y="3763963"/>
          <p14:tracePt t="83553" x="7648575" y="3751263"/>
          <p14:tracePt t="83561" x="7648575" y="3714750"/>
          <p14:tracePt t="83571" x="7648575" y="3703638"/>
          <p14:tracePt t="83579" x="7648575" y="3690938"/>
          <p14:tracePt t="83591" x="7648575" y="3678238"/>
          <p14:tracePt t="83611" x="7648575" y="3667125"/>
          <p14:tracePt t="83612" x="7661275" y="3667125"/>
          <p14:tracePt t="83620" x="7661275" y="3654425"/>
          <p14:tracePt t="83631" x="7673975" y="3654425"/>
          <p14:tracePt t="83636" x="7673975" y="3641725"/>
          <p14:tracePt t="83644" x="7685088" y="3630613"/>
          <p14:tracePt t="83653" x="7685088" y="3617913"/>
          <p14:tracePt t="83661" x="7710488" y="3605213"/>
          <p14:tracePt t="83669" x="7721600" y="3594100"/>
          <p14:tracePt t="83678" x="7747000" y="3581400"/>
          <p14:tracePt t="83686" x="7770813" y="3557588"/>
          <p14:tracePt t="83694" x="7831138" y="3521075"/>
          <p14:tracePt t="83703" x="7904163" y="3484563"/>
          <p14:tracePt t="83712" x="7929563" y="3459163"/>
          <p14:tracePt t="83712" x="7977188" y="3448050"/>
          <p14:tracePt t="83720" x="8002588" y="3448050"/>
          <p14:tracePt t="83728" x="8099425" y="3409950"/>
          <p14:tracePt t="83736" x="8196263" y="3373438"/>
          <p14:tracePt t="83744" x="8294688" y="3349625"/>
          <p14:tracePt t="83753" x="8428038" y="3313113"/>
          <p14:tracePt t="83761" x="8562975" y="3289300"/>
          <p14:tracePt t="83769" x="8709025" y="3276600"/>
          <p14:tracePt t="83778" x="8855075" y="3263900"/>
          <p14:tracePt t="83786" x="9024938" y="3263900"/>
          <p14:tracePt t="83794" x="9269413" y="3263900"/>
          <p14:tracePt t="83802" x="9415463" y="3263900"/>
          <p14:tracePt t="83811" x="9499600" y="3263900"/>
          <p14:tracePt t="83820" x="9658350" y="3263900"/>
          <p14:tracePt t="83820" x="9707563" y="3263900"/>
          <p14:tracePt t="83827" x="9804400" y="3263900"/>
          <p14:tracePt t="83836" x="9866313" y="3252788"/>
          <p14:tracePt t="83844" x="9877425" y="3252788"/>
          <p14:tracePt t="83954" x="9877425" y="3240088"/>
          <p14:tracePt t="83967" x="9890125" y="3240088"/>
          <p14:tracePt t="83987" x="9902825" y="3240088"/>
          <p14:tracePt t="83993" x="9913938" y="3240088"/>
          <p14:tracePt t="84002" x="9913938" y="3227388"/>
          <p14:tracePt t="84012" x="9926638" y="3227388"/>
          <p14:tracePt t="84012" x="9939338" y="3216275"/>
          <p14:tracePt t="84021" x="9950450" y="3216275"/>
          <p14:tracePt t="84032" x="9963150" y="3216275"/>
          <p14:tracePt t="84033" x="9975850" y="3203575"/>
          <p14:tracePt t="84042" x="9999663" y="3190875"/>
          <p14:tracePt t="84046" x="10012363" y="3179763"/>
          <p14:tracePt t="84053" x="10023475" y="3167063"/>
          <p14:tracePt t="84061" x="10048875" y="3143250"/>
          <p14:tracePt t="84069" x="10059988" y="3143250"/>
          <p14:tracePt t="84077" x="10085388" y="3117850"/>
          <p14:tracePt t="84086" x="10096500" y="3106738"/>
          <p14:tracePt t="84094" x="10133013" y="3081338"/>
          <p14:tracePt t="84102" x="10145713" y="3057525"/>
          <p14:tracePt t="84111" x="10158413" y="3044825"/>
          <p14:tracePt t="84119" x="10182225" y="3033713"/>
          <p14:tracePt t="84127" x="10218738" y="3008313"/>
          <p14:tracePt t="84136" x="10242550" y="2984500"/>
          <p14:tracePt t="84144" x="10255250" y="2971800"/>
          <p14:tracePt t="84152" x="10267950" y="2947988"/>
          <p14:tracePt t="84160" x="10279063" y="2935288"/>
          <p14:tracePt t="84169" x="10291763" y="2911475"/>
          <p14:tracePt t="84177" x="10291763" y="2898775"/>
          <p14:tracePt t="84186" x="10304463" y="2887663"/>
          <p14:tracePt t="84194" x="10304463" y="2862263"/>
          <p14:tracePt t="84202" x="10315575" y="2851150"/>
          <p14:tracePt t="84211" x="10315575" y="2838450"/>
          <p14:tracePt t="84219" x="10315575" y="2825750"/>
          <p14:tracePt t="84227" x="10328275" y="2814638"/>
          <p14:tracePt t="84235" x="10328275" y="2801938"/>
          <p14:tracePt t="84244" x="10328275" y="2789238"/>
          <p14:tracePt t="84252" x="10340975" y="2789238"/>
          <p14:tracePt t="84260" x="10340975" y="2765425"/>
          <p14:tracePt t="84269" x="10340975" y="2752725"/>
          <p14:tracePt t="84277" x="10352088" y="2740025"/>
          <p14:tracePt t="84285" x="10364788" y="2716213"/>
          <p14:tracePt t="84294" x="10377488" y="2692400"/>
          <p14:tracePt t="84302" x="10377488" y="2679700"/>
          <p14:tracePt t="84311" x="10377488" y="2667000"/>
          <p14:tracePt t="84319" x="10388600" y="2655888"/>
          <p14:tracePt t="84327" x="10401300" y="2643188"/>
          <p14:tracePt t="84335" x="10401300" y="2630488"/>
          <p14:tracePt t="84344" x="10414000" y="2619375"/>
          <p14:tracePt t="84366" x="10426700" y="2606675"/>
          <p14:tracePt t="84379" x="10426700" y="2593975"/>
          <p14:tracePt t="84386" x="10437813" y="2593975"/>
          <p14:tracePt t="84391" x="10437813" y="2582863"/>
          <p14:tracePt t="84402" x="10437813" y="2570163"/>
          <p14:tracePt t="84411" x="10450513" y="2557463"/>
          <p14:tracePt t="84422" x="10450513" y="2546350"/>
          <p14:tracePt t="84431" x="10463213" y="2533650"/>
          <p14:tracePt t="84441" x="10463213" y="2520950"/>
          <p14:tracePt t="84461" x="10474325" y="2509838"/>
          <p14:tracePt t="84519" x="10474325" y="2497138"/>
          <p14:tracePt t="84546" x="10487025" y="2497138"/>
          <p14:tracePt t="84560" x="10487025" y="2484438"/>
          <p14:tracePt t="84571" x="10499725" y="2484438"/>
          <p14:tracePt t="84572" x="10499725" y="2473325"/>
          <p14:tracePt t="84594" x="10499725" y="2460625"/>
          <p14:tracePt t="84612" x="10510838" y="2460625"/>
          <p14:tracePt t="84639" x="10510838" y="2447925"/>
          <p14:tracePt t="84654" x="10523538" y="2447925"/>
          <p14:tracePt t="84661" x="10523538" y="2436813"/>
          <p14:tracePt t="84679" x="10523538" y="2424113"/>
          <p14:tracePt t="84681" x="10536238" y="2424113"/>
          <p14:tracePt t="84692" x="10536238" y="2411413"/>
          <p14:tracePt t="84707" x="10536238" y="2400300"/>
          <p14:tracePt t="84711" x="10547350" y="2400300"/>
          <p14:tracePt t="85000" x="10560050" y="2400300"/>
          <p14:tracePt t="85121" x="10572750" y="2400300"/>
          <p14:tracePt t="85134" x="10583863" y="2411413"/>
          <p14:tracePt t="85139" x="10583863" y="2424113"/>
          <p14:tracePt t="85143" x="10583863" y="2436813"/>
          <p14:tracePt t="85151" x="10583863" y="2447925"/>
          <p14:tracePt t="85160" x="10583863" y="2484438"/>
          <p14:tracePt t="85168" x="10609263" y="2546350"/>
          <p14:tracePt t="85176" x="10633075" y="2582863"/>
          <p14:tracePt t="85185" x="10645775" y="2630488"/>
          <p14:tracePt t="85193" x="10656888" y="2692400"/>
          <p14:tracePt t="85201" x="10669588" y="2716213"/>
          <p14:tracePt t="85210" x="10669588" y="2740025"/>
          <p14:tracePt t="85218" x="10682288" y="2765425"/>
          <p14:tracePt t="85226" x="10682288" y="2776538"/>
          <p14:tracePt t="85241" x="10682288" y="2789238"/>
          <p14:tracePt t="85395" x="10693400" y="2776538"/>
          <p14:tracePt t="85402" x="10706100" y="2776538"/>
          <p14:tracePt t="85407" x="10706100" y="2765425"/>
          <p14:tracePt t="85412" x="10706100" y="2752725"/>
          <p14:tracePt t="85420" x="10718800" y="2740025"/>
          <p14:tracePt t="85426" x="10718800" y="2728913"/>
          <p14:tracePt t="85434" x="10742613" y="2679700"/>
          <p14:tracePt t="85443" x="10742613" y="2655888"/>
          <p14:tracePt t="85451" x="10742613" y="2643188"/>
          <p14:tracePt t="85460" x="10742613" y="2630488"/>
          <p14:tracePt t="85468" x="10742613" y="2606675"/>
          <p14:tracePt t="85476" x="10742613" y="2582863"/>
          <p14:tracePt t="85484" x="10742613" y="2570163"/>
          <p14:tracePt t="85506" x="10742613" y="2557463"/>
          <p14:tracePt t="85514" x="10742613" y="2546350"/>
          <p14:tracePt t="85526" x="10742613" y="2533650"/>
          <p14:tracePt t="85535" x="10742613" y="2520950"/>
          <p14:tracePt t="85541" x="10742613" y="2509838"/>
          <p14:tracePt t="85551" x="10742613" y="2497138"/>
          <p14:tracePt t="85552" x="10742613" y="2484438"/>
          <p14:tracePt t="85561" x="10742613" y="2473325"/>
          <p14:tracePt t="85571" x="10742613" y="2460625"/>
          <p14:tracePt t="85592" x="10742613" y="2447925"/>
          <p14:tracePt t="85686" x="10729913" y="2447925"/>
          <p14:tracePt t="85694" x="10729913" y="2436813"/>
          <p14:tracePt t="85701" x="10729913" y="2424113"/>
          <p14:tracePt t="85714" x="10718800" y="2424113"/>
          <p14:tracePt t="85726" x="10706100" y="2424113"/>
          <p14:tracePt t="85731" x="10706100" y="2411413"/>
          <p14:tracePt t="85739" x="10706100" y="2400300"/>
          <p14:tracePt t="85751" x="10693400" y="2400300"/>
          <p14:tracePt t="85771" x="10682288" y="2387600"/>
          <p14:tracePt t="85779" x="10669588" y="2387600"/>
          <p14:tracePt t="85781" x="10669588" y="2374900"/>
          <p14:tracePt t="85793" x="10669588" y="2363788"/>
          <p14:tracePt t="85799" x="10656888" y="2363788"/>
          <p14:tracePt t="85814" x="10645775" y="2363788"/>
          <p14:tracePt t="85819" x="10645775" y="2351088"/>
          <p14:tracePt t="85827" x="10645775" y="2338388"/>
          <p14:tracePt t="85839" x="10633075" y="2327275"/>
          <p14:tracePt t="85841" x="10620375" y="2327275"/>
          <p14:tracePt t="85846" x="10620375" y="2314575"/>
          <p14:tracePt t="85853" x="10609263" y="2290763"/>
          <p14:tracePt t="85861" x="10596563" y="2278063"/>
          <p14:tracePt t="85867" x="10583863" y="2265363"/>
          <p14:tracePt t="85875" x="10572750" y="2241550"/>
          <p14:tracePt t="85884" x="10560050" y="2228850"/>
          <p14:tracePt t="85892" x="10547350" y="2205038"/>
          <p14:tracePt t="85901" x="10536238" y="2205038"/>
          <p14:tracePt t="85911" x="10536238" y="2192338"/>
          <p14:tracePt t="86034" x="10523538" y="2192338"/>
          <p14:tracePt t="86432" x="10510838" y="2192338"/>
          <p14:tracePt t="86433" x="10510838" y="2205038"/>
          <p14:tracePt t="86442" x="10510838" y="2217738"/>
          <p14:tracePt t="86451" x="10510838" y="2228850"/>
          <p14:tracePt t="86459" x="10499725" y="2241550"/>
          <p14:tracePt t="86467" x="10499725" y="2254250"/>
          <p14:tracePt t="86475" x="10487025" y="2278063"/>
          <p14:tracePt t="86483" x="10487025" y="2314575"/>
          <p14:tracePt t="86492" x="10474325" y="2338388"/>
          <p14:tracePt t="86500" x="10474325" y="2351088"/>
          <p14:tracePt t="86508" x="10463213" y="2363788"/>
          <p14:tracePt t="86516" x="10463213" y="2374900"/>
          <p14:tracePt t="86525" x="10463213" y="2387600"/>
          <p14:tracePt t="86533" x="10450513" y="2411413"/>
          <p14:tracePt t="86542" x="10450513" y="2424113"/>
          <p14:tracePt t="86550" x="10450513" y="2436813"/>
          <p14:tracePt t="86558" x="10450513" y="2460625"/>
          <p14:tracePt t="86567" x="10450513" y="2473325"/>
          <p14:tracePt t="86575" x="10437813" y="2509838"/>
          <p14:tracePt t="86583" x="10437813" y="2533650"/>
          <p14:tracePt t="86592" x="10437813" y="2546350"/>
          <p14:tracePt t="86600" x="10437813" y="2570163"/>
          <p14:tracePt t="86608" x="10437813" y="2606675"/>
          <p14:tracePt t="86617" x="10437813" y="2619375"/>
          <p14:tracePt t="86625" x="10437813" y="2630488"/>
          <p14:tracePt t="86633" x="10437813" y="2667000"/>
          <p14:tracePt t="86642" x="10437813" y="2679700"/>
          <p14:tracePt t="86650" x="10437813" y="2692400"/>
          <p14:tracePt t="86658" x="10437813" y="2703513"/>
          <p14:tracePt t="86666" x="10437813" y="2728913"/>
          <p14:tracePt t="86675" x="10437813" y="2752725"/>
          <p14:tracePt t="86683" x="10437813" y="2776538"/>
          <p14:tracePt t="86691" x="10450513" y="2776538"/>
          <p14:tracePt t="86700" x="10450513" y="2814638"/>
          <p14:tracePt t="86708" x="10450513" y="2825750"/>
          <p14:tracePt t="86717" x="10450513" y="2851150"/>
          <p14:tracePt t="86725" x="10450513" y="2874963"/>
          <p14:tracePt t="86733" x="10450513" y="2924175"/>
          <p14:tracePt t="86741" x="10463213" y="2924175"/>
          <p14:tracePt t="86750" x="10463213" y="2960688"/>
          <p14:tracePt t="86758" x="10463213" y="2984500"/>
          <p14:tracePt t="86766" x="10474325" y="3008313"/>
          <p14:tracePt t="86775" x="10474325" y="3044825"/>
          <p14:tracePt t="86783" x="10474325" y="3057525"/>
          <p14:tracePt t="86791" x="10474325" y="3070225"/>
          <p14:tracePt t="86800" x="10474325" y="3081338"/>
          <p14:tracePt t="86808" x="10474325" y="3117850"/>
          <p14:tracePt t="86816" x="10474325" y="3130550"/>
          <p14:tracePt t="86825" x="10487025" y="3154363"/>
          <p14:tracePt t="86833" x="10499725" y="3216275"/>
          <p14:tracePt t="86841" x="10499725" y="3240088"/>
          <p14:tracePt t="86850" x="10510838" y="3289300"/>
          <p14:tracePt t="86858" x="10523538" y="3325813"/>
          <p14:tracePt t="86866" x="10547350" y="3386138"/>
          <p14:tracePt t="86875" x="10572750" y="3448050"/>
          <p14:tracePt t="86883" x="10596563" y="3495675"/>
          <p14:tracePt t="86891" x="10609263" y="3521075"/>
          <p14:tracePt t="86900" x="10633075" y="3581400"/>
          <p14:tracePt t="86908" x="10682288" y="3667125"/>
          <p14:tracePt t="86916" x="10706100" y="3703638"/>
          <p14:tracePt t="86924" x="10766425" y="3776663"/>
          <p14:tracePt t="86933" x="10839450" y="3849688"/>
          <p14:tracePt t="86941" x="10864850" y="3873500"/>
          <p14:tracePt t="86949" x="10901363" y="3910013"/>
          <p14:tracePt t="86958" x="10937875" y="3946525"/>
          <p14:tracePt t="86966" x="10948988" y="3983038"/>
          <p14:tracePt t="86975" x="10974388" y="4006850"/>
          <p14:tracePt t="86983" x="10985500" y="4019550"/>
          <p14:tracePt t="86991" x="10998200" y="4032250"/>
          <p14:tracePt t="86999" x="11010900" y="4043363"/>
          <p14:tracePt t="87008" x="11022013" y="4043363"/>
          <p14:tracePt t="87016" x="11034713" y="4056063"/>
          <p14:tracePt t="87061" x="11047413" y="4056063"/>
          <p14:tracePt t="87071" x="11071225" y="4056063"/>
          <p14:tracePt t="87079" x="11095038" y="4056063"/>
          <p14:tracePt t="87081" x="11120438" y="4043363"/>
          <p14:tracePt t="87086" x="11144250" y="4019550"/>
          <p14:tracePt t="87092" x="11180763" y="4006850"/>
          <p14:tracePt t="87100" x="11217275" y="3970338"/>
          <p14:tracePt t="87108" x="11303000" y="3897313"/>
          <p14:tracePt t="87116" x="11326813" y="3849688"/>
          <p14:tracePt t="87124" x="11376025" y="3800475"/>
          <p14:tracePt t="87133" x="11436350" y="3690938"/>
          <p14:tracePt t="87141" x="11461750" y="3641725"/>
          <p14:tracePt t="87149" x="11498263" y="3581400"/>
          <p14:tracePt t="87158" x="11534775" y="3508375"/>
          <p14:tracePt t="87166" x="11558588" y="3448050"/>
          <p14:tracePt t="87174" x="11571288" y="3336925"/>
          <p14:tracePt t="87183" x="11571288" y="3289300"/>
          <p14:tracePt t="87191" x="11571288" y="3276600"/>
          <p14:tracePt t="87199" x="11571288" y="3203575"/>
          <p14:tracePt t="87208" x="11571288" y="3106738"/>
          <p14:tracePt t="87216" x="11571288" y="3033713"/>
          <p14:tracePt t="87224" x="11545888" y="2935288"/>
          <p14:tracePt t="87233" x="11509375" y="2838450"/>
          <p14:tracePt t="87241" x="11485563" y="2740025"/>
          <p14:tracePt t="87249" x="11449050" y="2606675"/>
          <p14:tracePt t="87257" x="11388725" y="2484438"/>
          <p14:tracePt t="87266" x="11352213" y="2387600"/>
          <p14:tracePt t="87274" x="11290300" y="2265363"/>
          <p14:tracePt t="87283" x="11253788" y="2192338"/>
          <p14:tracePt t="87291" x="11229975" y="2168525"/>
          <p14:tracePt t="87299" x="11193463" y="2132013"/>
          <p14:tracePt t="87307" x="11156950" y="2095500"/>
          <p14:tracePt t="87316" x="11144250" y="2070100"/>
          <p14:tracePt t="87326" x="11133138" y="2070100"/>
          <p14:tracePt t="87332" x="11133138" y="2058988"/>
          <p14:tracePt t="87341" x="11120438" y="2058988"/>
          <p14:tracePt t="87349" x="11120438" y="2046288"/>
          <p14:tracePt t="87357" x="11107738" y="2046288"/>
          <p14:tracePt t="87366" x="11071225" y="2033588"/>
          <p14:tracePt t="87374" x="10998200" y="2022475"/>
          <p14:tracePt t="87382" x="10948988" y="2009775"/>
          <p14:tracePt t="87391" x="10937875" y="2009775"/>
          <p14:tracePt t="87399" x="10864850" y="1997075"/>
          <p14:tracePt t="87407" x="10755313" y="1985963"/>
          <p14:tracePt t="87416" x="10682288" y="1985963"/>
          <p14:tracePt t="87424" x="10609263" y="1985963"/>
          <p14:tracePt t="87432" x="10547350" y="1985963"/>
          <p14:tracePt t="87441" x="10499725" y="1985963"/>
          <p14:tracePt t="87449" x="10463213" y="1985963"/>
          <p14:tracePt t="87481" x="10450513" y="1985963"/>
          <p14:tracePt t="87571" x="10437813" y="1985963"/>
          <p14:tracePt t="87579" x="10437813" y="1997075"/>
          <p14:tracePt t="87581" x="10426700" y="1997075"/>
          <p14:tracePt t="87586" x="10414000" y="2009775"/>
          <p14:tracePt t="87592" x="10401300" y="2022475"/>
          <p14:tracePt t="87600" x="10377488" y="2022475"/>
          <p14:tracePt t="87607" x="10352088" y="2046288"/>
          <p14:tracePt t="87616" x="10328275" y="2058988"/>
          <p14:tracePt t="87624" x="10315575" y="2058988"/>
          <p14:tracePt t="87632" x="10291763" y="2070100"/>
          <p14:tracePt t="87641" x="10291763" y="2082800"/>
          <p14:tracePt t="87901" x="10291763" y="2106613"/>
          <p14:tracePt t="87906" x="10291763" y="2132013"/>
          <p14:tracePt t="87915" x="10291763" y="2179638"/>
          <p14:tracePt t="87924" x="10291763" y="2241550"/>
          <p14:tracePt t="87932" x="10291763" y="2290763"/>
          <p14:tracePt t="87948" x="10291763" y="2484438"/>
          <p14:tracePt t="87957" x="10267950" y="2606675"/>
          <p14:tracePt t="87965" x="10255250" y="2740025"/>
          <p14:tracePt t="87974" x="10242550" y="2874963"/>
          <p14:tracePt t="87982" x="10242550" y="2971800"/>
          <p14:tracePt t="87990" x="10242550" y="3008313"/>
          <p14:tracePt t="87999" x="10242550" y="3094038"/>
          <p14:tracePt t="88007" x="10242550" y="3179763"/>
          <p14:tracePt t="88015" x="10242550" y="3227388"/>
          <p14:tracePt t="88024" x="10242550" y="3252788"/>
          <p14:tracePt t="88032" x="10242550" y="3276600"/>
          <p14:tracePt t="88040" x="10242550" y="3300413"/>
          <p14:tracePt t="88048" x="10242550" y="3325813"/>
          <p14:tracePt t="88057" x="10242550" y="3362325"/>
          <p14:tracePt t="88065" x="10218738" y="3422650"/>
          <p14:tracePt t="88074" x="10133013" y="3471863"/>
          <p14:tracePt t="88082" x="10096500" y="3484563"/>
          <p14:tracePt t="88162" x="10096500" y="3495675"/>
          <p14:tracePt t="90363" x="10085388" y="3495675"/>
          <p14:tracePt t="90366" x="10085388" y="3484563"/>
          <p14:tracePt t="90373" x="10059988" y="3459163"/>
          <p14:tracePt t="90380" x="10048875" y="3459163"/>
          <p14:tracePt t="90388" x="10048875" y="3448050"/>
          <p14:tracePt t="90396" x="10048875" y="3435350"/>
          <p14:tracePt t="90491" x="10036175" y="3435350"/>
          <p14:tracePt t="90493" x="10023475" y="3435350"/>
          <p14:tracePt t="90499" x="10012363" y="3435350"/>
          <p14:tracePt t="90504" x="9986963" y="3435350"/>
          <p14:tracePt t="90513" x="9890125" y="3422650"/>
          <p14:tracePt t="90522" x="9866313" y="3422650"/>
          <p14:tracePt t="90523" x="9853613" y="3422650"/>
          <p14:tracePt t="90529" x="9817100" y="3422650"/>
          <p14:tracePt t="90538" x="9756775" y="3398838"/>
          <p14:tracePt t="90546" x="9658350" y="3386138"/>
          <p14:tracePt t="90555" x="9475788" y="3325813"/>
          <p14:tracePt t="90563" x="9244013" y="3276600"/>
          <p14:tracePt t="90571" x="9097963" y="3227388"/>
          <p14:tracePt t="90579" x="8720138" y="3130550"/>
          <p14:tracePt t="90588" x="8039100" y="2971800"/>
          <p14:tracePt t="90596" x="7515225" y="2851150"/>
          <p14:tracePt t="90604" x="7100888" y="2752725"/>
          <p14:tracePt t="90613" x="6796088" y="2655888"/>
          <p14:tracePt t="90621" x="6564313" y="2593975"/>
          <p14:tracePt t="90629" x="6443663" y="2533650"/>
          <p14:tracePt t="90638" x="6430963" y="2533650"/>
          <p14:tracePt t="90646" x="6418263" y="2520950"/>
          <p14:tracePt t="90739" x="6418263" y="2533650"/>
          <p14:tracePt t="90747" x="6418263" y="2546350"/>
          <p14:tracePt t="90752" x="6430963" y="2546350"/>
          <p14:tracePt t="90754" x="6430963" y="2557463"/>
          <p14:tracePt t="90763" x="6443663" y="2570163"/>
          <p14:tracePt t="90771" x="6443663" y="2582863"/>
          <p14:tracePt t="90779" x="6467475" y="2606675"/>
          <p14:tracePt t="90788" x="6467475" y="2619375"/>
          <p14:tracePt t="90796" x="6491288" y="2630488"/>
          <p14:tracePt t="90804" x="6503988" y="2643188"/>
          <p14:tracePt t="90813" x="6516688" y="2643188"/>
          <p14:tracePt t="90821" x="6540500" y="2655888"/>
          <p14:tracePt t="90829" x="6589713" y="2679700"/>
          <p14:tracePt t="90838" x="6626225" y="2692400"/>
          <p14:tracePt t="90846" x="6673850" y="2703513"/>
          <p14:tracePt t="90854" x="6746875" y="2716213"/>
          <p14:tracePt t="90862" x="6808788" y="2728913"/>
          <p14:tracePt t="90871" x="6832600" y="2728913"/>
          <p14:tracePt t="90879" x="6894513" y="2728913"/>
          <p14:tracePt t="90887" x="6978650" y="2728913"/>
          <p14:tracePt t="90896" x="7015163" y="2728913"/>
          <p14:tracePt t="90904" x="7040563" y="2728913"/>
          <p14:tracePt t="90912" x="7051675" y="2728913"/>
          <p14:tracePt t="90921" x="7088188" y="2728913"/>
          <p14:tracePt t="90929" x="7113588" y="2716213"/>
          <p14:tracePt t="90937" x="7124700" y="2716213"/>
          <p14:tracePt t="90946" x="7161213" y="2703513"/>
          <p14:tracePt t="90954" x="7186613" y="2692400"/>
          <p14:tracePt t="90966" x="7210425" y="2692400"/>
          <p14:tracePt t="90971" x="7223125" y="2692400"/>
          <p14:tracePt t="90980" x="7246938" y="2679700"/>
          <p14:tracePt t="90987" x="7270750" y="2667000"/>
          <p14:tracePt t="90996" x="7307263" y="2667000"/>
          <p14:tracePt t="91004" x="7380288" y="2655888"/>
          <p14:tracePt t="91012" x="7429500" y="2655888"/>
          <p14:tracePt t="91021" x="7478713" y="2655888"/>
          <p14:tracePt t="91029" x="7564438" y="2655888"/>
          <p14:tracePt t="91037" x="7648575" y="2655888"/>
          <p14:tracePt t="91046" x="7734300" y="2655888"/>
          <p14:tracePt t="91054" x="7794625" y="2655888"/>
          <p14:tracePt t="91062" x="7807325" y="2655888"/>
          <p14:tracePt t="91081" x="7807325" y="2667000"/>
          <p14:tracePt t="91087" x="7820025" y="2667000"/>
          <p14:tracePt t="91094" x="7831138" y="2679700"/>
          <p14:tracePt t="91101" x="7843838" y="2679700"/>
          <p14:tracePt t="91106" x="7867650" y="2692400"/>
          <p14:tracePt t="91113" x="7893050" y="2703513"/>
          <p14:tracePt t="91120" x="7916863" y="2716213"/>
          <p14:tracePt t="91129" x="7966075" y="2740025"/>
          <p14:tracePt t="91137" x="8026400" y="2752725"/>
          <p14:tracePt t="91146" x="8075613" y="2776538"/>
          <p14:tracePt t="91154" x="8135938" y="2801938"/>
          <p14:tracePt t="91162" x="8172450" y="2814638"/>
          <p14:tracePt t="91171" x="8185150" y="2814638"/>
          <p14:tracePt t="91179" x="8208963" y="2825750"/>
          <p14:tracePt t="91187" x="8232775" y="2838450"/>
          <p14:tracePt t="91195" x="8258175" y="2851150"/>
          <p14:tracePt t="91204" x="8270875" y="2851150"/>
          <p14:tracePt t="91226" x="8281988" y="2851150"/>
          <p14:tracePt t="91240" x="8294688" y="2851150"/>
          <p14:tracePt t="91261" x="8307388" y="2851150"/>
          <p14:tracePt t="91432" x="8318500" y="2851150"/>
          <p14:tracePt t="91447" x="8318500" y="2838450"/>
          <p14:tracePt t="91455" x="8318500" y="2825750"/>
          <p14:tracePt t="91471" x="8318500" y="2814638"/>
          <p14:tracePt t="91473" x="8307388" y="2801938"/>
          <p14:tracePt t="91481" x="8307388" y="2789238"/>
          <p14:tracePt t="91487" x="8307388" y="2776538"/>
          <p14:tracePt t="91495" x="8294688" y="2765425"/>
          <p14:tracePt t="91504" x="8281988" y="2752725"/>
          <p14:tracePt t="91512" x="8281988" y="2740025"/>
          <p14:tracePt t="91521" x="8270875" y="2728913"/>
          <p14:tracePt t="91529" x="8270875" y="2716213"/>
          <p14:tracePt t="91537" x="8245475" y="2703513"/>
          <p14:tracePt t="91551" x="8232775" y="2692400"/>
          <p14:tracePt t="91554" x="8221663" y="2692400"/>
          <p14:tracePt t="91562" x="8221663" y="2679700"/>
          <p14:tracePt t="91570" x="8221663" y="2667000"/>
          <p14:tracePt t="91578" x="8208963" y="2655888"/>
          <p14:tracePt t="91587" x="8185150" y="2630488"/>
          <p14:tracePt t="91595" x="8185150" y="2619375"/>
          <p14:tracePt t="91603" x="8159750" y="2606675"/>
          <p14:tracePt t="91612" x="8159750" y="2593975"/>
          <p14:tracePt t="91620" x="8148638" y="2582863"/>
          <p14:tracePt t="91628" x="8135938" y="2557463"/>
          <p14:tracePt t="91637" x="8123238" y="2557463"/>
          <p14:tracePt t="91645" x="8112125" y="2533650"/>
          <p14:tracePt t="91653" x="8099425" y="2509838"/>
          <p14:tracePt t="91662" x="8086725" y="2497138"/>
          <p14:tracePt t="91670" x="8075613" y="2484438"/>
          <p14:tracePt t="91678" x="8075613" y="2473325"/>
          <p14:tracePt t="91687" x="8062913" y="2473325"/>
          <p14:tracePt t="91695" x="8062913" y="2447925"/>
          <p14:tracePt t="91703" x="8062913" y="2436813"/>
          <p14:tracePt t="91714" x="8062913" y="2424113"/>
          <p14:tracePt t="91720" x="8050213" y="2411413"/>
          <p14:tracePt t="91731" x="8039100" y="2411413"/>
          <p14:tracePt t="91737" x="8039100" y="2400300"/>
          <p14:tracePt t="91745" x="8039100" y="2387600"/>
          <p14:tracePt t="91753" x="8026400" y="2374900"/>
          <p14:tracePt t="91762" x="8026400" y="2363788"/>
          <p14:tracePt t="91770" x="8013700" y="2363788"/>
          <p14:tracePt t="91778" x="8002588" y="2351088"/>
          <p14:tracePt t="91787" x="8002588" y="2338388"/>
          <p14:tracePt t="91795" x="7989888" y="2338388"/>
          <p14:tracePt t="91803" x="7977188" y="2327275"/>
          <p14:tracePt t="91812" x="7977188" y="2314575"/>
          <p14:tracePt t="91821" x="7966075" y="2314575"/>
          <p14:tracePt t="91831" x="7953375" y="2314575"/>
          <p14:tracePt t="91839" x="7953375" y="2301875"/>
          <p14:tracePt t="91845" x="7940675" y="2301875"/>
          <p14:tracePt t="91853" x="7916863" y="2290763"/>
          <p14:tracePt t="91862" x="7904163" y="2290763"/>
          <p14:tracePt t="91870" x="7893050" y="2290763"/>
          <p14:tracePt t="91878" x="7867650" y="2278063"/>
          <p14:tracePt t="91887" x="7843838" y="2265363"/>
          <p14:tracePt t="91895" x="7820025" y="2254250"/>
          <p14:tracePt t="91903" x="7807325" y="2254250"/>
          <p14:tracePt t="91914" x="7807325" y="2241550"/>
          <p14:tracePt t="91920" x="7794625" y="2241550"/>
          <p14:tracePt t="91928" x="7783513" y="2228850"/>
          <p14:tracePt t="91936" x="7758113" y="2217738"/>
          <p14:tracePt t="91945" x="7734300" y="2205038"/>
          <p14:tracePt t="91953" x="7697788" y="2179638"/>
          <p14:tracePt t="91962" x="7685088" y="2179638"/>
          <p14:tracePt t="91970" x="7661275" y="2179638"/>
          <p14:tracePt t="91978" x="7637463" y="2168525"/>
          <p14:tracePt t="91986" x="7624763" y="2155825"/>
          <p14:tracePt t="91995" x="7600950" y="2155825"/>
          <p14:tracePt t="92003" x="7588250" y="2143125"/>
          <p14:tracePt t="92012" x="7575550" y="2132013"/>
          <p14:tracePt t="92020" x="7564438" y="2132013"/>
          <p14:tracePt t="92028" x="7539038" y="2119313"/>
          <p14:tracePt t="92036" x="7515225" y="2119313"/>
          <p14:tracePt t="92045" x="7478713" y="2106613"/>
          <p14:tracePt t="92053" x="7442200" y="2095500"/>
          <p14:tracePt t="92061" x="7429500" y="2095500"/>
          <p14:tracePt t="92070" x="7416800" y="2095500"/>
          <p14:tracePt t="92078" x="7405688" y="2095500"/>
          <p14:tracePt t="92201" x="7416800" y="2106613"/>
          <p14:tracePt t="92206" x="7416800" y="2119313"/>
          <p14:tracePt t="92212" x="7429500" y="2155825"/>
          <p14:tracePt t="92220" x="7429500" y="2179638"/>
          <p14:tracePt t="92228" x="7453313" y="2265363"/>
          <p14:tracePt t="92236" x="7453313" y="2314575"/>
          <p14:tracePt t="92245" x="7453313" y="2387600"/>
          <p14:tracePt t="92253" x="7466013" y="2520950"/>
          <p14:tracePt t="92261" x="7466013" y="2557463"/>
          <p14:tracePt t="92269" x="7489825" y="2655888"/>
          <p14:tracePt t="92278" x="7515225" y="2728913"/>
          <p14:tracePt t="92286" x="7539038" y="2789238"/>
          <p14:tracePt t="92294" x="7564438" y="2814638"/>
          <p14:tracePt t="92303" x="7564438" y="2825750"/>
          <p14:tracePt t="92311" x="7564438" y="2838450"/>
          <p14:tracePt t="92381" x="7564438" y="2825750"/>
          <p14:tracePt t="92399" x="7564438" y="2814638"/>
          <p14:tracePt t="92401" x="7564438" y="2801938"/>
          <p14:tracePt t="92406" x="7564438" y="2789238"/>
          <p14:tracePt t="92412" x="7551738" y="2776538"/>
          <p14:tracePt t="92420" x="7551738" y="2765425"/>
          <p14:tracePt t="92428" x="7539038" y="2752725"/>
          <p14:tracePt t="92436" x="7539038" y="2728913"/>
          <p14:tracePt t="92444" x="7539038" y="2703513"/>
          <p14:tracePt t="92453" x="7539038" y="2692400"/>
          <p14:tracePt t="92466" x="7539038" y="2679700"/>
          <p14:tracePt t="92479" x="7539038" y="2667000"/>
          <p14:tracePt t="92527" x="7539038" y="2655888"/>
          <p14:tracePt t="92632" x="7539038" y="2667000"/>
          <p14:tracePt t="92639" x="7539038" y="2679700"/>
          <p14:tracePt t="92646" x="7539038" y="2703513"/>
          <p14:tracePt t="92652" x="7539038" y="2728913"/>
          <p14:tracePt t="92653" x="7539038" y="2752725"/>
          <p14:tracePt t="92661" x="7539038" y="2765425"/>
          <p14:tracePt t="92669" x="7539038" y="2789238"/>
          <p14:tracePt t="92677" x="7539038" y="2814638"/>
          <p14:tracePt t="92686" x="7539038" y="2825750"/>
          <p14:tracePt t="92714" x="7539038" y="2838450"/>
          <p14:tracePt t="92779" x="7539038" y="2851150"/>
          <p14:tracePt t="92786" x="7539038" y="2862263"/>
          <p14:tracePt t="92791" x="7551738" y="2874963"/>
          <p14:tracePt t="92799" x="7564438" y="2887663"/>
          <p14:tracePt t="92806" x="7575550" y="2898775"/>
          <p14:tracePt t="92814" x="7588250" y="2898775"/>
          <p14:tracePt t="92820" x="7588250" y="2911475"/>
          <p14:tracePt t="92827" x="7600950" y="2911475"/>
          <p14:tracePt t="92836" x="7600950" y="2924175"/>
          <p14:tracePt t="92844" x="7612063" y="2935288"/>
          <p14:tracePt t="92972" x="7600950" y="2911475"/>
          <p14:tracePt t="92973" x="7600950" y="2898775"/>
          <p14:tracePt t="92979" x="7600950" y="2874963"/>
          <p14:tracePt t="92985" x="7588250" y="2838450"/>
          <p14:tracePt t="92994" x="7575550" y="2765425"/>
          <p14:tracePt t="93002" x="7575550" y="2716213"/>
          <p14:tracePt t="93011" x="7564438" y="2692400"/>
          <p14:tracePt t="93019" x="7551738" y="2655888"/>
          <p14:tracePt t="93028" x="7526338" y="2619375"/>
          <p14:tracePt t="93035" x="7502525" y="2570163"/>
          <p14:tracePt t="93044" x="7478713" y="2533650"/>
          <p14:tracePt t="93052" x="7478713" y="2520950"/>
          <p14:tracePt t="93061" x="7478713" y="2497138"/>
          <p14:tracePt t="93069" x="7478713" y="2473325"/>
          <p14:tracePt t="93077" x="7478713" y="2460625"/>
          <p14:tracePt t="93085" x="7478713" y="2436813"/>
          <p14:tracePt t="93094" x="7478713" y="2424113"/>
          <p14:tracePt t="93102" x="7453313" y="2411413"/>
          <p14:tracePt t="93111" x="7453313" y="2400300"/>
          <p14:tracePt t="93119" x="7442200" y="2400300"/>
          <p14:tracePt t="93127" x="7429500" y="2400300"/>
          <p14:tracePt t="93135" x="7429500" y="2387600"/>
          <p14:tracePt t="93181" x="7416800" y="2374900"/>
          <p14:tracePt t="93201" x="7416800" y="2363788"/>
          <p14:tracePt t="93211" x="7416800" y="2351088"/>
          <p14:tracePt t="93221" x="7405688" y="2351088"/>
          <p14:tracePt t="93246" x="7405688" y="2338388"/>
          <p14:tracePt t="93271" x="7405688" y="2327275"/>
          <p14:tracePt t="93331" x="7392988" y="2327275"/>
          <p14:tracePt t="93447" x="7392988" y="2314575"/>
          <p14:tracePt t="93473" x="7392988" y="2301875"/>
          <p14:tracePt t="93479" x="7392988" y="2290763"/>
          <p14:tracePt t="93492" x="7392988" y="2278063"/>
          <p14:tracePt t="93493" x="7392988" y="2254250"/>
          <p14:tracePt t="93502" x="7392988" y="2241550"/>
          <p14:tracePt t="93510" x="7392988" y="2228850"/>
          <p14:tracePt t="93518" x="7392988" y="2217738"/>
          <p14:tracePt t="93527" x="7392988" y="2179638"/>
          <p14:tracePt t="93535" x="7392988" y="2143125"/>
          <p14:tracePt t="93544" x="7416800" y="2119313"/>
          <p14:tracePt t="93552" x="7416800" y="2106613"/>
          <p14:tracePt t="93560" x="7442200" y="2070100"/>
          <p14:tracePt t="93568" x="7466013" y="2046288"/>
          <p14:tracePt t="93576" x="7478713" y="2033588"/>
          <p14:tracePt t="93585" x="7478713" y="2022475"/>
          <p14:tracePt t="93593" x="7478713" y="2009775"/>
          <p14:tracePt t="93602" x="7478713" y="1997075"/>
          <p14:tracePt t="93632" x="7478713" y="1985963"/>
          <p14:tracePt t="93848" x="7466013" y="1985963"/>
          <p14:tracePt t="93902" x="7453313" y="1985963"/>
          <p14:tracePt t="93907" x="7453313" y="1997075"/>
          <p14:tracePt t="93933" x="7453313" y="2009775"/>
          <p14:tracePt t="93971" x="7453313" y="2022475"/>
          <p14:tracePt t="94267" x="7466013" y="2022475"/>
          <p14:tracePt t="94275" x="7478713" y="2022475"/>
          <p14:tracePt t="94320" x="7489825" y="2022475"/>
          <p14:tracePt t="94343" x="7502525" y="2022475"/>
          <p14:tracePt t="94359" x="7515225" y="2022475"/>
          <p14:tracePt t="94780" x="7515225" y="2009775"/>
          <p14:tracePt t="96007" x="7539038" y="2009775"/>
          <p14:tracePt t="96012" x="7551738" y="2009775"/>
          <p14:tracePt t="96019" x="7564438" y="2009775"/>
          <p14:tracePt t="96024" x="7575550" y="2009775"/>
          <p14:tracePt t="96034" x="7624763" y="2009775"/>
          <p14:tracePt t="96042" x="7648575" y="2022475"/>
          <p14:tracePt t="96049" x="7661275" y="2022475"/>
          <p14:tracePt t="96058" x="7685088" y="2022475"/>
          <p14:tracePt t="96066" x="7710488" y="2022475"/>
          <p14:tracePt t="96075" x="7721600" y="2033588"/>
          <p14:tracePt t="96083" x="7747000" y="2033588"/>
          <p14:tracePt t="96091" x="7758113" y="2033588"/>
          <p14:tracePt t="96099" x="7770813" y="2033588"/>
          <p14:tracePt t="96108" x="7794625" y="2046288"/>
          <p14:tracePt t="96119" x="7807325" y="2046288"/>
          <p14:tracePt t="96133" x="7820025" y="2046288"/>
          <p14:tracePt t="96146" x="7820025" y="2058988"/>
          <p14:tracePt t="96159" x="7831138" y="2058988"/>
          <p14:tracePt t="96161" x="7843838" y="2058988"/>
          <p14:tracePt t="96166" x="7856538" y="2058988"/>
          <p14:tracePt t="96174" x="7867650" y="2058988"/>
          <p14:tracePt t="96182" x="7893050" y="2058988"/>
          <p14:tracePt t="96191" x="7904163" y="2058988"/>
          <p14:tracePt t="96199" x="7940675" y="2058988"/>
          <p14:tracePt t="96207" x="8002588" y="2058988"/>
          <p14:tracePt t="96216" x="8026400" y="2058988"/>
          <p14:tracePt t="96224" x="8062913" y="2058988"/>
          <p14:tracePt t="96232" x="8099425" y="2058988"/>
          <p14:tracePt t="96241" x="8112125" y="2058988"/>
          <p14:tracePt t="96249" x="8123238" y="2058988"/>
          <p14:tracePt t="96257" x="8135938" y="2058988"/>
          <p14:tracePt t="96266" x="8148638" y="2058988"/>
          <p14:tracePt t="96274" x="8159750" y="2058988"/>
          <p14:tracePt t="96282" x="8172450" y="2058988"/>
          <p14:tracePt t="96294" x="8185150" y="2058988"/>
          <p14:tracePt t="96301" x="8196263" y="2058988"/>
          <p14:tracePt t="96311" x="8208963" y="2058988"/>
          <p14:tracePt t="96394" x="8221663" y="2058988"/>
          <p14:tracePt t="96454" x="8232775" y="2058988"/>
          <p14:tracePt t="96467" x="8245475" y="2058988"/>
          <p14:tracePt t="96479" x="8258175" y="2058988"/>
          <p14:tracePt t="96481" x="8270875" y="2058988"/>
          <p14:tracePt t="96486" x="8281988" y="2058988"/>
          <p14:tracePt t="96492" x="8294688" y="2070100"/>
          <p14:tracePt t="96499" x="8318500" y="2070100"/>
          <p14:tracePt t="96507" x="8391525" y="2070100"/>
          <p14:tracePt t="96515" x="8464550" y="2070100"/>
          <p14:tracePt t="96524" x="8526463" y="2082800"/>
          <p14:tracePt t="96532" x="8562975" y="2082800"/>
          <p14:tracePt t="96541" x="8610600" y="2082800"/>
          <p14:tracePt t="96549" x="8672513" y="2082800"/>
          <p14:tracePt t="96557" x="8709025" y="2082800"/>
          <p14:tracePt t="96565" x="8745538" y="2095500"/>
          <p14:tracePt t="96574" x="8769350" y="2095500"/>
          <p14:tracePt t="96582" x="8805863" y="2106613"/>
          <p14:tracePt t="96591" x="8818563" y="2106613"/>
          <p14:tracePt t="96599" x="8829675" y="2106613"/>
          <p14:tracePt t="96607" x="8878888" y="2106613"/>
          <p14:tracePt t="96615" x="8902700" y="2106613"/>
          <p14:tracePt t="96624" x="8928100" y="2119313"/>
          <p14:tracePt t="96632" x="8951913" y="2119313"/>
          <p14:tracePt t="96640" x="8964613" y="2119313"/>
          <p14:tracePt t="96659" x="8977313" y="2119313"/>
          <p14:tracePt t="96879" x="8964613" y="2119313"/>
          <p14:tracePt t="96907" x="8951913" y="2119313"/>
          <p14:tracePt t="96911" x="8951913" y="2132013"/>
          <p14:tracePt t="96915" x="8939213" y="2132013"/>
          <p14:tracePt t="96927" x="8928100" y="2132013"/>
          <p14:tracePt t="96939" x="8928100" y="2143125"/>
          <p14:tracePt t="96941" x="8915400" y="2143125"/>
          <p14:tracePt t="96954" x="8902700" y="2143125"/>
          <p14:tracePt t="97460" x="8891588" y="2143125"/>
          <p14:tracePt t="97528" x="8878888" y="2143125"/>
          <p14:tracePt t="97532" x="8866188" y="2143125"/>
          <p14:tracePt t="97540" x="8855075" y="2143125"/>
          <p14:tracePt t="97541" x="8842375" y="2143125"/>
          <p14:tracePt t="97548" x="8818563" y="2143125"/>
          <p14:tracePt t="97556" x="8782050" y="2143125"/>
          <p14:tracePt t="97564" x="8720138" y="2143125"/>
          <p14:tracePt t="97573" x="8636000" y="2143125"/>
          <p14:tracePt t="97581" x="8610600" y="2143125"/>
          <p14:tracePt t="97589" x="8537575" y="2132013"/>
          <p14:tracePt t="97598" x="8477250" y="2119313"/>
          <p14:tracePt t="97606" x="8428038" y="2119313"/>
          <p14:tracePt t="97614" x="8355013" y="2095500"/>
          <p14:tracePt t="97623" x="8294688" y="2070100"/>
          <p14:tracePt t="97631" x="8258175" y="2046288"/>
          <p14:tracePt t="97639" x="8245475" y="2046288"/>
          <p14:tracePt t="97648" x="8185150" y="2022475"/>
          <p14:tracePt t="97656" x="8159750" y="2009775"/>
          <p14:tracePt t="97664" x="8123238" y="1997075"/>
          <p14:tracePt t="97673" x="8086725" y="1985963"/>
          <p14:tracePt t="97681" x="8039100" y="1960563"/>
          <p14:tracePt t="97689" x="7989888" y="1936750"/>
          <p14:tracePt t="97698" x="7953375" y="1924050"/>
          <p14:tracePt t="97706" x="7904163" y="1912938"/>
          <p14:tracePt t="97714" x="7856538" y="1900238"/>
          <p14:tracePt t="97723" x="7820025" y="1876425"/>
          <p14:tracePt t="97732" x="7807325" y="1863725"/>
          <p14:tracePt t="97739" x="7794625" y="1851025"/>
          <p14:tracePt t="97748" x="7758113" y="1839913"/>
          <p14:tracePt t="97756" x="7747000" y="1827213"/>
          <p14:tracePt t="97764" x="7734300" y="1814513"/>
          <p14:tracePt t="97773" x="7710488" y="1814513"/>
          <p14:tracePt t="97781" x="7697788" y="1814513"/>
          <p14:tracePt t="97789" x="7685088" y="1803400"/>
          <p14:tracePt t="97798" x="7673975" y="1790700"/>
          <p14:tracePt t="97811" x="7648575" y="1790700"/>
          <p14:tracePt t="97814" x="7648575" y="1778000"/>
          <p14:tracePt t="97827" x="7637463" y="1778000"/>
          <p14:tracePt t="97834" x="7637463" y="1766888"/>
          <p14:tracePt t="97842" x="0" y="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6B72-4BC6-7E4F-5ADD-E9C4BF7F9D7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9F73F2E-D874-DC04-C0D2-6F0A3D2BA18D}"/>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RQ3:</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Multi-SE-Task Multi-PL Fusion</a:t>
            </a:r>
          </a:p>
        </p:txBody>
      </p:sp>
      <p:grpSp>
        <p:nvGrpSpPr>
          <p:cNvPr id="19" name="组合 18">
            <a:extLst>
              <a:ext uri="{FF2B5EF4-FFF2-40B4-BE49-F238E27FC236}">
                <a16:creationId xmlns:a16="http://schemas.microsoft.com/office/drawing/2014/main" id="{898F3254-BE44-70B6-C910-B91AAA5DC828}"/>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27D73C68-609E-150C-9DF8-AD7FDEBCA46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52FA728-BF09-E49B-8742-30987C296ED8}"/>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591D7FA-EED7-0A41-AB46-4D889B5D6F02}"/>
              </a:ext>
            </a:extLst>
          </p:cNvPr>
          <p:cNvSpPr txBox="1"/>
          <p:nvPr/>
        </p:nvSpPr>
        <p:spPr>
          <a:xfrm>
            <a:off x="1176654" y="295910"/>
            <a:ext cx="2854169"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1077A83-2E2F-6EA3-16AC-989DFA3F01A8}"/>
              </a:ext>
            </a:extLst>
          </p:cNvPr>
          <p:cNvPicPr>
            <a:picLocks noChangeAspect="1"/>
          </p:cNvPicPr>
          <p:nvPr/>
        </p:nvPicPr>
        <p:blipFill>
          <a:blip r:embed="rId5"/>
          <a:stretch>
            <a:fillRect/>
          </a:stretch>
        </p:blipFill>
        <p:spPr>
          <a:xfrm>
            <a:off x="0" y="1394644"/>
            <a:ext cx="12192000" cy="3198633"/>
          </a:xfrm>
          <a:prstGeom prst="rect">
            <a:avLst/>
          </a:prstGeom>
        </p:spPr>
      </p:pic>
      <p:sp>
        <p:nvSpPr>
          <p:cNvPr id="2" name="文本框 1">
            <a:extLst>
              <a:ext uri="{FF2B5EF4-FFF2-40B4-BE49-F238E27FC236}">
                <a16:creationId xmlns:a16="http://schemas.microsoft.com/office/drawing/2014/main" id="{0AF13F05-B004-9556-5538-2C932EA2B351}"/>
              </a:ext>
            </a:extLst>
          </p:cNvPr>
          <p:cNvSpPr txBox="1"/>
          <p:nvPr/>
        </p:nvSpPr>
        <p:spPr>
          <a:xfrm>
            <a:off x="474374" y="4769063"/>
            <a:ext cx="11243252" cy="1288301"/>
          </a:xfrm>
          <a:prstGeom prst="rect">
            <a:avLst/>
          </a:prstGeom>
          <a:solidFill>
            <a:schemeClr val="accent4">
              <a:lumMod val="20000"/>
              <a:lumOff val="80000"/>
            </a:schemeClr>
          </a:solidFill>
        </p:spPr>
        <p:txBody>
          <a:bodyPr wrap="square">
            <a:spAutoFit/>
          </a:bodyPr>
          <a:lstStyle/>
          <a:p>
            <a:pPr marL="342900" indent="-342900">
              <a:lnSpc>
                <a:spcPct val="125000"/>
              </a:lnSpc>
              <a:spcBef>
                <a:spcPts val="600"/>
              </a:spcBef>
              <a:buClr>
                <a:srgbClr val="000000"/>
              </a:buClr>
              <a:buFont typeface="Wingdings" panose="05000000000000000000" pitchFamily="2" charset="2"/>
              <a:buChar char="Ø"/>
              <a:defRPr/>
            </a:pPr>
            <a:r>
              <a:rPr lang="en-US" altLang="zh-CN" sz="2000" b="1" dirty="0">
                <a:solidFill>
                  <a:srgbClr val="FF0000"/>
                </a:solidFill>
                <a:latin typeface="微软雅黑" panose="020B0503020204020204" pitchFamily="34" charset="-122"/>
                <a:ea typeface="微软雅黑" panose="020B0503020204020204" pitchFamily="34" charset="-122"/>
                <a:sym typeface="Arial"/>
              </a:rPr>
              <a:t>Almost all fusion methods </a:t>
            </a:r>
            <a:r>
              <a:rPr lang="en-US" altLang="zh-CN" sz="2000" dirty="0">
                <a:latin typeface="微软雅黑" panose="020B0503020204020204" pitchFamily="34" charset="-122"/>
                <a:ea typeface="微软雅黑" panose="020B0503020204020204" pitchFamily="34" charset="-122"/>
                <a:sym typeface="Arial"/>
              </a:rPr>
              <a:t>experience </a:t>
            </a:r>
            <a:r>
              <a:rPr lang="en-US" altLang="zh-CN" sz="2000" b="1" dirty="0">
                <a:solidFill>
                  <a:srgbClr val="FF0000"/>
                </a:solidFill>
                <a:latin typeface="微软雅黑" panose="020B0503020204020204" pitchFamily="34" charset="-122"/>
                <a:ea typeface="微软雅黑" panose="020B0503020204020204" pitchFamily="34" charset="-122"/>
                <a:sym typeface="Arial"/>
              </a:rPr>
              <a:t>significant performance drops </a:t>
            </a:r>
            <a:r>
              <a:rPr lang="en-US" altLang="zh-CN" sz="2000" dirty="0">
                <a:latin typeface="微软雅黑" panose="020B0503020204020204" pitchFamily="34" charset="-122"/>
                <a:ea typeface="微软雅黑" panose="020B0503020204020204" pitchFamily="34" charset="-122"/>
                <a:sym typeface="Arial"/>
              </a:rPr>
              <a:t>on certain tasks.</a:t>
            </a:r>
          </a:p>
          <a:p>
            <a:pPr marL="342900" indent="-342900">
              <a:lnSpc>
                <a:spcPct val="125000"/>
              </a:lnSpc>
              <a:spcBef>
                <a:spcPts val="600"/>
              </a:spcBef>
              <a:buClr>
                <a:srgbClr val="000000"/>
              </a:buClr>
              <a:buFont typeface="Wingdings" panose="05000000000000000000" pitchFamily="2" charset="2"/>
              <a:buChar char="Ø"/>
              <a:defRPr/>
            </a:pPr>
            <a:r>
              <a:rPr lang="en-US" altLang="zh-CN" sz="2000" b="1" dirty="0">
                <a:solidFill>
                  <a:srgbClr val="FF0000"/>
                </a:solidFill>
                <a:latin typeface="微软雅黑" panose="020B0503020204020204" pitchFamily="34" charset="-122"/>
                <a:ea typeface="微软雅黑" panose="020B0503020204020204" pitchFamily="34" charset="-122"/>
                <a:sym typeface="Arial"/>
              </a:rPr>
              <a:t>TALL-Masks suffers a notable performance drop on vulnerability detection</a:t>
            </a:r>
            <a:r>
              <a:rPr lang="en-US" altLang="zh-CN" sz="2000" dirty="0">
                <a:latin typeface="微软雅黑" panose="020B0503020204020204" pitchFamily="34" charset="-122"/>
                <a:ea typeface="微软雅黑" panose="020B0503020204020204" pitchFamily="34" charset="-122"/>
                <a:sym typeface="Arial"/>
              </a:rPr>
              <a:t>, while retaining nearly 100% of the fine-tuned model’s capability on other tasks.</a:t>
            </a:r>
            <a:endParaRPr lang="zh-CN" altLang="en-US" sz="2000" dirty="0">
              <a:latin typeface="微软雅黑" panose="020B0503020204020204" pitchFamily="34" charset="-122"/>
              <a:ea typeface="微软雅黑" panose="020B0503020204020204" pitchFamily="34" charset="-122"/>
            </a:endParaRPr>
          </a:p>
        </p:txBody>
      </p:sp>
      <p:pic>
        <p:nvPicPr>
          <p:cNvPr id="37" name="音频 36">
            <a:hlinkClick r:id="" action="ppaction://media"/>
            <a:extLst>
              <a:ext uri="{FF2B5EF4-FFF2-40B4-BE49-F238E27FC236}">
                <a16:creationId xmlns:a16="http://schemas.microsoft.com/office/drawing/2014/main" id="{ECF59931-449A-8113-3773-FEAB74B15D0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70461861"/>
      </p:ext>
    </p:extLst>
  </p:cSld>
  <p:clrMapOvr>
    <a:masterClrMapping/>
  </p:clrMapOvr>
  <mc:AlternateContent xmlns:mc="http://schemas.openxmlformats.org/markup-compatibility/2006">
    <mc:Choice xmlns:p14="http://schemas.microsoft.com/office/powerpoint/2010/main" Requires="p14">
      <p:transition spd="slow" p14:dur="2000" advTm="48517"/>
    </mc:Choice>
    <mc:Fallback>
      <p:transition spd="slow" advTm="485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extLst>
    <p:ext uri="{3A86A75C-4F4B-4683-9AE1-C65F6400EC91}">
      <p14:laserTraceLst xmlns:p14="http://schemas.microsoft.com/office/powerpoint/2010/main">
        <p14:tracePtLst>
          <p14:tracePt t="2740" x="3252788" y="2643188"/>
          <p14:tracePt t="2744" x="3263900" y="2630488"/>
          <p14:tracePt t="2750" x="3276600" y="2630488"/>
          <p14:tracePt t="2759" x="3289300" y="2630488"/>
          <p14:tracePt t="2772" x="3300413" y="2643188"/>
          <p14:tracePt t="2779" x="3313113" y="2655888"/>
          <p14:tracePt t="2784" x="3325813" y="2679700"/>
          <p14:tracePt t="2792" x="3325813" y="2703513"/>
          <p14:tracePt t="2800" x="3336925" y="2728913"/>
          <p14:tracePt t="2809" x="3336925" y="2765425"/>
          <p14:tracePt t="2817" x="3336925" y="2825750"/>
          <p14:tracePt t="2825" x="3336925" y="2887663"/>
          <p14:tracePt t="2833" x="3336925" y="3021013"/>
          <p14:tracePt t="2842" x="3336925" y="3070225"/>
          <p14:tracePt t="3272" x="3349625" y="3033713"/>
          <p14:tracePt t="3279" x="3349625" y="3021013"/>
          <p14:tracePt t="3283" x="3349625" y="2997200"/>
          <p14:tracePt t="3292" x="3349625" y="2971800"/>
          <p14:tracePt t="3300" x="3349625" y="2898775"/>
          <p14:tracePt t="3326" x="3349625" y="2887663"/>
          <p14:tracePt t="3361" x="3349625" y="2874963"/>
          <p14:tracePt t="3681" x="3349625" y="2862263"/>
          <p14:tracePt t="3732" x="3349625" y="2851150"/>
          <p14:tracePt t="3740" x="3362325" y="2851150"/>
          <p14:tracePt t="3749" x="3362325" y="2838450"/>
          <p14:tracePt t="3758" x="3373438" y="2814638"/>
          <p14:tracePt t="3766" x="3386138" y="2801938"/>
          <p14:tracePt t="3767" x="3398838" y="2801938"/>
          <p14:tracePt t="3775" x="3398838" y="2789238"/>
          <p14:tracePt t="3791" x="3398838" y="2776538"/>
          <p14:tracePt t="3821" x="3409950" y="2776538"/>
          <p14:tracePt t="3834" x="3409950" y="2765425"/>
          <p14:tracePt t="3846" x="3409950" y="2752725"/>
          <p14:tracePt t="3851" x="3409950" y="2740025"/>
          <p14:tracePt t="3852" x="3422650" y="2740025"/>
          <p14:tracePt t="3861" x="3422650" y="2728913"/>
          <p14:tracePt t="3874" x="3435350" y="2703513"/>
          <p14:tracePt t="3882" x="3435350" y="2679700"/>
          <p14:tracePt t="3891" x="3446463" y="2679700"/>
          <p14:tracePt t="3907" x="3446463" y="2655888"/>
          <p14:tracePt t="3921" x="3446463" y="2643188"/>
          <p14:tracePt t="3941" x="3446463" y="2630488"/>
          <p14:tracePt t="3951" x="3446463" y="2619375"/>
          <p14:tracePt t="3952" x="3459163" y="2619375"/>
          <p14:tracePt t="3966" x="3459163" y="2606675"/>
          <p14:tracePt t="3974" x="3459163" y="2593975"/>
          <p14:tracePt t="3982" x="3471863" y="2570163"/>
          <p14:tracePt t="3992" x="3482975" y="2557463"/>
          <p14:tracePt t="4000" x="3482975" y="2546350"/>
          <p14:tracePt t="4008" x="3482975" y="2533650"/>
          <p14:tracePt t="4016" x="3495675" y="2533650"/>
          <p14:tracePt t="4074" x="3508375" y="2533650"/>
          <p14:tracePt t="4081" x="3508375" y="2520950"/>
          <p14:tracePt t="4094" x="3519488" y="2520950"/>
          <p14:tracePt t="4099" x="3519488" y="2509838"/>
          <p14:tracePt t="4111" x="3519488" y="2497138"/>
          <p14:tracePt t="4154" x="3532188" y="2497138"/>
          <p14:tracePt t="4619" x="3532188" y="2484438"/>
          <p14:tracePt t="4646" x="3544888" y="2484438"/>
          <p14:tracePt t="4659" x="3544888" y="2473325"/>
          <p14:tracePt t="5552" x="3544888" y="2484438"/>
          <p14:tracePt t="5559" x="3532188" y="2484438"/>
          <p14:tracePt t="5574" x="3519488" y="2484438"/>
          <p14:tracePt t="5582" x="3508375" y="2484438"/>
          <p14:tracePt t="5586" x="3495675" y="2497138"/>
          <p14:tracePt t="5594" x="3495675" y="2509838"/>
          <p14:tracePt t="5599" x="3482975" y="2509838"/>
          <p14:tracePt t="5606" x="3471863" y="2509838"/>
          <p14:tracePt t="5607" x="3471863" y="2520950"/>
          <p14:tracePt t="5614" x="3459163" y="2520950"/>
          <p14:tracePt t="5622" x="3446463" y="2533650"/>
          <p14:tracePt t="5631" x="3435350" y="2533650"/>
          <p14:tracePt t="5766" x="3446463" y="2533650"/>
          <p14:tracePt t="5771" x="3459163" y="2533650"/>
          <p14:tracePt t="5779" x="3471863" y="2533650"/>
          <p14:tracePt t="5786" x="3482975" y="2533650"/>
          <p14:tracePt t="5791" x="3482975" y="2520950"/>
          <p14:tracePt t="5801" x="3495675" y="2520950"/>
          <p14:tracePt t="5806" x="3495675" y="2509838"/>
          <p14:tracePt t="5814" x="3519488" y="2509838"/>
          <p14:tracePt t="5822" x="3532188" y="2497138"/>
          <p14:tracePt t="5831" x="3544888" y="2497138"/>
          <p14:tracePt t="5839" x="3544888" y="2484438"/>
          <p14:tracePt t="5840" x="3556000" y="2473325"/>
          <p14:tracePt t="5848" x="3581400" y="2473325"/>
          <p14:tracePt t="5856" x="3605213" y="2447925"/>
          <p14:tracePt t="5864" x="3617913" y="2447925"/>
          <p14:tracePt t="5872" x="3629025" y="2436813"/>
          <p14:tracePt t="5881" x="3641725" y="2411413"/>
          <p14:tracePt t="5889" x="3654425" y="2411413"/>
          <p14:tracePt t="5897" x="3654425" y="2400300"/>
          <p14:tracePt t="5905" x="3654425" y="2387600"/>
          <p14:tracePt t="5914" x="3665538" y="2387600"/>
          <p14:tracePt t="5922" x="3665538" y="2363788"/>
          <p14:tracePt t="5930" x="3665538" y="2351088"/>
          <p14:tracePt t="5939" x="3665538" y="2327275"/>
          <p14:tracePt t="5947" x="3665538" y="2314575"/>
          <p14:tracePt t="5955" x="3665538" y="2290763"/>
          <p14:tracePt t="5964" x="3665538" y="2278063"/>
          <p14:tracePt t="5972" x="3665538" y="2254250"/>
          <p14:tracePt t="5973" x="3654425" y="2241550"/>
          <p14:tracePt t="5980" x="3654425" y="2228850"/>
          <p14:tracePt t="5989" x="3641725" y="2228850"/>
          <p14:tracePt t="5997" x="3629025" y="2205038"/>
          <p14:tracePt t="6005" x="3617913" y="2192338"/>
          <p14:tracePt t="6014" x="3581400" y="2168525"/>
          <p14:tracePt t="6022" x="3568700" y="2168525"/>
          <p14:tracePt t="6031" x="3556000" y="2168525"/>
          <p14:tracePt t="6039" x="3544888" y="2155825"/>
          <p14:tracePt t="6039" x="3519488" y="2155825"/>
          <p14:tracePt t="6047" x="3495675" y="2155825"/>
          <p14:tracePt t="6055" x="3471863" y="2155825"/>
          <p14:tracePt t="6064" x="3409950" y="2143125"/>
          <p14:tracePt t="6072" x="3362325" y="2143125"/>
          <p14:tracePt t="6073" x="3349625" y="2143125"/>
          <p14:tracePt t="6080" x="3313113" y="2143125"/>
          <p14:tracePt t="6089" x="3240088" y="2143125"/>
          <p14:tracePt t="6097" x="3154363" y="2143125"/>
          <p14:tracePt t="6105" x="3081338" y="2155825"/>
          <p14:tracePt t="6114" x="2984500" y="2155825"/>
          <p14:tracePt t="6122" x="2947988" y="2168525"/>
          <p14:tracePt t="6130" x="2935288" y="2168525"/>
          <p14:tracePt t="6139" x="2911475" y="2168525"/>
          <p14:tracePt t="6147" x="2886075" y="2168525"/>
          <p14:tracePt t="6155" x="2874963" y="2168525"/>
          <p14:tracePt t="6164" x="2862263" y="2168525"/>
          <p14:tracePt t="6172" x="2849563" y="2168525"/>
          <p14:tracePt t="6266" x="2838450" y="2168525"/>
          <p14:tracePt t="6279" x="2825750" y="2168525"/>
          <p14:tracePt t="6286" x="2825750" y="2179638"/>
          <p14:tracePt t="6301" x="2825750" y="2192338"/>
          <p14:tracePt t="6311" x="2813050" y="2192338"/>
          <p14:tracePt t="6392" x="2825750" y="2192338"/>
          <p14:tracePt t="6399" x="2838450" y="2192338"/>
          <p14:tracePt t="6401" x="2838450" y="2217738"/>
          <p14:tracePt t="6406" x="2849563" y="2228850"/>
          <p14:tracePt t="6414" x="2886075" y="2241550"/>
          <p14:tracePt t="6422" x="2947988" y="2278063"/>
          <p14:tracePt t="6430" x="2971800" y="2290763"/>
          <p14:tracePt t="6439" x="3032125" y="2314575"/>
          <p14:tracePt t="6447" x="3081338" y="2327275"/>
          <p14:tracePt t="6455" x="3105150" y="2338388"/>
          <p14:tracePt t="6463" x="3130550" y="2351088"/>
          <p14:tracePt t="6472" x="3141663" y="2351088"/>
          <p14:tracePt t="6480" x="3154363" y="2351088"/>
          <p14:tracePt t="6489" x="3167063" y="2351088"/>
          <p14:tracePt t="6499" x="3178175" y="2351088"/>
          <p14:tracePt t="6505" x="3190875" y="2351088"/>
          <p14:tracePt t="6513" x="3214688" y="2351088"/>
          <p14:tracePt t="6522" x="3240088" y="2363788"/>
          <p14:tracePt t="6530" x="3263900" y="2363788"/>
          <p14:tracePt t="6539" x="3289300" y="2374900"/>
          <p14:tracePt t="6539" x="3313113" y="2374900"/>
          <p14:tracePt t="6546" x="3336925" y="2374900"/>
          <p14:tracePt t="6555" x="3373438" y="2374900"/>
          <p14:tracePt t="6563" x="3409950" y="2387600"/>
          <p14:tracePt t="6572" x="3446463" y="2387600"/>
          <p14:tracePt t="6580" x="3471863" y="2387600"/>
          <p14:tracePt t="6588" x="3495675" y="2387600"/>
          <p14:tracePt t="6596" x="3519488" y="2387600"/>
          <p14:tracePt t="6605" x="3544888" y="2387600"/>
          <p14:tracePt t="6613" x="3581400" y="2387600"/>
          <p14:tracePt t="6622" x="3605213" y="2387600"/>
          <p14:tracePt t="6630" x="3617913" y="2387600"/>
          <p14:tracePt t="6638" x="3654425" y="2387600"/>
          <p14:tracePt t="6646" x="3702050" y="2387600"/>
          <p14:tracePt t="6655" x="3787775" y="2387600"/>
          <p14:tracePt t="6663" x="3848100" y="2387600"/>
          <p14:tracePt t="6672" x="3897313" y="2387600"/>
          <p14:tracePt t="6672" x="3970338" y="2387600"/>
          <p14:tracePt t="6680" x="4019550" y="2387600"/>
          <p14:tracePt t="6688" x="4116388" y="2387600"/>
          <p14:tracePt t="6696" x="4189413" y="2387600"/>
          <p14:tracePt t="6705" x="4262438" y="2400300"/>
          <p14:tracePt t="6713" x="4348163" y="2411413"/>
          <p14:tracePt t="6721" x="4360863" y="2411413"/>
          <p14:tracePt t="6730" x="4397375" y="2424113"/>
          <p14:tracePt t="6738" x="4433888" y="2424113"/>
          <p14:tracePt t="6746" x="4445000" y="2424113"/>
          <p14:tracePt t="6755" x="4470400" y="2424113"/>
          <p14:tracePt t="6763" x="4494213" y="2424113"/>
          <p14:tracePt t="6772" x="4506913" y="2424113"/>
          <p14:tracePt t="6772" x="4518025" y="2424113"/>
          <p14:tracePt t="6780" x="4530725" y="2424113"/>
          <p14:tracePt t="6788" x="4543425" y="2424113"/>
          <p14:tracePt t="6796" x="4554538" y="2424113"/>
          <p14:tracePt t="6805" x="4567238" y="2424113"/>
          <p14:tracePt t="6813" x="4579938" y="2424113"/>
          <p14:tracePt t="6821" x="4591050" y="2424113"/>
          <p14:tracePt t="6841" x="4603750" y="2424113"/>
          <p14:tracePt t="6854" x="4616450" y="2424113"/>
          <p14:tracePt t="6866" x="4627563" y="2424113"/>
          <p14:tracePt t="6872" x="4652963" y="2424113"/>
          <p14:tracePt t="6879" x="4665663" y="2424113"/>
          <p14:tracePt t="6881" x="4689475" y="2424113"/>
          <p14:tracePt t="6888" x="4702175" y="2424113"/>
          <p14:tracePt t="6896" x="4725988" y="2424113"/>
          <p14:tracePt t="6905" x="4762500" y="2424113"/>
          <p14:tracePt t="6913" x="4799013" y="2424113"/>
          <p14:tracePt t="6922" x="4811713" y="2424113"/>
          <p14:tracePt t="6931" x="4822825" y="2424113"/>
          <p14:tracePt t="7001" x="4835525" y="2424113"/>
          <p14:tracePt t="7014" x="4848225" y="2424113"/>
          <p14:tracePt t="7026" x="4859338" y="2424113"/>
          <p14:tracePt t="7054" x="4872038" y="2424113"/>
          <p14:tracePt t="7071" x="4884738" y="2424113"/>
          <p14:tracePt t="7081" x="4895850" y="2424113"/>
          <p14:tracePt t="7086" x="4908550" y="2424113"/>
          <p14:tracePt t="7091" x="4921250" y="2424113"/>
          <p14:tracePt t="7099" x="4932363" y="2424113"/>
          <p14:tracePt t="7104" x="4957763" y="2424113"/>
          <p14:tracePt t="7113" x="5005388" y="2424113"/>
          <p14:tracePt t="7121" x="5041900" y="2424113"/>
          <p14:tracePt t="7122" x="5067300" y="2424113"/>
          <p14:tracePt t="7130" x="5078413" y="2424113"/>
          <p14:tracePt t="7138" x="5127625" y="2424113"/>
          <p14:tracePt t="7147" x="5200650" y="2424113"/>
          <p14:tracePt t="7147" x="5249863" y="2424113"/>
          <p14:tracePt t="7155" x="5334000" y="2424113"/>
          <p14:tracePt t="7163" x="5432425" y="2424113"/>
          <p14:tracePt t="7171" x="5468938" y="2424113"/>
          <p14:tracePt t="7172" x="5565775" y="2424113"/>
          <p14:tracePt t="7180" x="5591175" y="2424113"/>
          <p14:tracePt t="7188" x="5675313" y="2424113"/>
          <p14:tracePt t="7196" x="5737225" y="2424113"/>
          <p14:tracePt t="7204" x="5784850" y="2424113"/>
          <p14:tracePt t="7212" x="5857875" y="2424113"/>
          <p14:tracePt t="7221" x="5894388" y="2424113"/>
          <p14:tracePt t="7229" x="5919788" y="2424113"/>
          <p14:tracePt t="7238" x="5943600" y="2424113"/>
          <p14:tracePt t="7246" x="5967413" y="2424113"/>
          <p14:tracePt t="7247" x="5980113" y="2424113"/>
          <p14:tracePt t="7254" x="6003925" y="2424113"/>
          <p14:tracePt t="7263" x="6040438" y="2424113"/>
          <p14:tracePt t="7271" x="6102350" y="2424113"/>
          <p14:tracePt t="7272" x="6115050" y="2424113"/>
          <p14:tracePt t="7280" x="6151563" y="2424113"/>
          <p14:tracePt t="7288" x="6211888" y="2424113"/>
          <p14:tracePt t="7296" x="6261100" y="2424113"/>
          <p14:tracePt t="7304" x="6334125" y="2424113"/>
          <p14:tracePt t="7313" x="6407150" y="2424113"/>
          <p14:tracePt t="7313" x="6454775" y="2424113"/>
          <p14:tracePt t="7321" x="6491288" y="2424113"/>
          <p14:tracePt t="7322" x="6527800" y="2424113"/>
          <p14:tracePt t="7329" x="6553200" y="2424113"/>
          <p14:tracePt t="7338" x="6626225" y="2424113"/>
          <p14:tracePt t="7346" x="6686550" y="2424113"/>
          <p14:tracePt t="7354" x="6759575" y="2424113"/>
          <p14:tracePt t="7363" x="6796088" y="2424113"/>
          <p14:tracePt t="7371" x="6808788" y="2424113"/>
          <p14:tracePt t="7379" x="6832600" y="2424113"/>
          <p14:tracePt t="7380" x="6845300" y="2424113"/>
          <p14:tracePt t="7388" x="6869113" y="2424113"/>
          <p14:tracePt t="7396" x="6881813" y="2424113"/>
          <p14:tracePt t="7404" x="6905625" y="2424113"/>
          <p14:tracePt t="7413" x="6931025" y="2424113"/>
          <p14:tracePt t="7413" x="6942138" y="2424113"/>
          <p14:tracePt t="7421" x="6967538" y="2424113"/>
          <p14:tracePt t="7429" x="6978650" y="2424113"/>
          <p14:tracePt t="7437" x="6991350" y="2424113"/>
          <p14:tracePt t="7446" x="7004050" y="2424113"/>
          <p14:tracePt t="7454" x="7027863" y="2424113"/>
          <p14:tracePt t="7462" x="7040563" y="2424113"/>
          <p14:tracePt t="7471" x="7051675" y="2424113"/>
          <p14:tracePt t="7479" x="7064375" y="2424113"/>
          <p14:tracePt t="7487" x="7113588" y="2424113"/>
          <p14:tracePt t="7496" x="7150100" y="2411413"/>
          <p14:tracePt t="7504" x="7197725" y="2411413"/>
          <p14:tracePt t="7512" x="7234238" y="2411413"/>
          <p14:tracePt t="7521" x="7319963" y="2411413"/>
          <p14:tracePt t="7529" x="7405688" y="2400300"/>
          <p14:tracePt t="7537" x="7502525" y="2387600"/>
          <p14:tracePt t="7546" x="7588250" y="2374900"/>
          <p14:tracePt t="7554" x="7734300" y="2374900"/>
          <p14:tracePt t="7562" x="7807325" y="2363788"/>
          <p14:tracePt t="7571" x="7843838" y="2363788"/>
          <p14:tracePt t="7579" x="7904163" y="2363788"/>
          <p14:tracePt t="7580" x="7929563" y="2363788"/>
          <p14:tracePt t="7587" x="7977188" y="2363788"/>
          <p14:tracePt t="7596" x="8013700" y="2363788"/>
          <p14:tracePt t="7604" x="8050213" y="2363788"/>
          <p14:tracePt t="7612" x="8075613" y="2363788"/>
          <p14:tracePt t="7621" x="8099425" y="2351088"/>
          <p14:tracePt t="7629" x="8112125" y="2351088"/>
          <p14:tracePt t="7637" x="8123238" y="2351088"/>
          <p14:tracePt t="7646" x="8135938" y="2338388"/>
          <p14:tracePt t="7654" x="8148638" y="2338388"/>
          <p14:tracePt t="7662" x="8159750" y="2327275"/>
          <p14:tracePt t="7670" x="8172450" y="2327275"/>
          <p14:tracePt t="7679" x="8196263" y="2314575"/>
          <p14:tracePt t="7680" x="8208963" y="2301875"/>
          <p14:tracePt t="7687" x="8221663" y="2301875"/>
          <p14:tracePt t="7695" x="8258175" y="2290763"/>
          <p14:tracePt t="7704" x="8294688" y="2265363"/>
          <p14:tracePt t="7712" x="8331200" y="2254250"/>
          <p14:tracePt t="7720" x="8367713" y="2241550"/>
          <p14:tracePt t="7729" x="8380413" y="2217738"/>
          <p14:tracePt t="7737" x="8391525" y="2217738"/>
          <p14:tracePt t="7746" x="8391525" y="2205038"/>
          <p14:tracePt t="7754" x="8391525" y="2192338"/>
          <p14:tracePt t="7762" x="8404225" y="2179638"/>
          <p14:tracePt t="7770" x="8416925" y="2179638"/>
          <p14:tracePt t="7779" x="8428038" y="2179638"/>
          <p14:tracePt t="7787" x="8453438" y="2155825"/>
          <p14:tracePt t="7795" x="8464550" y="2132013"/>
          <p14:tracePt t="7804" x="8489950" y="2106613"/>
          <p14:tracePt t="7812" x="8526463" y="2070100"/>
          <p14:tracePt t="7820" x="8550275" y="2033588"/>
          <p14:tracePt t="7829" x="8574088" y="2009775"/>
          <p14:tracePt t="7837" x="8586788" y="1973263"/>
          <p14:tracePt t="7845" x="8599488" y="1924050"/>
          <p14:tracePt t="7854" x="8610600" y="1839913"/>
          <p14:tracePt t="7862" x="8623300" y="1790700"/>
          <p14:tracePt t="7870" x="8623300" y="1754188"/>
          <p14:tracePt t="7879" x="8623300" y="1657350"/>
          <p14:tracePt t="7887" x="8623300" y="1595438"/>
          <p14:tracePt t="7895" x="8623300" y="1546225"/>
          <p14:tracePt t="7904" x="8623300" y="1498600"/>
          <p14:tracePt t="7912" x="8610600" y="1462088"/>
          <p14:tracePt t="7920" x="8610600" y="1449388"/>
          <p14:tracePt t="7928" x="8599488" y="1425575"/>
          <p14:tracePt t="7937" x="8586788" y="1412875"/>
          <p14:tracePt t="7945" x="8574088" y="1389063"/>
          <p14:tracePt t="7954" x="8550275" y="1352550"/>
          <p14:tracePt t="7962" x="8526463" y="1327150"/>
          <p14:tracePt t="7970" x="8513763" y="1316038"/>
          <p14:tracePt t="7978" x="8477250" y="1279525"/>
          <p14:tracePt t="7987" x="8380413" y="1217613"/>
          <p14:tracePt t="7995" x="8331200" y="1181100"/>
          <p14:tracePt t="8004" x="8281988" y="1157288"/>
          <p14:tracePt t="8012" x="8221663" y="1120775"/>
          <p14:tracePt t="8013" x="8185150" y="1108075"/>
          <p14:tracePt t="8020" x="8148638" y="1096963"/>
          <p14:tracePt t="8029" x="8075613" y="1071563"/>
          <p14:tracePt t="8037" x="8002588" y="1060450"/>
          <p14:tracePt t="8045" x="7940675" y="1047750"/>
          <p14:tracePt t="8053" x="7843838" y="1047750"/>
          <p14:tracePt t="8062" x="7770813" y="1047750"/>
          <p14:tracePt t="8070" x="7721600" y="1047750"/>
          <p14:tracePt t="8078" x="7624763" y="1035050"/>
          <p14:tracePt t="8087" x="7429500" y="1023938"/>
          <p14:tracePt t="8095" x="7283450" y="998538"/>
          <p14:tracePt t="8103" x="7137400" y="974725"/>
          <p14:tracePt t="8112" x="6991350" y="962025"/>
          <p14:tracePt t="8120" x="6845300" y="950913"/>
          <p14:tracePt t="8128" x="6673850" y="938213"/>
          <p14:tracePt t="8137" x="6503988" y="925513"/>
          <p14:tracePt t="8145" x="6357938" y="925513"/>
          <p14:tracePt t="8153" x="6089650" y="925513"/>
          <p14:tracePt t="8162" x="5907088" y="925513"/>
          <p14:tracePt t="8170" x="5821363" y="925513"/>
          <p14:tracePt t="8178" x="5638800" y="925513"/>
          <p14:tracePt t="8186" x="5383213" y="925513"/>
          <p14:tracePt t="8195" x="5237163" y="938213"/>
          <p14:tracePt t="8203" x="5091113" y="950913"/>
          <p14:tracePt t="8212" x="4957763" y="962025"/>
          <p14:tracePt t="8220" x="4872038" y="974725"/>
          <p14:tracePt t="8228" x="4775200" y="987425"/>
          <p14:tracePt t="8237" x="4713288" y="998538"/>
          <p14:tracePt t="8245" x="4627563" y="998538"/>
          <p14:tracePt t="8253" x="4518025" y="1011238"/>
          <p14:tracePt t="8261" x="4457700" y="1023938"/>
          <p14:tracePt t="8270" x="4408488" y="1023938"/>
          <p14:tracePt t="8278" x="4324350" y="1047750"/>
          <p14:tracePt t="8287" x="4214813" y="1060450"/>
          <p14:tracePt t="8295" x="4141788" y="1071563"/>
          <p14:tracePt t="8303" x="4068763" y="1071563"/>
          <p14:tracePt t="8312" x="3970338" y="1084263"/>
          <p14:tracePt t="8320" x="3959225" y="1096963"/>
          <p14:tracePt t="8328" x="3897313" y="1096963"/>
          <p14:tracePt t="8337" x="3860800" y="1108075"/>
          <p14:tracePt t="8345" x="3824288" y="1120775"/>
          <p14:tracePt t="8353" x="3763963" y="1144588"/>
          <p14:tracePt t="8361" x="3727450" y="1144588"/>
          <p14:tracePt t="8370" x="3690938" y="1157288"/>
          <p14:tracePt t="8378" x="3641725" y="1181100"/>
          <p14:tracePt t="8379" x="3629025" y="1181100"/>
          <p14:tracePt t="8386" x="3605213" y="1193800"/>
          <p14:tracePt t="8395" x="3544888" y="1217613"/>
          <p14:tracePt t="8403" x="3519488" y="1230313"/>
          <p14:tracePt t="8412" x="3495675" y="1243013"/>
          <p14:tracePt t="8412" x="3471863" y="1254125"/>
          <p14:tracePt t="8420" x="3446463" y="1266825"/>
          <p14:tracePt t="8428" x="3435350" y="1266825"/>
          <p14:tracePt t="8437" x="3422650" y="1279525"/>
          <p14:tracePt t="8445" x="3409950" y="1279525"/>
          <p14:tracePt t="8453" x="3386138" y="1290638"/>
          <p14:tracePt t="8462" x="3373438" y="1290638"/>
          <p14:tracePt t="8470" x="3362325" y="1303338"/>
          <p14:tracePt t="8478" x="3336925" y="1316038"/>
          <p14:tracePt t="8486" x="3313113" y="1327150"/>
          <p14:tracePt t="8495" x="3263900" y="1352550"/>
          <p14:tracePt t="8503" x="3252788" y="1363663"/>
          <p14:tracePt t="8511" x="3240088" y="1376363"/>
          <p14:tracePt t="8520" x="3190875" y="1412875"/>
          <p14:tracePt t="8528" x="3167063" y="1449388"/>
          <p14:tracePt t="8536" x="3130550" y="1498600"/>
          <p14:tracePt t="8545" x="3117850" y="1546225"/>
          <p14:tracePt t="8553" x="3081338" y="1608138"/>
          <p14:tracePt t="8562" x="3068638" y="1644650"/>
          <p14:tracePt t="8570" x="3044825" y="1717675"/>
          <p14:tracePt t="8578" x="3021013" y="1790700"/>
          <p14:tracePt t="8586" x="3021013" y="1876425"/>
          <p14:tracePt t="8595" x="3021013" y="1997075"/>
          <p14:tracePt t="8603" x="3021013" y="2070100"/>
          <p14:tracePt t="8611" x="3021013" y="2106613"/>
          <p14:tracePt t="8619" x="3032125" y="2205038"/>
          <p14:tracePt t="8628" x="3081338" y="2278063"/>
          <p14:tracePt t="8636" x="3154363" y="2338388"/>
          <p14:tracePt t="8645" x="3240088" y="2387600"/>
          <p14:tracePt t="8653" x="3422650" y="2509838"/>
          <p14:tracePt t="8661" x="3495675" y="2533650"/>
          <p14:tracePt t="8670" x="3665538" y="2593975"/>
          <p14:tracePt t="8678" x="3848100" y="2643188"/>
          <p14:tracePt t="8686" x="4019550" y="2703513"/>
          <p14:tracePt t="8695" x="4262438" y="2752725"/>
          <p14:tracePt t="8703" x="4397375" y="2776538"/>
          <p14:tracePt t="8711" x="4433888" y="2776538"/>
          <p14:tracePt t="8719" x="4518025" y="2789238"/>
          <p14:tracePt t="8728" x="4579938" y="2789238"/>
          <p14:tracePt t="8736" x="4591050" y="2789238"/>
          <p14:tracePt t="8826" x="4603750" y="2789238"/>
          <p14:tracePt t="8839" x="4616450" y="2789238"/>
          <p14:tracePt t="8841" x="4616450" y="2776538"/>
          <p14:tracePt t="8852" x="4627563" y="2776538"/>
          <p14:tracePt t="8859" x="4640263" y="2776538"/>
          <p14:tracePt t="8861" x="4652963" y="2776538"/>
          <p14:tracePt t="8869" x="4652963" y="2765425"/>
          <p14:tracePt t="8878" x="4702175" y="2752725"/>
          <p14:tracePt t="8886" x="4762500" y="2728913"/>
          <p14:tracePt t="8887" x="4786313" y="2728913"/>
          <p14:tracePt t="8895" x="4859338" y="2716213"/>
          <p14:tracePt t="8903" x="4908550" y="2716213"/>
          <p14:tracePt t="8911" x="5018088" y="2716213"/>
          <p14:tracePt t="8912" x="5078413" y="2716213"/>
          <p14:tracePt t="8920" x="5140325" y="2716213"/>
          <p14:tracePt t="8928" x="5322888" y="2716213"/>
          <p14:tracePt t="8936" x="5554663" y="2716213"/>
          <p14:tracePt t="8944" x="5834063" y="2716213"/>
          <p14:tracePt t="8952" x="6357938" y="2728913"/>
          <p14:tracePt t="8961" x="6564313" y="2728913"/>
          <p14:tracePt t="8962" x="6759575" y="2728913"/>
          <p14:tracePt t="8969" x="6991350" y="2728913"/>
          <p14:tracePt t="8978" x="7405688" y="2728913"/>
          <p14:tracePt t="8986" x="7929563" y="2728913"/>
          <p14:tracePt t="8994" x="8159750" y="2728913"/>
          <p14:tracePt t="9003" x="8307388" y="2728913"/>
          <p14:tracePt t="9011" x="8404225" y="2728913"/>
          <p14:tracePt t="9019" x="8428038" y="2728913"/>
          <p14:tracePt t="9027" x="8464550" y="2716213"/>
          <p14:tracePt t="9046" x="8477250" y="2716213"/>
          <p14:tracePt t="9054" x="8477250" y="2703513"/>
          <p14:tracePt t="9059" x="8489950" y="2703513"/>
          <p14:tracePt t="9066" x="8501063" y="2692400"/>
          <p14:tracePt t="9071" x="8526463" y="2679700"/>
          <p14:tracePt t="9078" x="8537575" y="2655888"/>
          <p14:tracePt t="9086" x="8599488" y="2643188"/>
          <p14:tracePt t="9087" x="8623300" y="2619375"/>
          <p14:tracePt t="9094" x="8659813" y="2606675"/>
          <p14:tracePt t="9103" x="8732838" y="2570163"/>
          <p14:tracePt t="9111" x="8756650" y="2546350"/>
          <p14:tracePt t="9119" x="8855075" y="2484438"/>
          <p14:tracePt t="9128" x="8891588" y="2447925"/>
          <p14:tracePt t="9136" x="8928100" y="2424113"/>
          <p14:tracePt t="9144" x="8928100" y="2400300"/>
          <p14:tracePt t="9152" x="8939213" y="2387600"/>
          <p14:tracePt t="9161" x="8951913" y="2374900"/>
          <p14:tracePt t="9219" x="8951913" y="2387600"/>
          <p14:tracePt t="9221" x="8939213" y="2387600"/>
          <p14:tracePt t="9274" x="8928100" y="2400300"/>
          <p14:tracePt t="9281" x="8915400" y="2400300"/>
          <p14:tracePt t="9292" x="8902700" y="2411413"/>
          <p14:tracePt t="9299" x="8891588" y="2411413"/>
          <p14:tracePt t="9302" x="8878888" y="2411413"/>
          <p14:tracePt t="9312" x="8855075" y="2436813"/>
          <p14:tracePt t="9313" x="8842375" y="2447925"/>
          <p14:tracePt t="9320" x="8829675" y="2447925"/>
          <p14:tracePt t="9336" x="8805863" y="2473325"/>
          <p14:tracePt t="9344" x="8793163" y="2473325"/>
          <p14:tracePt t="9352" x="8782050" y="2484438"/>
          <p14:tracePt t="9361" x="8769350" y="2484438"/>
          <p14:tracePt t="9369" x="8756650" y="2484438"/>
          <p14:tracePt t="9377" x="8745538" y="2484438"/>
          <p14:tracePt t="9401" x="8745538" y="2497138"/>
          <p14:tracePt t="9421" x="8732838" y="2497138"/>
          <p14:tracePt t="9451" x="8720138" y="2497138"/>
          <p14:tracePt t="9926" x="8732838" y="2497138"/>
          <p14:tracePt t="9939" x="8745538" y="2497138"/>
          <p14:tracePt t="9946" x="8756650" y="2497138"/>
          <p14:tracePt t="9952" x="8769350" y="2497138"/>
          <p14:tracePt t="9959" x="8782050" y="2497138"/>
          <p14:tracePt t="9961" x="8793163" y="2497138"/>
          <p14:tracePt t="9972" x="8805863" y="2497138"/>
          <p14:tracePt t="9977" x="8818563" y="2497138"/>
          <p14:tracePt t="9985" x="8855075" y="2484438"/>
          <p14:tracePt t="9993" x="8902700" y="2473325"/>
          <p14:tracePt t="10002" x="8939213" y="2460625"/>
          <p14:tracePt t="10010" x="8964613" y="2460625"/>
          <p14:tracePt t="10018" x="9001125" y="2460625"/>
          <p14:tracePt t="10026" x="9074150" y="2460625"/>
          <p14:tracePt t="10035" x="9123363" y="2447925"/>
          <p14:tracePt t="10043" x="9183688" y="2447925"/>
          <p14:tracePt t="10052" x="9232900" y="2447925"/>
          <p14:tracePt t="10060" x="9269413" y="2447925"/>
          <p14:tracePt t="10068" x="9317038" y="2447925"/>
          <p14:tracePt t="10077" x="9353550" y="2447925"/>
          <p14:tracePt t="10085" x="9402763" y="2460625"/>
          <p14:tracePt t="10093" x="9488488" y="2460625"/>
          <p14:tracePt t="10101" x="9499600" y="2473325"/>
          <p14:tracePt t="10110" x="9561513" y="2473325"/>
          <p14:tracePt t="10118" x="9609138" y="2473325"/>
          <p14:tracePt t="10127" x="9671050" y="2473325"/>
          <p14:tracePt t="10127" x="9720263" y="2473325"/>
          <p14:tracePt t="10135" x="9804400" y="2473325"/>
          <p14:tracePt t="10143" x="9913938" y="2473325"/>
          <p14:tracePt t="10151" x="9975850" y="2473325"/>
          <p14:tracePt t="10160" x="10169525" y="2473325"/>
          <p14:tracePt t="10168" x="10291763" y="2473325"/>
          <p14:tracePt t="10177" x="10401300" y="2484438"/>
          <p14:tracePt t="10185" x="10499725" y="2484438"/>
          <p14:tracePt t="10193" x="10645775" y="2497138"/>
          <p14:tracePt t="10201" x="10693400" y="2497138"/>
          <p14:tracePt t="10210" x="10779125" y="2509838"/>
          <p14:tracePt t="10218" x="10839450" y="2509838"/>
          <p14:tracePt t="10226" x="10901363" y="2509838"/>
          <p14:tracePt t="10235" x="10998200" y="2509838"/>
          <p14:tracePt t="10243" x="11058525" y="2520950"/>
          <p14:tracePt t="10251" x="11071225" y="2520950"/>
          <p14:tracePt t="10260" x="11144250" y="2520950"/>
          <p14:tracePt t="10268" x="11193463" y="2520950"/>
          <p14:tracePt t="10276" x="11253788" y="2520950"/>
          <p14:tracePt t="10285" x="11303000" y="2520950"/>
          <p14:tracePt t="10293" x="11376025" y="2520950"/>
          <p14:tracePt t="10301" x="11399838" y="2520950"/>
          <p14:tracePt t="10310" x="11461750" y="2509838"/>
          <p14:tracePt t="10318" x="11522075" y="2497138"/>
          <p14:tracePt t="10326" x="11607800" y="2484438"/>
          <p14:tracePt t="10327" x="11655425" y="2473325"/>
          <p14:tracePt t="10335" x="11728450" y="2447925"/>
          <p14:tracePt t="10343" x="11814175" y="2436813"/>
          <p14:tracePt t="10352" x="11863388" y="2424113"/>
          <p14:tracePt t="10352" x="11936413" y="2400300"/>
          <p14:tracePt t="10360" x="11985625" y="2400300"/>
          <p14:tracePt t="10368" x="12045950" y="2374900"/>
          <p14:tracePt t="10376" x="12118975" y="2351088"/>
          <p14:tracePt t="10385" x="12168188" y="2327275"/>
          <p14:tracePt t="10731" x="12155488" y="1254125"/>
          <p14:tracePt t="10735" x="12131675" y="1243013"/>
          <p14:tracePt t="10743" x="12082463" y="1217613"/>
          <p14:tracePt t="10752" x="12058650" y="1206500"/>
          <p14:tracePt t="10753" x="12009438" y="1193800"/>
          <p14:tracePt t="10760" x="11985625" y="1181100"/>
          <p14:tracePt t="10768" x="11936413" y="1157288"/>
          <p14:tracePt t="10776" x="11899900" y="1133475"/>
          <p14:tracePt t="10785" x="11887200" y="1133475"/>
          <p14:tracePt t="10792" x="11850688" y="1108075"/>
          <p14:tracePt t="10801" x="11826875" y="1096963"/>
          <p14:tracePt t="10801" x="11814175" y="1096963"/>
          <p14:tracePt t="10809" x="11801475" y="1096963"/>
          <p14:tracePt t="10817" x="11753850" y="1071563"/>
          <p14:tracePt t="10826" x="11691938" y="1035050"/>
          <p14:tracePt t="10834" x="11644313" y="1023938"/>
          <p14:tracePt t="10842" x="11595100" y="987425"/>
          <p14:tracePt t="10851" x="11571288" y="974725"/>
          <p14:tracePt t="10851" x="11545888" y="974725"/>
          <p14:tracePt t="10852" x="11522075" y="950913"/>
          <p14:tracePt t="10860" x="11498263" y="938213"/>
          <p14:tracePt t="10867" x="11449050" y="938213"/>
          <p14:tracePt t="10876" x="11425238" y="925513"/>
          <p14:tracePt t="10884" x="11388725" y="912813"/>
          <p14:tracePt t="10892" x="11363325" y="901700"/>
          <p14:tracePt t="10901" x="11326813" y="901700"/>
          <p14:tracePt t="10909" x="11326813" y="889000"/>
          <p14:tracePt t="10917" x="11290300" y="889000"/>
          <p14:tracePt t="10926" x="11217275" y="889000"/>
          <p14:tracePt t="10934" x="11156950" y="876300"/>
          <p14:tracePt t="10942" x="11083925" y="865188"/>
          <p14:tracePt t="10951" x="11022013" y="852488"/>
          <p14:tracePt t="10960" x="10802938" y="803275"/>
          <p14:tracePt t="10967" x="10669588" y="766763"/>
          <p14:tracePt t="10976" x="10510838" y="742950"/>
          <p14:tracePt t="10984" x="10377488" y="693738"/>
          <p14:tracePt t="10992" x="10267950" y="669925"/>
          <p14:tracePt t="11001" x="10121900" y="646113"/>
          <p14:tracePt t="11009" x="10072688" y="646113"/>
          <p14:tracePt t="11017" x="10012363" y="633413"/>
          <p14:tracePt t="11026" x="9963150" y="633413"/>
          <p14:tracePt t="11034" x="9902825" y="620713"/>
          <p14:tracePt t="11042" x="9866313" y="620713"/>
          <p14:tracePt t="11051" x="9840913" y="620713"/>
          <p14:tracePt t="11051" x="9817100" y="620713"/>
          <p14:tracePt t="11059" x="9793288" y="620713"/>
          <p14:tracePt t="11060" x="9767888" y="620713"/>
          <p14:tracePt t="11067" x="9720263" y="620713"/>
          <p14:tracePt t="11076" x="9671050" y="620713"/>
          <p14:tracePt t="11084" x="9598025" y="620713"/>
          <p14:tracePt t="11092" x="9548813" y="620713"/>
          <p14:tracePt t="11101" x="9488488" y="620713"/>
          <p14:tracePt t="11109" x="9415463" y="620713"/>
          <p14:tracePt t="11117" x="9353550" y="620713"/>
          <p14:tracePt t="11126" x="9305925" y="620713"/>
          <p14:tracePt t="11134" x="9232900" y="620713"/>
          <p14:tracePt t="11142" x="9207500" y="620713"/>
          <p14:tracePt t="11150" x="9196388" y="620713"/>
          <p14:tracePt t="11159" x="9170988" y="620713"/>
          <p14:tracePt t="11160" x="9159875" y="633413"/>
          <p14:tracePt t="11167" x="9147175" y="633413"/>
          <p14:tracePt t="11175" x="9134475" y="646113"/>
          <p14:tracePt t="11184" x="9110663" y="646113"/>
          <p14:tracePt t="11193" x="9086850" y="646113"/>
          <p14:tracePt t="11200" x="9074150" y="646113"/>
          <p14:tracePt t="11209" x="9037638" y="646113"/>
          <p14:tracePt t="11217" x="9013825" y="657225"/>
          <p14:tracePt t="11226" x="8988425" y="669925"/>
          <p14:tracePt t="11234" x="8928100" y="682625"/>
          <p14:tracePt t="11242" x="8891588" y="693738"/>
          <p14:tracePt t="11250" x="8878888" y="693738"/>
          <p14:tracePt t="11259" x="8842375" y="706438"/>
          <p14:tracePt t="11260" x="8818563" y="719138"/>
          <p14:tracePt t="11267" x="8793163" y="730250"/>
          <p14:tracePt t="11275" x="8769350" y="742950"/>
          <p14:tracePt t="11284" x="8756650" y="755650"/>
          <p14:tracePt t="11292" x="8732838" y="766763"/>
          <p14:tracePt t="11300" x="8720138" y="766763"/>
          <p14:tracePt t="11309" x="8709025" y="779463"/>
          <p14:tracePt t="11319" x="8696325" y="792163"/>
          <p14:tracePt t="11325" x="8683625" y="792163"/>
          <p14:tracePt t="11334" x="8672513" y="803275"/>
          <p14:tracePt t="11342" x="8647113" y="815975"/>
          <p14:tracePt t="11350" x="8647113" y="828675"/>
          <p14:tracePt t="11359" x="8623300" y="828675"/>
          <p14:tracePt t="11359" x="8610600" y="839788"/>
          <p14:tracePt t="11367" x="8599488" y="852488"/>
          <p14:tracePt t="11375" x="8586788" y="865188"/>
          <p14:tracePt t="11384" x="8574088" y="876300"/>
          <p14:tracePt t="11392" x="8562975" y="889000"/>
          <p14:tracePt t="11400" x="8550275" y="901700"/>
          <p14:tracePt t="11409" x="8550275" y="912813"/>
          <p14:tracePt t="11419" x="8537575" y="912813"/>
          <p14:tracePt t="11425" x="8537575" y="925513"/>
          <p14:tracePt t="11434" x="8526463" y="938213"/>
          <p14:tracePt t="11442" x="8501063" y="962025"/>
          <p14:tracePt t="11450" x="8489950" y="974725"/>
          <p14:tracePt t="11459" x="8489950" y="998538"/>
          <p14:tracePt t="11467" x="8440738" y="1060450"/>
          <p14:tracePt t="11475" x="8428038" y="1096963"/>
          <p14:tracePt t="11484" x="8404225" y="1144588"/>
          <p14:tracePt t="11492" x="8380413" y="1181100"/>
          <p14:tracePt t="11493" x="8380413" y="1217613"/>
          <p14:tracePt t="11501" x="8380413" y="1243013"/>
          <p14:tracePt t="11509" x="8367713" y="1266825"/>
          <p14:tracePt t="11517" x="8355013" y="1290638"/>
          <p14:tracePt t="11525" x="8343900" y="1316038"/>
          <p14:tracePt t="11534" x="8331200" y="1352550"/>
          <p14:tracePt t="11542" x="8331200" y="1376363"/>
          <p14:tracePt t="11550" x="8318500" y="1376363"/>
          <p14:tracePt t="11558" x="8307388" y="1425575"/>
          <p14:tracePt t="11567" x="8307388" y="1462088"/>
          <p14:tracePt t="11575" x="8307388" y="1509713"/>
          <p14:tracePt t="11583" x="8307388" y="1558925"/>
          <p14:tracePt t="11592" x="8307388" y="1595438"/>
          <p14:tracePt t="11600" x="8307388" y="1644650"/>
          <p14:tracePt t="11608" x="8307388" y="1681163"/>
          <p14:tracePt t="11617" x="8307388" y="1717675"/>
          <p14:tracePt t="11625" x="8307388" y="1741488"/>
          <p14:tracePt t="11633" x="8318500" y="1778000"/>
          <p14:tracePt t="11642" x="8318500" y="1803400"/>
          <p14:tracePt t="11650" x="8318500" y="1814513"/>
          <p14:tracePt t="11658" x="8318500" y="1839913"/>
          <p14:tracePt t="11667" x="8318500" y="1876425"/>
          <p14:tracePt t="11675" x="8331200" y="1912938"/>
          <p14:tracePt t="11683" x="8331200" y="1936750"/>
          <p14:tracePt t="11692" x="8343900" y="1960563"/>
          <p14:tracePt t="11700" x="8355013" y="1985963"/>
          <p14:tracePt t="11708" x="8355013" y="2022475"/>
          <p14:tracePt t="11717" x="8355013" y="2046288"/>
          <p14:tracePt t="11725" x="8355013" y="2070100"/>
          <p14:tracePt t="11733" x="8367713" y="2119313"/>
          <p14:tracePt t="11742" x="8391525" y="2143125"/>
          <p14:tracePt t="11750" x="8391525" y="2155825"/>
          <p14:tracePt t="11758" x="8391525" y="2192338"/>
          <p14:tracePt t="11767" x="8428038" y="2254250"/>
          <p14:tracePt t="11775" x="8464550" y="2301875"/>
          <p14:tracePt t="11783" x="8489950" y="2338388"/>
          <p14:tracePt t="11791" x="8537575" y="2374900"/>
          <p14:tracePt t="11800" x="8586788" y="2411413"/>
          <p14:tracePt t="11808" x="8647113" y="2447925"/>
          <p14:tracePt t="11816" x="8709025" y="2497138"/>
          <p14:tracePt t="11825" x="8782050" y="2520950"/>
          <p14:tracePt t="11833" x="8866188" y="2533650"/>
          <p14:tracePt t="11841" x="8915400" y="2546350"/>
          <p14:tracePt t="11850" x="9024938" y="2582863"/>
          <p14:tracePt t="11858" x="9183688" y="2619375"/>
          <p14:tracePt t="11866" x="9366250" y="2643188"/>
          <p14:tracePt t="11875" x="9671050" y="2728913"/>
          <p14:tracePt t="11883" x="9926638" y="2789238"/>
          <p14:tracePt t="11892" x="10048875" y="2801938"/>
          <p14:tracePt t="11892" x="10315575" y="2851150"/>
          <p14:tracePt t="11900" x="10437813" y="2862263"/>
          <p14:tracePt t="11908" x="10669588" y="2898775"/>
          <p14:tracePt t="11916" x="10875963" y="2924175"/>
          <p14:tracePt t="11925" x="11107738" y="2935288"/>
          <p14:tracePt t="11933" x="11412538" y="2935288"/>
          <p14:tracePt t="11942" x="11522075" y="2935288"/>
          <p14:tracePt t="11942" x="11595100" y="2935288"/>
          <p14:tracePt t="11950" x="11680825" y="2935288"/>
          <p14:tracePt t="11958" x="11850688" y="2911475"/>
          <p14:tracePt t="11966" x="11985625" y="2874963"/>
          <p14:tracePt t="11975" x="12155488" y="2789238"/>
          <p14:tracePt t="12200" x="12069763" y="1169988"/>
          <p14:tracePt t="12201" x="11996738" y="1144588"/>
          <p14:tracePt t="12208" x="11936413" y="1120775"/>
          <p14:tracePt t="12216" x="11777663" y="1047750"/>
          <p14:tracePt t="12225" x="11595100" y="987425"/>
          <p14:tracePt t="12233" x="11352213" y="912813"/>
          <p14:tracePt t="12242" x="11206163" y="876300"/>
          <p14:tracePt t="12249" x="11120438" y="865188"/>
          <p14:tracePt t="12258" x="10985500" y="828675"/>
          <p14:tracePt t="12266" x="10875963" y="815975"/>
          <p14:tracePt t="12267" x="10815638" y="803275"/>
          <p14:tracePt t="12274" x="10718800" y="803275"/>
          <p14:tracePt t="12283" x="10633075" y="792163"/>
          <p14:tracePt t="12291" x="10536238" y="779463"/>
          <p14:tracePt t="12299" x="10487025" y="779463"/>
          <p14:tracePt t="12308" x="10377488" y="766763"/>
          <p14:tracePt t="12316" x="10328275" y="766763"/>
          <p14:tracePt t="12324" x="10291763" y="766763"/>
          <p14:tracePt t="12333" x="10255250" y="766763"/>
          <p14:tracePt t="12342" x="10242550" y="766763"/>
          <p14:tracePt t="12349" x="10231438" y="766763"/>
          <p14:tracePt t="12358" x="10206038" y="766763"/>
          <p14:tracePt t="12366" x="10169525" y="766763"/>
          <p14:tracePt t="12367" x="10145713" y="766763"/>
          <p14:tracePt t="12374" x="10109200" y="766763"/>
          <p14:tracePt t="12383" x="10072688" y="779463"/>
          <p14:tracePt t="12391" x="10036175" y="792163"/>
          <p14:tracePt t="12399" x="9963150" y="803275"/>
          <p14:tracePt t="12408" x="9829800" y="828675"/>
          <p14:tracePt t="12416" x="9756775" y="839788"/>
          <p14:tracePt t="12424" x="9683750" y="852488"/>
          <p14:tracePt t="12432" x="9561513" y="865188"/>
          <p14:tracePt t="12441" x="9525000" y="865188"/>
          <p14:tracePt t="12442" x="9488488" y="876300"/>
          <p14:tracePt t="12449" x="9463088" y="876300"/>
          <p14:tracePt t="12458" x="9415463" y="876300"/>
          <p14:tracePt t="12466" x="9353550" y="889000"/>
          <p14:tracePt t="12467" x="9329738" y="889000"/>
          <p14:tracePt t="12474" x="9269413" y="889000"/>
          <p14:tracePt t="12483" x="9207500" y="901700"/>
          <p14:tracePt t="12491" x="9134475" y="912813"/>
          <p14:tracePt t="12499" x="9110663" y="925513"/>
          <p14:tracePt t="12500" x="9074150" y="938213"/>
          <p14:tracePt t="12508" x="9013825" y="950913"/>
          <p14:tracePt t="12516" x="8951913" y="974725"/>
          <p14:tracePt t="12524" x="8928100" y="987425"/>
          <p14:tracePt t="12533" x="8902700" y="987425"/>
          <p14:tracePt t="12541" x="8891588" y="987425"/>
          <p14:tracePt t="12549" x="8878888" y="987425"/>
          <p14:tracePt t="12558" x="8866188" y="998538"/>
          <p14:tracePt t="12566" x="8842375" y="998538"/>
          <p14:tracePt t="12575" x="8829675" y="998538"/>
          <p14:tracePt t="12583" x="8805863" y="1011238"/>
          <p14:tracePt t="12592" x="8793163" y="1011238"/>
          <p14:tracePt t="12600" x="8782050" y="1011238"/>
          <p14:tracePt t="12611" x="8769350" y="1011238"/>
          <p14:tracePt t="12619" x="8756650" y="1011238"/>
          <p14:tracePt t="12624" x="8745538" y="1011238"/>
          <p14:tracePt t="12632" x="8720138" y="998538"/>
          <p14:tracePt t="12641" x="8709025" y="987425"/>
          <p14:tracePt t="12642" x="8696325" y="987425"/>
          <p14:tracePt t="12649" x="8696325" y="974725"/>
          <p14:tracePt t="12657" x="8672513" y="950913"/>
          <p14:tracePt t="12666" x="8647113" y="889000"/>
          <p14:tracePt t="12667" x="8636000" y="852488"/>
          <p14:tracePt t="12674" x="8586788" y="815975"/>
          <p14:tracePt t="12683" x="8550275" y="766763"/>
          <p14:tracePt t="12691" x="8537575" y="742950"/>
          <p14:tracePt t="12692" x="8489950" y="693738"/>
          <p14:tracePt t="12700" x="8464550" y="669925"/>
          <p14:tracePt t="12708" x="8416925" y="657225"/>
          <p14:tracePt t="12716" x="8355013" y="646113"/>
          <p14:tracePt t="12724" x="8307388" y="646113"/>
          <p14:tracePt t="12733" x="8245475" y="646113"/>
          <p14:tracePt t="12741" x="8172450" y="646113"/>
          <p14:tracePt t="12742" x="8148638" y="646113"/>
          <p14:tracePt t="12749" x="8112125" y="646113"/>
          <p14:tracePt t="12757" x="8086725" y="669925"/>
          <p14:tracePt t="12941" x="8075613" y="669925"/>
          <p14:tracePt t="12951" x="8075613" y="620713"/>
          <p14:tracePt t="12953" x="8075613" y="573088"/>
          <p14:tracePt t="12959" x="8062913" y="511175"/>
          <p14:tracePt t="12966" x="8050213" y="463550"/>
          <p14:tracePt t="12974" x="7940675" y="427038"/>
          <p14:tracePt t="12982" x="7880350" y="427038"/>
          <p14:tracePt t="12990" x="7843838" y="438150"/>
          <p14:tracePt t="12999" x="7770813" y="463550"/>
          <p14:tracePt t="13000" x="7734300" y="474663"/>
          <p14:tracePt t="13007" x="7648575" y="523875"/>
          <p14:tracePt t="13015" x="7600950" y="560388"/>
          <p14:tracePt t="13024" x="7575550" y="573088"/>
          <p14:tracePt t="13032" x="7551738" y="596900"/>
          <p14:tracePt t="13040" x="7539038" y="596900"/>
          <p14:tracePt t="13049" x="7515225" y="620713"/>
          <p14:tracePt t="13057" x="7502525" y="620713"/>
          <p14:tracePt t="13065" x="7466013" y="646113"/>
          <p14:tracePt t="13074" x="7416800" y="669925"/>
          <p14:tracePt t="13082" x="7392988" y="682625"/>
          <p14:tracePt t="13090" x="7380288" y="682625"/>
          <p14:tracePt t="13099" x="7369175" y="693738"/>
          <p14:tracePt t="13107" x="7356475" y="693738"/>
          <p14:tracePt t="13171" x="7332663" y="693738"/>
          <p14:tracePt t="13173" x="7307263" y="706438"/>
          <p14:tracePt t="13179" x="7296150" y="719138"/>
          <p14:tracePt t="13182" x="7270750" y="719138"/>
          <p14:tracePt t="13190" x="7234238" y="730250"/>
          <p14:tracePt t="13199" x="7173913" y="742950"/>
          <p14:tracePt t="13207" x="7100888" y="742950"/>
          <p14:tracePt t="13215" x="7040563" y="755650"/>
          <p14:tracePt t="13224" x="6991350" y="766763"/>
          <p14:tracePt t="13232" x="6942138" y="766763"/>
          <p14:tracePt t="13233" x="6905625" y="779463"/>
          <p14:tracePt t="13240" x="6894513" y="779463"/>
          <p14:tracePt t="13249" x="6832600" y="792163"/>
          <p14:tracePt t="13257" x="6772275" y="803275"/>
          <p14:tracePt t="13265" x="6686550" y="815975"/>
          <p14:tracePt t="13274" x="6553200" y="852488"/>
          <p14:tracePt t="13282" x="6454775" y="889000"/>
          <p14:tracePt t="13290" x="6381750" y="912813"/>
          <p14:tracePt t="13299" x="6248400" y="962025"/>
          <p14:tracePt t="13307" x="6040438" y="1060450"/>
          <p14:tracePt t="13315" x="5846763" y="1144588"/>
          <p14:tracePt t="13323" x="5602288" y="1266825"/>
          <p14:tracePt t="13332" x="5346700" y="1389063"/>
          <p14:tracePt t="13340" x="5041900" y="1558925"/>
          <p14:tracePt t="13348" x="4749800" y="1704975"/>
          <p14:tracePt t="13357" x="4445000" y="1851025"/>
          <p14:tracePt t="13365" x="4335463" y="1912938"/>
          <p14:tracePt t="13619" x="4287838" y="1912938"/>
          <p14:tracePt t="13621" x="4262438" y="1912938"/>
          <p14:tracePt t="13626" x="4251325" y="1900238"/>
          <p14:tracePt t="13633" x="4225925" y="1839913"/>
          <p14:tracePt t="13640" x="4225925" y="1827213"/>
          <p14:tracePt t="13667" x="4225925" y="1839913"/>
          <p14:tracePt t="13801" x="4225925" y="1827213"/>
          <p14:tracePt t="13826" x="4225925" y="1814513"/>
          <p14:tracePt t="13992" x="4214813" y="1827213"/>
          <p14:tracePt t="14001" x="4214813" y="1839913"/>
          <p14:tracePt t="14007" x="4214813" y="1851025"/>
          <p14:tracePt t="14012" x="4214813" y="1876425"/>
          <p14:tracePt t="14020" x="4214813" y="1887538"/>
          <p14:tracePt t="14026" x="4214813" y="1912938"/>
          <p14:tracePt t="14033" x="4214813" y="1924050"/>
          <p14:tracePt t="14040" x="4214813" y="1936750"/>
          <p14:tracePt t="14041" x="4214813" y="1949450"/>
          <p14:tracePt t="14051" x="4214813" y="1960563"/>
          <p14:tracePt t="14057" x="4225925" y="1960563"/>
          <p14:tracePt t="14065" x="4238625" y="1985963"/>
          <p14:tracePt t="14073" x="4275138" y="2009775"/>
          <p14:tracePt t="14081" x="4298950" y="2022475"/>
          <p14:tracePt t="14089" x="4335463" y="2033588"/>
          <p14:tracePt t="14098" x="4371975" y="2033588"/>
          <p14:tracePt t="14106" x="4408488" y="2046288"/>
          <p14:tracePt t="14107" x="4421188" y="2046288"/>
          <p14:tracePt t="14114" x="4421188" y="2058988"/>
          <p14:tracePt t="14126" x="4433888" y="2058988"/>
          <p14:tracePt t="14167" x="4445000" y="2058988"/>
          <p14:tracePt t="14179" x="4457700" y="2046288"/>
          <p14:tracePt t="14181" x="4470400" y="2033588"/>
          <p14:tracePt t="14189" x="4481513" y="2022475"/>
          <p14:tracePt t="14198" x="4506913" y="1985963"/>
          <p14:tracePt t="14206" x="4530725" y="1960563"/>
          <p14:tracePt t="14207" x="4530725" y="1949450"/>
          <p14:tracePt t="14215" x="4554538" y="1924050"/>
          <p14:tracePt t="14223" x="4567238" y="1912938"/>
          <p14:tracePt t="14232" x="4567238" y="1900238"/>
          <p14:tracePt t="14240" x="4579938" y="1887538"/>
          <p14:tracePt t="14248" x="4579938" y="1876425"/>
          <p14:tracePt t="14256" x="4579938" y="1863725"/>
          <p14:tracePt t="14264" x="4591050" y="1851025"/>
          <p14:tracePt t="14281" x="4591050" y="1839913"/>
          <p14:tracePt t="14346" x="4603750" y="1839913"/>
          <p14:tracePt t="14359" x="4603750" y="1827213"/>
          <p14:tracePt t="14371" x="4603750" y="1814513"/>
          <p14:tracePt t="14859" x="4591050" y="1814513"/>
          <p14:tracePt t="14861" x="4579938" y="1814513"/>
          <p14:tracePt t="14871" x="4554538" y="1827213"/>
          <p14:tracePt t="14879" x="4543425" y="1827213"/>
          <p14:tracePt t="14881" x="4530725" y="1839913"/>
          <p14:tracePt t="14894" x="4518025" y="1839913"/>
          <p14:tracePt t="15011" x="4506913" y="1839913"/>
          <p14:tracePt t="15013" x="4494213" y="1851025"/>
          <p14:tracePt t="15022" x="4481513" y="1851025"/>
          <p14:tracePt t="15030" x="4457700" y="1851025"/>
          <p14:tracePt t="15039" x="4433888" y="1863725"/>
          <p14:tracePt t="15047" x="4384675" y="1876425"/>
          <p14:tracePt t="15055" x="4360863" y="1887538"/>
          <p14:tracePt t="15064" x="4348163" y="1887538"/>
          <p14:tracePt t="15072" x="4311650" y="1900238"/>
          <p14:tracePt t="15081" x="4298950" y="1900238"/>
          <p14:tracePt t="15212" x="4311650" y="1900238"/>
          <p14:tracePt t="15219" x="4335463" y="1900238"/>
          <p14:tracePt t="15222" x="4348163" y="1900238"/>
          <p14:tracePt t="15230" x="4384675" y="1887538"/>
          <p14:tracePt t="15239" x="4433888" y="1876425"/>
          <p14:tracePt t="15247" x="4506913" y="1863725"/>
          <p14:tracePt t="15255" x="4579938" y="1863725"/>
          <p14:tracePt t="15264" x="4665663" y="1863725"/>
          <p14:tracePt t="15272" x="4786313" y="1863725"/>
          <p14:tracePt t="15280" x="4957763" y="1863725"/>
          <p14:tracePt t="15288" x="5114925" y="1863725"/>
          <p14:tracePt t="15297" x="5297488" y="1863725"/>
          <p14:tracePt t="15305" x="5456238" y="1876425"/>
          <p14:tracePt t="15313" x="5591175" y="1900238"/>
          <p14:tracePt t="15321" x="5664200" y="1912938"/>
          <p14:tracePt t="15330" x="5675313" y="1912938"/>
          <p14:tracePt t="15338" x="5700713" y="1924050"/>
          <p14:tracePt t="15351" x="5700713" y="1936750"/>
          <p14:tracePt t="15691" x="5700713" y="1949450"/>
          <p14:tracePt t="15693" x="5688013" y="1960563"/>
          <p14:tracePt t="15706" x="5675313" y="1973263"/>
          <p14:tracePt t="15711" x="5664200" y="1985963"/>
          <p14:tracePt t="15713" x="5651500" y="1985963"/>
          <p14:tracePt t="15722" x="5651500" y="1997075"/>
          <p14:tracePt t="15730" x="5638800" y="1997075"/>
          <p14:tracePt t="15738" x="5627688" y="2022475"/>
          <p14:tracePt t="15746" x="5614988" y="2022475"/>
          <p14:tracePt t="15755" x="5602288" y="2022475"/>
          <p14:tracePt t="15763" x="5602288" y="2033588"/>
          <p14:tracePt t="15772" x="5591175" y="2046288"/>
          <p14:tracePt t="15781" x="5578475" y="2058988"/>
          <p14:tracePt t="15791" x="5565775" y="2082800"/>
          <p14:tracePt t="15799" x="5554663" y="2095500"/>
          <p14:tracePt t="15804" x="5554663" y="2106613"/>
          <p14:tracePt t="15813" x="5529263" y="2143125"/>
          <p14:tracePt t="15821" x="5529263" y="2155825"/>
          <p14:tracePt t="15822" x="5529263" y="2168525"/>
          <p14:tracePt t="15829" x="5518150" y="2179638"/>
          <p14:tracePt t="15838" x="5505450" y="2205038"/>
          <p14:tracePt t="15846" x="5492750" y="2228850"/>
          <p14:tracePt t="15854" x="5492750" y="2265363"/>
          <p14:tracePt t="15866" x="5492750" y="2278063"/>
          <p14:tracePt t="15872" x="5492750" y="2290763"/>
          <p14:tracePt t="15881" x="5492750" y="2301875"/>
          <p14:tracePt t="15888" x="5492750" y="2314575"/>
          <p14:tracePt t="15896" x="5492750" y="2327275"/>
          <p14:tracePt t="15911" x="5492750" y="2338388"/>
          <p14:tracePt t="15919" x="5492750" y="2351088"/>
          <p14:tracePt t="15921" x="5505450" y="2351088"/>
          <p14:tracePt t="15931" x="5518150" y="2351088"/>
          <p14:tracePt t="15941" x="5529263" y="2363788"/>
          <p14:tracePt t="15955" x="5541963" y="2363788"/>
          <p14:tracePt t="15974" x="5554663" y="2374900"/>
          <p14:tracePt t="15986" x="5565775" y="2374900"/>
          <p14:tracePt t="16001" x="5578475" y="2374900"/>
          <p14:tracePt t="16019" x="5591175" y="2374900"/>
          <p14:tracePt t="16026" x="5602288" y="2374900"/>
          <p14:tracePt t="16039" x="5614988" y="2374900"/>
          <p14:tracePt t="16041" x="5627688" y="2374900"/>
          <p14:tracePt t="16055" x="5638800" y="2374900"/>
          <p14:tracePt t="16071" x="5651500" y="2374900"/>
          <p14:tracePt t="16080" x="5664200" y="2374900"/>
          <p14:tracePt t="16091" x="5675313" y="2363788"/>
          <p14:tracePt t="16099" x="5688013" y="2363788"/>
          <p14:tracePt t="16106" x="5700713" y="2363788"/>
          <p14:tracePt t="16111" x="5700713" y="2351088"/>
          <p14:tracePt t="16119" x="5711825" y="2338388"/>
          <p14:tracePt t="16126" x="5724525" y="2327275"/>
          <p14:tracePt t="16134" x="5737225" y="2314575"/>
          <p14:tracePt t="16139" x="5737225" y="2301875"/>
          <p14:tracePt t="16146" x="5748338" y="2301875"/>
          <p14:tracePt t="16147" x="5748338" y="2290763"/>
          <p14:tracePt t="16154" x="5748338" y="2278063"/>
          <p14:tracePt t="16174" x="5748338" y="2265363"/>
          <p14:tracePt t="16186" x="5748338" y="2254250"/>
          <p14:tracePt t="16194" x="5748338" y="2241550"/>
          <p14:tracePt t="16219" x="5748338" y="2228850"/>
          <p14:tracePt t="16239" x="5737225" y="2217738"/>
          <p14:tracePt t="16246" x="5724525" y="2217738"/>
          <p14:tracePt t="16251" x="5711825" y="2217738"/>
          <p14:tracePt t="16259" x="5700713" y="2205038"/>
          <p14:tracePt t="16262" x="5700713" y="2192338"/>
          <p14:tracePt t="16271" x="5675313" y="2192338"/>
          <p14:tracePt t="16279" x="5675313" y="2179638"/>
          <p14:tracePt t="16280" x="5664200" y="2179638"/>
          <p14:tracePt t="16287" x="5651500" y="2179638"/>
          <p14:tracePt t="16296" x="5638800" y="2179638"/>
          <p14:tracePt t="16374" x="5627688" y="2179638"/>
          <p14:tracePt t="16380" x="5627688" y="2168525"/>
          <p14:tracePt t="16381" x="5614988" y="2168525"/>
          <p14:tracePt t="16402" x="5614988" y="2155825"/>
          <p14:tracePt t="16407" x="5602288" y="2155825"/>
          <p14:tracePt t="16414" x="5591175" y="2155825"/>
          <p14:tracePt t="16419" x="5578475" y="2155825"/>
          <p14:tracePt t="16431" x="5565775" y="2155825"/>
          <p14:tracePt t="16432" x="5554663" y="2155825"/>
          <p14:tracePt t="16441" x="5541963" y="2155825"/>
          <p14:tracePt t="16447" x="5529263" y="2155825"/>
          <p14:tracePt t="16454" x="5518150" y="2155825"/>
          <p14:tracePt t="16462" x="5492750" y="2155825"/>
          <p14:tracePt t="16471" x="5481638" y="2143125"/>
          <p14:tracePt t="16479" x="5468938" y="2143125"/>
          <p14:tracePt t="16487" x="5419725" y="2143125"/>
          <p14:tracePt t="16495" x="5395913" y="2143125"/>
          <p14:tracePt t="16504" x="5359400" y="2132013"/>
          <p14:tracePt t="16512" x="5310188" y="2119313"/>
          <p14:tracePt t="16513" x="5273675" y="2106613"/>
          <p14:tracePt t="16520" x="5237163" y="2095500"/>
          <p14:tracePt t="16529" x="5187950" y="2082800"/>
          <p14:tracePt t="16537" x="5114925" y="2058988"/>
          <p14:tracePt t="16545" x="5067300" y="2058988"/>
          <p14:tracePt t="16554" x="4981575" y="2046288"/>
          <p14:tracePt t="16562" x="4908550" y="2046288"/>
          <p14:tracePt t="16570" x="4872038" y="2033588"/>
          <p14:tracePt t="16579" x="4786313" y="2033588"/>
          <p14:tracePt t="16587" x="4676775" y="2033588"/>
          <p14:tracePt t="16595" x="4603750" y="2033588"/>
          <p14:tracePt t="16604" x="4530725" y="2033588"/>
          <p14:tracePt t="16612" x="4470400" y="2033588"/>
          <p14:tracePt t="16613" x="4445000" y="2033588"/>
          <p14:tracePt t="16620" x="4433888" y="2033588"/>
          <p14:tracePt t="16629" x="4408488" y="2033588"/>
          <p14:tracePt t="16637" x="4384675" y="2033588"/>
          <p14:tracePt t="16645" x="4371975" y="2033588"/>
          <p14:tracePt t="16654" x="4348163" y="2033588"/>
          <p14:tracePt t="16662" x="4324350" y="2033588"/>
          <p14:tracePt t="16670" x="4311650" y="2033588"/>
          <p14:tracePt t="16679" x="4287838" y="2033588"/>
          <p14:tracePt t="16687" x="4238625" y="2033588"/>
          <p14:tracePt t="16695" x="4214813" y="2046288"/>
          <p14:tracePt t="16704" x="4189413" y="2058988"/>
          <p14:tracePt t="16712" x="4152900" y="2058988"/>
          <p14:tracePt t="16713" x="4129088" y="2058988"/>
          <p14:tracePt t="16721" x="4105275" y="2058988"/>
          <p14:tracePt t="16729" x="4079875" y="2070100"/>
          <p14:tracePt t="16737" x="4043363" y="2082800"/>
          <p14:tracePt t="16745" x="4019550" y="2106613"/>
          <p14:tracePt t="16754" x="4006850" y="2106613"/>
          <p14:tracePt t="16762" x="3995738" y="2106613"/>
          <p14:tracePt t="17001" x="3995738" y="2119313"/>
          <p14:tracePt t="17011" x="3995738" y="2132013"/>
          <p14:tracePt t="17020" x="4006850" y="2132013"/>
          <p14:tracePt t="17021" x="4006850" y="2143125"/>
          <p14:tracePt t="17029" x="4019550" y="2155825"/>
          <p14:tracePt t="17037" x="4043363" y="2168525"/>
          <p14:tracePt t="17045" x="4092575" y="2179638"/>
          <p14:tracePt t="17054" x="4141788" y="2205038"/>
          <p14:tracePt t="17062" x="4189413" y="2205038"/>
          <p14:tracePt t="17070" x="4214813" y="2217738"/>
          <p14:tracePt t="17078" x="4298950" y="2217738"/>
          <p14:tracePt t="17087" x="4408488" y="2228850"/>
          <p14:tracePt t="17095" x="4470400" y="2228850"/>
          <p14:tracePt t="17103" x="4506913" y="2228850"/>
          <p14:tracePt t="17186" x="4518025" y="2228850"/>
          <p14:tracePt t="17191" x="4530725" y="2228850"/>
          <p14:tracePt t="17201" x="4554538" y="2228850"/>
          <p14:tracePt t="17212" x="4579938" y="2241550"/>
          <p14:tracePt t="17219" x="4591050" y="2241550"/>
          <p14:tracePt t="17221" x="4603750" y="2241550"/>
          <p14:tracePt t="17231" x="4616450" y="2241550"/>
          <p14:tracePt t="17237" x="4627563" y="2241550"/>
          <p14:tracePt t="17245" x="4640263" y="2241550"/>
          <p14:tracePt t="17253" x="4652963" y="2254250"/>
          <p14:tracePt t="17321" x="4665663" y="2254250"/>
          <p14:tracePt t="17401" x="4676775" y="2254250"/>
          <p14:tracePt t="17414" x="4689475" y="2254250"/>
          <p14:tracePt t="17426" x="4702175" y="2254250"/>
          <p14:tracePt t="17441" x="4713288" y="2254250"/>
          <p14:tracePt t="17446" x="4725988" y="2254250"/>
          <p14:tracePt t="17459" x="4738688" y="2265363"/>
          <p14:tracePt t="17471" x="4749800" y="2265363"/>
          <p14:tracePt t="17479" x="4762500" y="2265363"/>
          <p14:tracePt t="17491" x="4775200" y="2265363"/>
          <p14:tracePt t="17534" x="4786313" y="2265363"/>
          <p14:tracePt t="17720" x="4786313" y="2254250"/>
          <p14:tracePt t="17881" x="4799013" y="2254250"/>
          <p14:tracePt t="17959" x="4799013" y="2241550"/>
          <p14:tracePt t="19126" x="4799013" y="2254250"/>
          <p14:tracePt t="19140" x="4799013" y="2265363"/>
          <p14:tracePt t="19146" x="4786313" y="2265363"/>
          <p14:tracePt t="19174" x="4775200" y="2265363"/>
          <p14:tracePt t="19181" x="4775200" y="2278063"/>
          <p14:tracePt t="19199" x="4775200" y="2290763"/>
          <p14:tracePt t="19211" x="4762500" y="2290763"/>
          <p14:tracePt t="19406" x="4749800" y="2290763"/>
          <p14:tracePt t="19414" x="4749800" y="2301875"/>
          <p14:tracePt t="19421" x="4738688" y="2314575"/>
          <p14:tracePt t="19439" x="4738688" y="2327275"/>
          <p14:tracePt t="19689" x="4725988" y="2327275"/>
          <p14:tracePt t="20039" x="4725988" y="2338388"/>
          <p14:tracePt t="20041" x="4738688" y="2351088"/>
          <p14:tracePt t="20051" x="4762500" y="2374900"/>
          <p14:tracePt t="20052" x="4762500" y="2387600"/>
          <p14:tracePt t="20060" x="4786313" y="2387600"/>
          <p14:tracePt t="20067" x="4799013" y="2411413"/>
          <p14:tracePt t="20076" x="4835525" y="2424113"/>
          <p14:tracePt t="20084" x="4848225" y="2447925"/>
          <p14:tracePt t="20092" x="4872038" y="2473325"/>
          <p14:tracePt t="20101" x="4884738" y="2473325"/>
          <p14:tracePt t="20109" x="4884738" y="2484438"/>
          <p14:tracePt t="20118" x="4895850" y="2484438"/>
          <p14:tracePt t="20331" x="4895850" y="2497138"/>
          <p14:tracePt t="20351" x="4895850" y="2509838"/>
          <p14:tracePt t="20353" x="4895850" y="2520950"/>
          <p14:tracePt t="20361" x="4895850" y="2533650"/>
          <p14:tracePt t="20379" x="4895850" y="2546350"/>
          <p14:tracePt t="20381" x="4895850" y="2557463"/>
          <p14:tracePt t="20401" x="4884738" y="2557463"/>
          <p14:tracePt t="20406" x="4884738" y="2570163"/>
          <p14:tracePt t="20414" x="4884738" y="2582863"/>
          <p14:tracePt t="20431" x="4884738" y="2593975"/>
          <p14:tracePt t="20439" x="4884738" y="2606675"/>
          <p14:tracePt t="20446" x="4872038" y="2619375"/>
          <p14:tracePt t="20459" x="4872038" y="2630488"/>
          <p14:tracePt t="20466" x="4859338" y="2643188"/>
          <p14:tracePt t="20491" x="4859338" y="2655888"/>
          <p14:tracePt t="20514" x="4859338" y="2667000"/>
          <p14:tracePt t="20526" x="4859338" y="2679700"/>
          <p14:tracePt t="20531" x="4848225" y="2679700"/>
          <p14:tracePt t="20539" x="4848225" y="2692400"/>
          <p14:tracePt t="20546" x="4835525" y="2703513"/>
          <p14:tracePt t="20552" x="4822825" y="2703513"/>
          <p14:tracePt t="20559" x="4822825" y="2716213"/>
          <p14:tracePt t="20566" x="4822825" y="2740025"/>
          <p14:tracePt t="20575" x="4822825" y="2752725"/>
          <p14:tracePt t="20583" x="4811713" y="2765425"/>
          <p14:tracePt t="20591" x="4799013" y="2776538"/>
          <p14:tracePt t="20600" x="4799013" y="2789238"/>
          <p14:tracePt t="20608" x="4799013" y="2801938"/>
          <p14:tracePt t="20617" x="4786313" y="2801938"/>
          <p14:tracePt t="20625" x="4786313" y="2814638"/>
          <p14:tracePt t="20633" x="4775200" y="2838450"/>
          <p14:tracePt t="20642" x="4775200" y="2851150"/>
          <p14:tracePt t="20642" x="4775200" y="2862263"/>
          <p14:tracePt t="20651" x="4762500" y="2862263"/>
          <p14:tracePt t="20659" x="4762500" y="2887663"/>
          <p14:tracePt t="20666" x="4762500" y="2898775"/>
          <p14:tracePt t="20675" x="4762500" y="2935288"/>
          <p14:tracePt t="20683" x="4749800" y="2971800"/>
          <p14:tracePt t="20692" x="4738688" y="3057525"/>
          <p14:tracePt t="20700" x="4738688" y="3081338"/>
          <p14:tracePt t="20708" x="4725988" y="3143250"/>
          <p14:tracePt t="20716" x="4725988" y="3203575"/>
          <p14:tracePt t="20725" x="4725988" y="3276600"/>
          <p14:tracePt t="20733" x="4725988" y="3409950"/>
          <p14:tracePt t="20741" x="4725988" y="3471863"/>
          <p14:tracePt t="20750" x="4725988" y="3581400"/>
          <p14:tracePt t="20758" x="4725988" y="3667125"/>
          <p14:tracePt t="20766" x="4725988" y="3776663"/>
          <p14:tracePt t="20775" x="4738688" y="3922713"/>
          <p14:tracePt t="20783" x="4749800" y="4019550"/>
          <p14:tracePt t="20791" x="4762500" y="4068763"/>
          <p14:tracePt t="20800" x="4799013" y="4214813"/>
          <p14:tracePt t="20808" x="4822825" y="4311650"/>
          <p14:tracePt t="20817" x="4859338" y="4410075"/>
          <p14:tracePt t="20825" x="4908550" y="4470400"/>
          <p14:tracePt t="20833" x="4968875" y="4579938"/>
          <p14:tracePt t="20841" x="4994275" y="4592638"/>
          <p14:tracePt t="20850" x="5018088" y="4616450"/>
          <p14:tracePt t="20858" x="5054600" y="4629150"/>
          <p14:tracePt t="20866" x="5067300" y="4640263"/>
          <p14:tracePt t="20875" x="5103813" y="4652963"/>
          <p14:tracePt t="20883" x="5127625" y="4665663"/>
          <p14:tracePt t="20892" x="5151438" y="4665663"/>
          <p14:tracePt t="20892" x="5187950" y="4665663"/>
          <p14:tracePt t="20900" x="5213350" y="4665663"/>
          <p14:tracePt t="20908" x="5249863" y="4665663"/>
          <p14:tracePt t="20917" x="5297488" y="4678363"/>
          <p14:tracePt t="20925" x="5359400" y="4678363"/>
          <p14:tracePt t="20933" x="5456238" y="4665663"/>
          <p14:tracePt t="20941" x="5492750" y="4652963"/>
          <p14:tracePt t="20950" x="5554663" y="4616450"/>
          <p14:tracePt t="20958" x="5614988" y="4579938"/>
          <p14:tracePt t="20966" x="5664200" y="4543425"/>
          <p14:tracePt t="20975" x="5737225" y="4470400"/>
          <p14:tracePt t="20983" x="5761038" y="4446588"/>
          <p14:tracePt t="20991" x="5784850" y="4421188"/>
          <p14:tracePt t="20999" x="5797550" y="4384675"/>
          <p14:tracePt t="21008" x="5834063" y="4311650"/>
          <p14:tracePt t="21016" x="5846763" y="4264025"/>
          <p14:tracePt t="21025" x="5870575" y="4214813"/>
          <p14:tracePt t="21033" x="5883275" y="4129088"/>
          <p14:tracePt t="21041" x="5894388" y="4092575"/>
          <p14:tracePt t="21049" x="5919788" y="4006850"/>
          <p14:tracePt t="21058" x="5919788" y="3873500"/>
          <p14:tracePt t="21066" x="5930900" y="3751263"/>
          <p14:tracePt t="21074" x="5930900" y="3521075"/>
          <p14:tracePt t="21083" x="5930900" y="3398838"/>
          <p14:tracePt t="21091" x="5930900" y="3325813"/>
          <p14:tracePt t="21099" x="5930900" y="3203575"/>
          <p14:tracePt t="21108" x="5930900" y="3033713"/>
          <p14:tracePt t="21116" x="5919788" y="2911475"/>
          <p14:tracePt t="21124" x="5894388" y="2752725"/>
          <p14:tracePt t="21133" x="5857875" y="2533650"/>
          <p14:tracePt t="21141" x="5834063" y="2447925"/>
          <p14:tracePt t="21142" x="5821363" y="2387600"/>
          <p14:tracePt t="21149" x="5810250" y="2314575"/>
          <p14:tracePt t="21158" x="5761038" y="2179638"/>
          <p14:tracePt t="21166" x="5711825" y="2046288"/>
          <p14:tracePt t="21174" x="5651500" y="1912938"/>
          <p14:tracePt t="21183" x="5614988" y="1839913"/>
          <p14:tracePt t="21191" x="5602288" y="1814513"/>
          <p14:tracePt t="21192" x="5591175" y="1803400"/>
          <p14:tracePt t="21200" x="5578475" y="1803400"/>
          <p14:tracePt t="21208" x="5578475" y="1790700"/>
          <p14:tracePt t="21216" x="5578475" y="1778000"/>
          <p14:tracePt t="21259" x="5565775" y="1778000"/>
          <p14:tracePt t="24842" x="5565775" y="1766888"/>
          <p14:tracePt t="24847" x="5554663" y="1766888"/>
          <p14:tracePt t="24852" x="5554663" y="1754188"/>
          <p14:tracePt t="24859" x="5541963" y="1741488"/>
          <p14:tracePt t="24862" x="5529263" y="1717675"/>
          <p14:tracePt t="24871" x="5518150" y="1693863"/>
          <p14:tracePt t="24873" x="5481638" y="1644650"/>
          <p14:tracePt t="24880" x="5456238" y="1620838"/>
          <p14:tracePt t="24881" x="5419725" y="1584325"/>
          <p14:tracePt t="24887" x="5370513" y="1546225"/>
          <p14:tracePt t="24896" x="5224463" y="1473200"/>
          <p14:tracePt t="24904" x="5054600" y="1425575"/>
          <p14:tracePt t="24913" x="4872038" y="1425575"/>
          <p14:tracePt t="24921" x="4652963" y="1449388"/>
          <p14:tracePt t="24922" x="4591050" y="1462088"/>
          <p14:tracePt t="24929" x="4530725" y="1473200"/>
          <p14:tracePt t="25141" x="4518025" y="1473200"/>
          <p14:tracePt t="25151" x="4506913" y="1462088"/>
          <p14:tracePt t="25153" x="4494213" y="1462088"/>
          <p14:tracePt t="25159" x="4481513" y="1436688"/>
          <p14:tracePt t="25162" x="4470400" y="1412875"/>
          <p14:tracePt t="25171" x="4470400" y="1400175"/>
          <p14:tracePt t="25179" x="4470400" y="1389063"/>
          <p14:tracePt t="25180" x="4470400" y="1363663"/>
          <p14:tracePt t="25181" x="4470400" y="1339850"/>
          <p14:tracePt t="25221" x="4457700" y="1339850"/>
          <p14:tracePt t="25251" x="4457700" y="1352550"/>
          <p14:tracePt t="25291" x="4457700" y="1363663"/>
          <p14:tracePt t="25293" x="4457700" y="1376363"/>
          <p14:tracePt t="25311" x="4445000" y="1376363"/>
          <p14:tracePt t="25313" x="4433888" y="1389063"/>
          <p14:tracePt t="25321" x="4421188" y="1389063"/>
          <p14:tracePt t="25334" x="4421188" y="1400175"/>
          <p14:tracePt t="25339" x="4421188" y="1412875"/>
          <p14:tracePt t="25351" x="4421188" y="1425575"/>
          <p14:tracePt t="25354" x="4421188" y="1436688"/>
          <p14:tracePt t="25362" x="4408488" y="1462088"/>
          <p14:tracePt t="25370" x="4408488" y="1473200"/>
          <p14:tracePt t="25379" x="4408488" y="1485900"/>
          <p14:tracePt t="25387" x="4408488" y="1535113"/>
          <p14:tracePt t="25395" x="4397375" y="1571625"/>
          <p14:tracePt t="25404" x="4384675" y="1631950"/>
          <p14:tracePt t="25412" x="4384675" y="1668463"/>
          <p14:tracePt t="25413" x="4384675" y="1704975"/>
          <p14:tracePt t="25420" x="4384675" y="1730375"/>
          <p14:tracePt t="25429" x="4384675" y="1814513"/>
          <p14:tracePt t="25437" x="4384675" y="1887538"/>
          <p14:tracePt t="25445" x="4384675" y="1985963"/>
          <p14:tracePt t="25454" x="4397375" y="2106613"/>
          <p14:tracePt t="25462" x="4408488" y="2143125"/>
          <p14:tracePt t="25470" x="4421188" y="2168525"/>
          <p14:tracePt t="25479" x="4433888" y="2205038"/>
          <p14:tracePt t="25487" x="4445000" y="2228850"/>
          <p14:tracePt t="25495" x="4457700" y="2254250"/>
          <p14:tracePt t="25506" x="4470400" y="2265363"/>
          <p14:tracePt t="25512" x="4481513" y="2278063"/>
          <p14:tracePt t="25513" x="4494213" y="2290763"/>
          <p14:tracePt t="25521" x="4506913" y="2301875"/>
          <p14:tracePt t="25529" x="4518025" y="2314575"/>
          <p14:tracePt t="25537" x="4530725" y="2327275"/>
          <p14:tracePt t="25545" x="4554538" y="2351088"/>
          <p14:tracePt t="25553" x="4591050" y="2351088"/>
          <p14:tracePt t="25562" x="4591050" y="2363788"/>
          <p14:tracePt t="25571" x="4591050" y="2374900"/>
          <p14:tracePt t="25579" x="4603750" y="2374900"/>
          <p14:tracePt t="25594" x="4603750" y="2387600"/>
          <p14:tracePt t="25999" x="4591050" y="2387600"/>
          <p14:tracePt t="26001" x="4579938" y="2387600"/>
          <p14:tracePt t="26012" x="4567238" y="2400300"/>
          <p14:tracePt t="26021" x="4554538" y="2400300"/>
          <p14:tracePt t="26031" x="4543425" y="2400300"/>
          <p14:tracePt t="26154" x="4543425" y="2411413"/>
          <p14:tracePt t="26431" x="4530725" y="2411413"/>
          <p14:tracePt t="26433" x="4530725" y="2424113"/>
          <p14:tracePt t="26439" x="4530725" y="2436813"/>
          <p14:tracePt t="26446" x="4530725" y="2447925"/>
          <p14:tracePt t="26454" x="4530725" y="2460625"/>
          <p14:tracePt t="26461" x="4530725" y="2473325"/>
          <p14:tracePt t="26471" x="4530725" y="2484438"/>
          <p14:tracePt t="26478" x="4530725" y="2497138"/>
          <p14:tracePt t="26491" x="4530725" y="2509838"/>
          <p14:tracePt t="26514" x="4530725" y="2520950"/>
          <p14:tracePt t="26526" x="4543425" y="2520950"/>
          <p14:tracePt t="26531" x="4554538" y="2533650"/>
          <p14:tracePt t="26539" x="4579938" y="2533650"/>
          <p14:tracePt t="26544" x="4603750" y="2533650"/>
          <p14:tracePt t="26552" x="4689475" y="2557463"/>
          <p14:tracePt t="26561" x="4702175" y="2557463"/>
          <p14:tracePt t="26562" x="4725988" y="2570163"/>
          <p14:tracePt t="26569" x="4762500" y="2582863"/>
          <p14:tracePt t="26578" x="4822825" y="2606675"/>
          <p14:tracePt t="26586" x="4957763" y="2643188"/>
          <p14:tracePt t="26595" x="5054600" y="2679700"/>
          <p14:tracePt t="26603" x="5140325" y="2703513"/>
          <p14:tracePt t="26611" x="5187950" y="2716213"/>
          <p14:tracePt t="26612" x="5237163" y="2716213"/>
          <p14:tracePt t="26612" x="5273675" y="2728913"/>
          <p14:tracePt t="26620" x="5322888" y="2740025"/>
          <p14:tracePt t="26628" x="5395913" y="2752725"/>
          <p14:tracePt t="26636" x="5456238" y="2752725"/>
          <p14:tracePt t="26644" x="5529263" y="2752725"/>
          <p14:tracePt t="26652" x="5591175" y="2752725"/>
          <p14:tracePt t="26661" x="5651500" y="2752725"/>
          <p14:tracePt t="26662" x="5688013" y="2752725"/>
          <p14:tracePt t="26669" x="5711825" y="2752725"/>
          <p14:tracePt t="26678" x="5761038" y="2752725"/>
          <p14:tracePt t="26686" x="5797550" y="2752725"/>
          <p14:tracePt t="26686" x="5834063" y="2752725"/>
          <p14:tracePt t="26694" x="5883275" y="2752725"/>
          <p14:tracePt t="26702" x="5930900" y="2752725"/>
          <p14:tracePt t="26711" x="5956300" y="2752725"/>
          <p14:tracePt t="26712" x="5980113" y="2752725"/>
          <p14:tracePt t="26712" x="5992813" y="2752725"/>
          <p14:tracePt t="26720" x="6016625" y="2752725"/>
          <p14:tracePt t="26727" x="6029325" y="2752725"/>
          <p14:tracePt t="26736" x="6053138" y="2752725"/>
          <p14:tracePt t="26744" x="6065838" y="2752725"/>
          <p14:tracePt t="27151" x="6076950" y="2752725"/>
          <p14:tracePt t="27153" x="6089650" y="2752725"/>
          <p14:tracePt t="27161" x="6115050" y="2752725"/>
          <p14:tracePt t="27169" x="6151563" y="2765425"/>
          <p14:tracePt t="27177" x="6211888" y="2776538"/>
          <p14:tracePt t="27185" x="6248400" y="2776538"/>
          <p14:tracePt t="27194" x="6345238" y="2776538"/>
          <p14:tracePt t="27202" x="6430963" y="2789238"/>
          <p14:tracePt t="27210" x="6480175" y="2789238"/>
          <p14:tracePt t="27219" x="6589713" y="2789238"/>
          <p14:tracePt t="27220" x="6637338" y="2789238"/>
          <p14:tracePt t="27227" x="6759575" y="2789238"/>
          <p14:tracePt t="27235" x="6845300" y="2801938"/>
          <p14:tracePt t="27244" x="6942138" y="2814638"/>
          <p14:tracePt t="27252" x="7040563" y="2825750"/>
          <p14:tracePt t="27260" x="7064375" y="2825750"/>
          <p14:tracePt t="27268" x="7088188" y="2838450"/>
          <p14:tracePt t="27277" x="7113588" y="2838450"/>
          <p14:tracePt t="27285" x="7137400" y="2838450"/>
          <p14:tracePt t="27294" x="7150100" y="2851150"/>
          <p14:tracePt t="27302" x="7161213" y="2862263"/>
          <p14:tracePt t="27311" x="7173913" y="2862263"/>
          <p14:tracePt t="27319" x="7186613" y="2862263"/>
          <p14:tracePt t="27327" x="7223125" y="2862263"/>
          <p14:tracePt t="27335" x="7234238" y="2862263"/>
          <p14:tracePt t="27343" x="7270750" y="2862263"/>
          <p14:tracePt t="27352" x="7319963" y="2862263"/>
          <p14:tracePt t="27360" x="7343775" y="2874963"/>
          <p14:tracePt t="27369" x="7380288" y="2874963"/>
          <p14:tracePt t="27377" x="7416800" y="2874963"/>
          <p14:tracePt t="27385" x="7466013" y="2887663"/>
          <p14:tracePt t="27393" x="7526338" y="2898775"/>
          <p14:tracePt t="27402" x="7551738" y="2911475"/>
          <p14:tracePt t="27411" x="7564438" y="2911475"/>
          <p14:tracePt t="27418" x="7575550" y="2924175"/>
          <p14:tracePt t="27427" x="7588250" y="2935288"/>
          <p14:tracePt t="27435" x="7600950" y="2947988"/>
          <p14:tracePt t="27443" x="7612063" y="2947988"/>
          <p14:tracePt t="27519" x="7600950" y="2947988"/>
          <p14:tracePt t="27521" x="7588250" y="2947988"/>
          <p14:tracePt t="27526" x="7564438" y="2947988"/>
          <p14:tracePt t="27535" x="7526338" y="2947988"/>
          <p14:tracePt t="27543" x="7478713" y="2947988"/>
          <p14:tracePt t="27552" x="7380288" y="2924175"/>
          <p14:tracePt t="27560" x="7283450" y="2887663"/>
          <p14:tracePt t="27568" x="7173913" y="2862263"/>
          <p14:tracePt t="27577" x="7051675" y="2814638"/>
          <p14:tracePt t="27585" x="6954838" y="2776538"/>
          <p14:tracePt t="27593" x="6796088" y="2740025"/>
          <p14:tracePt t="27601" x="6699250" y="2716213"/>
          <p14:tracePt t="27610" x="6662738" y="2716213"/>
          <p14:tracePt t="27618" x="6589713" y="2703513"/>
          <p14:tracePt t="27627" x="6491288" y="2703513"/>
          <p14:tracePt t="27635" x="6430963" y="2703513"/>
          <p14:tracePt t="27643" x="6370638" y="2703513"/>
          <p14:tracePt t="27651" x="6321425" y="2703513"/>
          <p14:tracePt t="27660" x="6272213" y="2703513"/>
          <p14:tracePt t="27668" x="6235700" y="2703513"/>
          <p14:tracePt t="27677" x="6199188" y="2692400"/>
          <p14:tracePt t="27685" x="6162675" y="2692400"/>
          <p14:tracePt t="27693" x="6102350" y="2692400"/>
          <p14:tracePt t="27701" x="6076950" y="2692400"/>
          <p14:tracePt t="27710" x="6016625" y="2692400"/>
          <p14:tracePt t="27718" x="5943600" y="2692400"/>
          <p14:tracePt t="27719" x="5930900" y="2692400"/>
          <p14:tracePt t="27726" x="5907088" y="2692400"/>
          <p14:tracePt t="27735" x="5810250" y="2692400"/>
          <p14:tracePt t="27743" x="5737225" y="2692400"/>
          <p14:tracePt t="27751" x="5688013" y="2692400"/>
          <p14:tracePt t="27752" x="5614988" y="2703513"/>
          <p14:tracePt t="27760" x="5578475" y="2703513"/>
          <p14:tracePt t="27768" x="5492750" y="2716213"/>
          <p14:tracePt t="27776" x="5408613" y="2716213"/>
          <p14:tracePt t="27785" x="5310188" y="2716213"/>
          <p14:tracePt t="27793" x="5187950" y="2716213"/>
          <p14:tracePt t="27802" x="5140325" y="2716213"/>
          <p14:tracePt t="27802" x="5103813" y="2716213"/>
          <p14:tracePt t="27809" x="5054600" y="2716213"/>
          <p14:tracePt t="27818" x="4968875" y="2728913"/>
          <p14:tracePt t="27826" x="4895850" y="2728913"/>
          <p14:tracePt t="27835" x="4786313" y="2728913"/>
          <p14:tracePt t="27843" x="4725988" y="2728913"/>
          <p14:tracePt t="27851" x="4689475" y="2728913"/>
          <p14:tracePt t="27860" x="4627563" y="2740025"/>
          <p14:tracePt t="27868" x="4616450" y="2740025"/>
          <p14:tracePt t="27876" x="4591050" y="2740025"/>
          <p14:tracePt t="27885" x="4579938" y="2740025"/>
          <p14:tracePt t="27893" x="4543425" y="2740025"/>
          <p14:tracePt t="27901" x="4530725" y="2740025"/>
          <p14:tracePt t="27910" x="4518025" y="2740025"/>
          <p14:tracePt t="27918" x="4506913" y="2740025"/>
          <p14:tracePt t="27926" x="4494213" y="2740025"/>
          <p14:tracePt t="27935" x="4457700" y="2740025"/>
          <p14:tracePt t="27943" x="4421188" y="2752725"/>
          <p14:tracePt t="27952" x="4397375" y="2752725"/>
          <p14:tracePt t="27959" x="4384675" y="2752725"/>
          <p14:tracePt t="27968" x="4348163" y="2765425"/>
          <p14:tracePt t="27977" x="4311650" y="2765425"/>
          <p14:tracePt t="27985" x="4287838" y="2776538"/>
          <p14:tracePt t="27993" x="4251325" y="2776538"/>
          <p14:tracePt t="28002" x="4238625" y="2776538"/>
          <p14:tracePt t="28011" x="4225925" y="2776538"/>
          <p14:tracePt t="28018" x="4214813" y="2776538"/>
          <p14:tracePt t="28026" x="4202113" y="2776538"/>
          <p14:tracePt t="28034" x="4165600" y="2776538"/>
          <p14:tracePt t="28043" x="4141788" y="2776538"/>
          <p14:tracePt t="28051" x="4129088" y="2776538"/>
          <p14:tracePt t="28059" x="4105275" y="2776538"/>
          <p14:tracePt t="28068" x="4079875" y="2776538"/>
          <p14:tracePt t="28076" x="4019550" y="2776538"/>
          <p14:tracePt t="28085" x="3983038" y="2776538"/>
          <p14:tracePt t="28093" x="3933825" y="2776538"/>
          <p14:tracePt t="28101" x="3921125" y="2776538"/>
          <p14:tracePt t="28102" x="3910013" y="2776538"/>
          <p14:tracePt t="28110" x="3897313" y="2776538"/>
          <p14:tracePt t="28118" x="3873500" y="2776538"/>
          <p14:tracePt t="28126" x="3860800" y="2776538"/>
          <p14:tracePt t="28134" x="3836988" y="2776538"/>
          <p14:tracePt t="28143" x="3824288" y="2776538"/>
          <p14:tracePt t="28151" x="3811588" y="2776538"/>
          <p14:tracePt t="28186" x="3800475" y="2776538"/>
          <p14:tracePt t="32411" x="3800475" y="2789238"/>
          <p14:tracePt t="32413" x="3800475" y="2801938"/>
          <p14:tracePt t="32419" x="3800475" y="2825750"/>
          <p14:tracePt t="32422" x="3787775" y="2851150"/>
          <p14:tracePt t="32430" x="3775075" y="2874963"/>
          <p14:tracePt t="32439" x="3763963" y="2898775"/>
          <p14:tracePt t="32447" x="3751263" y="2924175"/>
          <p14:tracePt t="32455" x="3738563" y="2947988"/>
          <p14:tracePt t="32464" x="3727450" y="2960688"/>
          <p14:tracePt t="32472" x="3727450" y="2971800"/>
          <p14:tracePt t="32473" x="3714750" y="2971800"/>
          <p14:tracePt t="32481" x="3714750" y="2984500"/>
          <p14:tracePt t="32489" x="3714750" y="2997200"/>
          <p14:tracePt t="32497" x="3714750" y="3008313"/>
          <p14:tracePt t="32505" x="3702050" y="3008313"/>
          <p14:tracePt t="32514" x="3702050" y="3021013"/>
          <p14:tracePt t="32727" x="3690938" y="3033713"/>
          <p14:tracePt t="32731" x="3678238" y="3033713"/>
          <p14:tracePt t="32733" x="3665538" y="3044825"/>
          <p14:tracePt t="32740" x="3654425" y="3057525"/>
          <p14:tracePt t="32747" x="3629025" y="3070225"/>
          <p14:tracePt t="32755" x="3592513" y="3081338"/>
          <p14:tracePt t="32764" x="3568700" y="3106738"/>
          <p14:tracePt t="32773" x="3544888" y="3106738"/>
          <p14:tracePt t="32774" x="3532188" y="3117850"/>
          <p14:tracePt t="32780" x="3519488" y="3130550"/>
          <p14:tracePt t="32791" x="3508375" y="3130550"/>
          <p14:tracePt t="32797" x="3508375" y="3143250"/>
          <p14:tracePt t="32826" x="3495675" y="3143250"/>
          <p14:tracePt t="32851" x="3495675" y="3154363"/>
          <p14:tracePt t="32926" x="3495675" y="3167063"/>
          <p14:tracePt t="32934" x="3482975" y="3167063"/>
          <p14:tracePt t="32939" x="3471863" y="3179763"/>
          <p14:tracePt t="32941" x="3459163" y="3179763"/>
          <p14:tracePt t="32947" x="3459163" y="3190875"/>
          <p14:tracePt t="32955" x="3446463" y="3203575"/>
          <p14:tracePt t="32963" x="3435350" y="3216275"/>
          <p14:tracePt t="32971" x="3435350" y="3227388"/>
          <p14:tracePt t="32980" x="3398838" y="3252788"/>
          <p14:tracePt t="32988" x="3386138" y="3276600"/>
          <p14:tracePt t="32997" x="3362325" y="3289300"/>
          <p14:tracePt t="33005" x="3336925" y="3313113"/>
          <p14:tracePt t="33013" x="3289300" y="3362325"/>
          <p14:tracePt t="33021" x="3263900" y="3373438"/>
          <p14:tracePt t="33030" x="3240088" y="3386138"/>
          <p14:tracePt t="33038" x="3214688" y="3422650"/>
          <p14:tracePt t="33046" x="3167063" y="3448050"/>
          <p14:tracePt t="33055" x="3130550" y="3484563"/>
          <p14:tracePt t="33063" x="3117850" y="3508375"/>
          <p14:tracePt t="33071" x="3105150" y="3521075"/>
          <p14:tracePt t="33080" x="3081338" y="3557588"/>
          <p14:tracePt t="33088" x="3068638" y="3568700"/>
          <p14:tracePt t="33096" x="3057525" y="3594100"/>
          <p14:tracePt t="33105" x="3044825" y="3605213"/>
          <p14:tracePt t="33113" x="3021013" y="3630613"/>
          <p14:tracePt t="33121" x="3021013" y="3654425"/>
          <p14:tracePt t="33131" x="3008313" y="3667125"/>
          <p14:tracePt t="33138" x="2995613" y="3667125"/>
          <p14:tracePt t="33146" x="2984500" y="3678238"/>
          <p14:tracePt t="33147" x="2984500" y="3690938"/>
          <p14:tracePt t="33155" x="2971800" y="3703638"/>
          <p14:tracePt t="33163" x="2947988" y="3727450"/>
          <p14:tracePt t="33171" x="2947988" y="3740150"/>
          <p14:tracePt t="33180" x="2935288" y="3763963"/>
          <p14:tracePt t="33188" x="2922588" y="3776663"/>
          <p14:tracePt t="33196" x="2911475" y="3813175"/>
          <p14:tracePt t="33205" x="2898775" y="3824288"/>
          <p14:tracePt t="33213" x="2849563" y="3886200"/>
          <p14:tracePt t="33221" x="2825750" y="3897313"/>
          <p14:tracePt t="33230" x="2801938" y="3933825"/>
          <p14:tracePt t="33238" x="2765425" y="3983038"/>
          <p14:tracePt t="33246" x="2728913" y="4019550"/>
          <p14:tracePt t="33255" x="2692400" y="4056063"/>
          <p14:tracePt t="33263" x="2667000" y="4081463"/>
          <p14:tracePt t="33271" x="2643188" y="4092575"/>
          <p14:tracePt t="33280" x="2630488" y="4105275"/>
          <p14:tracePt t="33288" x="2619375" y="4129088"/>
          <p14:tracePt t="33296" x="2606675" y="4129088"/>
          <p14:tracePt t="33304" x="2582863" y="4154488"/>
          <p14:tracePt t="33313" x="2546350" y="4165600"/>
          <p14:tracePt t="33321" x="2520950" y="4165600"/>
          <p14:tracePt t="33329" x="2508250" y="4191000"/>
          <p14:tracePt t="33338" x="2460625" y="4202113"/>
          <p14:tracePt t="33347" x="2411413" y="4227513"/>
          <p14:tracePt t="33355" x="2387600" y="4238625"/>
          <p14:tracePt t="33363" x="2362200" y="4251325"/>
          <p14:tracePt t="33371" x="2338388" y="4264025"/>
          <p14:tracePt t="33379" x="2265363" y="4287838"/>
          <p14:tracePt t="33388" x="2192338" y="4324350"/>
          <p14:tracePt t="33396" x="2143125" y="4348163"/>
          <p14:tracePt t="33404" x="2106613" y="4373563"/>
          <p14:tracePt t="33413" x="2009775" y="4410075"/>
          <p14:tracePt t="33421" x="1985963" y="4410075"/>
          <p14:tracePt t="33422" x="1960563" y="4421188"/>
          <p14:tracePt t="33429" x="1936750" y="4421188"/>
          <p14:tracePt t="33438" x="1900238" y="4433888"/>
          <p14:tracePt t="33446" x="1863725" y="4457700"/>
          <p14:tracePt t="33447" x="1839913" y="4457700"/>
          <p14:tracePt t="33454" x="1803400" y="4470400"/>
          <p14:tracePt t="33463" x="1741488" y="4494213"/>
          <p14:tracePt t="33471" x="1728788" y="4494213"/>
          <p14:tracePt t="33472" x="1681163" y="4494213"/>
          <p14:tracePt t="33480" x="1668463" y="4506913"/>
          <p14:tracePt t="33488" x="1631950" y="4519613"/>
          <p14:tracePt t="33496" x="1595438" y="4519613"/>
          <p14:tracePt t="33505" x="1571625" y="4530725"/>
          <p14:tracePt t="33512" x="1509713" y="4543425"/>
          <p14:tracePt t="33521" x="1485900" y="4543425"/>
          <p14:tracePt t="33522" x="1473200" y="4556125"/>
          <p14:tracePt t="33529" x="1449388" y="4556125"/>
          <p14:tracePt t="33538" x="1400175" y="4579938"/>
          <p14:tracePt t="33546" x="1352550" y="4592638"/>
          <p14:tracePt t="33547" x="1327150" y="4603750"/>
          <p14:tracePt t="33554" x="1266825" y="4616450"/>
          <p14:tracePt t="33563" x="1230313" y="4629150"/>
          <p14:tracePt t="33571" x="1193800" y="4629150"/>
          <p14:tracePt t="33579" x="1169988" y="4640263"/>
          <p14:tracePt t="33588" x="1120775" y="4652963"/>
          <p14:tracePt t="33596" x="1108075" y="4652963"/>
          <p14:tracePt t="33604" x="1071563" y="4652963"/>
          <p14:tracePt t="33612" x="1022350" y="4652963"/>
          <p14:tracePt t="33621" x="998538" y="4652963"/>
          <p14:tracePt t="33622" x="974725" y="4652963"/>
          <p14:tracePt t="33629" x="949325" y="4652963"/>
          <p14:tracePt t="33638" x="901700" y="4640263"/>
          <p14:tracePt t="33646" x="828675" y="4640263"/>
          <p14:tracePt t="33654" x="742950" y="4640263"/>
          <p14:tracePt t="33663" x="657225" y="4640263"/>
          <p14:tracePt t="33671" x="560388" y="4640263"/>
          <p14:tracePt t="33679" x="511175" y="4640263"/>
          <p14:tracePt t="33687" x="390525" y="4640263"/>
          <p14:tracePt t="33696" x="328613" y="4640263"/>
          <p14:tracePt t="33704" x="279400" y="4640263"/>
          <p14:tracePt t="33712" x="231775" y="4640263"/>
          <p14:tracePt t="33761" x="219075" y="4640263"/>
          <p14:tracePt t="33841" x="219075" y="4652963"/>
          <p14:tracePt t="33854" x="231775" y="4652963"/>
          <p14:tracePt t="33859" x="242888" y="4652963"/>
          <p14:tracePt t="33862" x="255588" y="4665663"/>
          <p14:tracePt t="33871" x="279400" y="4665663"/>
          <p14:tracePt t="33879" x="292100" y="4665663"/>
          <p14:tracePt t="33880" x="315913" y="4665663"/>
          <p14:tracePt t="33888" x="352425" y="4678363"/>
          <p14:tracePt t="33896" x="427038" y="4689475"/>
          <p14:tracePt t="33904" x="474663" y="4702175"/>
          <p14:tracePt t="33912" x="523875" y="4702175"/>
          <p14:tracePt t="33921" x="560388" y="4714875"/>
          <p14:tracePt t="33922" x="573088" y="4714875"/>
          <p14:tracePt t="33929" x="596900" y="4714875"/>
          <p14:tracePt t="33937" x="620713" y="4725988"/>
          <p14:tracePt t="33946" x="646113" y="4725988"/>
          <p14:tracePt t="33954" x="669925" y="4725988"/>
          <p14:tracePt t="33962" x="693738" y="4725988"/>
          <p14:tracePt t="33971" x="706438" y="4725988"/>
          <p14:tracePt t="33979" x="719138" y="4725988"/>
          <p14:tracePt t="33987" x="742950" y="4725988"/>
          <p14:tracePt t="33995" x="766763" y="4725988"/>
          <p14:tracePt t="34004" x="815975" y="4725988"/>
          <p14:tracePt t="34012" x="839788" y="4725988"/>
          <p14:tracePt t="34021" x="876300" y="4725988"/>
          <p14:tracePt t="34029" x="912813" y="4725988"/>
          <p14:tracePt t="34037" x="962025" y="4725988"/>
          <p14:tracePt t="34045" x="985838" y="4725988"/>
          <p14:tracePt t="34054" x="1022350" y="4725988"/>
          <p14:tracePt t="34062" x="1047750" y="4725988"/>
          <p14:tracePt t="34070" x="1058863" y="4725988"/>
          <p14:tracePt t="34079" x="1084263" y="4738688"/>
          <p14:tracePt t="34080" x="1108075" y="4751388"/>
          <p14:tracePt t="34087" x="1120775" y="4751388"/>
          <p14:tracePt t="34095" x="1133475" y="4751388"/>
          <p14:tracePt t="34104" x="1169988" y="4751388"/>
          <p14:tracePt t="34112" x="1193800" y="4751388"/>
          <p14:tracePt t="34120" x="1230313" y="4751388"/>
          <p14:tracePt t="34129" x="1266825" y="4751388"/>
          <p14:tracePt t="34137" x="1316038" y="4751388"/>
          <p14:tracePt t="34145" x="1352550" y="4751388"/>
          <p14:tracePt t="34154" x="1449388" y="4751388"/>
          <p14:tracePt t="34162" x="1498600" y="4751388"/>
          <p14:tracePt t="34171" x="1535113" y="4751388"/>
          <p14:tracePt t="34179" x="1558925" y="4751388"/>
          <p14:tracePt t="34187" x="1668463" y="4751388"/>
          <p14:tracePt t="34195" x="1717675" y="4751388"/>
          <p14:tracePt t="34204" x="1754188" y="4751388"/>
          <p14:tracePt t="34212" x="1778000" y="4751388"/>
          <p14:tracePt t="34213" x="1790700" y="4751388"/>
          <p14:tracePt t="34229" x="1803400" y="4738688"/>
          <p14:tracePt t="34251" x="1814513" y="4738688"/>
          <p14:tracePt t="34279" x="1827213" y="4738688"/>
          <p14:tracePt t="34281" x="1839913" y="4738688"/>
          <p14:tracePt t="34287" x="1851025" y="4738688"/>
          <p14:tracePt t="34295" x="1900238" y="4725988"/>
          <p14:tracePt t="34304" x="1960563" y="4725988"/>
          <p14:tracePt t="34312" x="2058988" y="4725988"/>
          <p14:tracePt t="34321" x="2143125" y="4725988"/>
          <p14:tracePt t="34329" x="2205038" y="4725988"/>
          <p14:tracePt t="34337" x="2338388" y="4725988"/>
          <p14:tracePt t="34345" x="2497138" y="4725988"/>
          <p14:tracePt t="34354" x="2789238" y="4725988"/>
          <p14:tracePt t="34362" x="3008313" y="4725988"/>
          <p14:tracePt t="34370" x="3117850" y="4725988"/>
          <p14:tracePt t="34378" x="3349625" y="4751388"/>
          <p14:tracePt t="34387" x="3690938" y="4751388"/>
          <p14:tracePt t="34395" x="3921125" y="4762500"/>
          <p14:tracePt t="34404" x="4105275" y="4775200"/>
          <p14:tracePt t="34412" x="4238625" y="4787900"/>
          <p14:tracePt t="34412" x="4262438" y="4787900"/>
          <p14:tracePt t="34420" x="4298950" y="4787900"/>
          <p14:tracePt t="34429" x="4311650" y="4787900"/>
          <p14:tracePt t="34437" x="4324350" y="4787900"/>
          <p14:tracePt t="34581" x="4324350" y="4799013"/>
          <p14:tracePt t="34674" x="4335463" y="4799013"/>
          <p14:tracePt t="34679" x="4348163" y="4799013"/>
          <p14:tracePt t="34681" x="4360863" y="4787900"/>
          <p14:tracePt t="34687" x="4384675" y="4787900"/>
          <p14:tracePt t="34695" x="4445000" y="4775200"/>
          <p14:tracePt t="34703" x="4506913" y="4762500"/>
          <p14:tracePt t="34711" x="4530725" y="4751388"/>
          <p14:tracePt t="34720" x="4676775" y="4714875"/>
          <p14:tracePt t="34728" x="4749800" y="4689475"/>
          <p14:tracePt t="34736" x="4786313" y="4678363"/>
          <p14:tracePt t="34745" x="4799013" y="4678363"/>
          <p14:tracePt t="34753" x="4822825" y="4665663"/>
          <p14:tracePt t="35014" x="4835525" y="4665663"/>
          <p14:tracePt t="35026" x="4848225" y="4665663"/>
          <p14:tracePt t="35032" x="4859338" y="4652963"/>
          <p14:tracePt t="35039" x="4872038" y="4652963"/>
          <p14:tracePt t="35045" x="4884738" y="4652963"/>
          <p14:tracePt t="35053" x="4932363" y="4640263"/>
          <p14:tracePt t="35061" x="4957763" y="4640263"/>
          <p14:tracePt t="35069" x="4994275" y="4640263"/>
          <p14:tracePt t="35078" x="5041900" y="4640263"/>
          <p14:tracePt t="35086" x="5091113" y="4640263"/>
          <p14:tracePt t="35094" x="5127625" y="4640263"/>
          <p14:tracePt t="35103" x="5140325" y="4640263"/>
          <p14:tracePt t="35111" x="5151438" y="4640263"/>
          <p14:tracePt t="35121" x="5164138" y="4640263"/>
          <p14:tracePt t="35286" x="5176838" y="4640263"/>
          <p14:tracePt t="35295" x="5187950" y="4640263"/>
          <p14:tracePt t="35306" x="5200650" y="4640263"/>
          <p14:tracePt t="35312" x="5213350" y="4640263"/>
          <p14:tracePt t="35320" x="5224463" y="4640263"/>
          <p14:tracePt t="35328" x="5249863" y="4640263"/>
          <p14:tracePt t="35336" x="5273675" y="4640263"/>
          <p14:tracePt t="35344" x="5286375" y="4640263"/>
          <p14:tracePt t="35353" x="5322888" y="4652963"/>
          <p14:tracePt t="35361" x="5334000" y="4652963"/>
          <p14:tracePt t="35362" x="5346700" y="4652963"/>
          <p14:tracePt t="35369" x="5359400" y="4652963"/>
          <p14:tracePt t="35377" x="5383213" y="4652963"/>
          <p14:tracePt t="35386" x="5395913" y="4652963"/>
          <p14:tracePt t="35394" x="5408613" y="4652963"/>
          <p14:tracePt t="35402" x="5432425" y="4652963"/>
          <p14:tracePt t="35411" x="5445125" y="4665663"/>
          <p14:tracePt t="35411" x="5456238" y="4665663"/>
          <p14:tracePt t="35412" x="5468938" y="4665663"/>
          <p14:tracePt t="35420" x="5481638" y="4665663"/>
          <p14:tracePt t="35427" x="5518150" y="4665663"/>
          <p14:tracePt t="35436" x="5554663" y="4665663"/>
          <p14:tracePt t="35444" x="5591175" y="4665663"/>
          <p14:tracePt t="35453" x="5627688" y="4665663"/>
          <p14:tracePt t="35461" x="5651500" y="4665663"/>
          <p14:tracePt t="35461" x="5675313" y="4665663"/>
          <p14:tracePt t="35469" x="5688013" y="4665663"/>
          <p14:tracePt t="35477" x="5700713" y="4665663"/>
          <p14:tracePt t="35486" x="5724525" y="4665663"/>
          <p14:tracePt t="35487" x="5748338" y="4665663"/>
          <p14:tracePt t="35494" x="5761038" y="4665663"/>
          <p14:tracePt t="35502" x="5773738" y="4665663"/>
          <p14:tracePt t="35511" x="5784850" y="4665663"/>
          <p14:tracePt t="35520" x="5797550" y="4665663"/>
          <p14:tracePt t="35527" x="5810250" y="4665663"/>
          <p14:tracePt t="35536" x="5821363" y="4665663"/>
          <p14:tracePt t="35544" x="5834063" y="4665663"/>
          <p14:tracePt t="35552" x="5846763" y="4665663"/>
          <p14:tracePt t="35561" x="5870575" y="4665663"/>
          <p14:tracePt t="35561" x="5883275" y="4665663"/>
          <p14:tracePt t="35571" x="5907088" y="4652963"/>
          <p14:tracePt t="35577" x="5919788" y="4652963"/>
          <p14:tracePt t="35586" x="5956300" y="4640263"/>
          <p14:tracePt t="35586" x="5967413" y="4629150"/>
          <p14:tracePt t="35594" x="6003925" y="4603750"/>
          <p14:tracePt t="35602" x="6029325" y="4579938"/>
          <p14:tracePt t="35611" x="6053138" y="4579938"/>
          <p14:tracePt t="35619" x="6065838" y="4543425"/>
          <p14:tracePt t="35620" x="6089650" y="4530725"/>
          <p14:tracePt t="35627" x="6115050" y="4519613"/>
          <p14:tracePt t="35636" x="6151563" y="4494213"/>
          <p14:tracePt t="35644" x="6175375" y="4483100"/>
          <p14:tracePt t="35652" x="6199188" y="4457700"/>
          <p14:tracePt t="35661" x="6248400" y="4433888"/>
          <p14:tracePt t="35669" x="6272213" y="4410075"/>
          <p14:tracePt t="35677" x="6284913" y="4384675"/>
          <p14:tracePt t="35686" x="6308725" y="4373563"/>
          <p14:tracePt t="35694" x="6321425" y="4337050"/>
          <p14:tracePt t="35702" x="6334125" y="4337050"/>
          <p14:tracePt t="35711" x="6345238" y="4311650"/>
          <p14:tracePt t="35719" x="6345238" y="4300538"/>
          <p14:tracePt t="35727" x="6345238" y="4275138"/>
          <p14:tracePt t="35746" x="6345238" y="4264025"/>
          <p14:tracePt t="35754" x="6345238" y="4251325"/>
          <p14:tracePt t="35786" x="6345238" y="4238625"/>
          <p14:tracePt t="35794" x="6345238" y="4227513"/>
          <p14:tracePt t="35801" x="6345238" y="4214813"/>
          <p14:tracePt t="35811" x="6345238" y="4202113"/>
          <p14:tracePt t="35819" x="6345238" y="4191000"/>
          <p14:tracePt t="35821" x="6334125" y="4191000"/>
          <p14:tracePt t="35827" x="6334125" y="4178300"/>
          <p14:tracePt t="35836" x="6321425" y="4154488"/>
          <p14:tracePt t="35844" x="6297613" y="4129088"/>
          <p14:tracePt t="35853" x="6284913" y="4117975"/>
          <p14:tracePt t="35854" x="6272213" y="4105275"/>
          <p14:tracePt t="35860" x="6272213" y="4092575"/>
          <p14:tracePt t="35869" x="6261100" y="4081463"/>
          <p14:tracePt t="35877" x="6248400" y="4068763"/>
          <p14:tracePt t="35885" x="6235700" y="4056063"/>
          <p14:tracePt t="35934" x="6235700" y="4043363"/>
          <p14:tracePt t="35946" x="6224588" y="4032250"/>
          <p14:tracePt t="35959" x="6211888" y="4019550"/>
          <p14:tracePt t="35966" x="6211888" y="4006850"/>
          <p14:tracePt t="35974" x="6211888" y="3995738"/>
          <p14:tracePt t="36061" x="6199188" y="3995738"/>
          <p14:tracePt t="36069" x="6199188" y="3983038"/>
          <p14:tracePt t="36074" x="6199188" y="3970338"/>
          <p14:tracePt t="36079" x="6188075" y="3970338"/>
          <p14:tracePt t="36086" x="6188075" y="3959225"/>
          <p14:tracePt t="36094" x="6175375" y="3946525"/>
          <p14:tracePt t="36102" x="6175375" y="3933825"/>
          <p14:tracePt t="36114" x="6162675" y="3933825"/>
          <p14:tracePt t="36129" x="6162675" y="3922713"/>
          <p14:tracePt t="36146" x="6151563" y="3922713"/>
          <p14:tracePt t="36154" x="6151563" y="3910013"/>
          <p14:tracePt t="36181" x="6151563" y="3897313"/>
          <p14:tracePt t="36186" x="6138863" y="3897313"/>
          <p14:tracePt t="36191" x="6138863" y="3886200"/>
          <p14:tracePt t="36193" x="6126163" y="3886200"/>
          <p14:tracePt t="36202" x="6115050" y="3886200"/>
          <p14:tracePt t="36210" x="6115050" y="3873500"/>
          <p14:tracePt t="36221" x="6115050" y="3860800"/>
          <p14:tracePt t="36234" x="6102350" y="3849688"/>
          <p14:tracePt t="36249" x="6089650" y="3849688"/>
          <p14:tracePt t="36266" x="6076950" y="3849688"/>
          <p14:tracePt t="36271" x="6076950" y="3836988"/>
          <p14:tracePt t="36272" x="6065838" y="3836988"/>
          <p14:tracePt t="36279" x="6065838" y="3824288"/>
          <p14:tracePt t="36286" x="6053138" y="3824288"/>
          <p14:tracePt t="36293" x="6040438" y="3813175"/>
          <p14:tracePt t="36302" x="6029325" y="3800475"/>
          <p14:tracePt t="36310" x="6016625" y="3800475"/>
          <p14:tracePt t="36318" x="6003925" y="3787775"/>
          <p14:tracePt t="36326" x="5992813" y="3787775"/>
          <p14:tracePt t="36335" x="5980113" y="3787775"/>
          <p14:tracePt t="36343" x="5967413" y="3776663"/>
          <p14:tracePt t="36352" x="5956300" y="3776663"/>
          <p14:tracePt t="36360" x="5943600" y="3776663"/>
          <p14:tracePt t="36368" x="5919788" y="3763963"/>
          <p14:tracePt t="36377" x="5907088" y="3763963"/>
          <p14:tracePt t="36385" x="5894388" y="3763963"/>
          <p14:tracePt t="36393" x="5870575" y="3751263"/>
          <p14:tracePt t="36401" x="5857875" y="3751263"/>
          <p14:tracePt t="36410" x="5857875" y="3740150"/>
          <p14:tracePt t="36418" x="5846763" y="3740150"/>
          <p14:tracePt t="36426" x="5834063" y="3727450"/>
          <p14:tracePt t="36435" x="5821363" y="3727450"/>
          <p14:tracePt t="36443" x="5797550" y="3727450"/>
          <p14:tracePt t="36451" x="5773738" y="3727450"/>
          <p14:tracePt t="36460" x="5748338" y="3727450"/>
          <p14:tracePt t="36468" x="5700713" y="3727450"/>
          <p14:tracePt t="36476" x="5651500" y="3714750"/>
          <p14:tracePt t="36485" x="5614988" y="3714750"/>
          <p14:tracePt t="36493" x="5565775" y="3703638"/>
          <p14:tracePt t="36501" x="5541963" y="3690938"/>
          <p14:tracePt t="36510" x="5518150" y="3690938"/>
          <p14:tracePt t="36518" x="5505450" y="3690938"/>
          <p14:tracePt t="36526" x="5481638" y="3690938"/>
          <p14:tracePt t="36535" x="5445125" y="3678238"/>
          <p14:tracePt t="36543" x="5419725" y="3678238"/>
          <p14:tracePt t="36551" x="5408613" y="3678238"/>
          <p14:tracePt t="36552" x="5370513" y="3678238"/>
          <p14:tracePt t="36560" x="5359400" y="3678238"/>
          <p14:tracePt t="36568" x="5346700" y="3678238"/>
          <p14:tracePt t="36576" x="5334000" y="3678238"/>
          <p14:tracePt t="36585" x="5322888" y="3678238"/>
          <p14:tracePt t="36594" x="5310188" y="3678238"/>
          <p14:tracePt t="36634" x="5297488" y="3678238"/>
          <p14:tracePt t="36659" x="5286375" y="3678238"/>
          <p14:tracePt t="36666" x="5260975" y="3690938"/>
          <p14:tracePt t="36674" x="5260975" y="3703638"/>
          <p14:tracePt t="36679" x="5249863" y="3703638"/>
          <p14:tracePt t="36685" x="5224463" y="3703638"/>
          <p14:tracePt t="36693" x="5200650" y="3740150"/>
          <p14:tracePt t="36702" x="5187950" y="3751263"/>
          <p14:tracePt t="36710" x="5176838" y="3763963"/>
          <p14:tracePt t="36718" x="5151438" y="3787775"/>
          <p14:tracePt t="36727" x="5127625" y="3813175"/>
          <p14:tracePt t="36735" x="5091113" y="3860800"/>
          <p14:tracePt t="36743" x="5054600" y="3922713"/>
          <p14:tracePt t="36751" x="5054600" y="3946525"/>
          <p14:tracePt t="36760" x="5018088" y="3995738"/>
          <p14:tracePt t="36768" x="5005388" y="4019550"/>
          <p14:tracePt t="36776" x="5005388" y="4032250"/>
          <p14:tracePt t="36785" x="4994275" y="4056063"/>
          <p14:tracePt t="36793" x="4981575" y="4081463"/>
          <p14:tracePt t="36801" x="4981575" y="4092575"/>
          <p14:tracePt t="36810" x="4981575" y="4117975"/>
          <p14:tracePt t="36818" x="4981575" y="4141788"/>
          <p14:tracePt t="36826" x="4981575" y="4178300"/>
          <p14:tracePt t="36834" x="4981575" y="4214813"/>
          <p14:tracePt t="36843" x="4981575" y="4238625"/>
          <p14:tracePt t="36851" x="4981575" y="4264025"/>
          <p14:tracePt t="36859" x="4981575" y="4275138"/>
          <p14:tracePt t="36868" x="4981575" y="4300538"/>
          <p14:tracePt t="36876" x="4981575" y="4324350"/>
          <p14:tracePt t="36884" x="4981575" y="4337050"/>
          <p14:tracePt t="36893" x="4994275" y="4348163"/>
          <p14:tracePt t="36902" x="4994275" y="4360863"/>
          <p14:tracePt t="36909" x="5005388" y="4360863"/>
          <p14:tracePt t="36919" x="5018088" y="4373563"/>
          <p14:tracePt t="36927" x="5030788" y="4384675"/>
          <p14:tracePt t="36939" x="5041900" y="4397375"/>
          <p14:tracePt t="36946" x="5054600" y="4410075"/>
          <p14:tracePt t="36952" x="5067300" y="4421188"/>
          <p14:tracePt t="36960" x="5078413" y="4421188"/>
          <p14:tracePt t="36968" x="5103813" y="4446588"/>
          <p14:tracePt t="36976" x="5127625" y="4457700"/>
          <p14:tracePt t="36984" x="5164138" y="4457700"/>
          <p14:tracePt t="36993" x="5213350" y="4483100"/>
          <p14:tracePt t="37001" x="5237163" y="4483100"/>
          <p14:tracePt t="37009" x="5297488" y="4483100"/>
          <p14:tracePt t="37018" x="5334000" y="4483100"/>
          <p14:tracePt t="37026" x="5395913" y="4483100"/>
          <p14:tracePt t="37027" x="5432425" y="4483100"/>
          <p14:tracePt t="37034" x="5505450" y="4483100"/>
          <p14:tracePt t="37042" x="5602288" y="4483100"/>
          <p14:tracePt t="37051" x="5627688" y="4470400"/>
          <p14:tracePt t="37052" x="5700713" y="4457700"/>
          <p14:tracePt t="37060" x="5737225" y="4457700"/>
          <p14:tracePt t="37068" x="5797550" y="4446588"/>
          <p14:tracePt t="37076" x="5846763" y="4433888"/>
          <p14:tracePt t="37084" x="5894388" y="4433888"/>
          <p14:tracePt t="37092" x="5967413" y="4410075"/>
          <p14:tracePt t="37101" x="6003925" y="4384675"/>
          <p14:tracePt t="37109" x="6029325" y="4384675"/>
          <p14:tracePt t="37118" x="6040438" y="4373563"/>
          <p14:tracePt t="37126" x="6076950" y="4348163"/>
          <p14:tracePt t="37127" x="6076950" y="4337050"/>
          <p14:tracePt t="37134" x="6102350" y="4311650"/>
          <p14:tracePt t="37143" x="6115050" y="4275138"/>
          <p14:tracePt t="37151" x="6115050" y="4264025"/>
          <p14:tracePt t="37151" x="6126163" y="4251325"/>
          <p14:tracePt t="37152" x="6138863" y="4227513"/>
          <p14:tracePt t="37160" x="6138863" y="4202113"/>
          <p14:tracePt t="37168" x="6151563" y="4165600"/>
          <p14:tracePt t="37176" x="6162675" y="4117975"/>
          <p14:tracePt t="37184" x="6175375" y="4043363"/>
          <p14:tracePt t="37192" x="6175375" y="3995738"/>
          <p14:tracePt t="37201" x="6175375" y="3933825"/>
          <p14:tracePt t="37209" x="6175375" y="3886200"/>
          <p14:tracePt t="37217" x="6175375" y="3836988"/>
          <p14:tracePt t="37226" x="6162675" y="3800475"/>
          <p14:tracePt t="37226" x="6162675" y="3776663"/>
          <p14:tracePt t="37234" x="6138863" y="3751263"/>
          <p14:tracePt t="37243" x="6138863" y="3727450"/>
          <p14:tracePt t="37251" x="6138863" y="3714750"/>
          <p14:tracePt t="37251" x="6126163" y="3690938"/>
          <p14:tracePt t="37252" x="6115050" y="3690938"/>
          <p14:tracePt t="37260" x="6115050" y="3678238"/>
          <p14:tracePt t="37267" x="6102350" y="3654425"/>
          <p14:tracePt t="37276" x="6089650" y="3641725"/>
          <p14:tracePt t="37284" x="6089650" y="3630613"/>
          <p14:tracePt t="37292" x="6065838" y="3605213"/>
          <p14:tracePt t="37301" x="6065838" y="3594100"/>
          <p14:tracePt t="37302" x="6053138" y="3594100"/>
          <p14:tracePt t="37309" x="6053138" y="3581400"/>
          <p14:tracePt t="37317" x="6040438" y="3568700"/>
          <p14:tracePt t="37326" x="6029325" y="3568700"/>
          <p14:tracePt t="37334" x="6003925" y="3544888"/>
          <p14:tracePt t="37342" x="5980113" y="3532188"/>
          <p14:tracePt t="37351" x="5967413" y="3532188"/>
          <p14:tracePt t="37359" x="5943600" y="3532188"/>
          <p14:tracePt t="37367" x="5870575" y="3508375"/>
          <p14:tracePt t="37376" x="5810250" y="3495675"/>
          <p14:tracePt t="37384" x="5748338" y="3484563"/>
          <p14:tracePt t="37392" x="5711825" y="3484563"/>
          <p14:tracePt t="37401" x="5651500" y="3484563"/>
          <p14:tracePt t="37409" x="5602288" y="3484563"/>
          <p14:tracePt t="37417" x="5565775" y="3471863"/>
          <p14:tracePt t="37426" x="5529263" y="3471863"/>
          <p14:tracePt t="37426" x="5505450" y="3471863"/>
          <p14:tracePt t="37434" x="5456238" y="3471863"/>
          <p14:tracePt t="37442" x="5432425" y="3471863"/>
          <p14:tracePt t="37451" x="5383213" y="3471863"/>
          <p14:tracePt t="37459" x="5359400" y="3471863"/>
          <p14:tracePt t="37467" x="5322888" y="3471863"/>
          <p14:tracePt t="37476" x="5297488" y="3484563"/>
          <p14:tracePt t="37484" x="5249863" y="3484563"/>
          <p14:tracePt t="37492" x="5224463" y="3495675"/>
          <p14:tracePt t="37501" x="5187950" y="3508375"/>
          <p14:tracePt t="37509" x="5140325" y="3544888"/>
          <p14:tracePt t="37517" x="5091113" y="3594100"/>
          <p14:tracePt t="37525" x="5018088" y="3630613"/>
          <p14:tracePt t="37534" x="4932363" y="3727450"/>
          <p14:tracePt t="37542" x="4872038" y="3763963"/>
          <p14:tracePt t="37550" x="4848225" y="3787775"/>
          <p14:tracePt t="37559" x="4811713" y="3836988"/>
          <p14:tracePt t="37559" x="4775200" y="3849688"/>
          <p14:tracePt t="37567" x="4738688" y="3886200"/>
          <p14:tracePt t="37575" x="4725988" y="3910013"/>
          <p14:tracePt t="37584" x="4713288" y="3946525"/>
          <p14:tracePt t="37593" x="4702175" y="3959225"/>
          <p14:tracePt t="37593" x="4689475" y="3983038"/>
          <p14:tracePt t="37601" x="4689475" y="3995738"/>
          <p14:tracePt t="37609" x="4689475" y="4019550"/>
          <p14:tracePt t="37617" x="4689475" y="4032250"/>
          <p14:tracePt t="37625" x="4689475" y="4043363"/>
          <p14:tracePt t="37634" x="4702175" y="4081463"/>
          <p14:tracePt t="37642" x="4713288" y="4117975"/>
          <p14:tracePt t="37650" x="4725988" y="4129088"/>
          <p14:tracePt t="37659" x="4749800" y="4165600"/>
          <p14:tracePt t="37659" x="4762500" y="4178300"/>
          <p14:tracePt t="37667" x="4799013" y="4214813"/>
          <p14:tracePt t="37675" x="4848225" y="4251325"/>
          <p14:tracePt t="37684" x="4872038" y="4287838"/>
          <p14:tracePt t="37692" x="4921250" y="4311650"/>
          <p14:tracePt t="37700" x="4945063" y="4324350"/>
          <p14:tracePt t="37709" x="4957763" y="4348163"/>
          <p14:tracePt t="37717" x="4994275" y="4360863"/>
          <p14:tracePt t="37725" x="5030788" y="4384675"/>
          <p14:tracePt t="37734" x="5067300" y="4410075"/>
          <p14:tracePt t="37742" x="5103813" y="4421188"/>
          <p14:tracePt t="37750" x="5114925" y="4433888"/>
          <p14:tracePt t="37759" x="5140325" y="4433888"/>
          <p14:tracePt t="37767" x="5164138" y="4446588"/>
          <p14:tracePt t="37775" x="5187950" y="4457700"/>
          <p14:tracePt t="38439" x="5200650" y="4457700"/>
          <p14:tracePt t="38446" x="5224463" y="4457700"/>
          <p14:tracePt t="38451" x="5260975" y="4457700"/>
          <p14:tracePt t="38452" x="5297488" y="4446588"/>
          <p14:tracePt t="38459" x="5310188" y="4446588"/>
          <p14:tracePt t="38466" x="5346700" y="4433888"/>
          <p14:tracePt t="38475" x="5492750" y="4397375"/>
          <p14:tracePt t="38483" x="5591175" y="4360863"/>
          <p14:tracePt t="38491" x="5627688" y="4337050"/>
          <p14:tracePt t="38499" x="5724525" y="4287838"/>
          <p14:tracePt t="38508" x="5773738" y="4264025"/>
          <p14:tracePt t="38516" x="5821363" y="4227513"/>
          <p14:tracePt t="38525" x="5846763" y="4214813"/>
          <p14:tracePt t="38533" x="5883275" y="4165600"/>
          <p14:tracePt t="38541" x="5894388" y="4154488"/>
          <p14:tracePt t="38550" x="5930900" y="4129088"/>
          <p14:tracePt t="38558" x="5930900" y="4105275"/>
          <p14:tracePt t="38566" x="5943600" y="4081463"/>
          <p14:tracePt t="38567" x="5956300" y="4081463"/>
          <p14:tracePt t="38575" x="5956300" y="4056063"/>
          <p14:tracePt t="38583" x="5967413" y="4032250"/>
          <p14:tracePt t="38591" x="5967413" y="4006850"/>
          <p14:tracePt t="38599" x="5967413" y="3970338"/>
          <p14:tracePt t="38608" x="5967413" y="3873500"/>
          <p14:tracePt t="38616" x="5967413" y="3824288"/>
          <p14:tracePt t="38624" x="5943600" y="3763963"/>
          <p14:tracePt t="38633" x="5907088" y="3667125"/>
          <p14:tracePt t="38641" x="5894388" y="3641725"/>
          <p14:tracePt t="38649" x="5883275" y="3605213"/>
          <p14:tracePt t="38658" x="5857875" y="3594100"/>
          <p14:tracePt t="38666" x="5846763" y="3568700"/>
          <p14:tracePt t="38674" x="5821363" y="3557588"/>
          <p14:tracePt t="38683" x="5773738" y="3544888"/>
          <p14:tracePt t="38692" x="5748338" y="3532188"/>
          <p14:tracePt t="38699" x="5711825" y="3521075"/>
          <p14:tracePt t="38708" x="5688013" y="3508375"/>
          <p14:tracePt t="38716" x="5675313" y="3508375"/>
          <p14:tracePt t="38724" x="5664200" y="3508375"/>
          <p14:tracePt t="38733" x="5651500" y="3508375"/>
          <p14:tracePt t="38741" x="5638800" y="3508375"/>
          <p14:tracePt t="38749" x="5627688" y="3508375"/>
          <p14:tracePt t="38758" x="5614988" y="3508375"/>
          <p14:tracePt t="38766" x="5591175" y="3508375"/>
          <p14:tracePt t="38774" x="5578475" y="3508375"/>
          <p14:tracePt t="38783" x="5554663" y="3508375"/>
          <p14:tracePt t="38794" x="5541963" y="3508375"/>
          <p14:tracePt t="38800" x="5529263" y="3508375"/>
          <p14:tracePt t="38808" x="5505450" y="3521075"/>
          <p14:tracePt t="38816" x="5492750" y="3521075"/>
          <p14:tracePt t="38824" x="5481638" y="3532188"/>
          <p14:tracePt t="38833" x="5468938" y="3532188"/>
          <p14:tracePt t="38841" x="5445125" y="3544888"/>
          <p14:tracePt t="38842" x="5432425" y="3544888"/>
          <p14:tracePt t="38851" x="5408613" y="3557588"/>
          <p14:tracePt t="38858" x="5395913" y="3568700"/>
          <p14:tracePt t="38866" x="5370513" y="3568700"/>
          <p14:tracePt t="38867" x="5359400" y="3568700"/>
          <p14:tracePt t="38874" x="5322888" y="3581400"/>
          <p14:tracePt t="38883" x="5297488" y="3605213"/>
          <p14:tracePt t="38891" x="5273675" y="3617913"/>
          <p14:tracePt t="38892" x="5249863" y="3617913"/>
          <p14:tracePt t="38900" x="5224463" y="3630613"/>
          <p14:tracePt t="38908" x="5200650" y="3654425"/>
          <p14:tracePt t="38916" x="5176838" y="3678238"/>
          <p14:tracePt t="38924" x="5127625" y="3703638"/>
          <p14:tracePt t="38932" x="5067300" y="3800475"/>
          <p14:tracePt t="38941" x="5041900" y="3824288"/>
          <p14:tracePt t="38942" x="5018088" y="3849688"/>
          <p14:tracePt t="38949" x="5005388" y="3873500"/>
          <p14:tracePt t="38958" x="4981575" y="3933825"/>
          <p14:tracePt t="38966" x="4945063" y="4032250"/>
          <p14:tracePt t="38974" x="4921250" y="4092575"/>
          <p14:tracePt t="38982" x="4908550" y="4178300"/>
          <p14:tracePt t="38991" x="4895850" y="4214813"/>
          <p14:tracePt t="38991" x="4895850" y="4238625"/>
          <p14:tracePt t="38992" x="4895850" y="4275138"/>
          <p14:tracePt t="39000" x="4895850" y="4311650"/>
          <p14:tracePt t="39007" x="4895850" y="4360863"/>
          <p14:tracePt t="39016" x="4895850" y="4384675"/>
          <p14:tracePt t="39024" x="4895850" y="4410075"/>
          <p14:tracePt t="39032" x="4895850" y="4421188"/>
          <p14:tracePt t="39041" x="4895850" y="4433888"/>
          <p14:tracePt t="39049" x="4895850" y="4446588"/>
          <p14:tracePt t="39059" x="4908550" y="4457700"/>
          <p14:tracePt t="39066" x="4908550" y="4470400"/>
          <p14:tracePt t="39074" x="4921250" y="4470400"/>
          <p14:tracePt t="39082" x="4945063" y="4494213"/>
          <p14:tracePt t="39091" x="4957763" y="4494213"/>
          <p14:tracePt t="39092" x="4968875" y="4506913"/>
          <p14:tracePt t="39100" x="4994275" y="4506913"/>
          <p14:tracePt t="39107" x="5005388" y="4506913"/>
          <p14:tracePt t="39116" x="5041900" y="4519613"/>
          <p14:tracePt t="39124" x="5091113" y="4519613"/>
          <p14:tracePt t="39132" x="5151438" y="4519613"/>
          <p14:tracePt t="39141" x="5187950" y="4519613"/>
          <p14:tracePt t="39142" x="5237163" y="4519613"/>
          <p14:tracePt t="39149" x="5249863" y="4519613"/>
          <p14:tracePt t="39157" x="5334000" y="4519613"/>
          <p14:tracePt t="39166" x="5419725" y="4519613"/>
          <p14:tracePt t="39174" x="5554663" y="4494213"/>
          <p14:tracePt t="39183" x="5638800" y="4470400"/>
          <p14:tracePt t="39191" x="5700713" y="4446588"/>
          <p14:tracePt t="39199" x="5821363" y="4384675"/>
          <p14:tracePt t="39200" x="5857875" y="4373563"/>
          <p14:tracePt t="39207" x="5894388" y="4373563"/>
          <p14:tracePt t="39215" x="5943600" y="4337050"/>
          <p14:tracePt t="39224" x="5980113" y="4311650"/>
          <p14:tracePt t="39232" x="6003925" y="4311650"/>
          <p14:tracePt t="39241" x="6016625" y="4287838"/>
          <p14:tracePt t="39249" x="6029325" y="4287838"/>
          <p14:tracePt t="42274" x="6029325" y="4275138"/>
          <p14:tracePt t="42295" x="6016625" y="4275138"/>
          <p14:tracePt t="42299" x="6016625" y="4264025"/>
          <p14:tracePt t="42304" x="6003925" y="4264025"/>
          <p14:tracePt t="42313" x="5992813" y="4251325"/>
          <p14:tracePt t="42321" x="5980113" y="4251325"/>
          <p14:tracePt t="42322" x="5967413" y="4238625"/>
          <p14:tracePt t="42331" x="5967413" y="4227513"/>
          <p14:tracePt t="42338" x="5956300" y="4227513"/>
          <p14:tracePt t="42346" x="5943600" y="4214813"/>
          <p14:tracePt t="42347" x="5930900" y="4214813"/>
          <p14:tracePt t="42359" x="5919788" y="4214813"/>
          <p14:tracePt t="42366" x="5907088" y="4214813"/>
          <p14:tracePt t="42380" x="5907088" y="4202113"/>
          <p14:tracePt t="42554" x="5894388" y="4202113"/>
          <p14:tracePt t="42559" x="5883275" y="4202113"/>
          <p14:tracePt t="42562" x="5870575" y="4202113"/>
          <p14:tracePt t="42571" x="5846763" y="4214813"/>
          <p14:tracePt t="42579" x="5810250" y="4227513"/>
          <p14:tracePt t="42580" x="5810250" y="4251325"/>
          <p14:tracePt t="42588" x="5748338" y="4287838"/>
          <p14:tracePt t="42596" x="5711825" y="4311650"/>
          <p14:tracePt t="42604" x="5664200" y="4348163"/>
          <p14:tracePt t="42612" x="5627688" y="4373563"/>
          <p14:tracePt t="42621" x="5591175" y="4384675"/>
          <p14:tracePt t="42629" x="5578475" y="4410075"/>
          <p14:tracePt t="42637" x="5565775" y="4410075"/>
          <p14:tracePt t="42731" x="5565775" y="4397375"/>
          <p14:tracePt t="42741" x="5565775" y="4384675"/>
          <p14:tracePt t="42746" x="5565775" y="4373563"/>
          <p14:tracePt t="42754" x="5565775" y="4360863"/>
          <p14:tracePt t="42766" x="5565775" y="4348163"/>
          <p14:tracePt t="42781" x="5565775" y="4337050"/>
          <p14:tracePt t="42809" x="5578475" y="4337050"/>
          <p14:tracePt t="42826" x="5591175" y="4337050"/>
          <p14:tracePt t="42834" x="5602288" y="4324350"/>
          <p14:tracePt t="42841" x="5614988" y="4311650"/>
          <p14:tracePt t="42846" x="5627688" y="4311650"/>
          <p14:tracePt t="42851" x="5638800" y="4300538"/>
          <p14:tracePt t="42859" x="5664200" y="4300538"/>
          <p14:tracePt t="42862" x="5675313" y="4287838"/>
          <p14:tracePt t="42870" x="5688013" y="4287838"/>
          <p14:tracePt t="42879" x="5711825" y="4264025"/>
          <p14:tracePt t="42880" x="5724525" y="4264025"/>
          <p14:tracePt t="42887" x="5748338" y="4251325"/>
          <p14:tracePt t="42895" x="5773738" y="4238625"/>
          <p14:tracePt t="42904" x="5784850" y="4227513"/>
          <p14:tracePt t="42912" x="5797550" y="4202113"/>
          <p14:tracePt t="42920" x="5810250" y="4202113"/>
          <p14:tracePt t="42934" x="5810250" y="4191000"/>
          <p14:tracePt t="42941" x="5821363" y="4178300"/>
          <p14:tracePt t="42954" x="5821363" y="4165600"/>
          <p14:tracePt t="42959" x="5821363" y="4154488"/>
          <p14:tracePt t="42962" x="5834063" y="4141788"/>
          <p14:tracePt t="42971" x="5834063" y="4129088"/>
          <p14:tracePt t="42979" x="5834063" y="4117975"/>
          <p14:tracePt t="42987" x="5834063" y="4092575"/>
          <p14:tracePt t="42995" x="5834063" y="4081463"/>
          <p14:tracePt t="43004" x="5834063" y="4056063"/>
          <p14:tracePt t="43012" x="5834063" y="4043363"/>
          <p14:tracePt t="43021" x="5834063" y="4032250"/>
          <p14:tracePt t="43021" x="5834063" y="4019550"/>
          <p14:tracePt t="43031" x="5834063" y="4006850"/>
          <p14:tracePt t="43039" x="5834063" y="3995738"/>
          <p14:tracePt t="43046" x="5834063" y="3983038"/>
          <p14:tracePt t="43066" x="5821363" y="3970338"/>
          <p14:tracePt t="43161" x="5810250" y="3959225"/>
          <p14:tracePt t="43166" x="5797550" y="3959225"/>
          <p14:tracePt t="43174" x="5784850" y="3959225"/>
          <p14:tracePt t="43181" x="5773738" y="3959225"/>
          <p14:tracePt t="43189" x="5761038" y="3959225"/>
          <p14:tracePt t="43206" x="5748338" y="3959225"/>
          <p14:tracePt t="43211" x="5748338" y="3946525"/>
          <p14:tracePt t="43219" x="5737225" y="3946525"/>
          <p14:tracePt t="43269" x="5724525" y="3946525"/>
          <p14:tracePt t="43329" x="5711825" y="3946525"/>
          <p14:tracePt t="43334" x="5700713" y="3946525"/>
          <p14:tracePt t="43345" x="5700713" y="3933825"/>
          <p14:tracePt t="43346" x="5688013" y="3933825"/>
          <p14:tracePt t="43354" x="5675313" y="3933825"/>
          <p14:tracePt t="43362" x="5664200" y="3933825"/>
          <p14:tracePt t="43386" x="5651500" y="3933825"/>
          <p14:tracePt t="43391" x="5651500" y="3922713"/>
          <p14:tracePt t="43395" x="5638800" y="3922713"/>
          <p14:tracePt t="43412" x="5627688" y="3922713"/>
          <p14:tracePt t="43420" x="5614988" y="3922713"/>
          <p14:tracePt t="43428" x="5591175" y="3922713"/>
          <p14:tracePt t="43437" x="5578475" y="3910013"/>
          <p14:tracePt t="43445" x="5565775" y="3910013"/>
          <p14:tracePt t="43453" x="5554663" y="3910013"/>
          <p14:tracePt t="43461" x="5541963" y="3910013"/>
          <p14:tracePt t="43470" x="5529263" y="3897313"/>
          <p14:tracePt t="43478" x="5518150" y="3897313"/>
          <p14:tracePt t="43487" x="5505450" y="3897313"/>
          <p14:tracePt t="43495" x="5492750" y="3897313"/>
          <p14:tracePt t="43509" x="5481638" y="3897313"/>
          <p14:tracePt t="43519" x="5468938" y="3897313"/>
          <p14:tracePt t="43528" x="5456238" y="3897313"/>
          <p14:tracePt t="43546" x="5445125" y="3897313"/>
          <p14:tracePt t="43566" x="5432425" y="3897313"/>
          <p14:tracePt t="43629" x="5419725" y="3897313"/>
          <p14:tracePt t="43641" x="5408613" y="3897313"/>
          <p14:tracePt t="43649" x="5395913" y="3897313"/>
          <p14:tracePt t="43661" x="5383213" y="3897313"/>
          <p14:tracePt t="43666" x="5370513" y="3897313"/>
          <p14:tracePt t="43671" x="5359400" y="3897313"/>
          <p14:tracePt t="43678" x="5346700" y="3897313"/>
          <p14:tracePt t="43686" x="5322888" y="3897313"/>
          <p14:tracePt t="43695" x="5297488" y="3897313"/>
          <p14:tracePt t="43703" x="5273675" y="3910013"/>
          <p14:tracePt t="43711" x="5260975" y="3922713"/>
          <p14:tracePt t="43719" x="5237163" y="3922713"/>
          <p14:tracePt t="43734" x="5237163" y="3933825"/>
          <p14:tracePt t="43739" x="5224463" y="3933825"/>
          <p14:tracePt t="43745" x="5213350" y="3933825"/>
          <p14:tracePt t="43753" x="5213350" y="3946525"/>
          <p14:tracePt t="43761" x="5187950" y="3970338"/>
          <p14:tracePt t="43769" x="5151438" y="4019550"/>
          <p14:tracePt t="43778" x="5140325" y="4043363"/>
          <p14:tracePt t="43786" x="5127625" y="4081463"/>
          <p14:tracePt t="43795" x="5103813" y="4141788"/>
          <p14:tracePt t="43803" x="5078413" y="4178300"/>
          <p14:tracePt t="43811" x="5067300" y="4238625"/>
          <p14:tracePt t="43820" x="5054600" y="4275138"/>
          <p14:tracePt t="43828" x="5054600" y="4311650"/>
          <p14:tracePt t="43836" x="5054600" y="4337050"/>
          <p14:tracePt t="43844" x="5054600" y="4373563"/>
          <p14:tracePt t="43853" x="5054600" y="4410075"/>
          <p14:tracePt t="43861" x="5054600" y="4433888"/>
          <p14:tracePt t="43869" x="5054600" y="4446588"/>
          <p14:tracePt t="43878" x="5067300" y="4470400"/>
          <p14:tracePt t="43886" x="5067300" y="4483100"/>
          <p14:tracePt t="43894" x="5078413" y="4519613"/>
          <p14:tracePt t="43903" x="5091113" y="4543425"/>
          <p14:tracePt t="43911" x="5103813" y="4543425"/>
          <p14:tracePt t="43920" x="5103813" y="4556125"/>
          <p14:tracePt t="43946" x="5103813" y="4567238"/>
          <p14:tracePt t="43954" x="5114925" y="4567238"/>
          <p14:tracePt t="43962" x="5127625" y="4567238"/>
          <p14:tracePt t="43970" x="5140325" y="4567238"/>
          <p14:tracePt t="43974" x="5164138" y="4567238"/>
          <p14:tracePt t="43979" x="5176838" y="4567238"/>
          <p14:tracePt t="43986" x="5213350" y="4567238"/>
          <p14:tracePt t="43994" x="5260975" y="4579938"/>
          <p14:tracePt t="44003" x="5370513" y="4579938"/>
          <p14:tracePt t="44012" x="5481638" y="4579938"/>
          <p14:tracePt t="44019" x="5541963" y="4579938"/>
          <p14:tracePt t="44028" x="5700713" y="4579938"/>
          <p14:tracePt t="44036" x="5773738" y="4579938"/>
          <p14:tracePt t="44045" x="5834063" y="4579938"/>
          <p14:tracePt t="44053" x="5857875" y="4567238"/>
          <p14:tracePt t="44061" x="5883275" y="4556125"/>
          <p14:tracePt t="44086" x="5894388" y="4556125"/>
          <p14:tracePt t="44121" x="5894388" y="4543425"/>
          <p14:tracePt t="44134" x="5907088" y="4543425"/>
          <p14:tracePt t="44139" x="5907088" y="4530725"/>
          <p14:tracePt t="44160" x="5907088" y="4506913"/>
          <p14:tracePt t="44166" x="5907088" y="4494213"/>
          <p14:tracePt t="44171" x="5907088" y="4483100"/>
          <p14:tracePt t="44177" x="5907088" y="4470400"/>
          <p14:tracePt t="44186" x="5907088" y="4421188"/>
          <p14:tracePt t="44194" x="5907088" y="4397375"/>
          <p14:tracePt t="44202" x="5907088" y="4348163"/>
          <p14:tracePt t="44211" x="5907088" y="4311650"/>
          <p14:tracePt t="44219" x="5907088" y="4287838"/>
          <p14:tracePt t="44220" x="5907088" y="4264025"/>
          <p14:tracePt t="44227" x="5907088" y="4238625"/>
          <p14:tracePt t="44236" x="5907088" y="4202113"/>
          <p14:tracePt t="44244" x="5907088" y="4178300"/>
          <p14:tracePt t="44252" x="5907088" y="4141788"/>
          <p14:tracePt t="44261" x="5907088" y="4117975"/>
          <p14:tracePt t="44262" x="5894388" y="4105275"/>
          <p14:tracePt t="44271" x="5894388" y="4081463"/>
          <p14:tracePt t="44277" x="5883275" y="4068763"/>
          <p14:tracePt t="44286" x="5883275" y="4056063"/>
          <p14:tracePt t="44294" x="5883275" y="4032250"/>
          <p14:tracePt t="44303" x="5870575" y="4019550"/>
          <p14:tracePt t="44311" x="5870575" y="4006850"/>
          <p14:tracePt t="44319" x="5857875" y="3995738"/>
          <p14:tracePt t="44327" x="5846763" y="3983038"/>
          <p14:tracePt t="44336" x="5846763" y="3959225"/>
          <p14:tracePt t="44344" x="5834063" y="3946525"/>
          <p14:tracePt t="44352" x="5821363" y="3922713"/>
          <p14:tracePt t="44361" x="5810250" y="3922713"/>
          <p14:tracePt t="44369" x="5797550" y="3897313"/>
          <p14:tracePt t="44377" x="5784850" y="3897313"/>
          <p14:tracePt t="44386" x="5773738" y="3873500"/>
          <p14:tracePt t="44386" x="5761038" y="3873500"/>
          <p14:tracePt t="44394" x="5761038" y="3860800"/>
          <p14:tracePt t="44402" x="5737225" y="3849688"/>
          <p14:tracePt t="44414" x="5737225" y="3836988"/>
          <p14:tracePt t="44420" x="5711825" y="3836988"/>
          <p14:tracePt t="44429" x="5700713" y="3824288"/>
          <p14:tracePt t="44441" x="5688013" y="3813175"/>
          <p14:tracePt t="44454" x="5675313" y="3813175"/>
          <p14:tracePt t="44466" x="5664200" y="3800475"/>
          <p14:tracePt t="44495" x="5651500" y="3800475"/>
          <p14:tracePt t="44506" x="5638800" y="3787775"/>
          <p14:tracePt t="44526" x="5627688" y="3787775"/>
          <p14:tracePt t="44531" x="5627688" y="3776663"/>
          <p14:tracePt t="44541" x="5614988" y="3776663"/>
          <p14:tracePt t="44554" x="5602288" y="3776663"/>
          <p14:tracePt t="44569" x="5591175" y="3776663"/>
          <p14:tracePt t="44579" x="5578475" y="3776663"/>
          <p14:tracePt t="44589" x="5565775" y="3776663"/>
          <p14:tracePt t="44594" x="5554663" y="3776663"/>
          <p14:tracePt t="44601" x="5541963" y="3776663"/>
          <p14:tracePt t="44611" x="5529263" y="3776663"/>
          <p14:tracePt t="44612" x="5518150" y="3776663"/>
          <p14:tracePt t="44629" x="5505450" y="3776663"/>
          <p14:tracePt t="44639" x="5492750" y="3776663"/>
          <p14:tracePt t="44646" x="5481638" y="3776663"/>
          <p14:tracePt t="44661" x="5468938" y="3776663"/>
          <p14:tracePt t="44674" x="5456238" y="3776663"/>
          <p14:tracePt t="44681" x="5456238" y="3763963"/>
          <p14:tracePt t="44689" x="5445125" y="3763963"/>
          <p14:tracePt t="44694" x="5432425" y="3763963"/>
          <p14:tracePt t="44699" x="5419725" y="3763963"/>
          <p14:tracePt t="44706" x="5408613" y="3763963"/>
          <p14:tracePt t="44710" x="5395913" y="3763963"/>
          <p14:tracePt t="44719" x="5370513" y="3763963"/>
          <p14:tracePt t="44727" x="5359400" y="3763963"/>
          <p14:tracePt t="44735" x="5334000" y="3763963"/>
          <p14:tracePt t="44746" x="5322888" y="3763963"/>
          <p14:tracePt t="44752" x="5297488" y="3763963"/>
          <p14:tracePt t="44761" x="5286375" y="3763963"/>
          <p14:tracePt t="44779" x="5273675" y="3763963"/>
          <p14:tracePt t="44814" x="5260975" y="3763963"/>
          <p14:tracePt t="44821" x="5249863" y="3763963"/>
          <p14:tracePt t="44829" x="5237163" y="3763963"/>
          <p14:tracePt t="44839" x="5224463" y="3763963"/>
          <p14:tracePt t="44840" x="5213350" y="3763963"/>
          <p14:tracePt t="44846" x="5213350" y="3776663"/>
          <p14:tracePt t="44852" x="5200650" y="3776663"/>
          <p14:tracePt t="44860" x="5176838" y="3787775"/>
          <p14:tracePt t="44874" x="5164138" y="3787775"/>
          <p14:tracePt t="44889" x="5151438" y="3787775"/>
          <p14:tracePt t="44919" x="5140325" y="3800475"/>
          <p14:tracePt t="44921" x="5127625" y="3800475"/>
          <p14:tracePt t="44927" x="5127625" y="3813175"/>
          <p14:tracePt t="44935" x="5103813" y="3824288"/>
          <p14:tracePt t="44944" x="5091113" y="3824288"/>
          <p14:tracePt t="44952" x="5054600" y="3849688"/>
          <p14:tracePt t="44960" x="5041900" y="3849688"/>
          <p14:tracePt t="44969" x="5030788" y="3873500"/>
          <p14:tracePt t="44977" x="4994275" y="3886200"/>
          <p14:tracePt t="44985" x="4981575" y="3910013"/>
          <p14:tracePt t="44993" x="4968875" y="3910013"/>
          <p14:tracePt t="45002" x="4945063" y="3946525"/>
          <p14:tracePt t="45010" x="4932363" y="3946525"/>
          <p14:tracePt t="45018" x="4921250" y="3970338"/>
          <p14:tracePt t="45027" x="4895850" y="3983038"/>
          <p14:tracePt t="45035" x="4895850" y="3995738"/>
          <p14:tracePt t="45043" x="4872038" y="4006850"/>
          <p14:tracePt t="45052" x="4872038" y="4019550"/>
          <p14:tracePt t="45060" x="4872038" y="4032250"/>
          <p14:tracePt t="45068" x="4859338" y="4043363"/>
          <p14:tracePt t="45077" x="4848225" y="4056063"/>
          <p14:tracePt t="45085" x="4848225" y="4068763"/>
          <p14:tracePt t="45093" x="4835525" y="4081463"/>
          <p14:tracePt t="45101" x="4835525" y="4105275"/>
          <p14:tracePt t="45110" x="4822825" y="4129088"/>
          <p14:tracePt t="45119" x="4811713" y="4154488"/>
          <p14:tracePt t="45127" x="4811713" y="4165600"/>
          <p14:tracePt t="45135" x="4811713" y="4178300"/>
          <p14:tracePt t="45143" x="4799013" y="4202113"/>
          <p14:tracePt t="45154" x="4799013" y="4214813"/>
          <p14:tracePt t="45161" x="4799013" y="4227513"/>
          <p14:tracePt t="45179" x="4799013" y="4238625"/>
          <p14:tracePt t="45186" x="4799013" y="4251325"/>
          <p14:tracePt t="45199" x="4799013" y="4264025"/>
          <p14:tracePt t="45214" x="4799013" y="4275138"/>
          <p14:tracePt t="45219" x="4799013" y="4287838"/>
          <p14:tracePt t="45221" x="4811713" y="4287838"/>
          <p14:tracePt t="45226" x="4811713" y="4300538"/>
          <p14:tracePt t="45235" x="4822825" y="4324350"/>
          <p14:tracePt t="45244" x="4822825" y="4348163"/>
          <p14:tracePt t="45252" x="4848225" y="4360863"/>
          <p14:tracePt t="45260" x="4859338" y="4384675"/>
          <p14:tracePt t="45269" x="4872038" y="4384675"/>
          <p14:tracePt t="45276" x="4872038" y="4397375"/>
          <p14:tracePt t="45285" x="4884738" y="4410075"/>
          <p14:tracePt t="45309" x="4884738" y="4421188"/>
          <p14:tracePt t="45314" x="4895850" y="4421188"/>
          <p14:tracePt t="45327" x="4908550" y="4421188"/>
          <p14:tracePt t="45331" x="4908550" y="4433888"/>
          <p14:tracePt t="45335" x="4921250" y="4446588"/>
          <p14:tracePt t="45343" x="4932363" y="4446588"/>
          <p14:tracePt t="45351" x="4945063" y="4457700"/>
          <p14:tracePt t="45360" x="4968875" y="4470400"/>
          <p14:tracePt t="45368" x="4981575" y="4483100"/>
          <p14:tracePt t="45376" x="5005388" y="4483100"/>
          <p14:tracePt t="45385" x="5030788" y="4494213"/>
          <p14:tracePt t="45393" x="5067300" y="4506913"/>
          <p14:tracePt t="45401" x="5091113" y="4519613"/>
          <p14:tracePt t="45410" x="5151438" y="4519613"/>
          <p14:tracePt t="45418" x="5176838" y="4530725"/>
          <p14:tracePt t="45426" x="5249863" y="4530725"/>
          <p14:tracePt t="45435" x="5297488" y="4543425"/>
          <p14:tracePt t="45443" x="5346700" y="4543425"/>
          <p14:tracePt t="45451" x="5383213" y="4543425"/>
          <p14:tracePt t="45459" x="5456238" y="4556125"/>
          <p14:tracePt t="45468" x="5481638" y="4556125"/>
          <p14:tracePt t="45476" x="5505450" y="4556125"/>
          <p14:tracePt t="45485" x="5518150" y="4556125"/>
          <p14:tracePt t="45493" x="5529263" y="4556125"/>
          <p14:tracePt t="45501" x="5541963" y="4556125"/>
          <p14:tracePt t="45509" x="5578475" y="4556125"/>
          <p14:tracePt t="45519" x="5591175" y="4556125"/>
          <p14:tracePt t="45526" x="5614988" y="4543425"/>
          <p14:tracePt t="45534" x="5675313" y="4530725"/>
          <p14:tracePt t="45543" x="5711825" y="4506913"/>
          <p14:tracePt t="45551" x="5748338" y="4483100"/>
          <p14:tracePt t="45559" x="5784850" y="4470400"/>
          <p14:tracePt t="45568" x="5797550" y="4470400"/>
          <p14:tracePt t="45576" x="5821363" y="4446588"/>
          <p14:tracePt t="45585" x="5846763" y="4446588"/>
          <p14:tracePt t="45593" x="5857875" y="4433888"/>
          <p14:tracePt t="45602" x="5870575" y="4421188"/>
          <p14:tracePt t="45602" x="5870575" y="4410075"/>
          <p14:tracePt t="45609" x="5883275" y="4410075"/>
          <p14:tracePt t="45620" x="5894388" y="4397375"/>
          <p14:tracePt t="45626" x="5894388" y="4384675"/>
          <p14:tracePt t="45634" x="5907088" y="4360863"/>
          <p14:tracePt t="45643" x="5907088" y="4348163"/>
          <p14:tracePt t="45651" x="5907088" y="4337050"/>
          <p14:tracePt t="45659" x="5907088" y="4324350"/>
          <p14:tracePt t="45668" x="5907088" y="4311650"/>
          <p14:tracePt t="45676" x="5907088" y="4300538"/>
          <p14:tracePt t="45684" x="5907088" y="4287838"/>
          <p14:tracePt t="45693" x="5907088" y="4275138"/>
          <p14:tracePt t="45701" x="5907088" y="4264025"/>
          <p14:tracePt t="45710" x="5907088" y="4251325"/>
          <p14:tracePt t="45719" x="5907088" y="4238625"/>
          <p14:tracePt t="45727" x="5907088" y="4227513"/>
          <p14:tracePt t="45741" x="5907088" y="4214813"/>
          <p14:tracePt t="45754" x="5907088" y="4202113"/>
          <p14:tracePt t="45781" x="5894388" y="4202113"/>
          <p14:tracePt t="45794" x="5894388" y="4191000"/>
          <p14:tracePt t="45814" x="5894388" y="4178300"/>
          <p14:tracePt t="45821" x="5883275" y="4178300"/>
          <p14:tracePt t="45829" x="5883275" y="4165600"/>
          <p14:tracePt t="45846" x="5870575" y="4165600"/>
          <p14:tracePt t="45855" x="5857875" y="4154488"/>
          <p14:tracePt t="45866" x="5857875" y="4141788"/>
          <p14:tracePt t="45886" x="5857875" y="4129088"/>
          <p14:tracePt t="45899" x="5846763" y="4117975"/>
          <p14:tracePt t="45919" x="5846763" y="4105275"/>
          <p14:tracePt t="45929" x="5834063" y="4105275"/>
          <p14:tracePt t="45946" x="5834063" y="4092575"/>
          <p14:tracePt t="45952" x="5834063" y="4081463"/>
          <p14:tracePt t="45969" x="5821363" y="4068763"/>
          <p14:tracePt t="45979" x="5821363" y="4056063"/>
          <p14:tracePt t="45981" x="5810250" y="4056063"/>
          <p14:tracePt t="46049" x="5797550" y="4056063"/>
          <p14:tracePt t="46061" x="5797550" y="4043363"/>
          <p14:tracePt t="46069" x="5797550" y="4032250"/>
          <p14:tracePt t="46074" x="5797550" y="4019550"/>
          <p14:tracePt t="46079" x="5784850" y="4019550"/>
          <p14:tracePt t="46086" x="5773738" y="4006850"/>
          <p14:tracePt t="46095" x="5773738" y="3995738"/>
          <p14:tracePt t="46106" x="5761038" y="3995738"/>
          <p14:tracePt t="46114" x="5748338" y="3995738"/>
          <p14:tracePt t="46119" x="5748338" y="3983038"/>
          <p14:tracePt t="46135" x="5737225" y="3983038"/>
          <p14:tracePt t="46141" x="5737225" y="3970338"/>
          <p14:tracePt t="46149" x="5724525" y="3970338"/>
          <p14:tracePt t="46154" x="5711825" y="3970338"/>
          <p14:tracePt t="46166" x="5711825" y="3959225"/>
          <p14:tracePt t="46169" x="5700713" y="3959225"/>
          <p14:tracePt t="46176" x="5688013" y="3959225"/>
          <p14:tracePt t="46184" x="5664200" y="3959225"/>
          <p14:tracePt t="46192" x="5638800" y="3946525"/>
          <p14:tracePt t="46200" x="5578475" y="3922713"/>
          <p14:tracePt t="46209" x="5554663" y="3922713"/>
          <p14:tracePt t="46217" x="5505450" y="3910013"/>
          <p14:tracePt t="46226" x="5468938" y="3910013"/>
          <p14:tracePt t="46227" x="5445125" y="3910013"/>
          <p14:tracePt t="46234" x="5419725" y="3910013"/>
          <p14:tracePt t="46235" x="5419725" y="3897313"/>
          <p14:tracePt t="46242" x="5383213" y="3897313"/>
          <p14:tracePt t="46251" x="5359400" y="3897313"/>
          <p14:tracePt t="46259" x="5346700" y="3886200"/>
          <p14:tracePt t="46267" x="5322888" y="3886200"/>
          <p14:tracePt t="46279" x="5310188" y="3886200"/>
          <p14:tracePt t="46286" x="5297488" y="3886200"/>
          <p14:tracePt t="46301" x="5286375" y="3886200"/>
          <p14:tracePt t="46321" x="5273675" y="3886200"/>
          <p14:tracePt t="46329" x="5260975" y="3886200"/>
          <p14:tracePt t="46346" x="5249863" y="3886200"/>
          <p14:tracePt t="46394" x="5237163" y="3886200"/>
          <p14:tracePt t="46410" x="5224463" y="3886200"/>
          <p14:tracePt t="46421" x="5213350" y="3886200"/>
          <p14:tracePt t="46426" x="5200650" y="3886200"/>
          <p14:tracePt t="46431" x="5200650" y="3897313"/>
          <p14:tracePt t="46440" x="5187950" y="3897313"/>
          <p14:tracePt t="46443" x="5176838" y="3897313"/>
          <p14:tracePt t="46450" x="5164138" y="3897313"/>
          <p14:tracePt t="46460" x="5164138" y="3910013"/>
          <p14:tracePt t="46460" x="5151438" y="3910013"/>
          <p14:tracePt t="46461" x="5151438" y="3922713"/>
          <p14:tracePt t="46467" x="5140325" y="3922713"/>
          <p14:tracePt t="46475" x="5127625" y="3922713"/>
          <p14:tracePt t="46484" x="5114925" y="3933825"/>
          <p14:tracePt t="46492" x="5091113" y="3946525"/>
          <p14:tracePt t="46500" x="5078413" y="3959225"/>
          <p14:tracePt t="46509" x="5054600" y="3983038"/>
          <p14:tracePt t="46509" x="5030788" y="3995738"/>
          <p14:tracePt t="46519" x="5018088" y="4006850"/>
          <p14:tracePt t="46525" x="4994275" y="4019550"/>
          <p14:tracePt t="46534" x="4968875" y="4056063"/>
          <p14:tracePt t="46542" x="4945063" y="4081463"/>
          <p14:tracePt t="46550" x="4932363" y="4081463"/>
          <p14:tracePt t="46559" x="4921250" y="4092575"/>
          <p14:tracePt t="46567" x="4921250" y="4105275"/>
          <p14:tracePt t="46586" x="4921250" y="4117975"/>
          <p14:tracePt t="46606" x="4921250" y="4129088"/>
          <p14:tracePt t="46614" x="4908550" y="4129088"/>
          <p14:tracePt t="46621" x="4908550" y="4141788"/>
          <p14:tracePt t="46641" x="4908550" y="4154488"/>
          <p14:tracePt t="46654" x="4908550" y="4165600"/>
          <p14:tracePt t="46679" x="4908550" y="4178300"/>
          <p14:tracePt t="46686" x="4908550" y="4191000"/>
          <p14:tracePt t="46699" x="4908550" y="4202113"/>
          <p14:tracePt t="46714" x="4908550" y="4214813"/>
          <p14:tracePt t="46722" x="4908550" y="4227513"/>
          <p14:tracePt t="46746" x="4908550" y="4238625"/>
          <p14:tracePt t="46786" x="4908550" y="4251325"/>
          <p14:tracePt t="46809" x="4908550" y="4264025"/>
          <p14:tracePt t="46894" x="4908550" y="4275138"/>
          <p14:tracePt t="46901" x="4908550" y="4287838"/>
          <p14:tracePt t="46915" x="4921250" y="4300538"/>
          <p14:tracePt t="46919" x="4921250" y="4311650"/>
          <p14:tracePt t="46925" x="4932363" y="4324350"/>
          <p14:tracePt t="46933" x="4932363" y="4348163"/>
          <p14:tracePt t="46942" x="4957763" y="4373563"/>
          <p14:tracePt t="46950" x="4968875" y="4384675"/>
          <p14:tracePt t="46959" x="4981575" y="4397375"/>
          <p14:tracePt t="46966" x="4994275" y="4421188"/>
          <p14:tracePt t="46975" x="5018088" y="4433888"/>
          <p14:tracePt t="46984" x="5030788" y="4446588"/>
          <p14:tracePt t="46992" x="5067300" y="4483100"/>
          <p14:tracePt t="47000" x="5091113" y="4519613"/>
          <p14:tracePt t="47001" x="5114925" y="4530725"/>
          <p14:tracePt t="47008" x="5127625" y="4556125"/>
          <p14:tracePt t="47017" x="5164138" y="4592638"/>
          <p14:tracePt t="47025" x="5200650" y="4616450"/>
          <p14:tracePt t="47033" x="5249863" y="4640263"/>
          <p14:tracePt t="47042" x="5260975" y="4665663"/>
          <p14:tracePt t="47050" x="5297488" y="4678363"/>
          <p14:tracePt t="47059" x="5297488" y="4689475"/>
          <p14:tracePt t="47066" x="5310188" y="4689475"/>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A9AB-D16A-3CD1-8203-E4B3139ACCC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05890554-20D5-0AF4-C6DC-BB5D7CFC0F0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D823052-FAD4-478F-5B58-627E157A3DB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1F5A4D8-A5CD-5B57-5340-200AC51453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E079B1E-8B36-DC11-44CE-A55378C0F8B4}"/>
              </a:ext>
            </a:extLst>
          </p:cNvPr>
          <p:cNvSpPr txBox="1"/>
          <p:nvPr/>
        </p:nvSpPr>
        <p:spPr>
          <a:xfrm>
            <a:off x="1176654" y="295910"/>
            <a:ext cx="3283585"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DB4A3843-8C5C-5C6A-0DC7-6C00BC0DF6F2}"/>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RQ3:</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Multi-SE-Task Multi-PL Fusion</a:t>
            </a:r>
          </a:p>
        </p:txBody>
      </p:sp>
      <p:pic>
        <p:nvPicPr>
          <p:cNvPr id="4" name="图片 3">
            <a:extLst>
              <a:ext uri="{FF2B5EF4-FFF2-40B4-BE49-F238E27FC236}">
                <a16:creationId xmlns:a16="http://schemas.microsoft.com/office/drawing/2014/main" id="{3246D48E-4815-D905-8F19-9B8D2621A3C2}"/>
              </a:ext>
            </a:extLst>
          </p:cNvPr>
          <p:cNvPicPr>
            <a:picLocks noChangeAspect="1"/>
          </p:cNvPicPr>
          <p:nvPr/>
        </p:nvPicPr>
        <p:blipFill>
          <a:blip r:embed="rId5"/>
          <a:stretch>
            <a:fillRect/>
          </a:stretch>
        </p:blipFill>
        <p:spPr>
          <a:xfrm>
            <a:off x="1376558" y="1447151"/>
            <a:ext cx="9438883" cy="3734844"/>
          </a:xfrm>
          <a:prstGeom prst="rect">
            <a:avLst/>
          </a:prstGeom>
        </p:spPr>
      </p:pic>
      <p:pic>
        <p:nvPicPr>
          <p:cNvPr id="39" name="音频 38">
            <a:hlinkClick r:id="" action="ppaction://media"/>
            <a:extLst>
              <a:ext uri="{FF2B5EF4-FFF2-40B4-BE49-F238E27FC236}">
                <a16:creationId xmlns:a16="http://schemas.microsoft.com/office/drawing/2014/main" id="{44A33544-94D0-E08B-722A-11F813DBB2B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199919983"/>
      </p:ext>
    </p:extLst>
  </p:cSld>
  <p:clrMapOvr>
    <a:masterClrMapping/>
  </p:clrMapOvr>
  <mc:AlternateContent xmlns:mc="http://schemas.openxmlformats.org/markup-compatibility/2006">
    <mc:Choice xmlns:p14="http://schemas.microsoft.com/office/powerpoint/2010/main" Requires="p14">
      <p:transition spd="slow" p14:dur="2000" advTm="24865"/>
    </mc:Choice>
    <mc:Fallback>
      <p:transition spd="slow" advTm="248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9"/>
                </p:tgtEl>
              </p:cMediaNode>
            </p:audio>
          </p:childTnLst>
        </p:cTn>
      </p:par>
    </p:tnLst>
  </p:timing>
  <p:extLst>
    <p:ext uri="{3A86A75C-4F4B-4683-9AE1-C65F6400EC91}">
      <p14:laserTraceLst xmlns:p14="http://schemas.microsoft.com/office/powerpoint/2010/main">
        <p14:tracePtLst>
          <p14:tracePt t="2484" x="3203575" y="3690938"/>
          <p14:tracePt t="2486" x="3227388" y="3667125"/>
          <p14:tracePt t="2491" x="3263900" y="3641725"/>
          <p14:tracePt t="2496" x="3313113" y="3605213"/>
          <p14:tracePt t="2505" x="3422650" y="3521075"/>
          <p14:tracePt t="2513" x="3508375" y="3448050"/>
          <p14:tracePt t="2521" x="3532188" y="3435350"/>
          <p14:tracePt t="2530" x="3544888" y="3422650"/>
          <p14:tracePt t="2544" x="3544888" y="3409950"/>
          <p14:tracePt t="2566" x="3544888" y="3398838"/>
          <p14:tracePt t="2571" x="3544888" y="3386138"/>
          <p14:tracePt t="2577" x="3519488" y="3386138"/>
          <p14:tracePt t="2584" x="3508375" y="3386138"/>
          <p14:tracePt t="2588" x="3495675" y="3386138"/>
          <p14:tracePt t="2596" x="3471863" y="3386138"/>
          <p14:tracePt t="2605" x="3422650" y="3386138"/>
          <p14:tracePt t="2613" x="3409950" y="3386138"/>
          <p14:tracePt t="2621" x="3362325" y="3386138"/>
          <p14:tracePt t="3017" x="3362325" y="3373438"/>
          <p14:tracePt t="3024" x="3362325" y="3349625"/>
          <p14:tracePt t="3026" x="3362325" y="3336925"/>
          <p14:tracePt t="3031" x="3362325" y="3300413"/>
          <p14:tracePt t="3037" x="3362325" y="3263900"/>
          <p14:tracePt t="3046" x="3362325" y="3240088"/>
          <p14:tracePt t="3047" x="3362325" y="3227388"/>
          <p14:tracePt t="3054" x="3362325" y="3203575"/>
          <p14:tracePt t="3063" x="3362325" y="3179763"/>
          <p14:tracePt t="3071" x="3349625" y="3154363"/>
          <p14:tracePt t="3079" x="3325813" y="3130550"/>
          <p14:tracePt t="3088" x="3313113" y="3094038"/>
          <p14:tracePt t="3099" x="3313113" y="3070225"/>
          <p14:tracePt t="3104" x="3300413" y="3057525"/>
          <p14:tracePt t="3112" x="3289300" y="3044825"/>
          <p14:tracePt t="3179" x="3276600" y="3044825"/>
          <p14:tracePt t="3184" x="3252788" y="3044825"/>
          <p14:tracePt t="3187" x="3240088" y="3057525"/>
          <p14:tracePt t="3196" x="3203575" y="3057525"/>
          <p14:tracePt t="3204" x="3117850" y="3094038"/>
          <p14:tracePt t="3212" x="2995613" y="3143250"/>
          <p14:tracePt t="3221" x="2898775" y="3190875"/>
          <p14:tracePt t="3229" x="2886075" y="3203575"/>
          <p14:tracePt t="3556" x="2886075" y="3216275"/>
          <p14:tracePt t="8646" x="2898775" y="3216275"/>
          <p14:tracePt t="8651" x="2922588" y="3227388"/>
          <p14:tracePt t="8656" x="2947988" y="3227388"/>
          <p14:tracePt t="8657" x="2959100" y="3227388"/>
          <p14:tracePt t="8667" x="2971800" y="3227388"/>
          <p14:tracePt t="8667" x="2984500" y="3227388"/>
          <p14:tracePt t="8674" x="2995613" y="3240088"/>
          <p14:tracePt t="8682" x="3008313" y="3252788"/>
          <p14:tracePt t="8691" x="3032125" y="3263900"/>
          <p14:tracePt t="8692" x="3044825" y="3263900"/>
          <p14:tracePt t="8699" x="3068638" y="3263900"/>
          <p14:tracePt t="8707" x="3094038" y="3276600"/>
          <p14:tracePt t="8716" x="3105150" y="3276600"/>
          <p14:tracePt t="8717" x="3130550" y="3289300"/>
          <p14:tracePt t="8725" x="3154363" y="3300413"/>
          <p14:tracePt t="8732" x="3190875" y="3313113"/>
          <p14:tracePt t="8741" x="3214688" y="3313113"/>
          <p14:tracePt t="8749" x="3240088" y="3313113"/>
          <p14:tracePt t="8757" x="3252788" y="3313113"/>
          <p14:tracePt t="8766" x="3252788" y="3325813"/>
          <p14:tracePt t="9004" x="3263900" y="3325813"/>
          <p14:tracePt t="9006" x="3276600" y="3325813"/>
          <p14:tracePt t="9011" x="3289300" y="3325813"/>
          <p14:tracePt t="9016" x="3325813" y="3313113"/>
          <p14:tracePt t="9017" x="3362325" y="3313113"/>
          <p14:tracePt t="9025" x="3386138" y="3300413"/>
          <p14:tracePt t="9032" x="3459163" y="3300413"/>
          <p14:tracePt t="9041" x="3519488" y="3300413"/>
          <p14:tracePt t="9049" x="3556000" y="3300413"/>
          <p14:tracePt t="9057" x="3641725" y="3300413"/>
          <p14:tracePt t="9065" x="3727450" y="3300413"/>
          <p14:tracePt t="9074" x="3824288" y="3300413"/>
          <p14:tracePt t="9082" x="3884613" y="3300413"/>
          <p14:tracePt t="9090" x="3897313" y="3300413"/>
          <p14:tracePt t="9099" x="3910013" y="3300413"/>
          <p14:tracePt t="9164" x="3921125" y="3300413"/>
          <p14:tracePt t="9172" x="3933825" y="3300413"/>
          <p14:tracePt t="9176" x="3959225" y="3300413"/>
          <p14:tracePt t="9184" x="3983038" y="3300413"/>
          <p14:tracePt t="9191" x="3995738" y="3300413"/>
          <p14:tracePt t="9198" x="4006850" y="3289300"/>
          <p14:tracePt t="9207" x="4019550" y="3289300"/>
          <p14:tracePt t="9256" x="4032250" y="3289300"/>
          <p14:tracePt t="9266" x="4043363" y="3289300"/>
          <p14:tracePt t="9274" x="4056063" y="3289300"/>
          <p14:tracePt t="9282" x="4068763" y="3289300"/>
          <p14:tracePt t="9290" x="4092575" y="3289300"/>
          <p14:tracePt t="9298" x="4141788" y="3289300"/>
          <p14:tracePt t="9307" x="4165600" y="3289300"/>
          <p14:tracePt t="9315" x="4189413" y="3289300"/>
          <p14:tracePt t="9323" x="4202113" y="3289300"/>
          <p14:tracePt t="9340" x="4251325" y="3289300"/>
          <p14:tracePt t="9348" x="4262438" y="3289300"/>
          <p14:tracePt t="9357" x="4287838" y="3289300"/>
          <p14:tracePt t="9431" x="4298950" y="3289300"/>
          <p14:tracePt t="11656" x="4311650" y="3289300"/>
          <p14:tracePt t="11657" x="4335463" y="3276600"/>
          <p14:tracePt t="11664" x="4371975" y="3263900"/>
          <p14:tracePt t="11671" x="4408488" y="3263900"/>
          <p14:tracePt t="11680" x="4640263" y="3240088"/>
          <p14:tracePt t="11688" x="4957763" y="3227388"/>
          <p14:tracePt t="11697" x="5346700" y="3203575"/>
          <p14:tracePt t="11704" x="5773738" y="3203575"/>
          <p14:tracePt t="11713" x="6175375" y="3216275"/>
          <p14:tracePt t="11721" x="6480175" y="3240088"/>
          <p14:tracePt t="11729" x="6673850" y="3276600"/>
          <p14:tracePt t="11738" x="6759575" y="3276600"/>
          <p14:tracePt t="11759" x="6772275" y="3276600"/>
          <p14:tracePt t="12416" x="6746875" y="3276600"/>
          <p14:tracePt t="12417" x="6723063" y="3276600"/>
          <p14:tracePt t="12424" x="6710363" y="3276600"/>
          <p14:tracePt t="12429" x="6686550" y="3276600"/>
          <p14:tracePt t="12438" x="6637338" y="3263900"/>
          <p14:tracePt t="12446" x="6577013" y="3252788"/>
          <p14:tracePt t="12454" x="6527800" y="3240088"/>
          <p14:tracePt t="12462" x="6467475" y="3216275"/>
          <p14:tracePt t="12470" x="6394450" y="3203575"/>
          <p14:tracePt t="12479" x="6308725" y="3179763"/>
          <p14:tracePt t="12487" x="6248400" y="3179763"/>
          <p14:tracePt t="12495" x="6211888" y="3167063"/>
          <p14:tracePt t="12504" x="6162675" y="3154363"/>
          <p14:tracePt t="12512" x="6115050" y="3143250"/>
          <p14:tracePt t="12520" x="6089650" y="3143250"/>
          <p14:tracePt t="12529" x="6076950" y="3130550"/>
          <p14:tracePt t="12606" x="6065838" y="3130550"/>
          <p14:tracePt t="12791" x="6065838" y="3117850"/>
          <p14:tracePt t="12796" x="6053138" y="3117850"/>
          <p14:tracePt t="12797" x="6040438" y="3117850"/>
          <p14:tracePt t="12804" x="6029325" y="3106738"/>
          <p14:tracePt t="12806" x="6003925" y="3094038"/>
          <p14:tracePt t="12812" x="5980113" y="3081338"/>
          <p14:tracePt t="12820" x="5943600" y="3070225"/>
          <p14:tracePt t="12829" x="5857875" y="3057525"/>
          <p14:tracePt t="12837" x="5724525" y="3021013"/>
          <p14:tracePt t="12845" x="5578475" y="2997200"/>
          <p14:tracePt t="12854" x="5383213" y="2971800"/>
          <p14:tracePt t="12862" x="5151438" y="2935288"/>
          <p14:tracePt t="12870" x="4945063" y="2911475"/>
          <p14:tracePt t="12878" x="4652963" y="2874963"/>
          <p14:tracePt t="12887" x="4506913" y="2862263"/>
          <p14:tracePt t="12895" x="4457700" y="2851150"/>
          <p14:tracePt t="12903" x="4360863" y="2838450"/>
          <p14:tracePt t="12912" x="4275138" y="2814638"/>
          <p14:tracePt t="12920" x="4238625" y="2814638"/>
          <p14:tracePt t="12928" x="4202113" y="2814638"/>
          <p14:tracePt t="12937" x="4178300" y="2814638"/>
          <p14:tracePt t="12937" x="4165600" y="2814638"/>
          <p14:tracePt t="12945" x="4152900" y="2814638"/>
          <p14:tracePt t="12953" x="4152900" y="2801938"/>
          <p14:tracePt t="12962" x="4141788" y="2801938"/>
          <p14:tracePt t="12970" x="4129088" y="2801938"/>
          <p14:tracePt t="12978" x="4105275" y="2801938"/>
          <p14:tracePt t="12986" x="4079875" y="2789238"/>
          <p14:tracePt t="12996" x="4068763" y="2776538"/>
          <p14:tracePt t="13004" x="4056063" y="2776538"/>
          <p14:tracePt t="13012" x="4032250" y="2776538"/>
          <p14:tracePt t="13020" x="4006850" y="2776538"/>
          <p14:tracePt t="13028" x="3983038" y="2765425"/>
          <p14:tracePt t="13037" x="3970338" y="2765425"/>
          <p14:tracePt t="13045" x="3959225" y="2752725"/>
          <p14:tracePt t="13053" x="3946525" y="2752725"/>
          <p14:tracePt t="13064" x="3933825" y="2752725"/>
          <p14:tracePt t="13244" x="3946525" y="2752725"/>
          <p14:tracePt t="13259" x="3959225" y="2740025"/>
          <p14:tracePt t="13264" x="3970338" y="2740025"/>
          <p14:tracePt t="13270" x="3970338" y="2728913"/>
          <p14:tracePt t="13278" x="3995738" y="2716213"/>
          <p14:tracePt t="13291" x="4006850" y="2716213"/>
          <p14:tracePt t="13296" x="4019550" y="2703513"/>
          <p14:tracePt t="13306" x="4032250" y="2703513"/>
          <p14:tracePt t="13316" x="4032250" y="2692400"/>
          <p14:tracePt t="13331" x="4043363" y="2692400"/>
          <p14:tracePt t="13391" x="4056063" y="2692400"/>
          <p14:tracePt t="13411" x="4068763" y="2692400"/>
          <p14:tracePt t="13416" x="4068763" y="2679700"/>
          <p14:tracePt t="13426" x="4079875" y="2679700"/>
          <p14:tracePt t="13439" x="4092575" y="2667000"/>
          <p14:tracePt t="13451" x="4105275" y="2655888"/>
          <p14:tracePt t="13459" x="4116388" y="2655888"/>
          <p14:tracePt t="13491" x="4129088" y="2655888"/>
          <p14:tracePt t="13516" x="4141788" y="2643188"/>
          <p14:tracePt t="13524" x="4152900" y="2643188"/>
          <p14:tracePt t="13526" x="4152900" y="2630488"/>
          <p14:tracePt t="13537" x="4178300" y="2630488"/>
          <p14:tracePt t="13546" x="4189413" y="2619375"/>
          <p14:tracePt t="13551" x="4202113" y="2606675"/>
          <p14:tracePt t="13556" x="4214813" y="2593975"/>
          <p14:tracePt t="13564" x="4238625" y="2593975"/>
          <p14:tracePt t="13569" x="4251325" y="2582863"/>
          <p14:tracePt t="13578" x="4275138" y="2570163"/>
          <p14:tracePt t="13586" x="4287838" y="2557463"/>
          <p14:tracePt t="13594" x="4311650" y="2546350"/>
          <p14:tracePt t="13603" x="4311650" y="2533650"/>
          <p14:tracePt t="13611" x="4324350" y="2533650"/>
          <p14:tracePt t="13619" x="4335463" y="2533650"/>
          <p14:tracePt t="13631" x="4348163" y="2533650"/>
          <p14:tracePt t="13639" x="4348163" y="2520950"/>
          <p14:tracePt t="13646" x="4348163" y="2509838"/>
          <p14:tracePt t="13666" x="4348163" y="2497138"/>
          <p14:tracePt t="13676" x="4348163" y="2484438"/>
          <p14:tracePt t="13684" x="4348163" y="2473325"/>
          <p14:tracePt t="13716" x="4348163" y="2460625"/>
          <p14:tracePt t="13731" x="4348163" y="2447925"/>
          <p14:tracePt t="13756" x="4335463" y="2436813"/>
          <p14:tracePt t="13764" x="4324350" y="2424113"/>
          <p14:tracePt t="13766" x="4324350" y="2411413"/>
          <p14:tracePt t="13771" x="4311650" y="2411413"/>
          <p14:tracePt t="13777" x="4298950" y="2400300"/>
          <p14:tracePt t="13786" x="4287838" y="2387600"/>
          <p14:tracePt t="13787" x="4275138" y="2387600"/>
          <p14:tracePt t="13794" x="4262438" y="2387600"/>
          <p14:tracePt t="13803" x="4238625" y="2374900"/>
          <p14:tracePt t="13811" x="4225925" y="2363788"/>
          <p14:tracePt t="13812" x="4214813" y="2351088"/>
          <p14:tracePt t="13819" x="4202113" y="2351088"/>
          <p14:tracePt t="13827" x="4165600" y="2351088"/>
          <p14:tracePt t="13836" x="4152900" y="2338388"/>
          <p14:tracePt t="13844" x="4105275" y="2327275"/>
          <p14:tracePt t="13853" x="4056063" y="2301875"/>
          <p14:tracePt t="13861" x="4006850" y="2301875"/>
          <p14:tracePt t="13869" x="3983038" y="2278063"/>
          <p14:tracePt t="13877" x="3921125" y="2254250"/>
          <p14:tracePt t="13886" x="3910013" y="2254250"/>
          <p14:tracePt t="13894" x="3884613" y="2241550"/>
          <p14:tracePt t="13902" x="3873500" y="2228850"/>
          <p14:tracePt t="13911" x="3836988" y="2217738"/>
          <p14:tracePt t="13919" x="3811588" y="2217738"/>
          <p14:tracePt t="13927" x="3800475" y="2205038"/>
          <p14:tracePt t="13936" x="3787775" y="2205038"/>
          <p14:tracePt t="13946" x="3775075" y="2205038"/>
          <p14:tracePt t="13952" x="3775075" y="2192338"/>
          <p14:tracePt t="13961" x="3763963" y="2192338"/>
          <p14:tracePt t="13969" x="3751263" y="2192338"/>
          <p14:tracePt t="13977" x="3714750" y="2179638"/>
          <p14:tracePt t="13986" x="3702050" y="2179638"/>
          <p14:tracePt t="13994" x="3678238" y="2179638"/>
          <p14:tracePt t="14002" x="3654425" y="2168525"/>
          <p14:tracePt t="14011" x="3629025" y="2168525"/>
          <p14:tracePt t="14012" x="3605213" y="2168525"/>
          <p14:tracePt t="14019" x="3581400" y="2155825"/>
          <p14:tracePt t="14027" x="3544888" y="2155825"/>
          <p14:tracePt t="14036" x="3508375" y="2155825"/>
          <p14:tracePt t="14044" x="3459163" y="2155825"/>
          <p14:tracePt t="14052" x="3373438" y="2155825"/>
          <p14:tracePt t="14061" x="3325813" y="2155825"/>
          <p14:tracePt t="14069" x="3263900" y="2155825"/>
          <p14:tracePt t="14077" x="3178175" y="2155825"/>
          <p14:tracePt t="14086" x="3081338" y="2155825"/>
          <p14:tracePt t="14094" x="3008313" y="2155825"/>
          <p14:tracePt t="14102" x="2935288" y="2155825"/>
          <p14:tracePt t="14111" x="2825750" y="2155825"/>
          <p14:tracePt t="14119" x="2752725" y="2155825"/>
          <p14:tracePt t="14127" x="2679700" y="2155825"/>
          <p14:tracePt t="14135" x="2643188" y="2155825"/>
          <p14:tracePt t="14144" x="2593975" y="2155825"/>
          <p14:tracePt t="14152" x="2533650" y="2155825"/>
          <p14:tracePt t="14160" x="2508250" y="2155825"/>
          <p14:tracePt t="14169" x="2471738" y="2155825"/>
          <p14:tracePt t="14177" x="2447925" y="2155825"/>
          <p14:tracePt t="14185" x="2411413" y="2155825"/>
          <p14:tracePt t="14194" x="2387600" y="2155825"/>
          <p14:tracePt t="14202" x="2351088" y="2155825"/>
          <p14:tracePt t="14211" x="2325688" y="2155825"/>
          <p14:tracePt t="14211" x="2314575" y="2155825"/>
          <p14:tracePt t="14224" x="2301875" y="2155825"/>
          <p14:tracePt t="14227" x="2289175" y="2155825"/>
          <p14:tracePt t="14236" x="2278063" y="2155825"/>
          <p14:tracePt t="14244" x="2265363" y="2155825"/>
          <p14:tracePt t="14252" x="2252663" y="2155825"/>
          <p14:tracePt t="14260" x="2228850" y="2155825"/>
          <p14:tracePt t="14269" x="2216150" y="2155825"/>
          <p14:tracePt t="14277" x="2205038" y="2155825"/>
          <p14:tracePt t="14285" x="2179638" y="2155825"/>
          <p14:tracePt t="14294" x="2168525" y="2155825"/>
          <p14:tracePt t="14302" x="2143125" y="2155825"/>
          <p14:tracePt t="14310" x="2132013" y="2155825"/>
          <p14:tracePt t="14324" x="2119313" y="2155825"/>
          <p14:tracePt t="14346" x="2106613" y="2155825"/>
          <p14:tracePt t="14371" x="2095500" y="2155825"/>
          <p14:tracePt t="14379" x="2082800" y="2155825"/>
          <p14:tracePt t="14396" x="2070100" y="2155825"/>
          <p14:tracePt t="14406" x="2058988" y="2155825"/>
          <p14:tracePt t="14419" x="2046288" y="2155825"/>
          <p14:tracePt t="14431" x="2046288" y="2168525"/>
          <p14:tracePt t="14444" x="2033588" y="2168525"/>
          <p14:tracePt t="14451" x="2022475" y="2168525"/>
          <p14:tracePt t="14456" x="2022475" y="2179638"/>
          <p14:tracePt t="14464" x="2009775" y="2179638"/>
          <p14:tracePt t="14479" x="1997075" y="2179638"/>
          <p14:tracePt t="14486" x="1985963" y="2179638"/>
          <p14:tracePt t="14506" x="1973263" y="2192338"/>
          <p14:tracePt t="14516" x="1960563" y="2192338"/>
          <p14:tracePt t="14524" x="1949450" y="2192338"/>
          <p14:tracePt t="14526" x="1949450" y="2205038"/>
          <p14:tracePt t="14531" x="1936750" y="2205038"/>
          <p14:tracePt t="14539" x="1924050" y="2205038"/>
          <p14:tracePt t="14546" x="1912938" y="2205038"/>
          <p14:tracePt t="14552" x="1912938" y="2217738"/>
          <p14:tracePt t="14560" x="1900238" y="2217738"/>
          <p14:tracePt t="14568" x="1887538" y="2217738"/>
          <p14:tracePt t="14577" x="1887538" y="2228850"/>
          <p14:tracePt t="14585" x="1876425" y="2228850"/>
          <p14:tracePt t="14593" x="1863725" y="2228850"/>
          <p14:tracePt t="14602" x="1863725" y="2241550"/>
          <p14:tracePt t="14610" x="1851025" y="2241550"/>
          <p14:tracePt t="14618" x="1839913" y="2241550"/>
          <p14:tracePt t="14627" x="1827213" y="2241550"/>
          <p14:tracePt t="14684" x="1814513" y="2241550"/>
          <p14:tracePt t="14686" x="1814513" y="2254250"/>
          <p14:tracePt t="14693" x="1803400" y="2254250"/>
          <p14:tracePt t="14704" x="1803400" y="2265363"/>
          <p14:tracePt t="14710" x="1790700" y="2265363"/>
          <p14:tracePt t="14718" x="1778000" y="2265363"/>
          <p14:tracePt t="14726" x="1754188" y="2290763"/>
          <p14:tracePt t="14736" x="1741488" y="2301875"/>
          <p14:tracePt t="14743" x="1728788" y="2301875"/>
          <p14:tracePt t="14751" x="1704975" y="2314575"/>
          <p14:tracePt t="14760" x="1704975" y="2327275"/>
          <p14:tracePt t="14768" x="1692275" y="2327275"/>
          <p14:tracePt t="14777" x="1681163" y="2327275"/>
          <p14:tracePt t="14786" x="1681163" y="2338388"/>
          <p14:tracePt t="14799" x="1681163" y="2351088"/>
          <p14:tracePt t="14804" x="1668463" y="2351088"/>
          <p14:tracePt t="14810" x="1668463" y="2363788"/>
          <p14:tracePt t="14818" x="1644650" y="2374900"/>
          <p14:tracePt t="14826" x="1619250" y="2400300"/>
          <p14:tracePt t="14835" x="1619250" y="2411413"/>
          <p14:tracePt t="14843" x="1582738" y="2436813"/>
          <p14:tracePt t="14851" x="1546225" y="2520950"/>
          <p14:tracePt t="14860" x="1509713" y="2582863"/>
          <p14:tracePt t="14868" x="1473200" y="2630488"/>
          <p14:tracePt t="14877" x="1449388" y="2703513"/>
          <p14:tracePt t="14877" x="1436688" y="2716213"/>
          <p14:tracePt t="14885" x="1436688" y="2740025"/>
          <p14:tracePt t="14893" x="1412875" y="2801938"/>
          <p14:tracePt t="14901" x="1400175" y="2851150"/>
          <p14:tracePt t="14910" x="1376363" y="2898775"/>
          <p14:tracePt t="14918" x="1363663" y="2971800"/>
          <p14:tracePt t="14926" x="1363663" y="3033713"/>
          <p14:tracePt t="14935" x="1363663" y="3070225"/>
          <p14:tracePt t="14943" x="1363663" y="3167063"/>
          <p14:tracePt t="14951" x="1363663" y="3313113"/>
          <p14:tracePt t="14960" x="1376363" y="3448050"/>
          <p14:tracePt t="14968" x="1436688" y="3568700"/>
          <p14:tracePt t="14976" x="1485900" y="3690938"/>
          <p14:tracePt t="14985" x="1546225" y="3787775"/>
          <p14:tracePt t="14993" x="1619250" y="3886200"/>
          <p14:tracePt t="15001" x="1692275" y="3983038"/>
          <p14:tracePt t="15010" x="1754188" y="4043363"/>
          <p14:tracePt t="15018" x="1827213" y="4129088"/>
          <p14:tracePt t="15026" x="1887538" y="4191000"/>
          <p14:tracePt t="15035" x="1912938" y="4202113"/>
          <p14:tracePt t="15043" x="1960563" y="4251325"/>
          <p14:tracePt t="15051" x="2033588" y="4311650"/>
          <p14:tracePt t="15060" x="2119313" y="4373563"/>
          <p14:tracePt t="15068" x="2192338" y="4421188"/>
          <p14:tracePt t="15076" x="2241550" y="4446588"/>
          <p14:tracePt t="15085" x="2374900" y="4506913"/>
          <p14:tracePt t="15093" x="2435225" y="4543425"/>
          <p14:tracePt t="15101" x="2508250" y="4556125"/>
          <p14:tracePt t="15110" x="2570163" y="4579938"/>
          <p14:tracePt t="15118" x="2703513" y="4629150"/>
          <p14:tracePt t="15126" x="2752725" y="4640263"/>
          <p14:tracePt t="15135" x="2825750" y="4678363"/>
          <p14:tracePt t="15143" x="2898775" y="4702175"/>
          <p14:tracePt t="15151" x="2959100" y="4725988"/>
          <p14:tracePt t="15160" x="3057525" y="4738688"/>
          <p14:tracePt t="15168" x="3130550" y="4751388"/>
          <p14:tracePt t="15176" x="3167063" y="4751388"/>
          <p14:tracePt t="15184" x="3276600" y="4762500"/>
          <p14:tracePt t="15193" x="3349625" y="4762500"/>
          <p14:tracePt t="15201" x="3446463" y="4762500"/>
          <p14:tracePt t="15209" x="3532188" y="4762500"/>
          <p14:tracePt t="15218" x="3702050" y="4751388"/>
          <p14:tracePt t="15226" x="3775075" y="4738688"/>
          <p14:tracePt t="15235" x="3921125" y="4725988"/>
          <p14:tracePt t="15243" x="4092575" y="4702175"/>
          <p14:tracePt t="15251" x="4262438" y="4665663"/>
          <p14:tracePt t="15259" x="4518025" y="4640263"/>
          <p14:tracePt t="15268" x="4689475" y="4616450"/>
          <p14:tracePt t="15276" x="4749800" y="4603750"/>
          <p14:tracePt t="15284" x="4932363" y="4567238"/>
          <p14:tracePt t="15293" x="5005388" y="4567238"/>
          <p14:tracePt t="15301" x="5054600" y="4543425"/>
          <p14:tracePt t="15309" x="5078413" y="4530725"/>
          <p14:tracePt t="15318" x="5114925" y="4506913"/>
          <p14:tracePt t="15326" x="5127625" y="4494213"/>
          <p14:tracePt t="15334" x="5127625" y="4483100"/>
          <p14:tracePt t="15343" x="5127625" y="4470400"/>
          <p14:tracePt t="15351" x="5140325" y="4457700"/>
          <p14:tracePt t="15359" x="5151438" y="4433888"/>
          <p14:tracePt t="15368" x="5164138" y="4410075"/>
          <p14:tracePt t="15376" x="5176838" y="4397375"/>
          <p14:tracePt t="15385" x="5176838" y="4384675"/>
          <p14:tracePt t="15399" x="5176838" y="4373563"/>
          <p14:tracePt t="15406" x="5176838" y="4360863"/>
          <p14:tracePt t="15416" x="5176838" y="4348163"/>
          <p14:tracePt t="15427" x="5176838" y="4337050"/>
          <p14:tracePt t="15436" x="5187950" y="4324350"/>
          <p14:tracePt t="15446" x="5187950" y="4311650"/>
          <p14:tracePt t="15456" x="5187950" y="4300538"/>
          <p14:tracePt t="15464" x="5200650" y="4300538"/>
          <p14:tracePt t="15471" x="5200650" y="4287838"/>
          <p14:tracePt t="15477" x="5224463" y="4275138"/>
          <p14:tracePt t="15485" x="5224463" y="4264025"/>
          <p14:tracePt t="15486" x="5237163" y="4264025"/>
          <p14:tracePt t="15493" x="5249863" y="4264025"/>
          <p14:tracePt t="15501" x="5260975" y="4251325"/>
          <p14:tracePt t="15509" x="5273675" y="4238625"/>
          <p14:tracePt t="15517" x="5286375" y="4238625"/>
          <p14:tracePt t="15526" x="5297488" y="4227513"/>
          <p14:tracePt t="15536" x="5310188" y="4214813"/>
          <p14:tracePt t="15556" x="5322888" y="4214813"/>
          <p14:tracePt t="15564" x="5334000" y="4214813"/>
          <p14:tracePt t="15566" x="5334000" y="4202113"/>
          <p14:tracePt t="15571" x="5346700" y="4202113"/>
          <p14:tracePt t="15585" x="5359400" y="4202113"/>
          <p14:tracePt t="15586" x="5370513" y="4202113"/>
          <p14:tracePt t="15596" x="5383213" y="4202113"/>
          <p14:tracePt t="15604" x="5395913" y="4202113"/>
          <p14:tracePt t="15609" x="5408613" y="4202113"/>
          <p14:tracePt t="15617" x="5432425" y="4202113"/>
          <p14:tracePt t="15626" x="5445125" y="4202113"/>
          <p14:tracePt t="15634" x="5468938" y="4191000"/>
          <p14:tracePt t="15642" x="5492750" y="4178300"/>
          <p14:tracePt t="15651" x="5518150" y="4178300"/>
          <p14:tracePt t="15651" x="5529263" y="4165600"/>
          <p14:tracePt t="15659" x="5554663" y="4165600"/>
          <p14:tracePt t="15667" x="5591175" y="4154488"/>
          <p14:tracePt t="15676" x="5627688" y="4141788"/>
          <p14:tracePt t="15677" x="5651500" y="4129088"/>
          <p14:tracePt t="15685" x="5664200" y="4129088"/>
          <p14:tracePt t="15692" x="5711825" y="4105275"/>
          <p14:tracePt t="15701" x="5748338" y="4092575"/>
          <p14:tracePt t="15709" x="5761038" y="4068763"/>
          <p14:tracePt t="15717" x="5784850" y="4043363"/>
          <p14:tracePt t="15726" x="5784850" y="4032250"/>
          <p14:tracePt t="15734" x="5784850" y="4019550"/>
          <p14:tracePt t="15742" x="5784850" y="3995738"/>
          <p14:tracePt t="15751" x="5784850" y="3959225"/>
          <p14:tracePt t="15759" x="5784850" y="3946525"/>
          <p14:tracePt t="15767" x="5761038" y="3910013"/>
          <p14:tracePt t="15776" x="5761038" y="3897313"/>
          <p14:tracePt t="15784" x="5748338" y="3860800"/>
          <p14:tracePt t="15792" x="5711825" y="3813175"/>
          <p14:tracePt t="15800" x="5688013" y="3787775"/>
          <p14:tracePt t="15809" x="5675313" y="3740150"/>
          <p14:tracePt t="15817" x="5651500" y="3703638"/>
          <p14:tracePt t="15826" x="5638800" y="3678238"/>
          <p14:tracePt t="15827" x="5614988" y="3667125"/>
          <p14:tracePt t="15834" x="5602288" y="3654425"/>
          <p14:tracePt t="15842" x="5602288" y="3641725"/>
          <p14:tracePt t="15851" x="5578475" y="3641725"/>
          <p14:tracePt t="15951" x="5578475" y="3630613"/>
          <p14:tracePt t="15960" x="5591175" y="3617913"/>
          <p14:tracePt t="15964" x="5614988" y="3605213"/>
          <p14:tracePt t="15967" x="5651500" y="3605213"/>
          <p14:tracePt t="15975" x="5688013" y="3594100"/>
          <p14:tracePt t="15984" x="5737225" y="3594100"/>
          <p14:tracePt t="15985" x="5748338" y="3594100"/>
          <p14:tracePt t="15992" x="5857875" y="3581400"/>
          <p14:tracePt t="16000" x="5967413" y="3581400"/>
          <p14:tracePt t="16009" x="6138863" y="3581400"/>
          <p14:tracePt t="16017" x="6297613" y="3581400"/>
          <p14:tracePt t="16025" x="6467475" y="3581400"/>
          <p14:tracePt t="16034" x="6626225" y="3581400"/>
          <p14:tracePt t="16042" x="6783388" y="3594100"/>
          <p14:tracePt t="16051" x="6894513" y="3605213"/>
          <p14:tracePt t="16052" x="6931025" y="3605213"/>
          <p14:tracePt t="16059" x="7027863" y="3605213"/>
          <p14:tracePt t="16067" x="7100888" y="3605213"/>
          <p14:tracePt t="16075" x="7150100" y="3617913"/>
          <p14:tracePt t="16084" x="7223125" y="3617913"/>
          <p14:tracePt t="16084" x="7246938" y="3617913"/>
          <p14:tracePt t="16092" x="7283450" y="3617913"/>
          <p14:tracePt t="16100" x="7319963" y="3617913"/>
          <p14:tracePt t="16109" x="7343775" y="3617913"/>
          <p14:tracePt t="16117" x="7356475" y="3605213"/>
          <p14:tracePt t="16125" x="7380288" y="3594100"/>
          <p14:tracePt t="16134" x="7392988" y="3594100"/>
          <p14:tracePt t="16142" x="7416800" y="3594100"/>
          <p14:tracePt t="16150" x="7416800" y="3581400"/>
          <p14:tracePt t="16158" x="7429500" y="3568700"/>
          <p14:tracePt t="16167" x="7442200" y="3568700"/>
          <p14:tracePt t="16184" x="7453313" y="3557588"/>
          <p14:tracePt t="16186" x="7466013" y="3557588"/>
          <p14:tracePt t="16196" x="7478713" y="3544888"/>
          <p14:tracePt t="16200" x="7489825" y="3532188"/>
          <p14:tracePt t="16208" x="7515225" y="3521075"/>
          <p14:tracePt t="16217" x="7539038" y="3495675"/>
          <p14:tracePt t="16225" x="7551738" y="3471863"/>
          <p14:tracePt t="16234" x="7564438" y="3448050"/>
          <p14:tracePt t="16242" x="7575550" y="3422650"/>
          <p14:tracePt t="16251" x="7588250" y="3386138"/>
          <p14:tracePt t="16258" x="7588250" y="3362325"/>
          <p14:tracePt t="16267" x="7600950" y="3336925"/>
          <p14:tracePt t="16275" x="7600950" y="3325813"/>
          <p14:tracePt t="16283" x="7600950" y="3313113"/>
          <p14:tracePt t="16292" x="7612063" y="3289300"/>
          <p14:tracePt t="16300" x="7612063" y="3263900"/>
          <p14:tracePt t="16308" x="7612063" y="3252788"/>
          <p14:tracePt t="16317" x="7612063" y="3240088"/>
          <p14:tracePt t="16325" x="7612063" y="3227388"/>
          <p14:tracePt t="16333" x="7612063" y="3216275"/>
          <p14:tracePt t="16342" x="7612063" y="3203575"/>
          <p14:tracePt t="16350" x="7612063" y="3190875"/>
          <p14:tracePt t="16358" x="7612063" y="3167063"/>
          <p14:tracePt t="16367" x="7612063" y="3154363"/>
          <p14:tracePt t="16375" x="7612063" y="3143250"/>
          <p14:tracePt t="16383" x="7600950" y="3143250"/>
          <p14:tracePt t="16392" x="7600950" y="3130550"/>
          <p14:tracePt t="16411" x="7600950" y="3117850"/>
          <p14:tracePt t="16426" x="7588250" y="3106738"/>
          <p14:tracePt t="16439" x="7588250" y="3094038"/>
          <p14:tracePt t="16446" x="7588250" y="3081338"/>
          <p14:tracePt t="16459" x="7588250" y="3057525"/>
          <p14:tracePt t="16464" x="7588250" y="3044825"/>
          <p14:tracePt t="16467" x="7575550" y="3044825"/>
          <p14:tracePt t="16476" x="7575550" y="3021013"/>
          <p14:tracePt t="16483" x="7575550" y="3008313"/>
          <p14:tracePt t="16491" x="7575550" y="2997200"/>
          <p14:tracePt t="16500" x="7564438" y="2971800"/>
          <p14:tracePt t="16508" x="7564438" y="2947988"/>
          <p14:tracePt t="16517" x="7564438" y="2911475"/>
          <p14:tracePt t="16525" x="7564438" y="2887663"/>
          <p14:tracePt t="16533" x="7564438" y="2862263"/>
          <p14:tracePt t="16541" x="7551738" y="2825750"/>
          <p14:tracePt t="16550" x="7539038" y="2789238"/>
          <p14:tracePt t="16558" x="7526338" y="2728913"/>
          <p14:tracePt t="16566" x="7515225" y="2703513"/>
          <p14:tracePt t="16575" x="7502525" y="2692400"/>
          <p14:tracePt t="16583" x="7489825" y="2667000"/>
          <p14:tracePt t="16591" x="7489825" y="2643188"/>
          <p14:tracePt t="16600" x="7478713" y="2630488"/>
          <p14:tracePt t="16608" x="7453313" y="2619375"/>
          <p14:tracePt t="16616" x="7453313" y="2606675"/>
          <p14:tracePt t="16625" x="7429500" y="2593975"/>
          <p14:tracePt t="16633" x="7429500" y="2582863"/>
          <p14:tracePt t="16641" x="7405688" y="2570163"/>
          <p14:tracePt t="16650" x="7392988" y="2557463"/>
          <p14:tracePt t="16658" x="7369175" y="2546350"/>
          <p14:tracePt t="16666" x="7369175" y="2533650"/>
          <p14:tracePt t="16676" x="7356475" y="2533650"/>
          <p14:tracePt t="16683" x="7343775" y="2533650"/>
          <p14:tracePt t="16691" x="7332663" y="2520950"/>
          <p14:tracePt t="16700" x="7307263" y="2509838"/>
          <p14:tracePt t="16711" x="7296150" y="2509838"/>
          <p14:tracePt t="16716" x="7270750" y="2497138"/>
          <p14:tracePt t="16725" x="7259638" y="2497138"/>
          <p14:tracePt t="16733" x="7234238" y="2484438"/>
          <p14:tracePt t="16741" x="7223125" y="2473325"/>
          <p14:tracePt t="16750" x="7173913" y="2460625"/>
          <p14:tracePt t="16758" x="7137400" y="2447925"/>
          <p14:tracePt t="16766" x="7077075" y="2424113"/>
          <p14:tracePt t="16775" x="7040563" y="2411413"/>
          <p14:tracePt t="16783" x="7004050" y="2400300"/>
          <p14:tracePt t="16791" x="6931025" y="2387600"/>
          <p14:tracePt t="16800" x="6894513" y="2374900"/>
          <p14:tracePt t="16808" x="6845300" y="2351088"/>
          <p14:tracePt t="16816" x="6821488" y="2351088"/>
          <p14:tracePt t="16825" x="6746875" y="2327275"/>
          <p14:tracePt t="16833" x="6673850" y="2327275"/>
          <p14:tracePt t="16841" x="6626225" y="2301875"/>
          <p14:tracePt t="16850" x="6553200" y="2301875"/>
          <p14:tracePt t="16858" x="6480175" y="2301875"/>
          <p14:tracePt t="16866" x="6430963" y="2290763"/>
          <p14:tracePt t="16875" x="6407150" y="2290763"/>
          <p14:tracePt t="16883" x="6357938" y="2290763"/>
          <p14:tracePt t="16891" x="6308725" y="2290763"/>
          <p14:tracePt t="16900" x="6248400" y="2290763"/>
          <p14:tracePt t="16908" x="6211888" y="2278063"/>
          <p14:tracePt t="16916" x="6199188" y="2278063"/>
          <p14:tracePt t="16924" x="6138863" y="2278063"/>
          <p14:tracePt t="16933" x="6115050" y="2278063"/>
          <p14:tracePt t="16941" x="6089650" y="2278063"/>
          <p14:tracePt t="16950" x="6065838" y="2278063"/>
          <p14:tracePt t="16958" x="6029325" y="2278063"/>
          <p14:tracePt t="16966" x="6003925" y="2278063"/>
          <p14:tracePt t="16967" x="5992813" y="2278063"/>
          <p14:tracePt t="16974" x="5967413" y="2278063"/>
          <p14:tracePt t="16983" x="5943600" y="2278063"/>
          <p14:tracePt t="16991" x="5919788" y="2278063"/>
          <p14:tracePt t="16999" x="5883275" y="2278063"/>
          <p14:tracePt t="17008" x="5846763" y="2278063"/>
          <p14:tracePt t="17016" x="5834063" y="2278063"/>
          <p14:tracePt t="17024" x="5810250" y="2290763"/>
          <p14:tracePt t="17033" x="5797550" y="2290763"/>
          <p14:tracePt t="17044" x="5784850" y="2290763"/>
          <p14:tracePt t="17056" x="5784850" y="2301875"/>
          <p14:tracePt t="17064" x="5773738" y="2301875"/>
          <p14:tracePt t="17076" x="5761038" y="2301875"/>
          <p14:tracePt t="17084" x="5748338" y="2301875"/>
          <p14:tracePt t="17086" x="5748338" y="2314575"/>
          <p14:tracePt t="17092" x="5737225" y="2327275"/>
          <p14:tracePt t="17099" x="5711825" y="2338388"/>
          <p14:tracePt t="17108" x="5688013" y="2363788"/>
          <p14:tracePt t="17116" x="5675313" y="2374900"/>
          <p14:tracePt t="17124" x="5627688" y="2411413"/>
          <p14:tracePt t="17133" x="5602288" y="2436813"/>
          <p14:tracePt t="17141" x="5591175" y="2447925"/>
          <p14:tracePt t="17149" x="5554663" y="2460625"/>
          <p14:tracePt t="17157" x="5541963" y="2497138"/>
          <p14:tracePt t="17166" x="5518150" y="2497138"/>
          <p14:tracePt t="17174" x="5505450" y="2497138"/>
          <p14:tracePt t="17183" x="5481638" y="2520950"/>
          <p14:tracePt t="17191" x="5468938" y="2520950"/>
          <p14:tracePt t="17199" x="5432425" y="2557463"/>
          <p14:tracePt t="17207" x="5419725" y="2557463"/>
          <p14:tracePt t="17216" x="5408613" y="2582863"/>
          <p14:tracePt t="17224" x="5383213" y="2606675"/>
          <p14:tracePt t="17233" x="5322888" y="2643188"/>
          <p14:tracePt t="17241" x="5297488" y="2667000"/>
          <p14:tracePt t="17249" x="5260975" y="2692400"/>
          <p14:tracePt t="17257" x="5224463" y="2716213"/>
          <p14:tracePt t="17266" x="5224463" y="2728913"/>
          <p14:tracePt t="17274" x="5187950" y="2752725"/>
          <p14:tracePt t="17282" x="5187950" y="2765425"/>
          <p14:tracePt t="17291" x="5176838" y="2776538"/>
          <p14:tracePt t="17299" x="5164138" y="2776538"/>
          <p14:tracePt t="17307" x="5151438" y="2801938"/>
          <p14:tracePt t="17316" x="5151438" y="2814638"/>
          <p14:tracePt t="17331" x="5140325" y="2814638"/>
          <p14:tracePt t="17336" x="5140325" y="2825750"/>
          <p14:tracePt t="17351" x="5140325" y="2838450"/>
          <p14:tracePt t="17364" x="5127625" y="2838450"/>
          <p14:tracePt t="17384" x="5127625" y="2851150"/>
          <p14:tracePt t="17391" x="5127625" y="2862263"/>
          <p14:tracePt t="17400" x="5127625" y="2874963"/>
          <p14:tracePt t="17411" x="5127625" y="2898775"/>
          <p14:tracePt t="17424" x="5127625" y="2924175"/>
          <p14:tracePt t="17426" x="5127625" y="2935288"/>
          <p14:tracePt t="17436" x="5127625" y="2947988"/>
          <p14:tracePt t="17441" x="5127625" y="2971800"/>
          <p14:tracePt t="17449" x="5127625" y="2984500"/>
          <p14:tracePt t="17457" x="5127625" y="3033713"/>
          <p14:tracePt t="17466" x="5127625" y="3044825"/>
          <p14:tracePt t="17467" x="5127625" y="3057525"/>
          <p14:tracePt t="17474" x="5127625" y="3081338"/>
          <p14:tracePt t="17482" x="5127625" y="3106738"/>
          <p14:tracePt t="17492" x="5140325" y="3154363"/>
          <p14:tracePt t="17499" x="5164138" y="3190875"/>
          <p14:tracePt t="17507" x="5164138" y="3216275"/>
          <p14:tracePt t="17516" x="5176838" y="3227388"/>
          <p14:tracePt t="17517" x="5187950" y="3252788"/>
          <p14:tracePt t="17525" x="5200650" y="3263900"/>
          <p14:tracePt t="17532" x="5213350" y="3289300"/>
          <p14:tracePt t="17541" x="5237163" y="3325813"/>
          <p14:tracePt t="17549" x="5260975" y="3349625"/>
          <p14:tracePt t="17557" x="5297488" y="3373438"/>
          <p14:tracePt t="17566" x="5346700" y="3398838"/>
          <p14:tracePt t="17574" x="5395913" y="3409950"/>
          <p14:tracePt t="17582" x="5445125" y="3435350"/>
          <p14:tracePt t="17590" x="5492750" y="3448050"/>
          <p14:tracePt t="17599" x="5565775" y="3459163"/>
          <p14:tracePt t="17607" x="5602288" y="3471863"/>
          <p14:tracePt t="17616" x="5627688" y="3484563"/>
          <p14:tracePt t="17616" x="5638800" y="3484563"/>
          <p14:tracePt t="17617" x="5675313" y="3495675"/>
          <p14:tracePt t="17624" x="5711825" y="3508375"/>
          <p14:tracePt t="17632" x="5761038" y="3532188"/>
          <p14:tracePt t="17640" x="5810250" y="3544888"/>
          <p14:tracePt t="17649" x="5883275" y="3557588"/>
          <p14:tracePt t="17657" x="5919788" y="3568700"/>
          <p14:tracePt t="17666" x="5980113" y="3581400"/>
          <p14:tracePt t="17666" x="6003925" y="3581400"/>
          <p14:tracePt t="17674" x="6040438" y="3581400"/>
          <p14:tracePt t="17682" x="6102350" y="3594100"/>
          <p14:tracePt t="17691" x="6162675" y="3594100"/>
          <p14:tracePt t="17691" x="6188075" y="3594100"/>
          <p14:tracePt t="17699" x="6272213" y="3594100"/>
          <p14:tracePt t="17707" x="6357938" y="3594100"/>
          <p14:tracePt t="17715" x="6407150" y="3594100"/>
          <p14:tracePt t="17724" x="6491288" y="3594100"/>
          <p14:tracePt t="17724" x="6589713" y="3594100"/>
          <p14:tracePt t="17732" x="6637338" y="3594100"/>
          <p14:tracePt t="17740" x="6723063" y="3594100"/>
          <p14:tracePt t="17749" x="6796088" y="3581400"/>
          <p14:tracePt t="17757" x="6869113" y="3568700"/>
          <p14:tracePt t="17765" x="6954838" y="3557588"/>
          <p14:tracePt t="17774" x="7015163" y="3544888"/>
          <p14:tracePt t="17782" x="7051675" y="3544888"/>
          <p14:tracePt t="17790" x="7100888" y="3521075"/>
          <p14:tracePt t="17799" x="7150100" y="3495675"/>
          <p14:tracePt t="17807" x="7173913" y="3484563"/>
          <p14:tracePt t="17815" x="7186613" y="3471863"/>
          <p14:tracePt t="17824" x="7210425" y="3448050"/>
          <p14:tracePt t="17824" x="7210425" y="3435350"/>
          <p14:tracePt t="17832" x="7223125" y="3409950"/>
          <p14:tracePt t="17840" x="7234238" y="3373438"/>
          <p14:tracePt t="17849" x="7246938" y="3349625"/>
          <p14:tracePt t="17857" x="7270750" y="3289300"/>
          <p14:tracePt t="17865" x="7283450" y="3240088"/>
          <p14:tracePt t="17874" x="7283450" y="3167063"/>
          <p14:tracePt t="17882" x="7296150" y="3117850"/>
          <p14:tracePt t="17890" x="7296150" y="3070225"/>
          <p14:tracePt t="17899" x="7307263" y="2971800"/>
          <p14:tracePt t="17907" x="7307263" y="2898775"/>
          <p14:tracePt t="17915" x="7307263" y="2874963"/>
          <p14:tracePt t="17924" x="7307263" y="2814638"/>
          <p14:tracePt t="17924" x="7307263" y="2801938"/>
          <p14:tracePt t="17932" x="7307263" y="2765425"/>
          <p14:tracePt t="17940" x="7307263" y="2703513"/>
          <p14:tracePt t="17948" x="7307263" y="2667000"/>
          <p14:tracePt t="17957" x="7283450" y="2606675"/>
          <p14:tracePt t="17965" x="7270750" y="2570163"/>
          <p14:tracePt t="17974" x="7246938" y="2533650"/>
          <p14:tracePt t="17982" x="7234238" y="2497138"/>
          <p14:tracePt t="17990" x="7210425" y="2460625"/>
          <p14:tracePt t="17998" x="7197725" y="2411413"/>
          <p14:tracePt t="18007" x="7197725" y="2387600"/>
          <p14:tracePt t="18015" x="7186613" y="2374900"/>
          <p14:tracePt t="18024" x="7186613" y="2363788"/>
          <p14:tracePt t="18032" x="7186613" y="2351088"/>
          <p14:tracePt t="18046" x="7173913" y="2351088"/>
          <p14:tracePt t="18056" x="7161213" y="2351088"/>
          <p14:tracePt t="18057" x="7161213" y="2338388"/>
          <p14:tracePt t="18065" x="7150100" y="2338388"/>
          <p14:tracePt t="18073" x="7113588" y="2314575"/>
          <p14:tracePt t="18082" x="7051675" y="2290763"/>
          <p14:tracePt t="18090" x="7004050" y="2278063"/>
          <p14:tracePt t="18098" x="6918325" y="2265363"/>
          <p14:tracePt t="18107" x="6858000" y="2254250"/>
          <p14:tracePt t="18115" x="6845300" y="2254250"/>
          <p14:tracePt t="18123" x="6772275" y="2228850"/>
          <p14:tracePt t="18132" x="6650038" y="2217738"/>
          <p14:tracePt t="18140" x="6564313" y="2205038"/>
          <p14:tracePt t="18148" x="6467475" y="2205038"/>
          <p14:tracePt t="18157" x="6370638" y="2192338"/>
          <p14:tracePt t="18158" x="6334125" y="2192338"/>
          <p14:tracePt t="18165" x="6297613" y="2192338"/>
          <p14:tracePt t="18173" x="6235700" y="2192338"/>
          <p14:tracePt t="18182" x="6175375" y="2192338"/>
          <p14:tracePt t="18190" x="6138863" y="2192338"/>
          <p14:tracePt t="18198" x="6053138" y="2192338"/>
          <p14:tracePt t="18207" x="6016625" y="2192338"/>
          <p14:tracePt t="18215" x="6003925" y="2192338"/>
          <p14:tracePt t="18223" x="5956300" y="2192338"/>
          <p14:tracePt t="18232" x="5919788" y="2192338"/>
          <p14:tracePt t="18244" x="5907088" y="2192338"/>
          <p14:tracePt t="18256" x="5894388" y="2192338"/>
          <p14:tracePt t="18336" x="5883275" y="2192338"/>
          <p14:tracePt t="18356" x="5870575" y="2192338"/>
          <p14:tracePt t="18371" x="5857875" y="2192338"/>
          <p14:tracePt t="18396" x="5846763" y="2192338"/>
          <p14:tracePt t="18398" x="5834063" y="2192338"/>
          <p14:tracePt t="18411" x="5821363" y="2192338"/>
          <p14:tracePt t="18416" x="5810250" y="2192338"/>
          <p14:tracePt t="18417" x="5797550" y="2192338"/>
          <p14:tracePt t="18424" x="5784850" y="2192338"/>
          <p14:tracePt t="18431" x="5761038" y="2192338"/>
          <p14:tracePt t="18440" x="5724525" y="2192338"/>
          <p14:tracePt t="18448" x="5688013" y="2192338"/>
          <p14:tracePt t="18456" x="5651500" y="2192338"/>
          <p14:tracePt t="18465" x="5614988" y="2192338"/>
          <p14:tracePt t="18473" x="5578475" y="2192338"/>
          <p14:tracePt t="18481" x="5529263" y="2192338"/>
          <p14:tracePt t="18490" x="5492750" y="2192338"/>
          <p14:tracePt t="18498" x="5445125" y="2192338"/>
          <p14:tracePt t="18506" x="5419725" y="2192338"/>
          <p14:tracePt t="18516" x="5408613" y="2192338"/>
          <p14:tracePt t="18523" x="5395913" y="2192338"/>
          <p14:tracePt t="18531" x="5383213" y="2192338"/>
          <p14:tracePt t="18540" x="5370513" y="2192338"/>
          <p14:tracePt t="18548" x="5359400" y="2192338"/>
          <p14:tracePt t="18871" x="5359400" y="2205038"/>
          <p14:tracePt t="18886" x="5359400" y="2217738"/>
          <p14:tracePt t="18891" x="5346700" y="2217738"/>
          <p14:tracePt t="18896" x="5346700" y="2228850"/>
          <p14:tracePt t="18971" x="5346700" y="2241550"/>
          <p14:tracePt t="19424" x="5370513" y="2241550"/>
          <p14:tracePt t="19426" x="5383213" y="2241550"/>
          <p14:tracePt t="19431" x="5383213" y="2228850"/>
          <p14:tracePt t="19439" x="5408613" y="2217738"/>
          <p14:tracePt t="19447" x="5432425" y="2205038"/>
          <p14:tracePt t="19456" x="5445125" y="2205038"/>
          <p14:tracePt t="19464" x="5456238" y="2205038"/>
          <p14:tracePt t="19465" x="5456238" y="2192338"/>
          <p14:tracePt t="19476" x="5468938" y="2192338"/>
          <p14:tracePt t="19491" x="5468938" y="2179638"/>
          <p14:tracePt t="19499" x="5481638" y="2179638"/>
          <p14:tracePt t="19506" x="5492750" y="2179638"/>
          <p14:tracePt t="19516" x="5505450" y="2179638"/>
          <p14:tracePt t="19524" x="5518150" y="2179638"/>
          <p14:tracePt t="19526" x="5529263" y="2179638"/>
          <p14:tracePt t="19531" x="5529263" y="2168525"/>
          <p14:tracePt t="19539" x="5565775" y="2155825"/>
          <p14:tracePt t="19547" x="5578475" y="2143125"/>
          <p14:tracePt t="19555" x="5591175" y="2143125"/>
          <p14:tracePt t="19564" x="5602288" y="2143125"/>
          <p14:tracePt t="19565" x="5614988" y="2143125"/>
          <p14:tracePt t="19572" x="5627688" y="2132013"/>
          <p14:tracePt t="19580" x="5651500" y="2132013"/>
          <p14:tracePt t="19589" x="5664200" y="2119313"/>
          <p14:tracePt t="19597" x="5675313" y="2119313"/>
          <p14:tracePt t="19611" x="5688013" y="2119313"/>
          <p14:tracePt t="19631" x="5700713" y="2119313"/>
          <p14:tracePt t="19639" x="5711825" y="2119313"/>
          <p14:tracePt t="19646" x="5724525" y="2119313"/>
          <p14:tracePt t="19657" x="5748338" y="2119313"/>
          <p14:tracePt t="19671" x="5773738" y="2119313"/>
          <p14:tracePt t="19676" x="5784850" y="2119313"/>
          <p14:tracePt t="19684" x="5810250" y="2119313"/>
          <p14:tracePt t="19689" x="5834063" y="2119313"/>
          <p14:tracePt t="19697" x="5883275" y="2119313"/>
          <p14:tracePt t="19705" x="5930900" y="2132013"/>
          <p14:tracePt t="19713" x="5992813" y="2143125"/>
          <p14:tracePt t="19722" x="6029325" y="2143125"/>
          <p14:tracePt t="19730" x="6102350" y="2143125"/>
          <p14:tracePt t="19739" x="6235700" y="2155825"/>
          <p14:tracePt t="19747" x="6321425" y="2155825"/>
          <p14:tracePt t="19755" x="6370638" y="2155825"/>
          <p14:tracePt t="19764" x="6467475" y="2155825"/>
          <p14:tracePt t="19765" x="6540500" y="2155825"/>
          <p14:tracePt t="19772" x="6662738" y="2155825"/>
          <p14:tracePt t="19780" x="6783388" y="2155825"/>
          <p14:tracePt t="19788" x="6918325" y="2155825"/>
          <p14:tracePt t="19797" x="7040563" y="2155825"/>
          <p14:tracePt t="19805" x="7150100" y="2155825"/>
          <p14:tracePt t="19813" x="7234238" y="2155825"/>
          <p14:tracePt t="19822" x="7307263" y="2155825"/>
          <p14:tracePt t="19830" x="7369175" y="2155825"/>
          <p14:tracePt t="19838" x="7429500" y="2168525"/>
          <p14:tracePt t="19847" x="7453313" y="2168525"/>
          <p14:tracePt t="19855" x="7478713" y="2168525"/>
          <p14:tracePt t="19863" x="7489825" y="2168525"/>
          <p14:tracePt t="19872" x="7502525" y="2168525"/>
          <p14:tracePt t="19926" x="7515225" y="2168525"/>
          <p14:tracePt t="19944" x="7526338" y="2168525"/>
          <p14:tracePt t="19951" x="7551738" y="2168525"/>
          <p14:tracePt t="19964" x="7564438" y="2168525"/>
          <p14:tracePt t="19966" x="7575550" y="2168525"/>
          <p14:tracePt t="19984" x="7588250" y="2168525"/>
          <p14:tracePt t="20064" x="7600950" y="2168525"/>
          <p14:tracePt t="20096" x="7612063" y="2168525"/>
          <p14:tracePt t="20116" x="7624763" y="2168525"/>
          <p14:tracePt t="20118" x="7624763" y="2155825"/>
          <p14:tracePt t="20124" x="7637463" y="2155825"/>
          <p14:tracePt t="20144" x="7648575" y="2155825"/>
          <p14:tracePt t="20151" x="7661275" y="2155825"/>
          <p14:tracePt t="20164" x="7673975" y="2155825"/>
          <p14:tracePt t="20166" x="7685088" y="2155825"/>
          <p14:tracePt t="20171" x="7697788" y="2155825"/>
          <p14:tracePt t="20180" x="7710488" y="2155825"/>
          <p14:tracePt t="20188" x="7721600" y="2155825"/>
          <p14:tracePt t="20196" x="7747000" y="2155825"/>
          <p14:tracePt t="20205" x="7758113" y="2155825"/>
          <p14:tracePt t="20213" x="7783513" y="2155825"/>
          <p14:tracePt t="20221" x="7794625" y="2155825"/>
          <p14:tracePt t="20230" x="7820025" y="2155825"/>
          <p14:tracePt t="20238" x="7856538" y="2155825"/>
          <p14:tracePt t="20246" x="7880350" y="2155825"/>
          <p14:tracePt t="20255" x="7893050" y="2155825"/>
          <p14:tracePt t="20263" x="7916863" y="2155825"/>
          <p14:tracePt t="20271" x="7953375" y="2155825"/>
          <p14:tracePt t="20280" x="7977188" y="2155825"/>
          <p14:tracePt t="20288" x="8002588" y="2155825"/>
          <p14:tracePt t="20296" x="8013700" y="2155825"/>
          <p14:tracePt t="20305" x="8026400" y="2155825"/>
          <p14:tracePt t="20313" x="8039100" y="2155825"/>
          <p14:tracePt t="20321" x="8050213" y="2155825"/>
          <p14:tracePt t="20330" x="8062913" y="2143125"/>
          <p14:tracePt t="20338" x="8086725" y="2143125"/>
          <p14:tracePt t="20346" x="8099425" y="2143125"/>
          <p14:tracePt t="20355" x="8112125" y="2143125"/>
          <p14:tracePt t="20363" x="8123238" y="2143125"/>
          <p14:tracePt t="20371" x="8135938" y="2132013"/>
          <p14:tracePt t="20380" x="8148638" y="2132013"/>
          <p14:tracePt t="20388" x="8159750" y="2132013"/>
          <p14:tracePt t="20396" x="8172450" y="2132013"/>
          <p14:tracePt t="20411" x="8185150" y="2132013"/>
          <p14:tracePt t="20426" x="8196263" y="2132013"/>
          <p14:tracePt t="20436" x="8208963" y="2132013"/>
          <p14:tracePt t="20464" x="8221663" y="2119313"/>
          <p14:tracePt t="20472" x="8232775" y="2119313"/>
          <p14:tracePt t="20486" x="8245475" y="2119313"/>
          <p14:tracePt t="20504" x="8258175" y="2119313"/>
          <p14:tracePt t="20516" x="8270875" y="2119313"/>
          <p14:tracePt t="20524" x="8281988" y="2119313"/>
          <p14:tracePt t="20531" x="8294688" y="2119313"/>
          <p14:tracePt t="20537" x="8307388" y="2119313"/>
          <p14:tracePt t="20544" x="8318500" y="2119313"/>
          <p14:tracePt t="20546" x="8331200" y="2119313"/>
          <p14:tracePt t="20554" x="8331200" y="2106613"/>
          <p14:tracePt t="20563" x="8343900" y="2106613"/>
          <p14:tracePt t="20572" x="8355013" y="2106613"/>
          <p14:tracePt t="20771" x="8343900" y="2106613"/>
          <p14:tracePt t="20784" x="8318500" y="2106613"/>
          <p14:tracePt t="20786" x="8307388" y="2106613"/>
          <p14:tracePt t="20797" x="8258175" y="2119313"/>
          <p14:tracePt t="20806" x="8245475" y="2119313"/>
          <p14:tracePt t="20811" x="8232775" y="2119313"/>
          <p14:tracePt t="20816" x="8232775" y="2132013"/>
          <p14:tracePt t="20821" x="8221663" y="2132013"/>
          <p14:tracePt t="20829" x="8208963" y="2143125"/>
          <p14:tracePt t="20838" x="8196263" y="2143125"/>
          <p14:tracePt t="20939" x="8185150" y="2143125"/>
          <p14:tracePt t="20951" x="8172450" y="2143125"/>
          <p14:tracePt t="20971" x="8172450" y="2155825"/>
          <p14:tracePt t="20976" x="8159750" y="2155825"/>
          <p14:tracePt t="20996" x="8148638" y="2155825"/>
          <p14:tracePt t="21016" x="8135938" y="2168525"/>
          <p14:tracePt t="21046" x="8123238" y="2168525"/>
          <p14:tracePt t="21051" x="8123238" y="2179638"/>
          <p14:tracePt t="21064" x="8112125" y="2179638"/>
          <p14:tracePt t="21086" x="8099425" y="2179638"/>
          <p14:tracePt t="21091" x="8086725" y="2179638"/>
          <p14:tracePt t="21096" x="8086725" y="2192338"/>
          <p14:tracePt t="21104" x="8075613" y="2192338"/>
          <p14:tracePt t="21112" x="8062913" y="2205038"/>
          <p14:tracePt t="21121" x="8050213" y="2205038"/>
          <p14:tracePt t="21129" x="8026400" y="2228850"/>
          <p14:tracePt t="21137" x="8013700" y="2241550"/>
          <p14:tracePt t="21146" x="7989888" y="2241550"/>
          <p14:tracePt t="21147" x="7989888" y="2254250"/>
          <p14:tracePt t="21154" x="7989888" y="2265363"/>
          <p14:tracePt t="21162" x="7953375" y="2278063"/>
          <p14:tracePt t="21170" x="7940675" y="2301875"/>
          <p14:tracePt t="21179" x="7916863" y="2314575"/>
          <p14:tracePt t="21187" x="7893050" y="2327275"/>
          <p14:tracePt t="21196" x="7893050" y="2351088"/>
          <p14:tracePt t="21197" x="7867650" y="2374900"/>
          <p14:tracePt t="21205" x="7867650" y="2387600"/>
          <p14:tracePt t="21212" x="7843838" y="2424113"/>
          <p14:tracePt t="21221" x="7831138" y="2473325"/>
          <p14:tracePt t="21229" x="7831138" y="2509838"/>
          <p14:tracePt t="21237" x="7820025" y="2533650"/>
          <p14:tracePt t="21245" x="7807325" y="2593975"/>
          <p14:tracePt t="21254" x="7807325" y="2606675"/>
          <p14:tracePt t="21262" x="7794625" y="2630488"/>
          <p14:tracePt t="21270" x="7794625" y="2655888"/>
          <p14:tracePt t="21279" x="7794625" y="2692400"/>
          <p14:tracePt t="21287" x="7794625" y="2716213"/>
          <p14:tracePt t="21295" x="7794625" y="2740025"/>
          <p14:tracePt t="21304" x="7794625" y="2765425"/>
          <p14:tracePt t="21304" x="7794625" y="2789238"/>
          <p14:tracePt t="21312" x="7794625" y="2825750"/>
          <p14:tracePt t="21320" x="7807325" y="2887663"/>
          <p14:tracePt t="21329" x="7820025" y="2947988"/>
          <p14:tracePt t="21337" x="7831138" y="3008313"/>
          <p14:tracePt t="21345" x="7856538" y="3057525"/>
          <p14:tracePt t="21354" x="7856538" y="3106738"/>
          <p14:tracePt t="21362" x="7867650" y="3143250"/>
          <p14:tracePt t="21370" x="7893050" y="3190875"/>
          <p14:tracePt t="21379" x="7916863" y="3240088"/>
          <p14:tracePt t="21387" x="7929563" y="3289300"/>
          <p14:tracePt t="21395" x="7929563" y="3300413"/>
          <p14:tracePt t="21403" x="7953375" y="3325813"/>
          <p14:tracePt t="21412" x="7966075" y="3373438"/>
          <p14:tracePt t="21420" x="7989888" y="3398838"/>
          <p14:tracePt t="21429" x="8013700" y="3435350"/>
          <p14:tracePt t="21437" x="8050213" y="3471863"/>
          <p14:tracePt t="21445" x="8086725" y="3508375"/>
          <p14:tracePt t="21454" x="8135938" y="3568700"/>
          <p14:tracePt t="21462" x="8196263" y="3630613"/>
          <p14:tracePt t="21470" x="8270875" y="3690938"/>
          <p14:tracePt t="21478" x="8355013" y="3740150"/>
          <p14:tracePt t="21487" x="8464550" y="3800475"/>
          <p14:tracePt t="21495" x="8513763" y="3824288"/>
          <p14:tracePt t="21504" x="8647113" y="3886200"/>
          <p14:tracePt t="21512" x="8866188" y="3970338"/>
          <p14:tracePt t="21520" x="9050338" y="4032250"/>
          <p14:tracePt t="21528" x="9256713" y="4092575"/>
          <p14:tracePt t="21537" x="9439275" y="4129088"/>
          <p14:tracePt t="21537" x="9525000" y="4165600"/>
          <p14:tracePt t="21545" x="9621838" y="4178300"/>
          <p14:tracePt t="21553" x="9793288" y="4202113"/>
          <p14:tracePt t="21562" x="9975850" y="4251325"/>
          <p14:tracePt t="21570" x="10121900" y="4275138"/>
          <p14:tracePt t="21578" x="10315575" y="4311650"/>
          <p14:tracePt t="21587" x="10437813" y="4337050"/>
          <p14:tracePt t="21595" x="10487025" y="4348163"/>
          <p14:tracePt t="21603" x="10572750" y="4348163"/>
          <p14:tracePt t="21612" x="10656888" y="4348163"/>
          <p14:tracePt t="21620" x="10706100" y="4348163"/>
          <p14:tracePt t="21628" x="10742613" y="4348163"/>
          <p14:tracePt t="21637" x="10802938" y="4348163"/>
          <p14:tracePt t="21637" x="10815638" y="4348163"/>
          <p14:tracePt t="21645" x="10839450" y="4348163"/>
          <p14:tracePt t="21653" x="10888663" y="4348163"/>
          <p14:tracePt t="21662" x="10937875" y="4348163"/>
          <p14:tracePt t="21670" x="10974388" y="4337050"/>
          <p14:tracePt t="21678" x="11034713" y="4300538"/>
          <p14:tracePt t="21687" x="11095038" y="4275138"/>
          <p14:tracePt t="21695" x="11107738" y="4264025"/>
          <p14:tracePt t="21703" x="11156950" y="4214813"/>
          <p14:tracePt t="21711" x="11217275" y="4141788"/>
          <p14:tracePt t="21720" x="11253788" y="4068763"/>
          <p14:tracePt t="21728" x="11279188" y="3995738"/>
          <p14:tracePt t="21737" x="11279188" y="3910013"/>
          <p14:tracePt t="21745" x="11279188" y="3836988"/>
          <p14:tracePt t="21753" x="11290300" y="3740150"/>
          <p14:tracePt t="21762" x="11290300" y="3654425"/>
          <p14:tracePt t="21770" x="11290300" y="3568700"/>
          <p14:tracePt t="21778" x="11279188" y="3448050"/>
          <p14:tracePt t="21787" x="11253788" y="3362325"/>
          <p14:tracePt t="21795" x="11229975" y="3336925"/>
          <p14:tracePt t="21803" x="11180763" y="3227388"/>
          <p14:tracePt t="21811" x="11107738" y="3106738"/>
          <p14:tracePt t="21820" x="11047413" y="3021013"/>
          <p14:tracePt t="21828" x="10985500" y="2935288"/>
          <p14:tracePt t="21836" x="10937875" y="2862263"/>
          <p14:tracePt t="21845" x="10888663" y="2789238"/>
          <p14:tracePt t="21853" x="10828338" y="2752725"/>
          <p14:tracePt t="21861" x="10779125" y="2703513"/>
          <p14:tracePt t="21870" x="10729913" y="2667000"/>
          <p14:tracePt t="21878" x="10669588" y="2606675"/>
          <p14:tracePt t="21886" x="10645775" y="2593975"/>
          <p14:tracePt t="21895" x="10620375" y="2582863"/>
          <p14:tracePt t="21903" x="10583863" y="2557463"/>
          <p14:tracePt t="21911" x="10510838" y="2520950"/>
          <p14:tracePt t="21920" x="10474325" y="2484438"/>
          <p14:tracePt t="21928" x="10401300" y="2447925"/>
          <p14:tracePt t="21936" x="10340975" y="2411413"/>
          <p14:tracePt t="21945" x="10279063" y="2374900"/>
          <p14:tracePt t="21953" x="10231438" y="2351088"/>
          <p14:tracePt t="21961" x="10145713" y="2314575"/>
          <p14:tracePt t="21970" x="10059988" y="2278063"/>
          <p14:tracePt t="21978" x="9950450" y="2241550"/>
          <p14:tracePt t="21986" x="9866313" y="2217738"/>
          <p14:tracePt t="21995" x="9817100" y="2205038"/>
          <p14:tracePt t="22003" x="9756775" y="2179638"/>
          <p14:tracePt t="22011" x="9645650" y="2143125"/>
          <p14:tracePt t="22020" x="9572625" y="2132013"/>
          <p14:tracePt t="22028" x="9512300" y="2106613"/>
          <p14:tracePt t="22036" x="9439275" y="2095500"/>
          <p14:tracePt t="22045" x="9366250" y="2082800"/>
          <p14:tracePt t="22045" x="9317038" y="2070100"/>
          <p14:tracePt t="22053" x="9280525" y="2058988"/>
          <p14:tracePt t="22061" x="9196388" y="2046288"/>
          <p14:tracePt t="22070" x="9097963" y="2022475"/>
          <p14:tracePt t="22078" x="9001125" y="2009775"/>
          <p14:tracePt t="22086" x="8928100" y="2009775"/>
          <p14:tracePt t="22094" x="8915400" y="2009775"/>
          <p14:tracePt t="22103" x="8891588" y="2009775"/>
          <p14:tracePt t="22111" x="8866188" y="2009775"/>
          <p14:tracePt t="22144" x="8855075" y="2009775"/>
          <p14:tracePt t="22171" x="8842375" y="2022475"/>
          <p14:tracePt t="22179" x="8842375" y="2033588"/>
          <p14:tracePt t="22187" x="8829675" y="2033588"/>
          <p14:tracePt t="22196" x="8829675" y="2046288"/>
          <p14:tracePt t="22211" x="8818563" y="2058988"/>
          <p14:tracePt t="22219" x="8805863" y="2070100"/>
          <p14:tracePt t="22226" x="8793163" y="2070100"/>
          <p14:tracePt t="22237" x="8756650" y="2082800"/>
          <p14:tracePt t="22244" x="8732838" y="2095500"/>
          <p14:tracePt t="22245" x="8709025" y="2095500"/>
          <p14:tracePt t="22253" x="8696325" y="2095500"/>
          <p14:tracePt t="22261" x="8574088" y="2119313"/>
          <p14:tracePt t="22269" x="8367713" y="2168525"/>
          <p14:tracePt t="22278" x="7893050" y="2254250"/>
          <p14:tracePt t="22286" x="7710488" y="2278063"/>
          <p14:tracePt t="22295" x="7270750" y="2387600"/>
          <p14:tracePt t="22303" x="6783388" y="2460625"/>
          <p14:tracePt t="22311" x="6224588" y="2557463"/>
          <p14:tracePt t="22319" x="5432425" y="2692400"/>
          <p14:tracePt t="22328" x="4957763" y="2765425"/>
          <p14:tracePt t="22336" x="4749800" y="2789238"/>
          <p14:tracePt t="22344" x="4262438" y="2838450"/>
          <p14:tracePt t="22353" x="4043363" y="2851150"/>
          <p14:tracePt t="22361" x="3884613" y="2862263"/>
          <p14:tracePt t="22369" x="3811588" y="2862263"/>
          <p14:tracePt t="22378" x="3800475" y="2862263"/>
          <p14:tracePt t="22396" x="3800475" y="2874963"/>
          <p14:tracePt t="22426" x="3787775" y="2874963"/>
          <p14:tracePt t="22437" x="3775075" y="2874963"/>
          <p14:tracePt t="22446" x="3763963" y="2874963"/>
          <p14:tracePt t="22459" x="3751263" y="2874963"/>
          <p14:tracePt t="22464" x="3738563" y="2874963"/>
          <p14:tracePt t="22469" x="3727450" y="2874963"/>
          <p14:tracePt t="22478" x="3727450" y="2887663"/>
          <p14:tracePt t="22486" x="3714750" y="2887663"/>
          <p14:tracePt t="22496" x="3702050" y="2887663"/>
          <p14:tracePt t="22591" x="3702050" y="2874963"/>
          <p14:tracePt t="22596" x="3702050" y="2862263"/>
          <p14:tracePt t="22604" x="3702050" y="2851150"/>
          <p14:tracePt t="22612" x="3702050" y="2838450"/>
          <p14:tracePt t="22616" x="3702050" y="2825750"/>
          <p14:tracePt t="22624" x="3702050" y="2801938"/>
          <p14:tracePt t="22628" x="3702050" y="2789238"/>
          <p14:tracePt t="22636" x="3714750" y="2789238"/>
          <p14:tracePt t="22644" x="3727450" y="2765425"/>
          <p14:tracePt t="22652" x="3727450" y="2752725"/>
          <p14:tracePt t="22661" x="3727450" y="2740025"/>
          <p14:tracePt t="22669" x="3727450" y="2728913"/>
          <p14:tracePt t="22677" x="3727450" y="2692400"/>
          <p14:tracePt t="22691" x="3727450" y="2679700"/>
          <p14:tracePt t="22696" x="3727450" y="2667000"/>
          <p14:tracePt t="22716" x="3727450" y="2655888"/>
          <p14:tracePt t="22731" x="3727450" y="2643188"/>
          <p14:tracePt t="22745" x="3727450" y="2630488"/>
          <p14:tracePt t="22751" x="3714750" y="2630488"/>
          <p14:tracePt t="22756" x="3714750" y="2619375"/>
          <p14:tracePt t="22761" x="3702050" y="2606675"/>
          <p14:tracePt t="22769" x="3690938" y="2582863"/>
          <p14:tracePt t="22777" x="3678238" y="2570163"/>
          <p14:tracePt t="22786" x="3629025" y="2533650"/>
          <p14:tracePt t="22794" x="3605213" y="2509838"/>
          <p14:tracePt t="22802" x="3581400" y="2484438"/>
          <p14:tracePt t="22811" x="3532188" y="2473325"/>
          <p14:tracePt t="22811" x="3519488" y="2460625"/>
          <p14:tracePt t="22819" x="3471863" y="2436813"/>
          <p14:tracePt t="22827" x="3446463" y="2424113"/>
          <p14:tracePt t="22836" x="3435350" y="2424113"/>
          <p14:tracePt t="22837" x="3409950" y="2400300"/>
          <p14:tracePt t="22845" x="3362325" y="2374900"/>
          <p14:tracePt t="22856" x="3349625" y="2374900"/>
          <p14:tracePt t="22860" x="3336925" y="2363788"/>
          <p14:tracePt t="22869" x="3313113" y="2351088"/>
          <p14:tracePt t="22877" x="3300413" y="2351088"/>
          <p14:tracePt t="22885" x="3276600" y="2327275"/>
          <p14:tracePt t="22894" x="3263900" y="2327275"/>
          <p14:tracePt t="22902" x="3240088" y="2314575"/>
          <p14:tracePt t="22911" x="3214688" y="2314575"/>
          <p14:tracePt t="22919" x="3203575" y="2301875"/>
          <p14:tracePt t="22927" x="3178175" y="2301875"/>
          <p14:tracePt t="22946" x="3167063" y="2301875"/>
          <p14:tracePt t="22964" x="3154363" y="2301875"/>
          <p14:tracePt t="22965" x="3141663" y="2301875"/>
          <p14:tracePt t="22978" x="3130550" y="2301875"/>
          <p14:tracePt t="22984" x="3117850" y="2301875"/>
          <p14:tracePt t="22985" x="3105150" y="2301875"/>
          <p14:tracePt t="22994" x="3094038" y="2301875"/>
          <p14:tracePt t="23002" x="3068638" y="2301875"/>
          <p14:tracePt t="23011" x="3044825" y="2301875"/>
          <p14:tracePt t="23019" x="2984500" y="2301875"/>
          <p14:tracePt t="23027" x="2911475" y="2301875"/>
          <p14:tracePt t="23036" x="2898775" y="2301875"/>
          <p14:tracePt t="23044" x="2825750" y="2327275"/>
          <p14:tracePt t="23045" x="2813050" y="2327275"/>
          <p14:tracePt t="23052" x="2752725" y="2338388"/>
          <p14:tracePt t="23060" x="2692400" y="2338388"/>
          <p14:tracePt t="23069" x="2606675" y="2363788"/>
          <p14:tracePt t="23077" x="2520950" y="2387600"/>
          <p14:tracePt t="23085" x="2435225" y="2411413"/>
          <p14:tracePt t="23094" x="2338388" y="2436813"/>
          <p14:tracePt t="23102" x="2265363" y="2460625"/>
          <p14:tracePt t="23110" x="2192338" y="2484438"/>
          <p14:tracePt t="23119" x="2106613" y="2509838"/>
          <p14:tracePt t="23127" x="2070100" y="2533650"/>
          <p14:tracePt t="23135" x="2033588" y="2557463"/>
          <p14:tracePt t="23144" x="2009775" y="2570163"/>
          <p14:tracePt t="23144" x="1985963" y="2593975"/>
          <p14:tracePt t="23152" x="1936750" y="2643188"/>
          <p14:tracePt t="23160" x="1900238" y="2692400"/>
          <p14:tracePt t="23169" x="1876425" y="2752725"/>
          <p14:tracePt t="23177" x="1839913" y="2801938"/>
          <p14:tracePt t="23185" x="1814513" y="2874963"/>
          <p14:tracePt t="23194" x="1814513" y="2924175"/>
          <p14:tracePt t="23202" x="1814513" y="2984500"/>
          <p14:tracePt t="23210" x="1814513" y="3044825"/>
          <p14:tracePt t="23219" x="1827213" y="3130550"/>
          <p14:tracePt t="23227" x="1863725" y="3227388"/>
          <p14:tracePt t="23235" x="1887538" y="3276600"/>
          <p14:tracePt t="23244" x="1960563" y="3362325"/>
          <p14:tracePt t="23244" x="2009775" y="3409950"/>
          <p14:tracePt t="23252" x="2132013" y="3532188"/>
          <p14:tracePt t="23260" x="2278063" y="3630613"/>
          <p14:tracePt t="23269" x="2460625" y="3751263"/>
          <p14:tracePt t="23277" x="2679700" y="3860800"/>
          <p14:tracePt t="23285" x="2898775" y="3959225"/>
          <p14:tracePt t="23293" x="3057525" y="4043363"/>
          <p14:tracePt t="23302" x="3214688" y="4105275"/>
          <p14:tracePt t="23310" x="3349625" y="4154488"/>
          <p14:tracePt t="23318" x="3495675" y="4202113"/>
          <p14:tracePt t="23327" x="3568700" y="4214813"/>
          <p14:tracePt t="23335" x="3592513" y="4227513"/>
          <p14:tracePt t="23343" x="3641725" y="4227513"/>
          <p14:tracePt t="23352" x="3678238" y="4227513"/>
          <p14:tracePt t="23360" x="3727450" y="4214813"/>
          <p14:tracePt t="23368" x="3775075" y="4191000"/>
          <p14:tracePt t="23377" x="3836988" y="4191000"/>
          <p14:tracePt t="23377" x="3884613" y="4165600"/>
          <p14:tracePt t="23385" x="3933825" y="4141788"/>
          <p14:tracePt t="23393" x="4068763" y="4081463"/>
          <p14:tracePt t="23402" x="4251325" y="4006850"/>
          <p14:tracePt t="23410" x="4384675" y="3922713"/>
          <p14:tracePt t="23418" x="4579938" y="3813175"/>
          <p14:tracePt t="23427" x="4665663" y="3740150"/>
          <p14:tracePt t="23435" x="4702175" y="3703638"/>
          <p14:tracePt t="23443" x="4749800" y="3617913"/>
          <p14:tracePt t="23452" x="4811713" y="3448050"/>
          <p14:tracePt t="23460" x="4835525" y="3313113"/>
          <p14:tracePt t="23468" x="4835525" y="3179763"/>
          <p14:tracePt t="23477" x="4835525" y="3033713"/>
          <p14:tracePt t="23478" x="4835525" y="2960688"/>
          <p14:tracePt t="23485" x="4835525" y="2898775"/>
          <p14:tracePt t="23493" x="4835525" y="2776538"/>
          <p14:tracePt t="23502" x="4835525" y="2679700"/>
          <p14:tracePt t="23510" x="4799013" y="2582863"/>
          <p14:tracePt t="23511" x="4775200" y="2533650"/>
          <p14:tracePt t="23518" x="4738688" y="2436813"/>
          <p14:tracePt t="23527" x="4689475" y="2351088"/>
          <p14:tracePt t="23535" x="4665663" y="2327275"/>
          <p14:tracePt t="23543" x="4591050" y="2254250"/>
          <p14:tracePt t="23552" x="4481513" y="2143125"/>
          <p14:tracePt t="23560" x="4397375" y="2070100"/>
          <p14:tracePt t="23568" x="4298950" y="2022475"/>
          <p14:tracePt t="23577" x="4189413" y="1973263"/>
          <p14:tracePt t="23577" x="4129088" y="1936750"/>
          <p14:tracePt t="23585" x="4056063" y="1924050"/>
          <p14:tracePt t="23593" x="3921125" y="1887538"/>
          <p14:tracePt t="23601" x="3751263" y="1839913"/>
          <p14:tracePt t="23610" x="3556000" y="1814513"/>
          <p14:tracePt t="23618" x="3289300" y="1803400"/>
          <p14:tracePt t="23626" x="3130550" y="1803400"/>
          <p14:tracePt t="23635" x="3057525" y="1803400"/>
          <p14:tracePt t="23643" x="2935288" y="1803400"/>
          <p14:tracePt t="23651" x="2716213" y="1827213"/>
          <p14:tracePt t="23660" x="2582863" y="1887538"/>
          <p14:tracePt t="23668" x="2447925" y="1936750"/>
          <p14:tracePt t="23676" x="2301875" y="2022475"/>
          <p14:tracePt t="23685" x="2155825" y="2132013"/>
          <p14:tracePt t="23693" x="2046288" y="2241550"/>
          <p14:tracePt t="23701" x="1960563" y="2327275"/>
          <p14:tracePt t="23710" x="1863725" y="2411413"/>
          <p14:tracePt t="23718" x="1754188" y="2557463"/>
          <p14:tracePt t="23726" x="1704975" y="2630488"/>
          <p14:tracePt t="23735" x="1681163" y="2655888"/>
          <p14:tracePt t="23743" x="1655763" y="2716213"/>
          <p14:tracePt t="23751" x="1619250" y="2789238"/>
          <p14:tracePt t="23760" x="1619250" y="2825750"/>
          <p14:tracePt t="23768" x="1608138" y="2874963"/>
          <p14:tracePt t="23776" x="1608138" y="2924175"/>
          <p14:tracePt t="23785" x="1608138" y="2960688"/>
          <p14:tracePt t="23785" x="1608138" y="2984500"/>
          <p14:tracePt t="23793" x="1608138" y="3008313"/>
          <p14:tracePt t="23801" x="1619250" y="3070225"/>
          <p14:tracePt t="23810" x="1655763" y="3130550"/>
          <p14:tracePt t="23818" x="1728788" y="3263900"/>
          <p14:tracePt t="23826" x="1803400" y="3349625"/>
          <p14:tracePt t="23835" x="1827213" y="3386138"/>
          <p14:tracePt t="23843" x="1876425" y="3459163"/>
          <p14:tracePt t="23851" x="1936750" y="3521075"/>
          <p14:tracePt t="23860" x="1985963" y="3568700"/>
          <p14:tracePt t="23868" x="2022475" y="3581400"/>
          <p14:tracePt t="23876" x="2022475" y="3594100"/>
          <p14:tracePt t="23885" x="2033588" y="3605213"/>
          <p14:tracePt t="23893" x="2046288" y="3605213"/>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B9F38-04DE-D36A-C9D8-AB1A8CD8D92E}"/>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EEF42653-E09F-F98A-76B0-AD75252417CF}"/>
              </a:ext>
            </a:extLst>
          </p:cNvPr>
          <p:cNvPicPr>
            <a:picLocks noChangeAspect="1"/>
          </p:cNvPicPr>
          <p:nvPr/>
        </p:nvPicPr>
        <p:blipFill>
          <a:blip r:embed="rId5"/>
          <a:stretch>
            <a:fillRect/>
          </a:stretch>
        </p:blipFill>
        <p:spPr>
          <a:xfrm>
            <a:off x="4091470" y="864079"/>
            <a:ext cx="4275345" cy="1691699"/>
          </a:xfrm>
          <a:prstGeom prst="rect">
            <a:avLst/>
          </a:prstGeom>
        </p:spPr>
      </p:pic>
      <p:grpSp>
        <p:nvGrpSpPr>
          <p:cNvPr id="19" name="组合 18">
            <a:extLst>
              <a:ext uri="{FF2B5EF4-FFF2-40B4-BE49-F238E27FC236}">
                <a16:creationId xmlns:a16="http://schemas.microsoft.com/office/drawing/2014/main" id="{97EB098C-0F30-AF84-7B7C-FEC8E115D09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E805BE2E-9691-974F-E428-38D32674A4FA}"/>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BE9B550-8DB8-91A9-A335-8CAA01DFAEC1}"/>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A347C7D8-6B60-6447-09B1-72E84887414A}"/>
              </a:ext>
            </a:extLst>
          </p:cNvPr>
          <p:cNvSpPr txBox="1"/>
          <p:nvPr/>
        </p:nvSpPr>
        <p:spPr>
          <a:xfrm>
            <a:off x="1176654" y="295910"/>
            <a:ext cx="3619171"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C6997B07-4910-C2D2-1749-A75306973245}"/>
              </a:ext>
            </a:extLst>
          </p:cNvPr>
          <p:cNvSpPr txBox="1"/>
          <p:nvPr/>
        </p:nvSpPr>
        <p:spPr>
          <a:xfrm>
            <a:off x="898295" y="5606021"/>
            <a:ext cx="10395411" cy="972382"/>
          </a:xfrm>
          <a:prstGeom prst="rect">
            <a:avLst/>
          </a:prstGeom>
          <a:solidFill>
            <a:schemeClr val="accent4">
              <a:lumMod val="20000"/>
              <a:lumOff val="80000"/>
            </a:schemeClr>
          </a:solidFill>
        </p:spPr>
        <p:txBody>
          <a:bodyPr wrap="square">
            <a:spAutoFit/>
          </a:bodyPr>
          <a:lstStyle/>
          <a:p>
            <a:pPr>
              <a:lnSpc>
                <a:spcPct val="125000"/>
              </a:lnSpc>
              <a:spcBef>
                <a:spcPts val="600"/>
              </a:spcBef>
              <a:buClr>
                <a:srgbClr val="000000"/>
              </a:buClr>
              <a:defRPr/>
            </a:pPr>
            <a:r>
              <a:rPr lang="en-US" altLang="zh-CN" sz="2400" dirty="0">
                <a:latin typeface="Times New Roman" panose="02020603050405020304" pitchFamily="18" charset="0"/>
                <a:ea typeface="Noto Sans SC"/>
                <a:sym typeface="Arial"/>
              </a:rPr>
              <a:t>For TALL-Masks, </a:t>
            </a:r>
            <a:r>
              <a:rPr lang="en-US" altLang="zh-CN" sz="2400" b="1" dirty="0">
                <a:solidFill>
                  <a:srgbClr val="FF0000"/>
                </a:solidFill>
                <a:latin typeface="Times New Roman" panose="02020603050405020304" pitchFamily="18" charset="0"/>
                <a:ea typeface="Noto Sans SC"/>
                <a:sym typeface="Arial"/>
              </a:rPr>
              <a:t>on weak-feature tasks</a:t>
            </a:r>
            <a:r>
              <a:rPr lang="en-US" altLang="zh-CN" sz="2400" dirty="0">
                <a:latin typeface="Times New Roman" panose="02020603050405020304" pitchFamily="18" charset="0"/>
                <a:ea typeface="Noto Sans SC"/>
                <a:sym typeface="Arial"/>
              </a:rPr>
              <a:t>, the constructed </a:t>
            </a:r>
            <a:r>
              <a:rPr lang="en-US" altLang="zh-CN" sz="2400" b="1" dirty="0">
                <a:solidFill>
                  <a:srgbClr val="FF0000"/>
                </a:solidFill>
                <a:latin typeface="Times New Roman" panose="02020603050405020304" pitchFamily="18" charset="0"/>
                <a:ea typeface="Noto Sans SC"/>
                <a:sym typeface="Arial"/>
              </a:rPr>
              <a:t>masks</a:t>
            </a:r>
            <a:r>
              <a:rPr lang="en-US" altLang="zh-CN" sz="2400" dirty="0">
                <a:latin typeface="Times New Roman" panose="02020603050405020304" pitchFamily="18" charset="0"/>
                <a:ea typeface="Noto Sans SC"/>
                <a:sym typeface="Arial"/>
              </a:rPr>
              <a:t> </a:t>
            </a:r>
            <a:r>
              <a:rPr lang="en-US" altLang="zh-CN" sz="2400" b="1" dirty="0">
                <a:solidFill>
                  <a:srgbClr val="FF0000"/>
                </a:solidFill>
                <a:latin typeface="Times New Roman" panose="02020603050405020304" pitchFamily="18" charset="0"/>
                <a:ea typeface="Noto Sans SC"/>
                <a:sym typeface="Arial"/>
              </a:rPr>
              <a:t>fail</a:t>
            </a:r>
            <a:r>
              <a:rPr lang="en-US" altLang="zh-CN" sz="2400" dirty="0">
                <a:latin typeface="Times New Roman" panose="02020603050405020304" pitchFamily="18" charset="0"/>
                <a:ea typeface="Noto Sans SC"/>
                <a:sym typeface="Arial"/>
              </a:rPr>
              <a:t> </a:t>
            </a:r>
            <a:r>
              <a:rPr lang="en-US" altLang="zh-CN" sz="2400" b="1" dirty="0">
                <a:solidFill>
                  <a:srgbClr val="FF0000"/>
                </a:solidFill>
                <a:latin typeface="Times New Roman" panose="02020603050405020304" pitchFamily="18" charset="0"/>
                <a:ea typeface="Noto Sans SC"/>
                <a:sym typeface="Arial"/>
              </a:rPr>
              <a:t>to</a:t>
            </a:r>
            <a:r>
              <a:rPr lang="en-US" altLang="zh-CN" sz="2400" dirty="0">
                <a:latin typeface="Times New Roman" panose="02020603050405020304" pitchFamily="18" charset="0"/>
                <a:ea typeface="Noto Sans SC"/>
                <a:sym typeface="Arial"/>
              </a:rPr>
              <a:t> </a:t>
            </a:r>
            <a:r>
              <a:rPr lang="en-US" altLang="zh-CN" sz="2400" b="1" dirty="0">
                <a:solidFill>
                  <a:srgbClr val="FF0000"/>
                </a:solidFill>
                <a:latin typeface="Times New Roman" panose="02020603050405020304" pitchFamily="18" charset="0"/>
                <a:ea typeface="Noto Sans SC"/>
                <a:sym typeface="Arial"/>
              </a:rPr>
              <a:t>preserve important parameters </a:t>
            </a:r>
            <a:r>
              <a:rPr lang="en-US" altLang="zh-CN" sz="2400" dirty="0">
                <a:latin typeface="Times New Roman" panose="02020603050405020304" pitchFamily="18" charset="0"/>
                <a:ea typeface="Noto Sans SC"/>
                <a:sym typeface="Arial"/>
              </a:rPr>
              <a:t>effectively .</a:t>
            </a:r>
            <a:endParaRPr lang="zh-CN" altLang="en-US" sz="2400" dirty="0">
              <a:latin typeface="Times New Roman" panose="02020603050405020304" pitchFamily="18" charset="0"/>
            </a:endParaRPr>
          </a:p>
        </p:txBody>
      </p:sp>
      <p:grpSp>
        <p:nvGrpSpPr>
          <p:cNvPr id="13" name="组合 12">
            <a:extLst>
              <a:ext uri="{FF2B5EF4-FFF2-40B4-BE49-F238E27FC236}">
                <a16:creationId xmlns:a16="http://schemas.microsoft.com/office/drawing/2014/main" id="{4E8977E3-FE60-2F27-2F67-CC7A966B4B9C}"/>
              </a:ext>
            </a:extLst>
          </p:cNvPr>
          <p:cNvGrpSpPr/>
          <p:nvPr/>
        </p:nvGrpSpPr>
        <p:grpSpPr>
          <a:xfrm>
            <a:off x="685343" y="2261164"/>
            <a:ext cx="10821314" cy="3344857"/>
            <a:chOff x="321565" y="2261164"/>
            <a:chExt cx="10821314" cy="3344857"/>
          </a:xfrm>
        </p:grpSpPr>
        <p:pic>
          <p:nvPicPr>
            <p:cNvPr id="3" name="图片 2">
              <a:extLst>
                <a:ext uri="{FF2B5EF4-FFF2-40B4-BE49-F238E27FC236}">
                  <a16:creationId xmlns:a16="http://schemas.microsoft.com/office/drawing/2014/main" id="{DEDA76DC-2B93-51FD-9A3A-EFA36DE5D1B3}"/>
                </a:ext>
              </a:extLst>
            </p:cNvPr>
            <p:cNvPicPr>
              <a:picLocks noChangeAspect="1"/>
            </p:cNvPicPr>
            <p:nvPr/>
          </p:nvPicPr>
          <p:blipFill>
            <a:blip r:embed="rId6"/>
            <a:stretch>
              <a:fillRect/>
            </a:stretch>
          </p:blipFill>
          <p:spPr>
            <a:xfrm>
              <a:off x="6350993" y="2261164"/>
              <a:ext cx="4791886" cy="3321110"/>
            </a:xfrm>
            <a:prstGeom prst="rect">
              <a:avLst/>
            </a:prstGeom>
          </p:spPr>
        </p:pic>
        <p:pic>
          <p:nvPicPr>
            <p:cNvPr id="4" name="图片 3">
              <a:extLst>
                <a:ext uri="{FF2B5EF4-FFF2-40B4-BE49-F238E27FC236}">
                  <a16:creationId xmlns:a16="http://schemas.microsoft.com/office/drawing/2014/main" id="{A93A8AB6-8183-2D51-B958-0596108491FD}"/>
                </a:ext>
              </a:extLst>
            </p:cNvPr>
            <p:cNvPicPr>
              <a:picLocks noChangeAspect="1"/>
            </p:cNvPicPr>
            <p:nvPr/>
          </p:nvPicPr>
          <p:blipFill>
            <a:blip r:embed="rId7"/>
            <a:stretch>
              <a:fillRect/>
            </a:stretch>
          </p:blipFill>
          <p:spPr>
            <a:xfrm>
              <a:off x="321565" y="2353692"/>
              <a:ext cx="5519444" cy="3252329"/>
            </a:xfrm>
            <a:prstGeom prst="rect">
              <a:avLst/>
            </a:prstGeom>
          </p:spPr>
        </p:pic>
        <p:sp>
          <p:nvSpPr>
            <p:cNvPr id="5" name="矩形 4">
              <a:extLst>
                <a:ext uri="{FF2B5EF4-FFF2-40B4-BE49-F238E27FC236}">
                  <a16:creationId xmlns:a16="http://schemas.microsoft.com/office/drawing/2014/main" id="{6D06BCF1-BB2B-D4E7-CE58-431963DAAAEF}"/>
                </a:ext>
              </a:extLst>
            </p:cNvPr>
            <p:cNvSpPr/>
            <p:nvPr/>
          </p:nvSpPr>
          <p:spPr>
            <a:xfrm>
              <a:off x="2448560" y="3723266"/>
              <a:ext cx="3271520" cy="216000"/>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 name="矩形 7">
              <a:extLst>
                <a:ext uri="{FF2B5EF4-FFF2-40B4-BE49-F238E27FC236}">
                  <a16:creationId xmlns:a16="http://schemas.microsoft.com/office/drawing/2014/main" id="{29746932-FEAE-C91A-4560-E910ADF916E8}"/>
                </a:ext>
              </a:extLst>
            </p:cNvPr>
            <p:cNvSpPr/>
            <p:nvPr/>
          </p:nvSpPr>
          <p:spPr>
            <a:xfrm>
              <a:off x="10609022" y="4224759"/>
              <a:ext cx="309686" cy="1280495"/>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sp>
        <p:nvSpPr>
          <p:cNvPr id="11" name="文本框 10">
            <a:extLst>
              <a:ext uri="{FF2B5EF4-FFF2-40B4-BE49-F238E27FC236}">
                <a16:creationId xmlns:a16="http://schemas.microsoft.com/office/drawing/2014/main" id="{605DDD22-6521-7A89-D396-F4AF97B04819}"/>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RQ3:</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Performance of Multi-SE-Task Multi-PL Fusion</a:t>
            </a:r>
          </a:p>
        </p:txBody>
      </p:sp>
      <p:pic>
        <p:nvPicPr>
          <p:cNvPr id="44" name="音频 43">
            <a:hlinkClick r:id="" action="ppaction://media"/>
            <a:extLst>
              <a:ext uri="{FF2B5EF4-FFF2-40B4-BE49-F238E27FC236}">
                <a16:creationId xmlns:a16="http://schemas.microsoft.com/office/drawing/2014/main" id="{C554039A-2E81-DFD6-B142-AEE101BBEC3E}"/>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07509714"/>
      </p:ext>
    </p:extLst>
  </p:cSld>
  <p:clrMapOvr>
    <a:masterClrMapping/>
  </p:clrMapOvr>
  <mc:AlternateContent xmlns:mc="http://schemas.openxmlformats.org/markup-compatibility/2006">
    <mc:Choice xmlns:p14="http://schemas.microsoft.com/office/powerpoint/2010/main" Requires="p14">
      <p:transition spd="slow" p14:dur="2000" advTm="49332"/>
    </mc:Choice>
    <mc:Fallback>
      <p:transition spd="slow" advTm="493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4"/>
                </p:tgtEl>
              </p:cMediaNode>
            </p:audio>
          </p:childTnLst>
        </p:cTn>
      </p:par>
    </p:tnLst>
  </p:timing>
  <p:extLst>
    <p:ext uri="{3A86A75C-4F4B-4683-9AE1-C65F6400EC91}">
      <p14:laserTraceLst xmlns:p14="http://schemas.microsoft.com/office/powerpoint/2010/main">
        <p14:tracePtLst>
          <p14:tracePt t="6434" x="3362325" y="2411413"/>
          <p14:tracePt t="6439" x="3373438" y="2436813"/>
          <p14:tracePt t="6444" x="3386138" y="2460625"/>
          <p14:tracePt t="6451" x="3435350" y="2533650"/>
          <p14:tracePt t="6459" x="3446463" y="2557463"/>
          <p14:tracePt t="6468" x="3508375" y="2643188"/>
          <p14:tracePt t="6476" x="3544888" y="2692400"/>
          <p14:tracePt t="6484" x="3556000" y="2703513"/>
          <p14:tracePt t="6493" x="3581400" y="2740025"/>
          <p14:tracePt t="6501" x="3605213" y="2776538"/>
          <p14:tracePt t="6509" x="3617913" y="2789238"/>
          <p14:tracePt t="6518" x="3629025" y="2801938"/>
          <p14:tracePt t="6526" x="3629025" y="2814638"/>
          <p14:tracePt t="6535" x="3641725" y="2814638"/>
          <p14:tracePt t="6544" x="3641725" y="2825750"/>
          <p14:tracePt t="6747" x="3654425" y="2825750"/>
          <p14:tracePt t="6752" x="3654425" y="2838450"/>
          <p14:tracePt t="6754" x="3665538" y="2851150"/>
          <p14:tracePt t="6760" x="3665538" y="2887663"/>
          <p14:tracePt t="6767" x="3702050" y="2935288"/>
          <p14:tracePt t="6776" x="3751263" y="2984500"/>
          <p14:tracePt t="6785" x="3775075" y="3008313"/>
          <p14:tracePt t="6786" x="3811588" y="3057525"/>
          <p14:tracePt t="6794" x="3836988" y="3070225"/>
          <p14:tracePt t="6794" x="3860800" y="3081338"/>
          <p14:tracePt t="6801" x="3873500" y="3094038"/>
          <p14:tracePt t="6809" x="3921125" y="3130550"/>
          <p14:tracePt t="6817" x="3959225" y="3143250"/>
          <p14:tracePt t="6826" x="3983038" y="3154363"/>
          <p14:tracePt t="6834" x="4032250" y="3167063"/>
          <p14:tracePt t="6842" x="4043363" y="3167063"/>
          <p14:tracePt t="6850" x="4056063" y="3167063"/>
          <p14:tracePt t="6859" x="4079875" y="3179763"/>
          <p14:tracePt t="6867" x="4092575" y="3190875"/>
          <p14:tracePt t="6879" x="4105275" y="3203575"/>
          <p14:tracePt t="6887" x="4116388" y="3203575"/>
          <p14:tracePt t="7372" x="4129088" y="3203575"/>
          <p14:tracePt t="7379" x="4141788" y="3203575"/>
          <p14:tracePt t="7384" x="4152900" y="3203575"/>
          <p14:tracePt t="7385" x="4178300" y="3216275"/>
          <p14:tracePt t="7393" x="4202113" y="3227388"/>
          <p14:tracePt t="7394" x="4214813" y="3227388"/>
          <p14:tracePt t="7400" x="4238625" y="3240088"/>
          <p14:tracePt t="7408" x="4287838" y="3263900"/>
          <p14:tracePt t="7417" x="4348163" y="3276600"/>
          <p14:tracePt t="7425" x="4384675" y="3289300"/>
          <p14:tracePt t="7433" x="4433888" y="3300413"/>
          <p14:tracePt t="7442" x="4457700" y="3300413"/>
          <p14:tracePt t="7450" x="4470400" y="3313113"/>
          <p14:tracePt t="7458" x="4481513" y="3313113"/>
          <p14:tracePt t="7467" x="4494213" y="3325813"/>
          <p14:tracePt t="7554" x="4506913" y="3325813"/>
          <p14:tracePt t="7604" x="4518025" y="3325813"/>
          <p14:tracePt t="7619" x="4530725" y="3325813"/>
          <p14:tracePt t="7632" x="4554538" y="3325813"/>
          <p14:tracePt t="7639" x="4579938" y="3325813"/>
          <p14:tracePt t="7644" x="4603750" y="3325813"/>
          <p14:tracePt t="7650" x="4616450" y="3325813"/>
          <p14:tracePt t="7658" x="4665663" y="3325813"/>
          <p14:tracePt t="7666" x="4762500" y="3325813"/>
          <p14:tracePt t="7675" x="4835525" y="3325813"/>
          <p14:tracePt t="7683" x="4859338" y="3325813"/>
          <p14:tracePt t="7691" x="4932363" y="3325813"/>
          <p14:tracePt t="7700" x="4994275" y="3325813"/>
          <p14:tracePt t="7708" x="5041900" y="3325813"/>
          <p14:tracePt t="7717" x="5078413" y="3336925"/>
          <p14:tracePt t="7724" x="5103813" y="3336925"/>
          <p14:tracePt t="7733" x="5176838" y="3349625"/>
          <p14:tracePt t="7741" x="5213350" y="3362325"/>
          <p14:tracePt t="7750" x="5260975" y="3362325"/>
          <p14:tracePt t="7758" x="5297488" y="3362325"/>
          <p14:tracePt t="7766" x="5346700" y="3362325"/>
          <p14:tracePt t="7774" x="5383213" y="3373438"/>
          <p14:tracePt t="7787" x="5395913" y="3373438"/>
          <p14:tracePt t="7804" x="5408613" y="3373438"/>
          <p14:tracePt t="7832" x="5419725" y="3373438"/>
          <p14:tracePt t="7844" x="5432425" y="3373438"/>
          <p14:tracePt t="7845" x="5445125" y="3373438"/>
          <p14:tracePt t="7854" x="5456238" y="3373438"/>
          <p14:tracePt t="7859" x="5468938" y="3373438"/>
          <p14:tracePt t="7866" x="5505450" y="3373438"/>
          <p14:tracePt t="7874" x="5518150" y="3373438"/>
          <p14:tracePt t="7883" x="5554663" y="3373438"/>
          <p14:tracePt t="7891" x="5591175" y="3373438"/>
          <p14:tracePt t="7899" x="5602288" y="3373438"/>
          <p14:tracePt t="7908" x="5627688" y="3373438"/>
          <p14:tracePt t="7925" x="5638800" y="3373438"/>
          <p14:tracePt t="7932" x="5651500" y="3373438"/>
          <p14:tracePt t="7952" x="5664200" y="3373438"/>
          <p14:tracePt t="7954" x="5675313" y="3373438"/>
          <p14:tracePt t="7964" x="5688013" y="3373438"/>
          <p14:tracePt t="7984" x="5700713" y="3373438"/>
          <p14:tracePt t="8059" x="5711825" y="3373438"/>
          <p14:tracePt t="8072" x="5724525" y="3373438"/>
          <p14:tracePt t="8075" x="5748338" y="3373438"/>
          <p14:tracePt t="8084" x="5773738" y="3373438"/>
          <p14:tracePt t="8085" x="5784850" y="3362325"/>
          <p14:tracePt t="8092" x="5810250" y="3362325"/>
          <p14:tracePt t="8099" x="5821363" y="3362325"/>
          <p14:tracePt t="8108" x="5919788" y="3362325"/>
          <p14:tracePt t="8116" x="5967413" y="3362325"/>
          <p14:tracePt t="8124" x="6003925" y="3362325"/>
          <p14:tracePt t="8133" x="6089650" y="3362325"/>
          <p14:tracePt t="8141" x="6188075" y="3362325"/>
          <p14:tracePt t="8149" x="6308725" y="3349625"/>
          <p14:tracePt t="8157" x="6480175" y="3336925"/>
          <p14:tracePt t="8166" x="6723063" y="3336925"/>
          <p14:tracePt t="8174" x="6808788" y="3325813"/>
          <p14:tracePt t="8183" x="6978650" y="3325813"/>
          <p14:tracePt t="8191" x="7100888" y="3325813"/>
          <p14:tracePt t="8199" x="7186613" y="3325813"/>
          <p14:tracePt t="8208" x="7270750" y="3336925"/>
          <p14:tracePt t="8216" x="7319963" y="3336925"/>
          <p14:tracePt t="8224" x="7332663" y="3349625"/>
          <p14:tracePt t="8232" x="7380288" y="3362325"/>
          <p14:tracePt t="8241" x="7442200" y="3373438"/>
          <p14:tracePt t="8249" x="7478713" y="3386138"/>
          <p14:tracePt t="8257" x="7539038" y="3409950"/>
          <p14:tracePt t="8266" x="7637463" y="3422650"/>
          <p14:tracePt t="8274" x="7661275" y="3422650"/>
          <p14:tracePt t="8275" x="7697788" y="3435350"/>
          <p14:tracePt t="8282" x="7721600" y="3435350"/>
          <p14:tracePt t="8291" x="7747000" y="3459163"/>
          <p14:tracePt t="8299" x="7770813" y="3471863"/>
          <p14:tracePt t="8307" x="7794625" y="3471863"/>
          <p14:tracePt t="8316" x="7820025" y="3484563"/>
          <p14:tracePt t="8324" x="7831138" y="3484563"/>
          <p14:tracePt t="8332" x="7831138" y="3495675"/>
          <p14:tracePt t="8364" x="7843838" y="3495675"/>
          <p14:tracePt t="8387" x="7856538" y="3495675"/>
          <p14:tracePt t="8417" x="7867650" y="3495675"/>
          <p14:tracePt t="8427" x="7867650" y="3508375"/>
          <p14:tracePt t="8434" x="7880350" y="3508375"/>
          <p14:tracePt t="8472" x="7893050" y="3508375"/>
          <p14:tracePt t="8487" x="7904163" y="3508375"/>
          <p14:tracePt t="8494" x="7916863" y="3508375"/>
          <p14:tracePt t="8513" x="7916863" y="3521075"/>
          <p14:tracePt t="8519" x="7929563" y="3521075"/>
          <p14:tracePt t="8533" x="7940675" y="3521075"/>
          <p14:tracePt t="8534" x="7940675" y="3532188"/>
          <p14:tracePt t="8554" x="7940675" y="3544888"/>
          <p14:tracePt t="8559" x="7953375" y="3544888"/>
          <p14:tracePt t="8564" x="7953375" y="3557588"/>
          <p14:tracePt t="8565" x="7966075" y="3557588"/>
          <p14:tracePt t="8574" x="7977188" y="3568700"/>
          <p14:tracePt t="8584" x="7977188" y="3581400"/>
          <p14:tracePt t="8590" x="7989888" y="3581400"/>
          <p14:tracePt t="8599" x="8002588" y="3594100"/>
          <p14:tracePt t="8600" x="8013700" y="3605213"/>
          <p14:tracePt t="8607" x="8039100" y="3617913"/>
          <p14:tracePt t="8615" x="8062913" y="3654425"/>
          <p14:tracePt t="8625" x="8086725" y="3667125"/>
          <p14:tracePt t="8626" x="8099425" y="3690938"/>
          <p14:tracePt t="8633" x="8112125" y="3703638"/>
          <p14:tracePt t="8640" x="8123238" y="3714750"/>
          <p14:tracePt t="8649" x="8148638" y="3740150"/>
          <p14:tracePt t="8657" x="8159750" y="3763963"/>
          <p14:tracePt t="8665" x="8172450" y="3787775"/>
          <p14:tracePt t="8674" x="8196263" y="3813175"/>
          <p14:tracePt t="8682" x="8208963" y="3824288"/>
          <p14:tracePt t="8690" x="8232775" y="3849688"/>
          <p14:tracePt t="8699" x="8232775" y="3860800"/>
          <p14:tracePt t="8700" x="8245475" y="3873500"/>
          <p14:tracePt t="8707" x="8258175" y="3886200"/>
          <p14:tracePt t="8715" x="8270875" y="3910013"/>
          <p14:tracePt t="8724" x="8270875" y="3922713"/>
          <p14:tracePt t="8732" x="8281988" y="3933825"/>
          <p14:tracePt t="8733" x="8294688" y="3946525"/>
          <p14:tracePt t="8740" x="8294688" y="3959225"/>
          <p14:tracePt t="8749" x="8307388" y="3970338"/>
          <p14:tracePt t="8757" x="8307388" y="3983038"/>
          <p14:tracePt t="8765" x="8318500" y="4006850"/>
          <p14:tracePt t="8774" x="8318500" y="4019550"/>
          <p14:tracePt t="8784" x="8331200" y="4032250"/>
          <p14:tracePt t="8794" x="8331200" y="4043363"/>
          <p14:tracePt t="8825" x="8343900" y="4043363"/>
          <p14:tracePt t="8839" x="8343900" y="4056063"/>
          <p14:tracePt t="8864" x="8343900" y="4068763"/>
          <p14:tracePt t="8866" x="8355013" y="4068763"/>
          <p14:tracePt t="8907" x="8355013" y="4081463"/>
          <p14:tracePt t="8914" x="8355013" y="4092575"/>
          <p14:tracePt t="8924" x="8355013" y="4105275"/>
          <p14:tracePt t="8934" x="8355013" y="4117975"/>
          <p14:tracePt t="8944" x="8355013" y="4129088"/>
          <p14:tracePt t="8954" x="8355013" y="4141788"/>
          <p14:tracePt t="8959" x="8355013" y="4154488"/>
          <p14:tracePt t="8965" x="8355013" y="4165600"/>
          <p14:tracePt t="8974" x="8355013" y="4178300"/>
          <p14:tracePt t="8982" x="8355013" y="4191000"/>
          <p14:tracePt t="8990" x="8355013" y="4202113"/>
          <p14:tracePt t="8998" x="8355013" y="4227513"/>
          <p14:tracePt t="9007" x="8355013" y="4251325"/>
          <p14:tracePt t="9015" x="8355013" y="4264025"/>
          <p14:tracePt t="9023" x="8355013" y="4275138"/>
          <p14:tracePt t="9032" x="8355013" y="4300538"/>
          <p14:tracePt t="9040" x="8355013" y="4324350"/>
          <p14:tracePt t="9049" x="8355013" y="4348163"/>
          <p14:tracePt t="9057" x="8355013" y="4360863"/>
          <p14:tracePt t="9065" x="8355013" y="4373563"/>
          <p14:tracePt t="9066" x="8355013" y="4384675"/>
          <p14:tracePt t="9073" x="8355013" y="4397375"/>
          <p14:tracePt t="9082" x="8355013" y="4410075"/>
          <p14:tracePt t="9090" x="8355013" y="4433888"/>
          <p14:tracePt t="9098" x="8355013" y="4446588"/>
          <p14:tracePt t="9107" x="8355013" y="4470400"/>
          <p14:tracePt t="9115" x="8355013" y="4494213"/>
          <p14:tracePt t="9124" x="8355013" y="4506913"/>
          <p14:tracePt t="9132" x="8355013" y="4530725"/>
          <p14:tracePt t="9140" x="8355013" y="4543425"/>
          <p14:tracePt t="9148" x="8355013" y="4556125"/>
          <p14:tracePt t="9157" x="8355013" y="4567238"/>
          <p14:tracePt t="9165" x="8355013" y="4579938"/>
          <p14:tracePt t="9173" x="8355013" y="4592638"/>
          <p14:tracePt t="9187" x="8355013" y="4603750"/>
          <p14:tracePt t="9194" x="8355013" y="4616450"/>
          <p14:tracePt t="9207" x="8355013" y="4629150"/>
          <p14:tracePt t="9212" x="8355013" y="4640263"/>
          <p14:tracePt t="9215" x="8355013" y="4652963"/>
          <p14:tracePt t="9224" x="8343900" y="4652963"/>
          <p14:tracePt t="9231" x="8343900" y="4678363"/>
          <p14:tracePt t="9240" x="8318500" y="4689475"/>
          <p14:tracePt t="9248" x="8307388" y="4714875"/>
          <p14:tracePt t="9257" x="8258175" y="4751388"/>
          <p14:tracePt t="9265" x="8232775" y="4775200"/>
          <p14:tracePt t="9273" x="8208963" y="4799013"/>
          <p14:tracePt t="9281" x="8172450" y="4811713"/>
          <p14:tracePt t="9290" x="8148638" y="4835525"/>
          <p14:tracePt t="9298" x="8123238" y="4848225"/>
          <p14:tracePt t="9306" x="8062913" y="4884738"/>
          <p14:tracePt t="9315" x="8013700" y="4908550"/>
          <p14:tracePt t="9323" x="8002588" y="4908550"/>
          <p14:tracePt t="9331" x="7966075" y="4921250"/>
          <p14:tracePt t="9340" x="7929563" y="4945063"/>
          <p14:tracePt t="9348" x="7916863" y="4957763"/>
          <p14:tracePt t="9356" x="7880350" y="4981575"/>
          <p14:tracePt t="9365" x="7856538" y="4981575"/>
          <p14:tracePt t="9373" x="7831138" y="5006975"/>
          <p14:tracePt t="9381" x="7794625" y="5018088"/>
          <p14:tracePt t="9390" x="7770813" y="5018088"/>
          <p14:tracePt t="9398" x="7747000" y="5043488"/>
          <p14:tracePt t="9406" x="7734300" y="5043488"/>
          <p14:tracePt t="9414" x="7721600" y="5054600"/>
          <p14:tracePt t="9424" x="7697788" y="5054600"/>
          <p14:tracePt t="9432" x="7685088" y="5054600"/>
          <p14:tracePt t="9440" x="7661275" y="5080000"/>
          <p14:tracePt t="9448" x="7624763" y="5091113"/>
          <p14:tracePt t="9456" x="7588250" y="5103813"/>
          <p14:tracePt t="9464" x="7564438" y="5116513"/>
          <p14:tracePt t="9473" x="7526338" y="5127625"/>
          <p14:tracePt t="9481" x="7502525" y="5153025"/>
          <p14:tracePt t="9490" x="7478713" y="5164138"/>
          <p14:tracePt t="9498" x="7442200" y="5176838"/>
          <p14:tracePt t="9506" x="7392988" y="5213350"/>
          <p14:tracePt t="9514" x="7369175" y="5213350"/>
          <p14:tracePt t="9523" x="7356475" y="5213350"/>
          <p14:tracePt t="9531" x="7343775" y="5226050"/>
          <p14:tracePt t="9544" x="7332663" y="5226050"/>
          <p14:tracePt t="9559" x="7332663" y="5237163"/>
          <p14:tracePt t="9604" x="7319963" y="5249863"/>
          <p14:tracePt t="9606" x="7307263" y="5249863"/>
          <p14:tracePt t="9615" x="7296150" y="5249863"/>
          <p14:tracePt t="9624" x="7296150" y="5262563"/>
          <p14:tracePt t="9631" x="7283450" y="5262563"/>
          <p14:tracePt t="9639" x="7270750" y="5262563"/>
          <p14:tracePt t="9648" x="7270750" y="5273675"/>
          <p14:tracePt t="9665" x="7246938" y="5273675"/>
          <p14:tracePt t="9674" x="7234238" y="5273675"/>
          <p14:tracePt t="9679" x="7223125" y="5286375"/>
          <p14:tracePt t="9684" x="7210425" y="5299075"/>
          <p14:tracePt t="9689" x="7197725" y="5299075"/>
          <p14:tracePt t="9698" x="7173913" y="5311775"/>
          <p14:tracePt t="9706" x="7113588" y="5322888"/>
          <p14:tracePt t="9715" x="7088188" y="5335588"/>
          <p14:tracePt t="9715" x="7064375" y="5348288"/>
          <p14:tracePt t="9723" x="7040563" y="5359400"/>
          <p14:tracePt t="9731" x="7015163" y="5372100"/>
          <p14:tracePt t="9739" x="7004050" y="5372100"/>
          <p14:tracePt t="9748" x="6967538" y="5384800"/>
          <p14:tracePt t="9756" x="6942138" y="5395913"/>
          <p14:tracePt t="9765" x="6918325" y="5408613"/>
          <p14:tracePt t="9772" x="6905625" y="5408613"/>
          <p14:tracePt t="9781" x="6881813" y="5421313"/>
          <p14:tracePt t="9789" x="6845300" y="5432425"/>
          <p14:tracePt t="9798" x="6808788" y="5457825"/>
          <p14:tracePt t="9806" x="6746875" y="5468938"/>
          <p14:tracePt t="9814" x="6735763" y="5481638"/>
          <p14:tracePt t="9815" x="6723063" y="5481638"/>
          <p14:tracePt t="9823" x="6710363" y="5481638"/>
          <p14:tracePt t="9831" x="6710363" y="5494338"/>
          <p14:tracePt t="10025" x="6723063" y="5494338"/>
          <p14:tracePt t="10032" x="6735763" y="5505450"/>
          <p14:tracePt t="10034" x="6759575" y="5505450"/>
          <p14:tracePt t="10040" x="6783388" y="5518150"/>
          <p14:tracePt t="10047" x="6845300" y="5541963"/>
          <p14:tracePt t="10056" x="6905625" y="5541963"/>
          <p14:tracePt t="10064" x="6918325" y="5554663"/>
          <p14:tracePt t="10073" x="6991350" y="5578475"/>
          <p14:tracePt t="10081" x="7088188" y="5591175"/>
          <p14:tracePt t="10089" x="7161213" y="5614988"/>
          <p14:tracePt t="10098" x="7259638" y="5627688"/>
          <p14:tracePt t="10106" x="7369175" y="5664200"/>
          <p14:tracePt t="10115" x="7416800" y="5664200"/>
          <p14:tracePt t="10115" x="7453313" y="5676900"/>
          <p14:tracePt t="10123" x="7489825" y="5688013"/>
          <p14:tracePt t="10131" x="7515225" y="5688013"/>
          <p14:tracePt t="10139" x="7526338" y="5700713"/>
          <p14:tracePt t="10140" x="7539038" y="5700713"/>
          <p14:tracePt t="10147" x="7551738" y="5700713"/>
          <p14:tracePt t="10156" x="7564438" y="5700713"/>
          <p14:tracePt t="10164" x="7575550" y="5700713"/>
          <p14:tracePt t="10165" x="7588250" y="5700713"/>
          <p14:tracePt t="10174" x="7600950" y="5700713"/>
          <p14:tracePt t="10181" x="7612063" y="5700713"/>
          <p14:tracePt t="10189" x="7624763" y="5700713"/>
          <p14:tracePt t="10197" x="7637463" y="5700713"/>
          <p14:tracePt t="10206" x="7648575" y="5700713"/>
          <p14:tracePt t="10214" x="7697788" y="5700713"/>
          <p14:tracePt t="10222" x="7721600" y="5700713"/>
          <p14:tracePt t="10231" x="7747000" y="5713413"/>
          <p14:tracePt t="10239" x="7770813" y="5713413"/>
          <p14:tracePt t="10240" x="7794625" y="5713413"/>
          <p14:tracePt t="10247" x="7820025" y="5713413"/>
          <p14:tracePt t="10256" x="7831138" y="5713413"/>
          <p14:tracePt t="10264" x="7843838" y="5713413"/>
          <p14:tracePt t="10265" x="7867650" y="5724525"/>
          <p14:tracePt t="10273" x="7880350" y="5724525"/>
          <p14:tracePt t="10281" x="7904163" y="5724525"/>
          <p14:tracePt t="10289" x="7916863" y="5724525"/>
          <p14:tracePt t="10297" x="7929563" y="5724525"/>
          <p14:tracePt t="10305" x="7940675" y="5724525"/>
          <p14:tracePt t="10314" x="7966075" y="5724525"/>
          <p14:tracePt t="10322" x="7977188" y="5737225"/>
          <p14:tracePt t="10330" x="7989888" y="5737225"/>
          <p14:tracePt t="10339" x="8026400" y="5737225"/>
          <p14:tracePt t="10347" x="8075613" y="5737225"/>
          <p14:tracePt t="10355" x="8112125" y="5749925"/>
          <p14:tracePt t="10364" x="8135938" y="5749925"/>
          <p14:tracePt t="10372" x="8148638" y="5749925"/>
          <p14:tracePt t="10380" x="8159750" y="5749925"/>
          <p14:tracePt t="10389" x="8172450" y="5749925"/>
          <p14:tracePt t="10399" x="8185150" y="5749925"/>
          <p14:tracePt t="10405" x="8196263" y="5761038"/>
          <p14:tracePt t="10414" x="8208963" y="5761038"/>
          <p14:tracePt t="10424" x="8221663" y="5761038"/>
          <p14:tracePt t="10430" x="8245475" y="5761038"/>
          <p14:tracePt t="10439" x="8270875" y="5761038"/>
          <p14:tracePt t="10447" x="8307388" y="5761038"/>
          <p14:tracePt t="10455" x="8331200" y="5761038"/>
          <p14:tracePt t="10464" x="8367713" y="5761038"/>
          <p14:tracePt t="10472" x="8416925" y="5761038"/>
          <p14:tracePt t="10480" x="8489950" y="5761038"/>
          <p14:tracePt t="10489" x="8513763" y="5761038"/>
          <p14:tracePt t="10497" x="8550275" y="5773738"/>
          <p14:tracePt t="10505" x="8586788" y="5773738"/>
          <p14:tracePt t="10514" x="8623300" y="5773738"/>
          <p14:tracePt t="10522" x="8636000" y="5773738"/>
          <p14:tracePt t="10530" x="8659813" y="5773738"/>
          <p14:tracePt t="10538" x="8709025" y="5773738"/>
          <p14:tracePt t="10547" x="8745538" y="5773738"/>
          <p14:tracePt t="10555" x="8818563" y="5773738"/>
          <p14:tracePt t="10564" x="8842375" y="5773738"/>
          <p14:tracePt t="10572" x="8891588" y="5773738"/>
          <p14:tracePt t="10572" x="8915400" y="5773738"/>
          <p14:tracePt t="10580" x="9013825" y="5773738"/>
          <p14:tracePt t="10589" x="9097963" y="5773738"/>
          <p14:tracePt t="10597" x="9207500" y="5786438"/>
          <p14:tracePt t="10605" x="9305925" y="5786438"/>
          <p14:tracePt t="10614" x="9390063" y="5797550"/>
          <p14:tracePt t="10622" x="9451975" y="5810250"/>
          <p14:tracePt t="10630" x="9525000" y="5810250"/>
          <p14:tracePt t="10638" x="9585325" y="5810250"/>
          <p14:tracePt t="10647" x="9694863" y="5822950"/>
          <p14:tracePt t="10655" x="9767888" y="5822950"/>
          <p14:tracePt t="10664" x="9804400" y="5822950"/>
          <p14:tracePt t="10672" x="9913938" y="5822950"/>
          <p14:tracePt t="10672" x="9963150" y="5822950"/>
          <p14:tracePt t="10680" x="10085388" y="5822950"/>
          <p14:tracePt t="10688" x="10255250" y="5822950"/>
          <p14:tracePt t="10697" x="10377488" y="5822950"/>
          <p14:tracePt t="10705" x="10487025" y="5822950"/>
          <p14:tracePt t="10713" x="10560050" y="5822950"/>
          <p14:tracePt t="10722" x="10620375" y="5834063"/>
          <p14:tracePt t="10730" x="10645775" y="5834063"/>
          <p14:tracePt t="10738" x="10656888" y="5834063"/>
          <p14:tracePt t="10747" x="10682288" y="5834063"/>
          <p14:tracePt t="10767" x="10693400" y="5834063"/>
          <p14:tracePt t="10772" x="10706100" y="5834063"/>
          <p14:tracePt t="10774" x="10718800" y="5834063"/>
          <p14:tracePt t="10784" x="10729913" y="5834063"/>
          <p14:tracePt t="10788" x="10755313" y="5834063"/>
          <p14:tracePt t="10797" x="10791825" y="5822950"/>
          <p14:tracePt t="10805" x="10875963" y="5797550"/>
          <p14:tracePt t="10813" x="10901363" y="5786438"/>
          <p14:tracePt t="10822" x="10948988" y="5773738"/>
          <p14:tracePt t="10830" x="10974388" y="5761038"/>
          <p14:tracePt t="10838" x="10974388" y="5749925"/>
          <p14:tracePt t="10905" x="10998200" y="5749925"/>
          <p14:tracePt t="10906" x="11010900" y="5737225"/>
          <p14:tracePt t="10922" x="11047413" y="5724525"/>
          <p14:tracePt t="10930" x="11058525" y="5713413"/>
          <p14:tracePt t="10938" x="11071225" y="5700713"/>
          <p14:tracePt t="10947" x="11095038" y="5700713"/>
          <p14:tracePt t="10955" x="11095038" y="5688013"/>
          <p14:tracePt t="10972" x="11107738" y="5688013"/>
          <p14:tracePt t="10974" x="11120438" y="5676900"/>
          <p14:tracePt t="10984" x="11133138" y="5664200"/>
          <p14:tracePt t="10992" x="11133138" y="5651500"/>
          <p14:tracePt t="10996" x="11144250" y="5651500"/>
          <p14:tracePt t="11005" x="11144250" y="5640388"/>
          <p14:tracePt t="11019" x="11144250" y="5627688"/>
          <p14:tracePt t="11025" x="11144250" y="5614988"/>
          <p14:tracePt t="11032" x="11144250" y="5603875"/>
          <p14:tracePt t="11038" x="11144250" y="5591175"/>
          <p14:tracePt t="11046" x="11133138" y="5541963"/>
          <p14:tracePt t="11055" x="11133138" y="5505450"/>
          <p14:tracePt t="11063" x="11133138" y="5494338"/>
          <p14:tracePt t="11071" x="11107738" y="5457825"/>
          <p14:tracePt t="11080" x="11095038" y="5408613"/>
          <p14:tracePt t="11088" x="11071225" y="5384800"/>
          <p14:tracePt t="11096" x="11058525" y="5372100"/>
          <p14:tracePt t="11105" x="11022013" y="5335588"/>
          <p14:tracePt t="11113" x="10985500" y="5322888"/>
          <p14:tracePt t="11121" x="10937875" y="5286375"/>
          <p14:tracePt t="11130" x="10888663" y="5262563"/>
          <p14:tracePt t="11138" x="10828338" y="5237163"/>
          <p14:tracePt t="11146" x="10742613" y="5213350"/>
          <p14:tracePt t="11155" x="10656888" y="5189538"/>
          <p14:tracePt t="11163" x="10609263" y="5176838"/>
          <p14:tracePt t="11171" x="10510838" y="5153025"/>
          <p14:tracePt t="11179" x="10340975" y="5127625"/>
          <p14:tracePt t="11188" x="10231438" y="5116513"/>
          <p14:tracePt t="11196" x="10121900" y="5103813"/>
          <p14:tracePt t="11204" x="9986963" y="5091113"/>
          <p14:tracePt t="11213" x="9866313" y="5067300"/>
          <p14:tracePt t="11221" x="9731375" y="5054600"/>
          <p14:tracePt t="11230" x="9609138" y="5054600"/>
          <p14:tracePt t="11238" x="9475788" y="5043488"/>
          <p14:tracePt t="11246" x="9305925" y="5030788"/>
          <p14:tracePt t="11254" x="9183688" y="5030788"/>
          <p14:tracePt t="11263" x="9110663" y="5018088"/>
          <p14:tracePt t="11271" x="9024938" y="5018088"/>
          <p14:tracePt t="11279" x="8928100" y="5006975"/>
          <p14:tracePt t="11288" x="8805863" y="4994275"/>
          <p14:tracePt t="11296" x="8732838" y="4994275"/>
          <p14:tracePt t="11304" x="8696325" y="4994275"/>
          <p14:tracePt t="11313" x="8599488" y="4981575"/>
          <p14:tracePt t="11321" x="8550275" y="4981575"/>
          <p14:tracePt t="11330" x="8489950" y="4970463"/>
          <p14:tracePt t="11338" x="8453438" y="4970463"/>
          <p14:tracePt t="11346" x="8380413" y="4970463"/>
          <p14:tracePt t="11354" x="8343900" y="4970463"/>
          <p14:tracePt t="11363" x="8294688" y="4970463"/>
          <p14:tracePt t="11371" x="8258175" y="4970463"/>
          <p14:tracePt t="11379" x="8208963" y="4970463"/>
          <p14:tracePt t="11388" x="8159750" y="4970463"/>
          <p14:tracePt t="11396" x="8123238" y="4970463"/>
          <p14:tracePt t="11404" x="8099425" y="4970463"/>
          <p14:tracePt t="11413" x="8039100" y="4970463"/>
          <p14:tracePt t="11421" x="8002588" y="4970463"/>
          <p14:tracePt t="11429" x="7966075" y="4981575"/>
          <p14:tracePt t="11438" x="7916863" y="4994275"/>
          <p14:tracePt t="11446" x="7843838" y="5018088"/>
          <p14:tracePt t="11454" x="7794625" y="5030788"/>
          <p14:tracePt t="11463" x="7770813" y="5030788"/>
          <p14:tracePt t="11471" x="7721600" y="5054600"/>
          <p14:tracePt t="11479" x="7648575" y="5080000"/>
          <p14:tracePt t="11488" x="7564438" y="5127625"/>
          <p14:tracePt t="11496" x="7526338" y="5140325"/>
          <p14:tracePt t="11504" x="7502525" y="5153025"/>
          <p14:tracePt t="11512" x="7466013" y="5176838"/>
          <p14:tracePt t="11521" x="7453313" y="5189538"/>
          <p14:tracePt t="11529" x="7429500" y="5200650"/>
          <p14:tracePt t="11538" x="7416800" y="5213350"/>
          <p14:tracePt t="11546" x="7392988" y="5237163"/>
          <p14:tracePt t="11554" x="7380288" y="5249863"/>
          <p14:tracePt t="11563" x="7369175" y="5273675"/>
          <p14:tracePt t="11571" x="7356475" y="5286375"/>
          <p14:tracePt t="11579" x="7356475" y="5299075"/>
          <p14:tracePt t="11592" x="7356475" y="5311775"/>
          <p14:tracePt t="11599" x="7356475" y="5322888"/>
          <p14:tracePt t="11612" x="7356475" y="5335588"/>
          <p14:tracePt t="11624" x="7356475" y="5348288"/>
          <p14:tracePt t="11625" x="7356475" y="5359400"/>
          <p14:tracePt t="11635" x="7356475" y="5372100"/>
          <p14:tracePt t="11639" x="7356475" y="5384800"/>
          <p14:tracePt t="11646" x="7356475" y="5395913"/>
          <p14:tracePt t="11654" x="7369175" y="5421313"/>
          <p14:tracePt t="11662" x="7380288" y="5432425"/>
          <p14:tracePt t="11671" x="7392988" y="5457825"/>
          <p14:tracePt t="11679" x="7405688" y="5468938"/>
          <p14:tracePt t="11687" x="7416800" y="5494338"/>
          <p14:tracePt t="11696" x="7442200" y="5518150"/>
          <p14:tracePt t="11704" x="7453313" y="5530850"/>
          <p14:tracePt t="11713" x="7502525" y="5554663"/>
          <p14:tracePt t="11721" x="7575550" y="5578475"/>
          <p14:tracePt t="11729" x="7624763" y="5578475"/>
          <p14:tracePt t="11737" x="7710488" y="5591175"/>
          <p14:tracePt t="11746" x="7880350" y="5591175"/>
          <p14:tracePt t="11754" x="7953375" y="5591175"/>
          <p14:tracePt t="11755" x="8039100" y="5603875"/>
          <p14:tracePt t="11762" x="8123238" y="5603875"/>
          <p14:tracePt t="11771" x="8270875" y="5603875"/>
          <p14:tracePt t="11779" x="8440738" y="5603875"/>
          <p14:tracePt t="11788" x="8683625" y="5614988"/>
          <p14:tracePt t="11796" x="8818563" y="5627688"/>
          <p14:tracePt t="11804" x="8878888" y="5627688"/>
          <p14:tracePt t="11812" x="8977313" y="5640388"/>
          <p14:tracePt t="11821" x="9037638" y="5640388"/>
          <p14:tracePt t="11829" x="9050338" y="5640388"/>
          <p14:tracePt t="11837" x="9061450" y="5640388"/>
          <p14:tracePt t="11872" x="9074150" y="5640388"/>
          <p14:tracePt t="11907" x="9074150" y="5651500"/>
          <p14:tracePt t="12404" x="9061450" y="5664200"/>
          <p14:tracePt t="12406" x="9050338" y="5676900"/>
          <p14:tracePt t="12413" x="9037638" y="5676900"/>
          <p14:tracePt t="12420" x="9001125" y="5700713"/>
          <p14:tracePt t="12429" x="8964613" y="5724525"/>
          <p14:tracePt t="12437" x="8902700" y="5724525"/>
          <p14:tracePt t="12445" x="8829675" y="5749925"/>
          <p14:tracePt t="12454" x="8782050" y="5797550"/>
          <p14:tracePt t="12462" x="8756650" y="5834063"/>
          <p14:tracePt t="12470" x="8756650" y="5859463"/>
          <p14:tracePt t="12780" x="8756650" y="5834063"/>
          <p14:tracePt t="12784" x="8756650" y="5822950"/>
          <p14:tracePt t="12786" x="8756650" y="5797550"/>
          <p14:tracePt t="12795" x="8756650" y="5761038"/>
          <p14:tracePt t="12803" x="8756650" y="5724525"/>
          <p14:tracePt t="12812" x="8756650" y="5688013"/>
          <p14:tracePt t="12820" x="8769350" y="5651500"/>
          <p14:tracePt t="12828" x="8769350" y="5627688"/>
          <p14:tracePt t="12837" x="8782050" y="5614988"/>
          <p14:tracePt t="12845" x="8793163" y="5614988"/>
          <p14:tracePt t="12854" x="8793163" y="5603875"/>
          <p14:tracePt t="12887" x="8793163" y="5591175"/>
          <p14:tracePt t="12899" x="8793163" y="5578475"/>
          <p14:tracePt t="12904" x="8805863" y="5578475"/>
          <p14:tracePt t="12905" x="8818563" y="5567363"/>
          <p14:tracePt t="12912" x="8818563" y="5554663"/>
          <p14:tracePt t="12920" x="8829675" y="5541963"/>
          <p14:tracePt t="12928" x="8842375" y="5518150"/>
          <p14:tracePt t="12937" x="8866188" y="5481638"/>
          <p14:tracePt t="12944" x="8866188" y="5457825"/>
          <p14:tracePt t="12953" x="8891588" y="5421313"/>
          <p14:tracePt t="12961" x="8902700" y="5384800"/>
          <p14:tracePt t="12970" x="8915400" y="5322888"/>
          <p14:tracePt t="12978" x="8939213" y="5262563"/>
          <p14:tracePt t="12986" x="8988425" y="5176838"/>
          <p14:tracePt t="12994" x="9037638" y="5080000"/>
          <p14:tracePt t="13003" x="9061450" y="5030788"/>
          <p14:tracePt t="13011" x="9110663" y="4945063"/>
          <p14:tracePt t="13019" x="9183688" y="4835525"/>
          <p14:tracePt t="13028" x="9256713" y="4725988"/>
          <p14:tracePt t="13036" x="9317038" y="4665663"/>
          <p14:tracePt t="13044" x="9378950" y="4579938"/>
          <p14:tracePt t="13053" x="9451975" y="4483100"/>
          <p14:tracePt t="13061" x="9525000" y="4421188"/>
          <p14:tracePt t="13069" x="9598025" y="4348163"/>
          <p14:tracePt t="13078" x="9634538" y="4275138"/>
          <p14:tracePt t="13086" x="9707563" y="4214813"/>
          <p14:tracePt t="13094" x="9720263" y="4202113"/>
          <p14:tracePt t="13103" x="9756775" y="4178300"/>
          <p14:tracePt t="13111" x="9780588" y="4141788"/>
          <p14:tracePt t="13119" x="9804400" y="4129088"/>
          <p14:tracePt t="13128" x="9817100" y="4105275"/>
          <p14:tracePt t="13164" x="9829800" y="4105275"/>
          <p14:tracePt t="13179" x="9829800" y="4092575"/>
          <p14:tracePt t="13192" x="9840913" y="4092575"/>
          <p14:tracePt t="13194" x="9840913" y="4081463"/>
          <p14:tracePt t="13203" x="9840913" y="4068763"/>
          <p14:tracePt t="13207" x="9853613" y="4068763"/>
          <p14:tracePt t="13212" x="9877425" y="4068763"/>
          <p14:tracePt t="13219" x="9877425" y="4056063"/>
          <p14:tracePt t="13228" x="9926638" y="4032250"/>
          <p14:tracePt t="13236" x="9975850" y="3995738"/>
          <p14:tracePt t="13244" x="9986963" y="3983038"/>
          <p14:tracePt t="13253" x="10085388" y="3946525"/>
          <p14:tracePt t="13261" x="10133013" y="3910013"/>
          <p14:tracePt t="13269" x="10206038" y="3873500"/>
          <p14:tracePt t="13278" x="10242550" y="3836988"/>
          <p14:tracePt t="13286" x="10291763" y="3813175"/>
          <p14:tracePt t="13294" x="10304463" y="3800475"/>
          <p14:tracePt t="13303" x="10315575" y="3787775"/>
          <p14:tracePt t="13311" x="10340975" y="3776663"/>
          <p14:tracePt t="13319" x="10352088" y="3763963"/>
          <p14:tracePt t="13328" x="10377488" y="3751263"/>
          <p14:tracePt t="13336" x="10388600" y="3740150"/>
          <p14:tracePt t="13344" x="10401300" y="3740150"/>
          <p14:tracePt t="13352" x="10401300" y="3714750"/>
          <p14:tracePt t="13361" x="10414000" y="3714750"/>
          <p14:tracePt t="13369" x="10426700" y="3714750"/>
          <p14:tracePt t="13378" x="10426700" y="3703638"/>
          <p14:tracePt t="13386" x="10437813" y="3690938"/>
          <p14:tracePt t="13395" x="10437813" y="3678238"/>
          <p14:tracePt t="13414" x="10437813" y="3667125"/>
          <p14:tracePt t="13424" x="10437813" y="3654425"/>
          <p14:tracePt t="13434" x="10437813" y="3641725"/>
          <p14:tracePt t="13439" x="10437813" y="3630613"/>
          <p14:tracePt t="13447" x="10450513" y="3617913"/>
          <p14:tracePt t="13459" x="10450513" y="3605213"/>
          <p14:tracePt t="13467" x="10450513" y="3594100"/>
          <p14:tracePt t="13492" x="10450513" y="3581400"/>
          <p14:tracePt t="13507" x="10450513" y="3568700"/>
          <p14:tracePt t="13512" x="10450513" y="3557588"/>
          <p14:tracePt t="13528" x="10450513" y="3544888"/>
          <p14:tracePt t="13534" x="10450513" y="3532188"/>
          <p14:tracePt t="13552" x="10450513" y="3521075"/>
          <p14:tracePt t="13567" x="10450513" y="3508375"/>
          <p14:tracePt t="13592" x="10450513" y="3495675"/>
          <p14:tracePt t="13639" x="10450513" y="3484563"/>
          <p14:tracePt t="13647" x="10450513" y="3471863"/>
          <p14:tracePt t="13664" x="10450513" y="3459163"/>
          <p14:tracePt t="13672" x="10450513" y="3448050"/>
          <p14:tracePt t="13684" x="10450513" y="3435350"/>
          <p14:tracePt t="13700" x="10450513" y="3422650"/>
          <p14:tracePt t="13707" x="10450513" y="3409950"/>
          <p14:tracePt t="13714" x="10437813" y="3409950"/>
          <p14:tracePt t="13720" x="10437813" y="3398838"/>
          <p14:tracePt t="13724" x="10437813" y="3386138"/>
          <p14:tracePt t="13727" x="10426700" y="3386138"/>
          <p14:tracePt t="13736" x="10426700" y="3373438"/>
          <p14:tracePt t="13744" x="10414000" y="3362325"/>
          <p14:tracePt t="13745" x="10414000" y="3349625"/>
          <p14:tracePt t="13753" x="10401300" y="3349625"/>
          <p14:tracePt t="13761" x="10401300" y="3325813"/>
          <p14:tracePt t="13769" x="10388600" y="3325813"/>
          <p14:tracePt t="13777" x="10388600" y="3313113"/>
          <p14:tracePt t="13786" x="10377488" y="3300413"/>
          <p14:tracePt t="13794" x="10364788" y="3289300"/>
          <p14:tracePt t="13795" x="10352088" y="3289300"/>
          <p14:tracePt t="13802" x="10352088" y="3276600"/>
          <p14:tracePt t="13811" x="10352088" y="3263900"/>
          <p14:tracePt t="13819" x="10340975" y="3263900"/>
          <p14:tracePt t="13820" x="10328275" y="3252788"/>
          <p14:tracePt t="13828" x="10328275" y="3240088"/>
          <p14:tracePt t="13835" x="10315575" y="3227388"/>
          <p14:tracePt t="13844" x="10304463" y="3227388"/>
          <p14:tracePt t="13844" x="10291763" y="3216275"/>
          <p14:tracePt t="13854" x="10279063" y="3203575"/>
          <p14:tracePt t="13860" x="10267950" y="3203575"/>
          <p14:tracePt t="13869" x="10267950" y="3190875"/>
          <p14:tracePt t="13877" x="10255250" y="3179763"/>
          <p14:tracePt t="13885" x="10242550" y="3167063"/>
          <p14:tracePt t="13899" x="10242550" y="3154363"/>
          <p14:tracePt t="13904" x="10231438" y="3154363"/>
          <p14:tracePt t="13912" x="10218738" y="3143250"/>
          <p14:tracePt t="13939" x="10206038" y="3143250"/>
          <p14:tracePt t="13959" x="10206038" y="3130550"/>
          <p14:tracePt t="13979" x="10194925" y="3117850"/>
          <p14:tracePt t="14005" x="10182225" y="3106738"/>
          <p14:tracePt t="14207" x="10182225" y="3094038"/>
          <p14:tracePt t="14245" x="10169525" y="3094038"/>
          <p14:tracePt t="14339" x="10158413" y="3081338"/>
          <p14:tracePt t="14359" x="10145713" y="3081338"/>
          <p14:tracePt t="14367" x="10145713" y="3070225"/>
          <p14:tracePt t="14374" x="10133013" y="3070225"/>
          <p14:tracePt t="14379" x="10133013" y="3057525"/>
          <p14:tracePt t="14385" x="10121900" y="3057525"/>
          <p14:tracePt t="14386" x="10121900" y="3044825"/>
          <p14:tracePt t="14399" x="10109200" y="3044825"/>
          <p14:tracePt t="14404" x="10096500" y="3033713"/>
          <p14:tracePt t="14414" x="10085388" y="3033713"/>
          <p14:tracePt t="14419" x="10085388" y="3021013"/>
          <p14:tracePt t="14432" x="10072688" y="3021013"/>
          <p14:tracePt t="14435" x="10059988" y="3021013"/>
          <p14:tracePt t="14445" x="10059988" y="3008313"/>
          <p14:tracePt t="14452" x="10048875" y="3008313"/>
          <p14:tracePt t="14460" x="10036175" y="3008313"/>
          <p14:tracePt t="14468" x="10023475" y="2997200"/>
          <p14:tracePt t="14487" x="10012363" y="2997200"/>
          <p14:tracePt t="14494" x="9999663" y="2997200"/>
          <p14:tracePt t="14514" x="9999663" y="2984500"/>
          <p14:tracePt t="14519" x="9986963" y="2984500"/>
          <p14:tracePt t="14527" x="9975850" y="2984500"/>
          <p14:tracePt t="14532" x="9963150" y="2984500"/>
          <p14:tracePt t="14544" x="9963150" y="2971800"/>
          <p14:tracePt t="14552" x="9950450" y="2971800"/>
          <p14:tracePt t="14559" x="9939338" y="2960688"/>
          <p14:tracePt t="14574" x="9926638" y="2960688"/>
          <p14:tracePt t="14592" x="9913938" y="2960688"/>
          <p14:tracePt t="14609" x="9902825" y="2960688"/>
          <p14:tracePt t="14624" x="9902825" y="2947988"/>
          <p14:tracePt t="14707" x="9902825" y="2935288"/>
          <p14:tracePt t="14732" x="9890125" y="2935288"/>
          <p14:tracePt t="14799" x="9877425" y="2935288"/>
          <p14:tracePt t="14907" x="9866313" y="2935288"/>
          <p14:tracePt t="14947" x="9853613" y="2935288"/>
          <p14:tracePt t="14954" x="9853613" y="2924175"/>
          <p14:tracePt t="14999" x="9840913" y="2924175"/>
          <p14:tracePt t="15027" x="9829800" y="2924175"/>
          <p14:tracePt t="15032" x="9829800" y="2911475"/>
          <p14:tracePt t="15044" x="9817100" y="2911475"/>
          <p14:tracePt t="15064" x="9817100" y="2898775"/>
          <p14:tracePt t="15065" x="9804400" y="2898775"/>
          <p14:tracePt t="15074" x="9793288" y="2898775"/>
          <p14:tracePt t="15092" x="9780588" y="2898775"/>
          <p14:tracePt t="15100" x="9767888" y="2898775"/>
          <p14:tracePt t="15104" x="9756775" y="2898775"/>
          <p14:tracePt t="15119" x="9744075" y="2898775"/>
          <p14:tracePt t="15124" x="9731375" y="2898775"/>
          <p14:tracePt t="15126" x="9731375" y="2887663"/>
          <p14:tracePt t="15139" x="9720263" y="2887663"/>
          <p14:tracePt t="15148" x="9707563" y="2887663"/>
          <p14:tracePt t="15167" x="9694863" y="2887663"/>
          <p14:tracePt t="15184" x="9694863" y="2874963"/>
          <p14:tracePt t="15212" x="9683750" y="2874963"/>
          <p14:tracePt t="15619" x="9671050" y="2874963"/>
          <p14:tracePt t="15655" x="9658350" y="2874963"/>
          <p14:tracePt t="15672" x="9645650" y="2874963"/>
          <p14:tracePt t="15684" x="9634538" y="2874963"/>
          <p14:tracePt t="15724" x="9621838" y="2874963"/>
          <p14:tracePt t="15734" x="9609138" y="2874963"/>
          <p14:tracePt t="15774" x="9598025" y="2874963"/>
          <p14:tracePt t="15792" x="9585325" y="2874963"/>
          <p14:tracePt t="15799" x="9572625" y="2874963"/>
          <p14:tracePt t="15812" x="9561513" y="2874963"/>
          <p14:tracePt t="15819" x="9548813" y="2874963"/>
          <p14:tracePt t="15834" x="9536113" y="2874963"/>
          <p14:tracePt t="15854" x="9525000" y="2874963"/>
          <p14:tracePt t="15939" x="9512300" y="2874963"/>
          <p14:tracePt t="16212" x="9499600" y="2874963"/>
          <p14:tracePt t="16219" x="9488488" y="2874963"/>
          <p14:tracePt t="16232" x="9475788" y="2874963"/>
          <p14:tracePt t="16234" x="9463088" y="2874963"/>
          <p14:tracePt t="16244" x="9451975" y="2874963"/>
          <p14:tracePt t="16250" x="9439275" y="2862263"/>
          <p14:tracePt t="16258" x="9426575" y="2862263"/>
          <p14:tracePt t="16266" x="9402763" y="2862263"/>
          <p14:tracePt t="16275" x="9378950" y="2862263"/>
          <p14:tracePt t="16283" x="9366250" y="2862263"/>
          <p14:tracePt t="16291" x="9342438" y="2862263"/>
          <p14:tracePt t="16300" x="9305925" y="2862263"/>
          <p14:tracePt t="16308" x="9280525" y="2862263"/>
          <p14:tracePt t="16316" x="9269413" y="2862263"/>
          <p14:tracePt t="16325" x="9256713" y="2862263"/>
          <p14:tracePt t="16333" x="9244013" y="2862263"/>
          <p14:tracePt t="16341" x="9232900" y="2862263"/>
          <p14:tracePt t="16359" x="9220200" y="2862263"/>
          <p14:tracePt t="16374" x="9207500" y="2862263"/>
          <p14:tracePt t="16394" x="9196388" y="2862263"/>
          <p14:tracePt t="16405" x="9183688" y="2862263"/>
          <p14:tracePt t="16415" x="9170988" y="2862263"/>
          <p14:tracePt t="16427" x="9159875" y="2862263"/>
          <p14:tracePt t="16432" x="9147175" y="2862263"/>
          <p14:tracePt t="16439" x="9134475" y="2862263"/>
          <p14:tracePt t="16444" x="9123363" y="2862263"/>
          <p14:tracePt t="16450" x="9110663" y="2862263"/>
          <p14:tracePt t="16458" x="9097963" y="2862263"/>
          <p14:tracePt t="16466" x="9086850" y="2862263"/>
          <p14:tracePt t="16474" x="9074150" y="2862263"/>
          <p14:tracePt t="16483" x="9061450" y="2862263"/>
          <p14:tracePt t="16491" x="9050338" y="2862263"/>
          <p14:tracePt t="16499" x="9013825" y="2862263"/>
          <p14:tracePt t="16508" x="8977313" y="2874963"/>
          <p14:tracePt t="16516" x="8939213" y="2874963"/>
          <p14:tracePt t="16524" x="8902700" y="2874963"/>
          <p14:tracePt t="16533" x="8866188" y="2887663"/>
          <p14:tracePt t="16541" x="8829675" y="2887663"/>
          <p14:tracePt t="16550" x="8782050" y="2887663"/>
          <p14:tracePt t="16558" x="8745538" y="2898775"/>
          <p14:tracePt t="16566" x="8696325" y="2898775"/>
          <p14:tracePt t="16575" x="8683625" y="2898775"/>
          <p14:tracePt t="16583" x="8647113" y="2898775"/>
          <p14:tracePt t="16591" x="8599488" y="2911475"/>
          <p14:tracePt t="16599" x="8537575" y="2911475"/>
          <p14:tracePt t="16608" x="8501063" y="2911475"/>
          <p14:tracePt t="16616" x="8464550" y="2911475"/>
          <p14:tracePt t="16624" x="8428038" y="2911475"/>
          <p14:tracePt t="16633" x="8391525" y="2911475"/>
          <p14:tracePt t="16641" x="8355013" y="2924175"/>
          <p14:tracePt t="16649" x="8331200" y="2924175"/>
          <p14:tracePt t="16658" x="8307388" y="2924175"/>
          <p14:tracePt t="16666" x="8281988" y="2924175"/>
          <p14:tracePt t="16675" x="8270875" y="2924175"/>
          <p14:tracePt t="16692" x="8258175" y="2924175"/>
          <p14:tracePt t="16759" x="8258175" y="2935288"/>
          <p14:tracePt t="16784" x="8245475" y="2935288"/>
          <p14:tracePt t="16807" x="8232775" y="2935288"/>
          <p14:tracePt t="16814" x="8221663" y="2935288"/>
          <p14:tracePt t="16825" x="8208963" y="2935288"/>
          <p14:tracePt t="16833" x="8208963" y="2947988"/>
          <p14:tracePt t="16834" x="8196263" y="2947988"/>
          <p14:tracePt t="16847" x="8185150" y="2947988"/>
          <p14:tracePt t="16852" x="8172450" y="2947988"/>
          <p14:tracePt t="16858" x="8159750" y="2947988"/>
          <p14:tracePt t="16866" x="8148638" y="2960688"/>
          <p14:tracePt t="16874" x="8135938" y="2971800"/>
          <p14:tracePt t="16883" x="8112125" y="2971800"/>
          <p14:tracePt t="16891" x="8099425" y="2997200"/>
          <p14:tracePt t="16899" x="8062913" y="3008313"/>
          <p14:tracePt t="16908" x="8013700" y="3044825"/>
          <p14:tracePt t="16916" x="7989888" y="3057525"/>
          <p14:tracePt t="16924" x="7977188" y="3070225"/>
          <p14:tracePt t="16932" x="7953375" y="3094038"/>
          <p14:tracePt t="16941" x="7904163" y="3130550"/>
          <p14:tracePt t="16949" x="7880350" y="3167063"/>
          <p14:tracePt t="16958" x="7843838" y="3203575"/>
          <p14:tracePt t="16966" x="7807325" y="3240088"/>
          <p14:tracePt t="16974" x="7783513" y="3252788"/>
          <p14:tracePt t="16982" x="7770813" y="3289300"/>
          <p14:tracePt t="16991" x="7758113" y="3300413"/>
          <p14:tracePt t="16999" x="7734300" y="3325813"/>
          <p14:tracePt t="17008" x="7697788" y="3362325"/>
          <p14:tracePt t="17016" x="7685088" y="3409950"/>
          <p14:tracePt t="17024" x="7673975" y="3422650"/>
          <p14:tracePt t="17032" x="7661275" y="3459163"/>
          <p14:tracePt t="17041" x="7637463" y="3521075"/>
          <p14:tracePt t="17049" x="7624763" y="3544888"/>
          <p14:tracePt t="17057" x="7600950" y="3581400"/>
          <p14:tracePt t="17066" x="7588250" y="3641725"/>
          <p14:tracePt t="17074" x="7575550" y="3678238"/>
          <p14:tracePt t="17075" x="7564438" y="3714750"/>
          <p14:tracePt t="17082" x="7551738" y="3740150"/>
          <p14:tracePt t="17091" x="7526338" y="3800475"/>
          <p14:tracePt t="17099" x="7502525" y="3849688"/>
          <p14:tracePt t="17100" x="7489825" y="3897313"/>
          <p14:tracePt t="17107" x="7466013" y="3983038"/>
          <p14:tracePt t="17116" x="7453313" y="4043363"/>
          <p14:tracePt t="17124" x="7442200" y="4081463"/>
          <p14:tracePt t="17125" x="7429500" y="4117975"/>
          <p14:tracePt t="17125" x="7429500" y="4141788"/>
          <p14:tracePt t="17133" x="7429500" y="4165600"/>
          <p14:tracePt t="17141" x="7429500" y="4202113"/>
          <p14:tracePt t="17149" x="7429500" y="4238625"/>
          <p14:tracePt t="17157" x="7429500" y="4300538"/>
          <p14:tracePt t="17166" x="7429500" y="4373563"/>
          <p14:tracePt t="17174" x="7442200" y="4384675"/>
          <p14:tracePt t="17175" x="7442200" y="4421188"/>
          <p14:tracePt t="17182" x="7453313" y="4446588"/>
          <p14:tracePt t="17191" x="7478713" y="4494213"/>
          <p14:tracePt t="17199" x="7489825" y="4543425"/>
          <p14:tracePt t="17200" x="7502525" y="4556125"/>
          <p14:tracePt t="17207" x="7515225" y="4603750"/>
          <p14:tracePt t="17216" x="7539038" y="4640263"/>
          <p14:tracePt t="17224" x="7551738" y="4665663"/>
          <p14:tracePt t="17225" x="7564438" y="4689475"/>
          <p14:tracePt t="17225" x="7588250" y="4702175"/>
          <p14:tracePt t="17233" x="7600950" y="4725988"/>
          <p14:tracePt t="17241" x="7624763" y="4762500"/>
          <p14:tracePt t="17249" x="7673975" y="4799013"/>
          <p14:tracePt t="17257" x="7710488" y="4835525"/>
          <p14:tracePt t="17265" x="7758113" y="4860925"/>
          <p14:tracePt t="17274" x="7794625" y="4897438"/>
          <p14:tracePt t="17274" x="7820025" y="4921250"/>
          <p14:tracePt t="17282" x="7856538" y="4933950"/>
          <p14:tracePt t="17291" x="7916863" y="4970463"/>
          <p14:tracePt t="17299" x="8002588" y="5006975"/>
          <p14:tracePt t="17299" x="8050213" y="5030788"/>
          <p14:tracePt t="17307" x="8172450" y="5091113"/>
          <p14:tracePt t="17315" x="8331200" y="5127625"/>
          <p14:tracePt t="17324" x="8416925" y="5164138"/>
          <p14:tracePt t="17325" x="8599488" y="5189538"/>
          <p14:tracePt t="17333" x="8709025" y="5200650"/>
          <p14:tracePt t="17341" x="8951913" y="5237163"/>
          <p14:tracePt t="17349" x="9220200" y="5249863"/>
          <p14:tracePt t="17357" x="9488488" y="5262563"/>
          <p14:tracePt t="17365" x="9731375" y="5262563"/>
          <p14:tracePt t="17374" x="9999663" y="5286375"/>
          <p14:tracePt t="17382" x="10048875" y="5299075"/>
          <p14:tracePt t="17390" x="10133013" y="5299075"/>
          <p14:tracePt t="17399" x="10182225" y="5299075"/>
          <p14:tracePt t="17407" x="10194925" y="5299075"/>
          <p14:tracePt t="17415" x="10206038" y="5299075"/>
          <p14:tracePt t="17424" x="10218738" y="5299075"/>
          <p14:tracePt t="17434" x="10231438" y="5299075"/>
          <p14:tracePt t="17440" x="10242550" y="5299075"/>
          <p14:tracePt t="17449" x="10267950" y="5286375"/>
          <p14:tracePt t="17457" x="10315575" y="5273675"/>
          <p14:tracePt t="17465" x="10352088" y="5273675"/>
          <p14:tracePt t="17474" x="10377488" y="5262563"/>
          <p14:tracePt t="17482" x="10401300" y="5262563"/>
          <p14:tracePt t="17490" x="10414000" y="5262563"/>
          <p14:tracePt t="17499" x="10437813" y="5262563"/>
          <p14:tracePt t="17512" x="10450513" y="5262563"/>
          <p14:tracePt t="17519" x="10463213" y="5262563"/>
          <p14:tracePt t="17527" x="10474325" y="5262563"/>
          <p14:tracePt t="17532" x="10474325" y="5249863"/>
          <p14:tracePt t="17540" x="10510838" y="5249863"/>
          <p14:tracePt t="17549" x="10547350" y="5237163"/>
          <p14:tracePt t="17557" x="10583863" y="5237163"/>
          <p14:tracePt t="17565" x="10645775" y="5213350"/>
          <p14:tracePt t="17574" x="10766425" y="5189538"/>
          <p14:tracePt t="17582" x="10912475" y="5140325"/>
          <p14:tracePt t="17590" x="11071225" y="5103813"/>
          <p14:tracePt t="17599" x="11206163" y="5080000"/>
          <p14:tracePt t="17607" x="11315700" y="5067300"/>
          <p14:tracePt t="17615" x="11326813" y="5067300"/>
          <p14:tracePt t="17624" x="11339513" y="5067300"/>
          <p14:tracePt t="17659" x="11339513" y="5054600"/>
          <p14:tracePt t="17667" x="11352213" y="5054600"/>
          <p14:tracePt t="17673" x="11363325" y="5043488"/>
          <p14:tracePt t="17675" x="11376025" y="5043488"/>
          <p14:tracePt t="17682" x="11388725" y="5043488"/>
          <p14:tracePt t="17690" x="11425238" y="5018088"/>
          <p14:tracePt t="17698" x="11472863" y="4994275"/>
          <p14:tracePt t="17707" x="11558588" y="4970463"/>
          <p14:tracePt t="17715" x="11595100" y="4933950"/>
          <p14:tracePt t="17724" x="11618913" y="4933950"/>
          <p14:tracePt t="17732" x="11631613" y="4921250"/>
          <p14:tracePt t="17747" x="11631613" y="4908550"/>
          <p14:tracePt t="17759" x="11644313" y="4908550"/>
          <p14:tracePt t="17764" x="11655425" y="4897438"/>
          <p14:tracePt t="17772" x="11668125" y="4872038"/>
          <p14:tracePt t="17779" x="11668125" y="4860925"/>
          <p14:tracePt t="17784" x="11680825" y="4835525"/>
          <p14:tracePt t="17790" x="11691938" y="4835525"/>
          <p14:tracePt t="17798" x="11704638" y="4799013"/>
          <p14:tracePt t="17807" x="11741150" y="4738688"/>
          <p14:tracePt t="17815" x="11753850" y="4702175"/>
          <p14:tracePt t="17823" x="11764963" y="4678363"/>
          <p14:tracePt t="17832" x="11777663" y="4665663"/>
          <p14:tracePt t="17840" x="11790363" y="4629150"/>
          <p14:tracePt t="17848" x="11790363" y="4603750"/>
          <p14:tracePt t="17857" x="11790363" y="4592638"/>
          <p14:tracePt t="17865" x="11790363" y="4567238"/>
          <p14:tracePt t="17873" x="11790363" y="4556125"/>
          <p14:tracePt t="17882" x="11790363" y="4530725"/>
          <p14:tracePt t="17890" x="11790363" y="4506913"/>
          <p14:tracePt t="17898" x="11790363" y="4470400"/>
          <p14:tracePt t="17907" x="11777663" y="4410075"/>
          <p14:tracePt t="17915" x="11777663" y="4373563"/>
          <p14:tracePt t="17923" x="11764963" y="4348163"/>
          <p14:tracePt t="17932" x="11764963" y="4311650"/>
          <p14:tracePt t="17940" x="11741150" y="4238625"/>
          <p14:tracePt t="17948" x="11728450" y="4202113"/>
          <p14:tracePt t="17957" x="11728450" y="4154488"/>
          <p14:tracePt t="17965" x="11704638" y="4117975"/>
          <p14:tracePt t="17966" x="11704638" y="4105275"/>
          <p14:tracePt t="17973" x="11691938" y="4092575"/>
          <p14:tracePt t="17982" x="11680825" y="4056063"/>
          <p14:tracePt t="17990" x="11668125" y="4019550"/>
          <p14:tracePt t="17998" x="11644313" y="3995738"/>
          <p14:tracePt t="18007" x="11607800" y="3922713"/>
          <p14:tracePt t="18015" x="11595100" y="3886200"/>
          <p14:tracePt t="18023" x="11582400" y="3860800"/>
          <p14:tracePt t="18031" x="11558588" y="3824288"/>
          <p14:tracePt t="18040" x="11522075" y="3763963"/>
          <p14:tracePt t="18048" x="11509375" y="3740150"/>
          <p14:tracePt t="18057" x="11485563" y="3703638"/>
          <p14:tracePt t="18065" x="11485563" y="3690938"/>
          <p14:tracePt t="18073" x="11461750" y="3667125"/>
          <p14:tracePt t="18081" x="11461750" y="3654425"/>
          <p14:tracePt t="18090" x="11436350" y="3641725"/>
          <p14:tracePt t="18099" x="11425238" y="3630613"/>
          <p14:tracePt t="18107" x="11425238" y="3617913"/>
          <p14:tracePt t="18115" x="11425238" y="3605213"/>
          <p14:tracePt t="18123" x="11412538" y="3605213"/>
          <p14:tracePt t="18131" x="11399838" y="3605213"/>
          <p14:tracePt t="18140" x="11399838" y="3594100"/>
          <p14:tracePt t="18148" x="11388725" y="3581400"/>
          <p14:tracePt t="18156" x="11376025" y="3581400"/>
          <p14:tracePt t="18165" x="11363325" y="3581400"/>
          <p14:tracePt t="18173" x="11352213" y="3568700"/>
          <p14:tracePt t="18181" x="11339513" y="3557588"/>
          <p14:tracePt t="18190" x="11326813" y="3544888"/>
          <p14:tracePt t="18198" x="11303000" y="3532188"/>
          <p14:tracePt t="18206" x="11266488" y="3521075"/>
          <p14:tracePt t="18214" x="11229975" y="3508375"/>
          <p14:tracePt t="18223" x="11217275" y="3508375"/>
          <p14:tracePt t="18231" x="11193463" y="3484563"/>
          <p14:tracePt t="18239" x="11144250" y="3459163"/>
          <p14:tracePt t="18248" x="11083925" y="3422650"/>
          <p14:tracePt t="18256" x="11034713" y="3386138"/>
          <p14:tracePt t="18264" x="10974388" y="3362325"/>
          <p14:tracePt t="18273" x="10937875" y="3336925"/>
          <p14:tracePt t="18281" x="10888663" y="3313113"/>
          <p14:tracePt t="18290" x="10864850" y="3300413"/>
          <p14:tracePt t="18298" x="10852150" y="3276600"/>
          <p14:tracePt t="18306" x="10815638" y="3263900"/>
          <p14:tracePt t="18314" x="10791825" y="3252788"/>
          <p14:tracePt t="18323" x="10779125" y="3252788"/>
          <p14:tracePt t="18331" x="10766425" y="3240088"/>
          <p14:tracePt t="18339" x="10755313" y="3216275"/>
          <p14:tracePt t="18348" x="10729913" y="3190875"/>
          <p14:tracePt t="18356" x="10718800" y="3190875"/>
          <p14:tracePt t="18367" x="10706100" y="3190875"/>
          <p14:tracePt t="18374" x="10693400" y="3190875"/>
          <p14:tracePt t="18381" x="10693400" y="3179763"/>
          <p14:tracePt t="18389" x="10693400" y="3167063"/>
          <p14:tracePt t="18398" x="10669588" y="3167063"/>
          <p14:tracePt t="18406" x="10656888" y="3154363"/>
          <p14:tracePt t="18414" x="10633075" y="3154363"/>
          <p14:tracePt t="18423" x="10609263" y="3154363"/>
          <p14:tracePt t="18431" x="10596563" y="3154363"/>
          <p14:tracePt t="18439" x="10560050" y="3143250"/>
          <p14:tracePt t="18452" x="10547350" y="3143250"/>
          <p14:tracePt t="18456" x="10536238" y="3143250"/>
          <p14:tracePt t="18465" x="10536238" y="3130550"/>
          <p14:tracePt t="18479" x="10523538" y="3130550"/>
          <p14:tracePt t="18492" x="10510838" y="3130550"/>
          <p14:tracePt t="18514" x="10499725" y="3130550"/>
          <p14:tracePt t="18524" x="10487025" y="3130550"/>
          <p14:tracePt t="18532" x="10474325" y="3130550"/>
          <p14:tracePt t="18540" x="10474325" y="3117850"/>
          <p14:tracePt t="18552" x="10463213" y="3117850"/>
          <p14:tracePt t="18565" x="10450513" y="3117850"/>
          <p14:tracePt t="18592" x="10450513" y="3106738"/>
          <p14:tracePt t="18622" x="10437813" y="3106738"/>
          <p14:tracePt t="18639" x="10426700" y="3106738"/>
          <p14:tracePt t="18653" x="10426700" y="3094038"/>
          <p14:tracePt t="18774" x="10414000" y="3094038"/>
          <p14:tracePt t="18854" x="10401300" y="3094038"/>
          <p14:tracePt t="18872" x="10388600" y="3094038"/>
          <p14:tracePt t="18887" x="10377488" y="3094038"/>
          <p14:tracePt t="18892" x="10364788" y="3094038"/>
          <p14:tracePt t="18897" x="10352088" y="3094038"/>
          <p14:tracePt t="18906" x="10340975" y="3081338"/>
          <p14:tracePt t="18914" x="10328275" y="3081338"/>
          <p14:tracePt t="18915" x="10315575" y="3070225"/>
          <p14:tracePt t="18924" x="10291763" y="3057525"/>
          <p14:tracePt t="18931" x="10279063" y="3057525"/>
          <p14:tracePt t="18939" x="10267950" y="3044825"/>
          <p14:tracePt t="18940" x="10255250" y="3044825"/>
          <p14:tracePt t="18947" x="10242550" y="3033713"/>
          <p14:tracePt t="18956" x="10231438" y="3033713"/>
          <p14:tracePt t="18964" x="10218738" y="3033713"/>
          <p14:tracePt t="18972" x="10206038" y="3033713"/>
          <p14:tracePt t="18981" x="10182225" y="3021013"/>
          <p14:tracePt t="18989" x="10158413" y="3008313"/>
          <p14:tracePt t="18997" x="10145713" y="2997200"/>
          <p14:tracePt t="19005" x="10096500" y="2997200"/>
          <p14:tracePt t="19014" x="10085388" y="2997200"/>
          <p14:tracePt t="19015" x="10072688" y="2997200"/>
          <p14:tracePt t="19022" x="10048875" y="2984500"/>
          <p14:tracePt t="19030" x="10012363" y="2971800"/>
          <p14:tracePt t="19039" x="9963150" y="2960688"/>
          <p14:tracePt t="19040" x="9926638" y="2960688"/>
          <p14:tracePt t="19047" x="9890125" y="2960688"/>
          <p14:tracePt t="19055" x="9829800" y="2935288"/>
          <p14:tracePt t="19064" x="9804400" y="2935288"/>
          <p14:tracePt t="19064" x="9780588" y="2935288"/>
          <p14:tracePt t="19065" x="9756775" y="2935288"/>
          <p14:tracePt t="19073" x="9731375" y="2935288"/>
          <p14:tracePt t="19080" x="9683750" y="2935288"/>
          <p14:tracePt t="19089" x="9645650" y="2924175"/>
          <p14:tracePt t="19097" x="9621838" y="2924175"/>
          <p14:tracePt t="19105" x="9585325" y="2911475"/>
          <p14:tracePt t="19114" x="9572625" y="2911475"/>
          <p14:tracePt t="19114" x="9561513" y="2911475"/>
          <p14:tracePt t="19122" x="9536113" y="2911475"/>
          <p14:tracePt t="19131" x="9512300" y="2898775"/>
          <p14:tracePt t="19139" x="9488488" y="2898775"/>
          <p14:tracePt t="19140" x="9475788" y="2898775"/>
          <p14:tracePt t="19147" x="9451975" y="2898775"/>
          <p14:tracePt t="19156" x="9439275" y="2898775"/>
          <p14:tracePt t="19164" x="9426575" y="2898775"/>
          <p14:tracePt t="19164" x="9415463" y="2898775"/>
          <p14:tracePt t="19165" x="9402763" y="2898775"/>
          <p14:tracePt t="19184" x="9390063" y="2898775"/>
          <p14:tracePt t="19212" x="9378950" y="2898775"/>
          <p14:tracePt t="19694" x="9378950" y="2887663"/>
          <p14:tracePt t="19752" x="9366250" y="2887663"/>
          <p14:tracePt t="19787" x="9353550" y="2887663"/>
          <p14:tracePt t="19814" x="9353550" y="2874963"/>
          <p14:tracePt t="19879" x="9342438" y="2874963"/>
          <p14:tracePt t="19939" x="9329738" y="2874963"/>
          <p14:tracePt t="19947" x="9329738" y="2862263"/>
          <p14:tracePt t="19972" x="9317038" y="2862263"/>
          <p14:tracePt t="19995" x="9305925" y="2862263"/>
          <p14:tracePt t="20004" x="9293225" y="2862263"/>
          <p14:tracePt t="20019" x="9293225" y="2851150"/>
          <p14:tracePt t="20027" x="9280525" y="2851150"/>
          <p14:tracePt t="20047" x="9269413" y="2851150"/>
          <p14:tracePt t="20054" x="9256713" y="2851150"/>
          <p14:tracePt t="20079" x="9256713" y="2838450"/>
          <p14:tracePt t="20084" x="9244013" y="2838450"/>
          <p14:tracePt t="20094" x="9232900" y="2838450"/>
          <p14:tracePt t="20114" x="9220200" y="2838450"/>
          <p14:tracePt t="20119" x="9207500" y="2838450"/>
          <p14:tracePt t="20127" x="9196388" y="2838450"/>
          <p14:tracePt t="20144" x="9183688" y="2838450"/>
          <p14:tracePt t="20152" x="9170988" y="2838450"/>
          <p14:tracePt t="20164" x="9159875" y="2838450"/>
          <p14:tracePt t="20165" x="9147175" y="2838450"/>
          <p14:tracePt t="20172" x="9134475" y="2838450"/>
          <p14:tracePt t="20188" x="9110663" y="2838450"/>
          <p14:tracePt t="20196" x="9086850" y="2838450"/>
          <p14:tracePt t="20205" x="9061450" y="2838450"/>
          <p14:tracePt t="20213" x="9050338" y="2838450"/>
          <p14:tracePt t="20221" x="9013825" y="2838450"/>
          <p14:tracePt t="20229" x="9001125" y="2825750"/>
          <p14:tracePt t="20238" x="8988425" y="2825750"/>
          <p14:tracePt t="20246" x="8977313" y="2825750"/>
          <p14:tracePt t="20263" x="8951913" y="2825750"/>
          <p14:tracePt t="20292" x="8939213" y="2825750"/>
          <p14:tracePt t="20307" x="8928100" y="2825750"/>
          <p14:tracePt t="20319" x="8915400" y="2825750"/>
          <p14:tracePt t="20352" x="8902700" y="2825750"/>
          <p14:tracePt t="20384" x="8891588" y="2825750"/>
          <p14:tracePt t="20404" x="8878888" y="2825750"/>
          <p14:tracePt t="20412" x="8866188" y="2825750"/>
          <p14:tracePt t="20424" x="8855075" y="2825750"/>
          <p14:tracePt t="20425" x="8842375" y="2825750"/>
          <p14:tracePt t="20434" x="8829675" y="2825750"/>
          <p14:tracePt t="20447" x="8818563" y="2825750"/>
          <p14:tracePt t="20454" x="8805863" y="2825750"/>
          <p14:tracePt t="20464" x="8793163" y="2825750"/>
          <p14:tracePt t="20471" x="8782050" y="2825750"/>
          <p14:tracePt t="20479" x="8769350" y="2825750"/>
          <p14:tracePt t="20487" x="8745538" y="2825750"/>
          <p14:tracePt t="20496" x="8732838" y="2825750"/>
          <p14:tracePt t="20504" x="8720138" y="2825750"/>
          <p14:tracePt t="20512" x="8709025" y="2825750"/>
          <p14:tracePt t="20521" x="8696325" y="2825750"/>
          <p14:tracePt t="20529" x="8683625" y="2825750"/>
          <p14:tracePt t="20539" x="8672513" y="2825750"/>
          <p14:tracePt t="20546" x="8659813" y="2825750"/>
          <p14:tracePt t="20555" x="8647113" y="2825750"/>
          <p14:tracePt t="20572" x="8636000" y="2825750"/>
          <p14:tracePt t="20580" x="8623300" y="2825750"/>
          <p14:tracePt t="20594" x="8610600" y="2825750"/>
          <p14:tracePt t="20599" x="8599488" y="2825750"/>
          <p14:tracePt t="20605" x="8586788" y="2838450"/>
          <p14:tracePt t="20624" x="8574088" y="2838450"/>
          <p14:tracePt t="20647" x="8562975" y="2838450"/>
          <p14:tracePt t="20679" x="8562975" y="2851150"/>
          <p14:tracePt t="20692" x="8550275" y="2851150"/>
          <p14:tracePt t="20699" x="8537575" y="2851150"/>
          <p14:tracePt t="20713" x="8526463" y="2851150"/>
          <p14:tracePt t="20747" x="8526463" y="2862263"/>
          <p14:tracePt t="20752" x="8513763" y="2862263"/>
          <p14:tracePt t="20759" x="8501063" y="2862263"/>
          <p14:tracePt t="20771" x="8501063" y="2874963"/>
          <p14:tracePt t="20779" x="8489950" y="2874963"/>
          <p14:tracePt t="20780" x="8477250" y="2874963"/>
          <p14:tracePt t="20787" x="8477250" y="2887663"/>
          <p14:tracePt t="20804" x="8464550" y="2887663"/>
          <p14:tracePt t="20812" x="8453438" y="2887663"/>
          <p14:tracePt t="20820" x="8440738" y="2898775"/>
          <p14:tracePt t="20832" x="8428038" y="2911475"/>
          <p14:tracePt t="20837" x="8416925" y="2911475"/>
          <p14:tracePt t="20864" x="8404225" y="2911475"/>
          <p14:tracePt t="20874" x="8391525" y="2924175"/>
          <p14:tracePt t="20884" x="8380413" y="2924175"/>
          <p14:tracePt t="20892" x="8380413" y="2935288"/>
          <p14:tracePt t="20907" x="8367713" y="2947988"/>
          <p14:tracePt t="20919" x="8355013" y="2947988"/>
          <p14:tracePt t="21005" x="8343900" y="2947988"/>
          <p14:tracePt t="21006" x="8343900" y="2960688"/>
          <p14:tracePt t="21019" x="8331200" y="2960688"/>
          <p14:tracePt t="21024" x="8331200" y="2971800"/>
          <p14:tracePt t="21029" x="8318500" y="2971800"/>
          <p14:tracePt t="21044" x="8307388" y="2984500"/>
          <p14:tracePt t="21053" x="8294688" y="2984500"/>
          <p14:tracePt t="21059" x="8294688" y="2997200"/>
          <p14:tracePt t="21072" x="8281988" y="3008313"/>
          <p14:tracePt t="21079" x="8270875" y="3008313"/>
          <p14:tracePt t="21092" x="8258175" y="3008313"/>
          <p14:tracePt t="21094" x="8258175" y="3021013"/>
          <p14:tracePt t="21107" x="8258175" y="3033713"/>
          <p14:tracePt t="21112" x="8245475" y="3033713"/>
          <p14:tracePt t="21119" x="8232775" y="3033713"/>
          <p14:tracePt t="21125" x="8232775" y="3044825"/>
          <p14:tracePt t="21134" x="8221663" y="3044825"/>
          <p14:tracePt t="21139" x="8221663" y="3057525"/>
          <p14:tracePt t="21145" x="8208963" y="3070225"/>
          <p14:tracePt t="21153" x="8196263" y="3070225"/>
          <p14:tracePt t="21162" x="8196263" y="3081338"/>
          <p14:tracePt t="21170" x="8172450" y="3094038"/>
          <p14:tracePt t="21179" x="8172450" y="3106738"/>
          <p14:tracePt t="21187" x="8148638" y="3130550"/>
          <p14:tracePt t="21195" x="8135938" y="3154363"/>
          <p14:tracePt t="21204" x="8135938" y="3167063"/>
          <p14:tracePt t="21212" x="8123238" y="3179763"/>
          <p14:tracePt t="21220" x="8112125" y="3190875"/>
          <p14:tracePt t="21229" x="8112125" y="3216275"/>
          <p14:tracePt t="21237" x="8099425" y="3227388"/>
          <p14:tracePt t="21245" x="8086725" y="3240088"/>
          <p14:tracePt t="21246" x="8086725" y="3263900"/>
          <p14:tracePt t="21253" x="8086725" y="3276600"/>
          <p14:tracePt t="21262" x="8075613" y="3289300"/>
          <p14:tracePt t="21270" x="8075613" y="3313113"/>
          <p14:tracePt t="21278" x="8062913" y="3349625"/>
          <p14:tracePt t="21287" x="8050213" y="3386138"/>
          <p14:tracePt t="21295" x="8050213" y="3409950"/>
          <p14:tracePt t="21303" x="8050213" y="3448050"/>
          <p14:tracePt t="21312" x="8050213" y="3484563"/>
          <p14:tracePt t="21320" x="8050213" y="3557588"/>
          <p14:tracePt t="21328" x="8050213" y="3581400"/>
          <p14:tracePt t="21337" x="8050213" y="3630613"/>
          <p14:tracePt t="21345" x="8050213" y="3641725"/>
          <p14:tracePt t="21346" x="8050213" y="3654425"/>
          <p14:tracePt t="21353" x="8050213" y="3667125"/>
          <p14:tracePt t="21362" x="8050213" y="3690938"/>
          <p14:tracePt t="21370" x="8050213" y="3703638"/>
          <p14:tracePt t="21378" x="8062913" y="3727450"/>
          <p14:tracePt t="21387" x="8062913" y="3763963"/>
          <p14:tracePt t="21395" x="8075613" y="3800475"/>
          <p14:tracePt t="21403" x="8075613" y="3813175"/>
          <p14:tracePt t="21412" x="8075613" y="3836988"/>
          <p14:tracePt t="21420" x="8099425" y="3873500"/>
          <p14:tracePt t="21428" x="8112125" y="3886200"/>
          <p14:tracePt t="21437" x="8123238" y="3910013"/>
          <p14:tracePt t="21445" x="8135938" y="3933825"/>
          <p14:tracePt t="21446" x="8148638" y="3946525"/>
          <p14:tracePt t="21453" x="8159750" y="3946525"/>
          <p14:tracePt t="21462" x="8196263" y="3970338"/>
          <p14:tracePt t="21470" x="8270875" y="3995738"/>
          <p14:tracePt t="21478" x="8307388" y="4006850"/>
          <p14:tracePt t="21487" x="8404225" y="4032250"/>
          <p14:tracePt t="21495" x="8562975" y="4068763"/>
          <p14:tracePt t="21503" x="8610600" y="4081463"/>
          <p14:tracePt t="21511" x="8696325" y="4105275"/>
          <p14:tracePt t="21520" x="8866188" y="4141788"/>
          <p14:tracePt t="21528" x="8951913" y="4165600"/>
          <p14:tracePt t="21536" x="9074150" y="4191000"/>
          <p14:tracePt t="21545" x="9159875" y="4214813"/>
          <p14:tracePt t="21545" x="9196388" y="4227513"/>
          <p14:tracePt t="21553" x="9232900" y="4238625"/>
          <p14:tracePt t="21561" x="9293225" y="4264025"/>
          <p14:tracePt t="21570" x="9353550" y="4287838"/>
          <p14:tracePt t="21578" x="9402763" y="4300538"/>
          <p14:tracePt t="21586" x="9488488" y="4337050"/>
          <p14:tracePt t="21595" x="9585325" y="4360863"/>
          <p14:tracePt t="21603" x="9658350" y="4373563"/>
          <p14:tracePt t="21611" x="9840913" y="4397375"/>
          <p14:tracePt t="21620" x="10182225" y="4446588"/>
          <p14:tracePt t="21628" x="10463213" y="4483100"/>
          <p14:tracePt t="21636" x="10718800" y="4506913"/>
          <p14:tracePt t="21645" x="10901363" y="4543425"/>
          <p14:tracePt t="21653" x="11047413" y="4556125"/>
          <p14:tracePt t="21661" x="11169650" y="4567238"/>
          <p14:tracePt t="21670" x="11242675" y="4567238"/>
          <p14:tracePt t="21678" x="11290300" y="4567238"/>
          <p14:tracePt t="21686" x="11363325" y="4567238"/>
          <p14:tracePt t="21695" x="11399838" y="4567238"/>
          <p14:tracePt t="21703" x="11425238" y="4567238"/>
          <p14:tracePt t="21711" x="11461750" y="4567238"/>
          <p14:tracePt t="21719" x="11534775" y="4543425"/>
          <p14:tracePt t="21728" x="11571288" y="4519613"/>
          <p14:tracePt t="21736" x="11607800" y="4494213"/>
          <p14:tracePt t="21744" x="11618913" y="4470400"/>
          <p14:tracePt t="21753" x="11644313" y="4446588"/>
          <p14:tracePt t="21761" x="11655425" y="4421188"/>
          <p14:tracePt t="21770" x="11668125" y="4397375"/>
          <p14:tracePt t="21778" x="11680825" y="4384675"/>
          <p14:tracePt t="21786" x="11691938" y="4384675"/>
          <p14:tracePt t="21795" x="11691938" y="4373563"/>
          <p14:tracePt t="21879" x="11691938" y="4360863"/>
          <p14:tracePt t="21884" x="11668125" y="4348163"/>
          <p14:tracePt t="21886" x="11668125" y="4337050"/>
          <p14:tracePt t="21894" x="11644313" y="4311650"/>
          <p14:tracePt t="21903" x="11582400" y="4264025"/>
          <p14:tracePt t="21911" x="11534775" y="4214813"/>
          <p14:tracePt t="21919" x="11472863" y="4141788"/>
          <p14:tracePt t="21928" x="11290300" y="3970338"/>
          <p14:tracePt t="21936" x="11156950" y="3849688"/>
          <p14:tracePt t="21944" x="11083925" y="3763963"/>
          <p14:tracePt t="21953" x="10839450" y="3508375"/>
          <p14:tracePt t="21961" x="10645775" y="3336925"/>
          <p14:tracePt t="21970" x="10474325" y="3167063"/>
          <p14:tracePt t="21978" x="10328275" y="3033713"/>
          <p14:tracePt t="21986" x="10133013" y="2887663"/>
          <p14:tracePt t="21994" x="10085388" y="2862263"/>
          <p14:tracePt t="22003" x="10012363" y="2825750"/>
          <p14:tracePt t="22011" x="9975850" y="2801938"/>
          <p14:tracePt t="22019" x="9963150" y="2789238"/>
          <p14:tracePt t="22028" x="9926638" y="2789238"/>
          <p14:tracePt t="22036" x="9890125" y="2789238"/>
          <p14:tracePt t="22044" x="9866313" y="2789238"/>
          <p14:tracePt t="22053" x="9793288" y="2776538"/>
          <p14:tracePt t="22061" x="9756775" y="2776538"/>
          <p14:tracePt t="22069" x="9683750" y="2776538"/>
          <p14:tracePt t="22077" x="9634538" y="2776538"/>
          <p14:tracePt t="22086" x="9561513" y="2776538"/>
          <p14:tracePt t="22094" x="9548813" y="2776538"/>
          <p14:tracePt t="22103" x="9512300" y="2765425"/>
          <p14:tracePt t="23424" x="9512300" y="2776538"/>
          <p14:tracePt t="23426" x="9512300" y="2789238"/>
          <p14:tracePt t="23435" x="9525000" y="2838450"/>
          <p14:tracePt t="23443" x="9548813" y="2862263"/>
          <p14:tracePt t="23451" x="9572625" y="2924175"/>
          <p14:tracePt t="23460" x="9621838" y="3021013"/>
          <p14:tracePt t="23468" x="9658350" y="3070225"/>
          <p14:tracePt t="23476" x="9683750" y="3130550"/>
          <p14:tracePt t="23484" x="9694863" y="3154363"/>
          <p14:tracePt t="23494" x="9720263" y="3179763"/>
          <p14:tracePt t="23501" x="9731375" y="3203575"/>
          <p14:tracePt t="23510" x="9744075" y="3203575"/>
          <p14:tracePt t="23518" x="9744075" y="3216275"/>
          <p14:tracePt t="23526" x="9756775" y="3227388"/>
          <p14:tracePt t="23539" x="9767888" y="3227388"/>
          <p14:tracePt t="23544" x="9767888" y="3240088"/>
          <p14:tracePt t="23574" x="9780588" y="3240088"/>
          <p14:tracePt t="23584" x="9780588" y="3252788"/>
          <p14:tracePt t="23599" x="9780588" y="3263900"/>
          <p14:tracePt t="23607" x="9793288" y="3263900"/>
          <p14:tracePt t="23639" x="9793288" y="3276600"/>
          <p14:tracePt t="23647" x="9804400" y="3276600"/>
          <p14:tracePt t="23660" x="9817100" y="3276600"/>
          <p14:tracePt t="23667" x="9829800" y="3289300"/>
          <p14:tracePt t="23674" x="9840913" y="3289300"/>
          <p14:tracePt t="23679" x="9853613" y="3289300"/>
          <p14:tracePt t="23685" x="9902825" y="3289300"/>
          <p14:tracePt t="23693" x="9926638" y="3289300"/>
          <p14:tracePt t="23701" x="9999663" y="3289300"/>
          <p14:tracePt t="23710" x="10036175" y="3289300"/>
          <p14:tracePt t="23718" x="10096500" y="3289300"/>
          <p14:tracePt t="23726" x="10206038" y="3276600"/>
          <p14:tracePt t="23734" x="10255250" y="3263900"/>
          <p14:tracePt t="23743" x="10352088" y="3263900"/>
          <p14:tracePt t="23751" x="10437813" y="3240088"/>
          <p14:tracePt t="23759" x="10572750" y="3227388"/>
          <p14:tracePt t="23768" x="10791825" y="3203575"/>
          <p14:tracePt t="23776" x="10912475" y="3203575"/>
          <p14:tracePt t="23784" x="10974388" y="3203575"/>
          <p14:tracePt t="23793" x="11071225" y="3203575"/>
          <p14:tracePt t="23801" x="11095038" y="3203575"/>
          <p14:tracePt t="23892" x="11107738" y="3203575"/>
          <p14:tracePt t="23924" x="11107738" y="3216275"/>
          <p14:tracePt t="23939" x="11107738" y="3227388"/>
          <p14:tracePt t="23944" x="11120438" y="3227388"/>
          <p14:tracePt t="24007" x="11120438" y="3240088"/>
          <p14:tracePt t="24014" x="11120438" y="3252788"/>
          <p14:tracePt t="24024" x="11120438" y="3263900"/>
          <p14:tracePt t="24035" x="11120438" y="3276600"/>
          <p14:tracePt t="24039" x="11133138" y="3289300"/>
          <p14:tracePt t="24045" x="11133138" y="3300413"/>
          <p14:tracePt t="24052" x="11133138" y="3325813"/>
          <p14:tracePt t="24060" x="11133138" y="3336925"/>
          <p14:tracePt t="24067" x="11133138" y="3362325"/>
          <p14:tracePt t="24076" x="11144250" y="3386138"/>
          <p14:tracePt t="24085" x="11144250" y="3409950"/>
          <p14:tracePt t="24093" x="11144250" y="3422650"/>
          <p14:tracePt t="24101" x="11156950" y="3448050"/>
          <p14:tracePt t="24109" x="11156950" y="3459163"/>
          <p14:tracePt t="24117" x="11156950" y="3495675"/>
          <p14:tracePt t="24126" x="11156950" y="3544888"/>
          <p14:tracePt t="24134" x="11156950" y="3557588"/>
          <p14:tracePt t="24142" x="11144250" y="3581400"/>
          <p14:tracePt t="24151" x="11144250" y="3605213"/>
          <p14:tracePt t="24159" x="11133138" y="3605213"/>
          <p14:tracePt t="24160" x="11133138" y="3617913"/>
          <p14:tracePt t="24167" x="11133138" y="3630613"/>
          <p14:tracePt t="24232" x="11133138" y="3641725"/>
          <p14:tracePt t="24239" x="11133138" y="3654425"/>
          <p14:tracePt t="24247" x="11133138" y="3667125"/>
          <p14:tracePt t="24252" x="11120438" y="3667125"/>
          <p14:tracePt t="24287" x="11120438" y="3678238"/>
          <p14:tracePt t="24327" x="11120438" y="3690938"/>
          <p14:tracePt t="24339" x="11120438" y="3703638"/>
          <p14:tracePt t="24344" x="11120438" y="3714750"/>
          <p14:tracePt t="24352" x="11120438" y="3740150"/>
          <p14:tracePt t="24359" x="11120438" y="3763963"/>
          <p14:tracePt t="24367" x="11120438" y="3813175"/>
          <p14:tracePt t="24375" x="11120438" y="3873500"/>
          <p14:tracePt t="24384" x="11120438" y="3886200"/>
          <p14:tracePt t="24385" x="11120438" y="3922713"/>
          <p14:tracePt t="24393" x="11120438" y="3946525"/>
          <p14:tracePt t="24409" x="11133138" y="4019550"/>
          <p14:tracePt t="24417" x="11144250" y="4043363"/>
          <p14:tracePt t="24425" x="11144250" y="4081463"/>
          <p14:tracePt t="24434" x="11144250" y="4092575"/>
          <p14:tracePt t="24442" x="11144250" y="4105275"/>
          <p14:tracePt t="24450" x="11144250" y="4117975"/>
          <p14:tracePt t="24459" x="11144250" y="4129088"/>
          <p14:tracePt t="24467" x="11156950" y="4129088"/>
          <p14:tracePt t="24884" x="11144250" y="4129088"/>
          <p14:tracePt t="24886" x="11133138" y="4141788"/>
          <p14:tracePt t="24892" x="11120438" y="4154488"/>
          <p14:tracePt t="24900" x="11107738" y="4165600"/>
          <p14:tracePt t="24909" x="11083925" y="4191000"/>
          <p14:tracePt t="24917" x="11071225" y="4191000"/>
          <p14:tracePt t="24925" x="11047413" y="4214813"/>
          <p14:tracePt t="24926" x="11047413" y="4227513"/>
          <p14:tracePt t="24934" x="11034713" y="4238625"/>
          <p14:tracePt t="24942" x="11022013" y="4251325"/>
          <p14:tracePt t="24952" x="11022013" y="4264025"/>
          <p14:tracePt t="24958" x="11010900" y="4275138"/>
          <p14:tracePt t="24967" x="10985500" y="4287838"/>
          <p14:tracePt t="24975" x="10985500" y="4300538"/>
          <p14:tracePt t="24984" x="10974388" y="4311650"/>
          <p14:tracePt t="24992" x="10961688" y="4311650"/>
          <p14:tracePt t="25000" x="10961688" y="4337050"/>
          <p14:tracePt t="25008" x="10948988" y="4348163"/>
          <p14:tracePt t="25017" x="10937875" y="4360863"/>
          <p14:tracePt t="25025" x="10925175" y="4373563"/>
          <p14:tracePt t="25026" x="10925175" y="4384675"/>
          <p14:tracePt t="25033" x="10912475" y="4384675"/>
          <p14:tracePt t="25042" x="10901363" y="4397375"/>
          <p14:tracePt t="25050" x="10901363" y="4421188"/>
          <p14:tracePt t="25058" x="10901363" y="4433888"/>
          <p14:tracePt t="25066" x="10875963" y="4446588"/>
          <p14:tracePt t="25075" x="10875963" y="4470400"/>
          <p14:tracePt t="25084" x="10875963" y="4483100"/>
          <p14:tracePt t="25092" x="10864850" y="4494213"/>
          <p14:tracePt t="25100" x="10864850" y="4506913"/>
          <p14:tracePt t="25108" x="10852150" y="4530725"/>
          <p14:tracePt t="25116" x="10839450" y="4543425"/>
          <p14:tracePt t="25125" x="10839450" y="4579938"/>
          <p14:tracePt t="25133" x="10828338" y="4603750"/>
          <p14:tracePt t="25142" x="10815638" y="4652963"/>
          <p14:tracePt t="25150" x="10802938" y="4689475"/>
          <p14:tracePt t="25158" x="10791825" y="4725988"/>
          <p14:tracePt t="25166" x="10791825" y="4799013"/>
          <p14:tracePt t="25175" x="10779125" y="4848225"/>
          <p14:tracePt t="25183" x="10779125" y="4872038"/>
          <p14:tracePt t="25191" x="10779125" y="4921250"/>
          <p14:tracePt t="25199" x="10779125" y="4994275"/>
          <p14:tracePt t="25208" x="10779125" y="5054600"/>
          <p14:tracePt t="25216" x="10779125" y="5103813"/>
          <p14:tracePt t="25225" x="10779125" y="5164138"/>
          <p14:tracePt t="25233" x="10791825" y="5200650"/>
          <p14:tracePt t="25241" x="10815638" y="5249863"/>
          <p14:tracePt t="25250" x="10828338" y="5286375"/>
          <p14:tracePt t="25258" x="10839450" y="5335588"/>
          <p14:tracePt t="25266" x="10875963" y="5395913"/>
          <p14:tracePt t="25274" x="10901363" y="5432425"/>
          <p14:tracePt t="25283" x="10912475" y="5457825"/>
          <p14:tracePt t="25291" x="10937875" y="5494338"/>
          <p14:tracePt t="25299" x="10974388" y="5554663"/>
          <p14:tracePt t="25308" x="10985500" y="5591175"/>
          <p14:tracePt t="25316" x="10998200" y="5603875"/>
          <p14:tracePt t="25324" x="11010900" y="5627688"/>
          <p14:tracePt t="25339" x="11010900" y="5640388"/>
          <p14:tracePt t="25367" x="11022013" y="5640388"/>
          <p14:tracePt t="25394" x="11034713" y="5640388"/>
          <p14:tracePt t="25400" x="11047413" y="5640388"/>
          <p14:tracePt t="25404" x="11058525" y="5640388"/>
          <p14:tracePt t="25408" x="11083925" y="5640388"/>
          <p14:tracePt t="25416" x="11107738" y="5640388"/>
          <p14:tracePt t="25424" x="11133138" y="5627688"/>
          <p14:tracePt t="25433" x="11169650" y="5627688"/>
          <p14:tracePt t="25441" x="11180763" y="5614988"/>
          <p14:tracePt t="25450" x="11193463" y="5603875"/>
          <p14:tracePt t="25458" x="11217275" y="5591175"/>
          <p14:tracePt t="25466" x="11266488" y="5578475"/>
          <p14:tracePt t="25474" x="11266488" y="5567363"/>
          <p14:tracePt t="25483" x="11290300" y="5554663"/>
          <p14:tracePt t="25491" x="11315700" y="5530850"/>
          <p14:tracePt t="25500" x="11326813" y="5518150"/>
          <p14:tracePt t="25508" x="11339513" y="5505450"/>
          <p14:tracePt t="25516" x="11363325" y="5494338"/>
          <p14:tracePt t="25525" x="11376025" y="5468938"/>
          <p14:tracePt t="25532" x="11388725" y="5468938"/>
          <p14:tracePt t="25541" x="11399838" y="5445125"/>
          <p14:tracePt t="25549" x="11436350" y="5408613"/>
          <p14:tracePt t="25558" x="11449050" y="5359400"/>
          <p14:tracePt t="25566" x="11498263" y="5286375"/>
          <p14:tracePt t="25574" x="11509375" y="5249863"/>
          <p14:tracePt t="25583" x="11534775" y="5189538"/>
          <p14:tracePt t="25591" x="11534775" y="5153025"/>
          <p14:tracePt t="25599" x="11558588" y="5043488"/>
          <p14:tracePt t="25607" x="11558588" y="4945063"/>
          <p14:tracePt t="25616" x="11571288" y="4872038"/>
          <p14:tracePt t="25624" x="11571288" y="4824413"/>
          <p14:tracePt t="25632" x="11571288" y="4725988"/>
          <p14:tracePt t="25641" x="11571288" y="4678363"/>
          <p14:tracePt t="25649" x="11571288" y="4616450"/>
          <p14:tracePt t="25658" x="11571288" y="4579938"/>
          <p14:tracePt t="25666" x="11571288" y="4519613"/>
          <p14:tracePt t="25674" x="11571288" y="4506913"/>
          <p14:tracePt t="25683" x="11558588" y="4457700"/>
          <p14:tracePt t="25691" x="11545888" y="4421188"/>
          <p14:tracePt t="25699" x="11534775" y="4373563"/>
          <p14:tracePt t="25708" x="11509375" y="4287838"/>
          <p14:tracePt t="25716" x="11498263" y="4227513"/>
          <p14:tracePt t="25724" x="11472863" y="4191000"/>
          <p14:tracePt t="25732" x="11449050" y="4129088"/>
          <p14:tracePt t="25741" x="11399838" y="4043363"/>
          <p14:tracePt t="25749" x="11376025" y="3995738"/>
          <p14:tracePt t="25757" x="11352213" y="3959225"/>
          <p14:tracePt t="25766" x="11303000" y="3897313"/>
          <p14:tracePt t="25775" x="11290300" y="3886200"/>
          <p14:tracePt t="25783" x="11279188" y="3873500"/>
          <p14:tracePt t="25791" x="11253788" y="3849688"/>
          <p14:tracePt t="25799" x="11229975" y="3824288"/>
          <p14:tracePt t="25807" x="11193463" y="3813175"/>
          <p14:tracePt t="25816" x="11169650" y="3787775"/>
          <p14:tracePt t="25824" x="11156950" y="3787775"/>
          <p14:tracePt t="25832" x="11133138" y="3776663"/>
          <p14:tracePt t="25841" x="11095038" y="3763963"/>
          <p14:tracePt t="25849" x="11083925" y="3751263"/>
          <p14:tracePt t="25857" x="11058525" y="3751263"/>
          <p14:tracePt t="25866" x="11047413" y="3740150"/>
          <p14:tracePt t="25874" x="11034713" y="3740150"/>
          <p14:tracePt t="25887" x="11022013" y="3740150"/>
          <p14:tracePt t="25939" x="11010900" y="3740150"/>
          <p14:tracePt t="26179" x="10998200" y="3727450"/>
          <p14:tracePt t="26187" x="10985500" y="3727450"/>
          <p14:tracePt t="26192" x="10974388" y="3714750"/>
          <p14:tracePt t="26194" x="10961688" y="3714750"/>
          <p14:tracePt t="26199" x="10961688" y="3703638"/>
          <p14:tracePt t="26207" x="10925175" y="3690938"/>
          <p14:tracePt t="26215" x="10912475" y="3678238"/>
          <p14:tracePt t="26224" x="10901363" y="3678238"/>
          <p14:tracePt t="26225" x="10888663" y="3667125"/>
          <p14:tracePt t="26234" x="10888663" y="3654425"/>
          <p14:tracePt t="26245" x="10875963" y="3654425"/>
          <p14:tracePt t="26274" x="10864850" y="3654425"/>
          <p14:tracePt t="26284" x="10852150" y="3654425"/>
          <p14:tracePt t="26285" x="10828338" y="3654425"/>
          <p14:tracePt t="26294" x="10802938" y="3654425"/>
          <p14:tracePt t="26299" x="10779125" y="3654425"/>
          <p14:tracePt t="26307" x="10669588" y="3654425"/>
          <p14:tracePt t="26315" x="10437813" y="3667125"/>
          <p14:tracePt t="26324" x="10291763" y="3690938"/>
          <p14:tracePt t="26332" x="9950450" y="3740150"/>
          <p14:tracePt t="26333" x="9744075" y="3776663"/>
          <p14:tracePt t="26340" x="9293225" y="3922713"/>
          <p14:tracePt t="26348" x="8915400" y="4092575"/>
          <p14:tracePt t="26524" x="8855075" y="4105275"/>
          <p14:tracePt t="26526" x="8818563" y="4092575"/>
          <p14:tracePt t="26533" x="8805863" y="4068763"/>
          <p14:tracePt t="26540" x="8805863" y="4019550"/>
          <p14:tracePt t="26549" x="8805863" y="4006850"/>
          <p14:tracePt t="26557" x="8769350" y="3995738"/>
          <p14:tracePt t="26566" x="8709025" y="3995738"/>
          <p14:tracePt t="26566" x="8672513" y="3995738"/>
          <p14:tracePt t="26573" x="8636000" y="3995738"/>
          <p14:tracePt t="26582" x="8586788" y="4019550"/>
          <p14:tracePt t="26590" x="8550275" y="4032250"/>
          <p14:tracePt t="26599" x="8526463" y="4056063"/>
          <p14:tracePt t="26607" x="8489950" y="4056063"/>
          <p14:tracePt t="26615" x="8453438" y="4068763"/>
          <p14:tracePt t="26623" x="8416925" y="4068763"/>
          <p14:tracePt t="26632" x="8367713" y="4081463"/>
          <p14:tracePt t="26640" x="8196263" y="4081463"/>
          <p14:tracePt t="26648" x="7989888" y="4081463"/>
          <p14:tracePt t="26656" x="7747000" y="4043363"/>
          <p14:tracePt t="26665" x="7478713" y="4019550"/>
          <p14:tracePt t="26666" x="7356475" y="4019550"/>
          <p14:tracePt t="26673" x="7210425" y="3995738"/>
          <p14:tracePt t="26682" x="6954838" y="3970338"/>
          <p14:tracePt t="26690" x="6723063" y="3933825"/>
          <p14:tracePt t="26698" x="6516688" y="3922713"/>
          <p14:tracePt t="26707" x="6297613" y="3922713"/>
          <p14:tracePt t="26715" x="6151563" y="3922713"/>
          <p14:tracePt t="26724" x="6065838" y="3922713"/>
          <p14:tracePt t="26724" x="6003925" y="3922713"/>
          <p14:tracePt t="26732" x="5919788" y="3922713"/>
          <p14:tracePt t="26740" x="5737225" y="3922713"/>
          <p14:tracePt t="26748" x="5602288" y="3922713"/>
          <p14:tracePt t="26757" x="5505450" y="3922713"/>
          <p14:tracePt t="26765" x="5408613" y="3922713"/>
          <p14:tracePt t="26765" x="5359400" y="3922713"/>
          <p14:tracePt t="26773" x="5322888" y="3922713"/>
          <p14:tracePt t="26781" x="5224463" y="3922713"/>
          <p14:tracePt t="26790" x="5140325" y="3922713"/>
          <p14:tracePt t="26798" x="5005388" y="3910013"/>
          <p14:tracePt t="26806" x="4908550" y="3897313"/>
          <p14:tracePt t="26815" x="4859338" y="3897313"/>
          <p14:tracePt t="26823" x="4822825" y="3897313"/>
          <p14:tracePt t="26831" x="4762500" y="3897313"/>
          <p14:tracePt t="26840" x="4640263" y="3897313"/>
          <p14:tracePt t="26848" x="4543425" y="3897313"/>
          <p14:tracePt t="26857" x="4470400" y="3897313"/>
          <p14:tracePt t="26865" x="4384675" y="3897313"/>
          <p14:tracePt t="26873" x="4311650" y="3897313"/>
          <p14:tracePt t="26882" x="4262438" y="3897313"/>
          <p14:tracePt t="26890" x="4238625" y="3897313"/>
          <p14:tracePt t="26898" x="4214813" y="3897313"/>
          <p14:tracePt t="26906" x="4178300" y="3910013"/>
          <p14:tracePt t="26915" x="4152900" y="3910013"/>
          <p14:tracePt t="26923" x="4152900" y="3922713"/>
          <p14:tracePt t="26931" x="4141788" y="3933825"/>
          <p14:tracePt t="26940" x="4092575" y="3933825"/>
          <p14:tracePt t="26948" x="4068763" y="3933825"/>
          <p14:tracePt t="26956" x="4056063" y="3946525"/>
          <p14:tracePt t="26965" x="4056063" y="3959225"/>
          <p14:tracePt t="26973" x="4043363" y="3970338"/>
          <p14:tracePt t="26981" x="4032250" y="3970338"/>
          <p14:tracePt t="27007" x="4019550" y="3970338"/>
          <p14:tracePt t="27013" x="4006850" y="3970338"/>
          <p14:tracePt t="27019" x="3995738" y="3970338"/>
          <p14:tracePt t="27024" x="3983038" y="3970338"/>
          <p14:tracePt t="27031" x="3959225" y="3970338"/>
          <p14:tracePt t="27039" x="3921125" y="3995738"/>
          <p14:tracePt t="27048" x="3897313" y="3995738"/>
          <p14:tracePt t="27056" x="3848100" y="4006850"/>
          <p14:tracePt t="27064" x="3836988" y="4006850"/>
          <p14:tracePt t="27073" x="3824288" y="4006850"/>
          <p14:tracePt t="27125" x="3811588" y="4006850"/>
          <p14:tracePt t="27126" x="3800475" y="4019550"/>
          <p14:tracePt t="27132" x="3787775" y="4019550"/>
          <p14:tracePt t="27140" x="3763963" y="4032250"/>
          <p14:tracePt t="27148" x="3751263" y="4043363"/>
          <p14:tracePt t="27156" x="3714750" y="4056063"/>
          <p14:tracePt t="27164" x="3702050" y="4068763"/>
          <p14:tracePt t="27173" x="3654425" y="4068763"/>
          <p14:tracePt t="27181" x="3629025" y="4081463"/>
          <p14:tracePt t="27189" x="3605213" y="4081463"/>
          <p14:tracePt t="27198" x="3592513" y="4081463"/>
          <p14:tracePt t="27206" x="3544888" y="4092575"/>
          <p14:tracePt t="27215" x="3519488" y="4092575"/>
          <p14:tracePt t="27223" x="3495675" y="4092575"/>
          <p14:tracePt t="27231" x="3446463" y="4092575"/>
          <p14:tracePt t="27240" x="3386138" y="4092575"/>
          <p14:tracePt t="27240" x="3362325" y="4092575"/>
          <p14:tracePt t="27248" x="3313113" y="4105275"/>
          <p14:tracePt t="27256" x="3289300" y="4105275"/>
          <p14:tracePt t="27264" x="3263900" y="4105275"/>
          <p14:tracePt t="27273" x="3227388" y="4105275"/>
          <p14:tracePt t="27281" x="3214688" y="4105275"/>
          <p14:tracePt t="27289" x="3190875" y="4105275"/>
          <p14:tracePt t="27298" x="3178175" y="4105275"/>
          <p14:tracePt t="27425" x="3190875" y="4105275"/>
          <p14:tracePt t="27432" x="3203575" y="4105275"/>
          <p14:tracePt t="27434" x="3227388" y="4105275"/>
          <p14:tracePt t="27440" x="3252788" y="4105275"/>
          <p14:tracePt t="27448" x="3289300" y="4105275"/>
          <p14:tracePt t="27456" x="3325813" y="4105275"/>
          <p14:tracePt t="27465" x="3336925" y="4105275"/>
          <p14:tracePt t="27473" x="3349625" y="4105275"/>
          <p14:tracePt t="27481" x="3373438" y="4105275"/>
          <p14:tracePt t="27489" x="3386138" y="4105275"/>
          <p14:tracePt t="27498" x="3398838" y="4105275"/>
          <p14:tracePt t="27506" x="3409950" y="4105275"/>
          <p14:tracePt t="27539" x="3422650" y="4105275"/>
          <p14:tracePt t="27548" x="3435350" y="4105275"/>
          <p14:tracePt t="27565" x="3446463" y="4105275"/>
          <p14:tracePt t="27565" x="3459163" y="4105275"/>
          <p14:tracePt t="27573" x="3459163" y="4117975"/>
          <p14:tracePt t="27592" x="3471863" y="4117975"/>
          <p14:tracePt t="27604" x="3482975" y="4117975"/>
          <p14:tracePt t="27612" x="3495675" y="4117975"/>
          <p14:tracePt t="27632" x="3495675" y="4129088"/>
          <p14:tracePt t="27644" x="3508375" y="4129088"/>
          <p14:tracePt t="27654" x="3519488" y="4129088"/>
          <p14:tracePt t="27694" x="3532188" y="4129088"/>
          <p14:tracePt t="27712" x="3544888" y="4129088"/>
          <p14:tracePt t="27719" x="3556000" y="4129088"/>
          <p14:tracePt t="27732" x="3568700" y="4129088"/>
          <p14:tracePt t="27734" x="3581400" y="4129088"/>
          <p14:tracePt t="27767" x="3592513" y="4129088"/>
          <p14:tracePt t="27779" x="3605213" y="4129088"/>
          <p14:tracePt t="27787" x="3617913" y="4129088"/>
          <p14:tracePt t="27799" x="3629025" y="4129088"/>
          <p14:tracePt t="27804" x="3641725" y="4129088"/>
          <p14:tracePt t="27806" x="3654425" y="4129088"/>
          <p14:tracePt t="27814" x="3665538" y="4129088"/>
          <p14:tracePt t="27822" x="3678238" y="4129088"/>
          <p14:tracePt t="27832" x="3690938" y="4129088"/>
          <p14:tracePt t="27839" x="3702050" y="4129088"/>
          <p14:tracePt t="27852" x="3714750" y="4129088"/>
          <p14:tracePt t="27856" x="3727450" y="4129088"/>
          <p14:tracePt t="27865" x="3738563" y="4129088"/>
          <p14:tracePt t="27873" x="3751263" y="4129088"/>
          <p14:tracePt t="27880" x="3763963" y="4129088"/>
          <p14:tracePt t="27889" x="3787775" y="4129088"/>
          <p14:tracePt t="27897" x="3800475" y="4129088"/>
          <p14:tracePt t="27906" x="3824288" y="4141788"/>
          <p14:tracePt t="27906" x="3836988" y="4141788"/>
          <p14:tracePt t="27914" x="3848100" y="4141788"/>
          <p14:tracePt t="27915" x="3860800" y="4141788"/>
          <p14:tracePt t="27924" x="3873500" y="4141788"/>
          <p14:tracePt t="27930" x="3884613" y="4141788"/>
          <p14:tracePt t="27944" x="3897313" y="4141788"/>
          <p14:tracePt t="27954" x="3910013" y="4141788"/>
          <p14:tracePt t="27967" x="3921125" y="4141788"/>
          <p14:tracePt t="27979" x="3933825" y="4141788"/>
          <p14:tracePt t="27984" x="3946525" y="4141788"/>
          <p14:tracePt t="27994" x="3970338" y="4141788"/>
          <p14:tracePt t="27999" x="3983038" y="4141788"/>
          <p14:tracePt t="28006" x="3995738" y="4141788"/>
          <p14:tracePt t="28014" x="4006850" y="4141788"/>
          <p14:tracePt t="28022" x="4019550" y="4141788"/>
          <p14:tracePt t="28030" x="4032250" y="4141788"/>
          <p14:tracePt t="28039" x="4043363" y="4141788"/>
          <p14:tracePt t="28047" x="4056063" y="4141788"/>
          <p14:tracePt t="28079" x="4068763" y="4141788"/>
          <p14:tracePt t="28094" x="4079875" y="4141788"/>
          <p14:tracePt t="28099" x="4092575" y="4141788"/>
          <p14:tracePt t="28104" x="4105275" y="4141788"/>
          <p14:tracePt t="28112" x="4129088" y="4141788"/>
          <p14:tracePt t="28114" x="4141788" y="4141788"/>
          <p14:tracePt t="28124" x="4152900" y="4141788"/>
          <p14:tracePt t="28130" x="4165600" y="4141788"/>
          <p14:tracePt t="28139" x="4165600" y="4129088"/>
          <p14:tracePt t="28147" x="4178300" y="4129088"/>
          <p14:tracePt t="28155" x="4189413" y="4129088"/>
          <p14:tracePt t="28194" x="4202113" y="4129088"/>
          <p14:tracePt t="28212" x="4225925" y="4129088"/>
          <p14:tracePt t="28219" x="4238625" y="4117975"/>
          <p14:tracePt t="28224" x="4262438" y="4117975"/>
          <p14:tracePt t="28232" x="4275138" y="4117975"/>
          <p14:tracePt t="28238" x="4287838" y="4117975"/>
          <p14:tracePt t="28247" x="4311650" y="4117975"/>
          <p14:tracePt t="28255" x="4324350" y="4117975"/>
          <p14:tracePt t="28264" x="4335463" y="4117975"/>
          <p14:tracePt t="28272" x="4348163" y="4117975"/>
          <p14:tracePt t="28292" x="4360863" y="4117975"/>
          <p14:tracePt t="28294" x="4371975" y="4117975"/>
          <p14:tracePt t="28307" x="4384675" y="4117975"/>
          <p14:tracePt t="28332" x="4397375" y="4117975"/>
          <p14:tracePt t="28354" x="4408488" y="4117975"/>
          <p14:tracePt t="28384" x="4421188" y="4117975"/>
          <p14:tracePt t="28392" x="4433888" y="4117975"/>
          <p14:tracePt t="28394" x="4445000" y="4117975"/>
          <p14:tracePt t="28404" x="4457700" y="4117975"/>
          <p14:tracePt t="28406" x="4470400" y="4117975"/>
          <p14:tracePt t="28419" x="4481513" y="4117975"/>
          <p14:tracePt t="28434" x="4494213" y="4117975"/>
          <p14:tracePt t="28447" x="4506913" y="4117975"/>
          <p14:tracePt t="28472" x="4518025" y="4117975"/>
          <p14:tracePt t="28479" x="4530725" y="4117975"/>
          <p14:tracePt t="28492" x="4543425" y="4117975"/>
          <p14:tracePt t="28494" x="4554538" y="4117975"/>
          <p14:tracePt t="28499" x="4567238" y="4117975"/>
          <p14:tracePt t="28505" x="4579938" y="4129088"/>
          <p14:tracePt t="28506" x="4591050" y="4129088"/>
          <p14:tracePt t="28513" x="4603750" y="4129088"/>
          <p14:tracePt t="28522" x="4640263" y="4129088"/>
          <p14:tracePt t="28530" x="4676775" y="4129088"/>
          <p14:tracePt t="28538" x="4702175" y="4129088"/>
          <p14:tracePt t="28547" x="4762500" y="4129088"/>
          <p14:tracePt t="28555" x="4799013" y="4129088"/>
          <p14:tracePt t="28564" x="4811713" y="4129088"/>
          <p14:tracePt t="28571" x="4822825" y="4141788"/>
          <p14:tracePt t="28580" x="4835525" y="4141788"/>
          <p14:tracePt t="28627" x="4822825" y="4141788"/>
          <p14:tracePt t="28632" x="4811713" y="4141788"/>
          <p14:tracePt t="28634" x="4775200" y="4154488"/>
          <p14:tracePt t="28639" x="4738688" y="4178300"/>
          <p14:tracePt t="28646" x="4689475" y="4191000"/>
          <p14:tracePt t="28655" x="4591050" y="4227513"/>
          <p14:tracePt t="28663" x="4530725" y="4238625"/>
          <p14:tracePt t="28671" x="4371975" y="4264025"/>
          <p14:tracePt t="28680" x="4178300" y="4300538"/>
          <p14:tracePt t="28688" x="4092575" y="4300538"/>
          <p14:tracePt t="28696" x="4056063" y="4300538"/>
          <p14:tracePt t="28705" x="4043363" y="4300538"/>
          <p14:tracePt t="28779" x="4056063" y="4300538"/>
          <p14:tracePt t="28784" x="4068763" y="4287838"/>
          <p14:tracePt t="28788" x="4092575" y="4287838"/>
          <p14:tracePt t="28796" x="4129088" y="4275138"/>
          <p14:tracePt t="28805" x="4178300" y="4251325"/>
          <p14:tracePt t="28813" x="4238625" y="4227513"/>
          <p14:tracePt t="28821" x="4287838" y="4227513"/>
          <p14:tracePt t="28830" x="4360863" y="4214813"/>
          <p14:tracePt t="28838" x="4433888" y="4191000"/>
          <p14:tracePt t="28846" x="4591050" y="4178300"/>
          <p14:tracePt t="28855" x="4676775" y="4178300"/>
          <p14:tracePt t="28863" x="4725988" y="4178300"/>
          <p14:tracePt t="28871" x="4786313" y="4178300"/>
          <p14:tracePt t="28879" x="4811713" y="4178300"/>
          <p14:tracePt t="28888" x="4835525" y="4178300"/>
          <p14:tracePt t="28899" x="4835525" y="4191000"/>
          <p14:tracePt t="28927" x="4835525" y="4202113"/>
          <p14:tracePt t="28939" x="4822825" y="4202113"/>
          <p14:tracePt t="28944" x="4811713" y="4227513"/>
          <p14:tracePt t="28946" x="4775200" y="4238625"/>
          <p14:tracePt t="28954" x="4749800" y="4251325"/>
          <p14:tracePt t="28963" x="4702175" y="4264025"/>
          <p14:tracePt t="28971" x="4676775" y="4287838"/>
          <p14:tracePt t="28979" x="4640263" y="4300538"/>
          <p14:tracePt t="28988" x="4603750" y="4300538"/>
          <p14:tracePt t="28996" x="4591050" y="4300538"/>
          <p14:tracePt t="29004" x="4579938" y="4300538"/>
          <p14:tracePt t="29074" x="4591050" y="4300538"/>
          <p14:tracePt t="29084" x="4616450" y="4300538"/>
          <p14:tracePt t="29088" x="4640263" y="4287838"/>
          <p14:tracePt t="29096" x="4676775" y="4275138"/>
          <p14:tracePt t="29105" x="4713288" y="4264025"/>
          <p14:tracePt t="29112" x="4799013" y="4238625"/>
          <p14:tracePt t="29121" x="4872038" y="4227513"/>
          <p14:tracePt t="29129" x="5030788" y="4214813"/>
          <p14:tracePt t="29138" x="5249863" y="4191000"/>
          <p14:tracePt t="29146" x="5638800" y="4191000"/>
          <p14:tracePt t="29154" x="5761038" y="4191000"/>
          <p14:tracePt t="29163" x="5992813" y="4202113"/>
          <p14:tracePt t="29171" x="6162675" y="4227513"/>
          <p14:tracePt t="29179" x="6334125" y="4251325"/>
          <p14:tracePt t="29188" x="6589713" y="4311650"/>
          <p14:tracePt t="29196" x="6759575" y="4360863"/>
          <p14:tracePt t="29204" x="6821488" y="4373563"/>
          <p14:tracePt t="29212" x="6978650" y="4410075"/>
          <p14:tracePt t="29224" x="6991350" y="4421188"/>
          <p14:tracePt t="29244" x="6991350" y="4433888"/>
          <p14:tracePt t="29319" x="7004050" y="4433888"/>
          <p14:tracePt t="29385" x="7015163" y="4433888"/>
          <p14:tracePt t="29392" x="7040563" y="4433888"/>
          <p14:tracePt t="29396" x="7051675" y="4433888"/>
          <p14:tracePt t="29404" x="7077075" y="4433888"/>
          <p14:tracePt t="29412" x="7137400" y="4433888"/>
          <p14:tracePt t="29421" x="7343775" y="4433888"/>
          <p14:tracePt t="29429" x="7588250" y="4433888"/>
          <p14:tracePt t="29437" x="7929563" y="4433888"/>
          <p14:tracePt t="29445" x="8636000" y="4433888"/>
          <p14:tracePt t="29454" x="8878888" y="4433888"/>
          <p14:tracePt t="29463" x="9475788" y="4457700"/>
          <p14:tracePt t="29470" x="10012363" y="4519613"/>
          <p14:tracePt t="29479" x="10377488" y="4567238"/>
          <p14:tracePt t="29480" x="10523538" y="4603750"/>
          <p14:tracePt t="29487" x="10742613" y="4665663"/>
          <p14:tracePt t="29496" x="10864850" y="4714875"/>
          <p14:tracePt t="29504" x="10888663" y="4738688"/>
          <p14:tracePt t="29505" x="10901363" y="4751388"/>
          <p14:tracePt t="29513" x="10912475" y="4751388"/>
          <p14:tracePt t="29599" x="10937875" y="4751388"/>
          <p14:tracePt t="29604" x="10961688" y="4751388"/>
          <p14:tracePt t="29605" x="10974388" y="4738688"/>
          <p14:tracePt t="29613" x="11010900" y="4738688"/>
          <p14:tracePt t="29620" x="11058525" y="4738688"/>
          <p14:tracePt t="29629" x="11133138" y="4714875"/>
          <p14:tracePt t="29637" x="11229975" y="4702175"/>
          <p14:tracePt t="29646" x="11352213" y="4689475"/>
          <p14:tracePt t="29655" x="11582400" y="4652963"/>
          <p14:tracePt t="29662" x="11668125" y="4652963"/>
          <p14:tracePt t="29671" x="11839575" y="4652963"/>
          <p14:tracePt t="29679" x="11949113" y="4652963"/>
          <p14:tracePt t="29680" x="11972925" y="4652963"/>
          <p14:tracePt t="29688" x="12022138" y="4652963"/>
          <p14:tracePt t="29696" x="12033250" y="4652963"/>
          <p14:tracePt t="29705" x="12045950" y="4652963"/>
          <p14:tracePt t="29705" x="12058650" y="4665663"/>
          <p14:tracePt t="29834" x="12058650" y="4652963"/>
          <p14:tracePt t="29839" x="12045950" y="4652963"/>
          <p14:tracePt t="29844" x="12033250" y="4640263"/>
          <p14:tracePt t="29852" x="12022138" y="4616450"/>
          <p14:tracePt t="29854" x="12009438" y="4616450"/>
          <p14:tracePt t="29862" x="12009438" y="4603750"/>
          <p14:tracePt t="29870" x="11985625" y="4592638"/>
          <p14:tracePt t="29879" x="11960225" y="4567238"/>
          <p14:tracePt t="29880" x="11949113" y="4556125"/>
          <p14:tracePt t="29887" x="11923713" y="4543425"/>
          <p14:tracePt t="29895" x="11887200" y="4519613"/>
          <p14:tracePt t="29904" x="11863388" y="4506913"/>
          <p14:tracePt t="29912" x="11839575" y="4494213"/>
          <p14:tracePt t="29913" x="11814175" y="4483100"/>
          <p14:tracePt t="29920" x="11790363" y="4470400"/>
          <p14:tracePt t="29929" x="11764963" y="4470400"/>
          <p14:tracePt t="29937" x="11741150" y="4470400"/>
          <p14:tracePt t="29945" x="11728450" y="4457700"/>
          <p14:tracePt t="29953" x="11704638" y="4446588"/>
          <p14:tracePt t="29962" x="11691938" y="4446588"/>
          <p14:tracePt t="29970" x="11668125" y="4433888"/>
          <p14:tracePt t="29978" x="11631613" y="4433888"/>
          <p14:tracePt t="29987" x="11571288" y="4410075"/>
          <p14:tracePt t="29995" x="11558588" y="4397375"/>
          <p14:tracePt t="30003" x="11509375" y="4373563"/>
          <p14:tracePt t="30012" x="11461750" y="4373563"/>
          <p14:tracePt t="30012" x="11436350" y="4360863"/>
          <p14:tracePt t="30020" x="11412538" y="4337050"/>
          <p14:tracePt t="30028" x="11388725" y="4337050"/>
          <p14:tracePt t="30037" x="11376025" y="4311650"/>
          <p14:tracePt t="30045" x="11363325" y="4300538"/>
          <p14:tracePt t="30053" x="11363325" y="4287838"/>
          <p14:tracePt t="30062" x="11352213" y="4275138"/>
          <p14:tracePt t="30070" x="11339513" y="4275138"/>
          <p14:tracePt t="30078" x="11326813" y="4251325"/>
          <p14:tracePt t="30088" x="11326813" y="4238625"/>
          <p14:tracePt t="30095" x="11315700" y="4227513"/>
          <p14:tracePt t="30105" x="11315700" y="4214813"/>
          <p14:tracePt t="30119" x="11303000" y="4214813"/>
          <p14:tracePt t="30124" x="11303000" y="4202113"/>
          <p14:tracePt t="30132" x="11303000" y="4191000"/>
          <p14:tracePt t="30139" x="11303000" y="4178300"/>
          <p14:tracePt t="30147" x="11290300" y="4178300"/>
          <p14:tracePt t="30154" x="11290300" y="4165600"/>
          <p14:tracePt t="30161" x="11279188" y="4165600"/>
          <p14:tracePt t="30170" x="11279188" y="4154488"/>
          <p14:tracePt t="30178" x="11266488" y="4141788"/>
          <p14:tracePt t="30187" x="11266488" y="4117975"/>
          <p14:tracePt t="30195" x="11253788" y="4117975"/>
          <p14:tracePt t="30207" x="11242675" y="4105275"/>
          <p14:tracePt t="30214" x="11242675" y="4092575"/>
          <p14:tracePt t="30234" x="11229975" y="4092575"/>
          <p14:tracePt t="30239" x="11229975" y="4081463"/>
          <p14:tracePt t="30252" x="11229975" y="4068763"/>
          <p14:tracePt t="30254" x="11217275" y="4068763"/>
          <p14:tracePt t="30264" x="11217275" y="4056063"/>
          <p14:tracePt t="30284" x="11206163" y="4056063"/>
          <p14:tracePt t="30292" x="11206163" y="4043363"/>
          <p14:tracePt t="30304" x="11206163" y="4032250"/>
          <p14:tracePt t="30314" x="11206163" y="4019550"/>
          <p14:tracePt t="30319" x="11193463" y="4019550"/>
          <p14:tracePt t="30324" x="11193463" y="4006850"/>
          <p14:tracePt t="30332" x="11193463" y="3995738"/>
          <p14:tracePt t="30336" x="11180763" y="3995738"/>
          <p14:tracePt t="30345" x="11180763" y="3983038"/>
          <p14:tracePt t="30353" x="11180763" y="3970338"/>
          <p14:tracePt t="30372" x="11180763" y="3959225"/>
          <p14:tracePt t="30384" x="11180763" y="3946525"/>
          <p14:tracePt t="30424" x="11180763" y="3933825"/>
          <p14:tracePt t="30507" x="11169650" y="3933825"/>
          <p14:tracePt t="30814" x="11169650" y="3922713"/>
          <p14:tracePt t="33085" x="11156950" y="3922713"/>
          <p14:tracePt t="33359" x="11144250" y="3922713"/>
          <p14:tracePt t="33419" x="11133138" y="3922713"/>
          <p14:tracePt t="33439" x="11120438" y="3922713"/>
          <p14:tracePt t="33454" x="11107738" y="3933825"/>
          <p14:tracePt t="33464" x="11095038" y="3933825"/>
          <p14:tracePt t="33479" x="11083925" y="3933825"/>
          <p14:tracePt t="33494" x="11071225" y="3933825"/>
          <p14:tracePt t="33564" x="11058525" y="3933825"/>
          <p14:tracePt t="33944" x="11058525" y="3946525"/>
          <p14:tracePt t="33946" x="11047413" y="3946525"/>
          <p14:tracePt t="33952" x="11034713" y="3946525"/>
          <p14:tracePt t="33959" x="11034713" y="3959225"/>
          <p14:tracePt t="33967" x="11022013" y="3959225"/>
          <p14:tracePt t="33975" x="11010900" y="3959225"/>
          <p14:tracePt t="33983" x="10998200" y="3959225"/>
          <p14:tracePt t="33992" x="10998200" y="3970338"/>
          <p14:tracePt t="34000" x="10974388" y="3983038"/>
          <p14:tracePt t="34014" x="10961688" y="3995738"/>
          <p14:tracePt t="34025" x="10948988" y="3995738"/>
          <p14:tracePt t="34026" x="10937875" y="4006850"/>
          <p14:tracePt t="34034" x="10937875" y="4019550"/>
          <p14:tracePt t="34044" x="10925175" y="4019550"/>
          <p14:tracePt t="34050" x="10912475" y="4019550"/>
          <p14:tracePt t="34058" x="10912475" y="4043363"/>
          <p14:tracePt t="34066" x="10875963" y="4068763"/>
          <p14:tracePt t="34074" x="10864850" y="4081463"/>
          <p14:tracePt t="34083" x="10852150" y="4092575"/>
          <p14:tracePt t="34091" x="10828338" y="4117975"/>
          <p14:tracePt t="34100" x="10802938" y="4141788"/>
          <p14:tracePt t="34108" x="10766425" y="4178300"/>
          <p14:tracePt t="34116" x="10755313" y="4202113"/>
          <p14:tracePt t="34124" x="10729913" y="4238625"/>
          <p14:tracePt t="34133" x="10718800" y="4275138"/>
          <p14:tracePt t="34141" x="10693400" y="4300538"/>
          <p14:tracePt t="34149" x="10682288" y="4324350"/>
          <p14:tracePt t="34158" x="10669588" y="4348163"/>
          <p14:tracePt t="34166" x="10656888" y="4397375"/>
          <p14:tracePt t="34174" x="10656888" y="4421188"/>
          <p14:tracePt t="34183" x="10645775" y="4433888"/>
          <p14:tracePt t="34191" x="10645775" y="4483100"/>
          <p14:tracePt t="34199" x="10633075" y="4543425"/>
          <p14:tracePt t="34208" x="10620375" y="4579938"/>
          <p14:tracePt t="34216" x="10609263" y="4629150"/>
          <p14:tracePt t="34224" x="10609263" y="4665663"/>
          <p14:tracePt t="34233" x="10609263" y="4738688"/>
          <p14:tracePt t="34241" x="10609263" y="4799013"/>
          <p14:tracePt t="34249" x="10609263" y="4860925"/>
          <p14:tracePt t="34258" x="10609263" y="4908550"/>
          <p14:tracePt t="34266" x="10609263" y="5006975"/>
          <p14:tracePt t="34274" x="10609263" y="5067300"/>
          <p14:tracePt t="34283" x="10609263" y="5103813"/>
          <p14:tracePt t="34291" x="10620375" y="5164138"/>
          <p14:tracePt t="34299" x="10633075" y="5200650"/>
          <p14:tracePt t="34307" x="10645775" y="5262563"/>
          <p14:tracePt t="34316" x="10656888" y="5311775"/>
          <p14:tracePt t="34325" x="10656888" y="5335588"/>
          <p14:tracePt t="34325" x="10669588" y="5348288"/>
          <p14:tracePt t="34332" x="10669588" y="5359400"/>
          <p14:tracePt t="34341" x="10693400" y="5384800"/>
          <p14:tracePt t="34349" x="10693400" y="5421313"/>
          <p14:tracePt t="34358" x="10706100" y="5445125"/>
          <p14:tracePt t="34366" x="10742613" y="5505450"/>
          <p14:tracePt t="34374" x="10742613" y="5530850"/>
          <p14:tracePt t="34383" x="10766425" y="5567363"/>
          <p14:tracePt t="34391" x="10791825" y="5614988"/>
          <p14:tracePt t="34399" x="10802938" y="5640388"/>
          <p14:tracePt t="34408" x="10839450" y="5700713"/>
          <p14:tracePt t="34416" x="10852150" y="5713413"/>
          <p14:tracePt t="34424" x="10852150" y="5724525"/>
          <p14:tracePt t="34432" x="10888663" y="5749925"/>
          <p14:tracePt t="34441" x="10888663" y="5761038"/>
          <p14:tracePt t="34449" x="10888663" y="5773738"/>
          <p14:tracePt t="34458" x="10901363" y="5773738"/>
          <p14:tracePt t="34466" x="10912475" y="5773738"/>
          <p14:tracePt t="34474" x="10925175" y="5773738"/>
          <p14:tracePt t="34482" x="10948988" y="5786438"/>
          <p14:tracePt t="34491" x="10985500" y="5786438"/>
          <p14:tracePt t="34499" x="11022013" y="5797550"/>
          <p14:tracePt t="34507" x="11095038" y="5797550"/>
          <p14:tracePt t="34516" x="11144250" y="5797550"/>
          <p14:tracePt t="34524" x="11180763" y="5797550"/>
          <p14:tracePt t="34532" x="11242675" y="5786438"/>
          <p14:tracePt t="34541" x="11279188" y="5786438"/>
          <p14:tracePt t="34549" x="11303000" y="5773738"/>
          <p14:tracePt t="34558" x="11339513" y="5773738"/>
          <p14:tracePt t="34566" x="11339513" y="5761038"/>
          <p14:tracePt t="34574" x="11352213" y="5761038"/>
          <p14:tracePt t="34582" x="11363325" y="5761038"/>
          <p14:tracePt t="34591" x="11363325" y="5749925"/>
          <p14:tracePt t="34600" x="11363325" y="5737225"/>
          <p14:tracePt t="34608" x="11376025" y="5737225"/>
          <p14:tracePt t="34616" x="11388725" y="5724525"/>
          <p14:tracePt t="34624" x="11399838" y="5700713"/>
          <p14:tracePt t="34632" x="11412538" y="5676900"/>
          <p14:tracePt t="34641" x="11436350" y="5603875"/>
          <p14:tracePt t="34649" x="11449050" y="5554663"/>
          <p14:tracePt t="34657" x="11472863" y="5505450"/>
          <p14:tracePt t="34666" x="11472863" y="5421313"/>
          <p14:tracePt t="34674" x="11472863" y="5395913"/>
          <p14:tracePt t="34682" x="11485563" y="5348288"/>
          <p14:tracePt t="34691" x="11498263" y="5299075"/>
          <p14:tracePt t="34699" x="11498263" y="5273675"/>
          <p14:tracePt t="34699" x="11509375" y="5249863"/>
          <p14:tracePt t="34707" x="11509375" y="5213350"/>
          <p14:tracePt t="34716" x="11522075" y="5189538"/>
          <p14:tracePt t="34724" x="11522075" y="5164138"/>
          <p14:tracePt t="34725" x="11534775" y="5140325"/>
          <p14:tracePt t="34733" x="11534775" y="5116513"/>
          <p14:tracePt t="34741" x="11558588" y="5080000"/>
          <p14:tracePt t="34749" x="11571288" y="5018088"/>
          <p14:tracePt t="34757" x="11595100" y="4981575"/>
          <p14:tracePt t="34765" x="11618913" y="4908550"/>
          <p14:tracePt t="34774" x="11631613" y="4884738"/>
          <p14:tracePt t="34782" x="11644313" y="4848225"/>
          <p14:tracePt t="34791" x="11655425" y="4799013"/>
          <p14:tracePt t="34799" x="11668125" y="4762500"/>
          <p14:tracePt t="34800" x="11668125" y="4751388"/>
          <p14:tracePt t="34807" x="11680825" y="4714875"/>
          <p14:tracePt t="34816" x="11691938" y="4689475"/>
          <p14:tracePt t="34824" x="11704638" y="4678363"/>
          <p14:tracePt t="34825" x="11704638" y="4652963"/>
          <p14:tracePt t="34833" x="11704638" y="4629150"/>
          <p14:tracePt t="34841" x="11704638" y="4616450"/>
          <p14:tracePt t="34849" x="11704638" y="4592638"/>
          <p14:tracePt t="34857" x="11704638" y="4556125"/>
          <p14:tracePt t="34865" x="11704638" y="4519613"/>
          <p14:tracePt t="34874" x="11704638" y="4494213"/>
          <p14:tracePt t="34875" x="11704638" y="4470400"/>
          <p14:tracePt t="34882" x="11704638" y="4457700"/>
          <p14:tracePt t="34890" x="11704638" y="4421188"/>
          <p14:tracePt t="34899" x="11704638" y="4360863"/>
          <p14:tracePt t="34907" x="11704638" y="4311650"/>
          <p14:tracePt t="34916" x="11704638" y="4275138"/>
          <p14:tracePt t="34924" x="11704638" y="4227513"/>
          <p14:tracePt t="34933" x="11704638" y="4202113"/>
          <p14:tracePt t="34940" x="11691938" y="4165600"/>
          <p14:tracePt t="34949" x="11691938" y="4141788"/>
          <p14:tracePt t="34957" x="11680825" y="4105275"/>
          <p14:tracePt t="34965" x="11668125" y="4081463"/>
          <p14:tracePt t="34974" x="11668125" y="4056063"/>
          <p14:tracePt t="34975" x="11668125" y="4043363"/>
          <p14:tracePt t="34982" x="11668125" y="4032250"/>
          <p14:tracePt t="34990" x="11655425" y="4019550"/>
          <p14:tracePt t="34999" x="11644313" y="4006850"/>
          <p14:tracePt t="34999" x="11644313" y="3995738"/>
          <p14:tracePt t="35008" x="11644313" y="3983038"/>
          <p14:tracePt t="35015" x="11631613" y="3970338"/>
          <p14:tracePt t="35024" x="11618913" y="3970338"/>
          <p14:tracePt t="35032" x="11607800" y="3970338"/>
          <p14:tracePt t="35040" x="11607800" y="3959225"/>
          <p14:tracePt t="35049" x="11595100" y="3946525"/>
          <p14:tracePt t="35057" x="11582400" y="3946525"/>
          <p14:tracePt t="35072" x="11571288" y="3933825"/>
          <p14:tracePt t="35079" x="11558588" y="3933825"/>
          <p14:tracePt t="35087" x="11545888" y="3922713"/>
          <p14:tracePt t="35094" x="11545888" y="3910013"/>
          <p14:tracePt t="35099" x="11534775" y="3910013"/>
          <p14:tracePt t="35107" x="11522075" y="3910013"/>
          <p14:tracePt t="35124" x="11509375" y="3910013"/>
          <p14:tracePt t="35125" x="11509375" y="3897313"/>
          <p14:tracePt t="35132" x="11498263" y="3897313"/>
          <p14:tracePt t="35140" x="11485563" y="3897313"/>
          <p14:tracePt t="35149" x="11461750" y="3886200"/>
          <p14:tracePt t="35157" x="11449050" y="3886200"/>
          <p14:tracePt t="35165" x="11436350" y="3873500"/>
          <p14:tracePt t="35174" x="11425238" y="3873500"/>
          <p14:tracePt t="35184" x="11412538" y="3873500"/>
          <p14:tracePt t="35212" x="11412538" y="3860800"/>
          <p14:tracePt t="35459" x="11399838" y="3860800"/>
          <p14:tracePt t="35779" x="11388725" y="3860800"/>
          <p14:tracePt t="35807" x="11376025" y="3860800"/>
          <p14:tracePt t="35852" x="11363325" y="3860800"/>
          <p14:tracePt t="35864" x="11352213" y="3860800"/>
          <p14:tracePt t="35874" x="11339513" y="3860800"/>
          <p14:tracePt t="35904" x="11326813" y="3860800"/>
          <p14:tracePt t="35932" x="11315700" y="3860800"/>
          <p14:tracePt t="35967" x="11303000" y="3860800"/>
          <p14:tracePt t="35974" x="11290300" y="3860800"/>
          <p14:tracePt t="35984" x="11279188" y="3860800"/>
          <p14:tracePt t="35999" x="11266488" y="3860800"/>
          <p14:tracePt t="36004" x="11266488" y="3873500"/>
          <p14:tracePt t="36012" x="11253788" y="3873500"/>
          <p14:tracePt t="36025" x="11242675" y="3873500"/>
          <p14:tracePt t="36040" x="11229975" y="3873500"/>
          <p14:tracePt t="36044" x="11217275" y="3873500"/>
          <p14:tracePt t="36048" x="11217275" y="3886200"/>
          <p14:tracePt t="36064" x="11193463" y="3897313"/>
          <p14:tracePt t="36073" x="11180763" y="3897313"/>
          <p14:tracePt t="36084" x="11169650" y="3897313"/>
          <p14:tracePt t="36089" x="11156950" y="3910013"/>
          <p14:tracePt t="36098" x="11144250" y="3922713"/>
          <p14:tracePt t="36106" x="11120438" y="3933825"/>
          <p14:tracePt t="36114" x="11107738" y="3946525"/>
          <p14:tracePt t="36122" x="11083925" y="3959225"/>
          <p14:tracePt t="36131" x="11058525" y="3983038"/>
          <p14:tracePt t="36139" x="11022013" y="3995738"/>
          <p14:tracePt t="36148" x="11010900" y="4019550"/>
          <p14:tracePt t="36156" x="10998200" y="4032250"/>
          <p14:tracePt t="36167" x="10985500" y="4032250"/>
          <p14:tracePt t="36174" x="10985500" y="4043363"/>
          <p14:tracePt t="36187" x="10985500" y="4056063"/>
          <p14:tracePt t="36254" x="10985500" y="4068763"/>
          <p14:tracePt t="36265" x="10985500" y="4092575"/>
          <p14:tracePt t="36279" x="10985500" y="4105275"/>
          <p14:tracePt t="36287" x="10985500" y="4117975"/>
          <p14:tracePt t="36334" x="10974388" y="4117975"/>
          <p14:tracePt t="36339" x="10974388" y="4129088"/>
          <p14:tracePt t="36348" x="10961688" y="4129088"/>
          <p14:tracePt t="36356" x="10961688" y="4154488"/>
          <p14:tracePt t="36364" x="10948988" y="4154488"/>
          <p14:tracePt t="36372" x="10925175" y="4154488"/>
          <p14:tracePt t="36381" x="10901363" y="4165600"/>
          <p14:tracePt t="36389" x="10888663" y="4178300"/>
          <p14:tracePt t="36605" x="10875963" y="4178300"/>
          <p14:tracePt t="36624" x="10864850" y="4178300"/>
          <p14:tracePt t="36634" x="10852150" y="4178300"/>
          <p14:tracePt t="36640" x="10839450" y="4178300"/>
          <p14:tracePt t="36644" x="10815638" y="4178300"/>
          <p14:tracePt t="36647" x="10791825" y="4178300"/>
          <p14:tracePt t="36656" x="10742613" y="4178300"/>
          <p14:tracePt t="36664" x="10706100" y="4178300"/>
          <p14:tracePt t="36665" x="10633075" y="4178300"/>
          <p14:tracePt t="36674" x="10523538" y="4191000"/>
          <p14:tracePt t="36680" x="10463213" y="4191000"/>
          <p14:tracePt t="36689" x="10304463" y="4214813"/>
          <p14:tracePt t="36697" x="10169525" y="4287838"/>
          <p14:tracePt t="36706" x="10059988" y="4457700"/>
          <p14:tracePt t="36894" x="10059988" y="4446588"/>
          <p14:tracePt t="36899" x="10059988" y="4433888"/>
          <p14:tracePt t="36904" x="10072688" y="4397375"/>
          <p14:tracePt t="36906" x="10096500" y="4384675"/>
          <p14:tracePt t="36914" x="10109200" y="4348163"/>
          <p14:tracePt t="36915" x="10133013" y="4324350"/>
          <p14:tracePt t="36922" x="10158413" y="4300538"/>
          <p14:tracePt t="36930" x="10169525" y="4287838"/>
          <p14:tracePt t="36939" x="10169525" y="4275138"/>
          <p14:tracePt t="36959" x="10182225" y="4275138"/>
          <p14:tracePt t="36984" x="10194925" y="4275138"/>
          <p14:tracePt t="36985" x="10206038" y="4275138"/>
          <p14:tracePt t="36994" x="10218738" y="4275138"/>
          <p14:tracePt t="37012" x="10231438" y="4275138"/>
          <p14:tracePt t="37014" x="10242550" y="4287838"/>
          <p14:tracePt t="37034" x="10255250" y="4300538"/>
          <p14:tracePt t="37044" x="10267950" y="4300538"/>
          <p14:tracePt t="37045" x="10279063" y="4311650"/>
          <p14:tracePt t="37059" x="10279063" y="4324350"/>
          <p14:tracePt t="37079" x="10279063" y="4337050"/>
          <p14:tracePt t="37099" x="10279063" y="4348163"/>
          <p14:tracePt t="37107" x="10279063" y="4360863"/>
          <p14:tracePt t="37112" x="10279063" y="4373563"/>
          <p14:tracePt t="37114" x="10267950" y="4384675"/>
          <p14:tracePt t="37122" x="10255250" y="4384675"/>
          <p14:tracePt t="37130" x="10242550" y="4384675"/>
          <p14:tracePt t="38968" x="10231438" y="4384675"/>
          <p14:tracePt t="38972" x="10218738" y="4384675"/>
          <p14:tracePt t="38974" x="10194925" y="4384675"/>
          <p14:tracePt t="38979" x="10158413" y="4384675"/>
          <p14:tracePt t="38987" x="10109200" y="4384675"/>
          <p14:tracePt t="38995" x="10059988" y="4373563"/>
          <p14:tracePt t="39004" x="10048875" y="4373563"/>
          <p14:tracePt t="39144" x="10036175" y="4373563"/>
          <p14:tracePt t="39172" x="10023475" y="4373563"/>
          <p14:tracePt t="39192" x="10023475" y="4384675"/>
          <p14:tracePt t="39199" x="10023475" y="4397375"/>
          <p14:tracePt t="39203" x="10012363" y="4397375"/>
          <p14:tracePt t="39214" x="9999663" y="4410075"/>
          <p14:tracePt t="39220" x="9999663" y="4421188"/>
          <p14:tracePt t="39224" x="9999663" y="4433888"/>
          <p14:tracePt t="39228" x="9986963" y="4433888"/>
          <p14:tracePt t="39236" x="9975850" y="4457700"/>
          <p14:tracePt t="39245" x="9963150" y="4483100"/>
          <p14:tracePt t="39253" x="9939338" y="4494213"/>
          <p14:tracePt t="39261" x="9926638" y="4506913"/>
          <p14:tracePt t="39270" x="9913938" y="4530725"/>
          <p14:tracePt t="39278" x="9902825" y="4530725"/>
          <p14:tracePt t="39286" x="9877425" y="4556125"/>
          <p14:tracePt t="39295" x="9853613" y="4567238"/>
          <p14:tracePt t="39303" x="9840913" y="4579938"/>
          <p14:tracePt t="39311" x="9817100" y="4592638"/>
          <p14:tracePt t="39320" x="9756775" y="4629150"/>
          <p14:tracePt t="39328" x="9720263" y="4652963"/>
          <p14:tracePt t="39336" x="9658350" y="4678363"/>
          <p14:tracePt t="39344" x="9609138" y="4714875"/>
          <p14:tracePt t="39353" x="9561513" y="4751388"/>
          <p14:tracePt t="39361" x="9525000" y="4762500"/>
          <p14:tracePt t="39369" x="9488488" y="4787900"/>
          <p14:tracePt t="39378" x="9451975" y="4811713"/>
          <p14:tracePt t="39386" x="9390063" y="4860925"/>
          <p14:tracePt t="39394" x="9353550" y="4872038"/>
          <p14:tracePt t="39403" x="9329738" y="4897438"/>
          <p14:tracePt t="39411" x="9269413" y="4921250"/>
          <p14:tracePt t="39419" x="9183688" y="4957763"/>
          <p14:tracePt t="39428" x="9086850" y="4981575"/>
          <p14:tracePt t="39436" x="8939213" y="5006975"/>
          <p14:tracePt t="39444" x="8782050" y="5043488"/>
          <p14:tracePt t="39453" x="8636000" y="5091113"/>
          <p14:tracePt t="39461" x="8501063" y="5127625"/>
          <p14:tracePt t="39469" x="8380413" y="5153025"/>
          <p14:tracePt t="39478" x="8294688" y="5176838"/>
          <p14:tracePt t="39486" x="8148638" y="5213350"/>
          <p14:tracePt t="39494" x="8099425" y="5226050"/>
          <p14:tracePt t="39503" x="7989888" y="5249863"/>
          <p14:tracePt t="39511" x="7856538" y="5262563"/>
          <p14:tracePt t="39519" x="7685088" y="5286375"/>
          <p14:tracePt t="39528" x="7551738" y="5299075"/>
          <p14:tracePt t="39536" x="7442200" y="5322888"/>
          <p14:tracePt t="39544" x="7392988" y="5322888"/>
          <p14:tracePt t="39553" x="7283450" y="5335588"/>
          <p14:tracePt t="39561" x="7173913" y="5359400"/>
          <p14:tracePt t="39569" x="7124700" y="5372100"/>
          <p14:tracePt t="39578" x="7051675" y="5384800"/>
          <p14:tracePt t="39586" x="6954838" y="5384800"/>
          <p14:tracePt t="39594" x="6931025" y="5384800"/>
          <p14:tracePt t="39603" x="6845300" y="5395913"/>
          <p14:tracePt t="39611" x="6759575" y="5395913"/>
          <p14:tracePt t="39619" x="6662738" y="5395913"/>
          <p14:tracePt t="39628" x="6516688" y="5395913"/>
          <p14:tracePt t="39636" x="6407150" y="5408613"/>
          <p14:tracePt t="39644" x="6345238" y="5408613"/>
          <p14:tracePt t="39652" x="6188075" y="5432425"/>
          <p14:tracePt t="39661" x="6053138" y="5445125"/>
          <p14:tracePt t="39669" x="5883275" y="5457825"/>
          <p14:tracePt t="39678" x="5700713" y="5468938"/>
          <p14:tracePt t="39686" x="5408613" y="5494338"/>
          <p14:tracePt t="39694" x="5322888" y="5494338"/>
          <p14:tracePt t="39703" x="5164138" y="5494338"/>
          <p14:tracePt t="39711" x="4994275" y="5494338"/>
          <p14:tracePt t="39719" x="4848225" y="5494338"/>
          <p14:tracePt t="39720" x="4786313" y="5494338"/>
          <p14:tracePt t="39728" x="4640263" y="5494338"/>
          <p14:tracePt t="39736" x="4494213" y="5494338"/>
          <p14:tracePt t="39744" x="4408488" y="5494338"/>
          <p14:tracePt t="39752" x="4189413" y="5494338"/>
          <p14:tracePt t="39761" x="4056063" y="5494338"/>
          <p14:tracePt t="39769" x="3970338" y="5494338"/>
          <p14:tracePt t="39777" x="3884613" y="5494338"/>
          <p14:tracePt t="39786" x="3763963" y="5505450"/>
          <p14:tracePt t="39794" x="3738563" y="5505450"/>
          <p14:tracePt t="39802" x="3665538" y="5505450"/>
          <p14:tracePt t="39811" x="3629025" y="5518150"/>
          <p14:tracePt t="39819" x="3605213" y="5541963"/>
          <p14:tracePt t="39827" x="3556000" y="5554663"/>
          <p14:tracePt t="39836" x="3519488" y="5567363"/>
          <p14:tracePt t="39844" x="3508375" y="5567363"/>
          <p14:tracePt t="39852" x="3482975" y="5578475"/>
          <p14:tracePt t="39861" x="3459163" y="5591175"/>
          <p14:tracePt t="39884" x="3446463" y="5591175"/>
          <p14:tracePt t="39892" x="3446463" y="5603875"/>
          <p14:tracePt t="39899" x="3446463" y="5614988"/>
          <p14:tracePt t="39904" x="3435350" y="5614988"/>
          <p14:tracePt t="39913" x="3422650" y="5614988"/>
          <p14:tracePt t="39920" x="3422650" y="5627688"/>
          <p14:tracePt t="39927" x="3422650" y="5640388"/>
          <p14:tracePt t="39936" x="3409950" y="5640388"/>
          <p14:tracePt t="39944" x="3409950" y="5651500"/>
          <p14:tracePt t="39945" x="3409950" y="5676900"/>
          <p14:tracePt t="39954" x="3398838" y="5676900"/>
          <p14:tracePt t="39961" x="3398838" y="5700713"/>
          <p14:tracePt t="39969" x="3398838" y="5713413"/>
          <p14:tracePt t="39977" x="3398838" y="5737225"/>
          <p14:tracePt t="39986" x="3398838" y="5761038"/>
          <p14:tracePt t="39995" x="3398838" y="5773738"/>
          <p14:tracePt t="40007" x="3398838" y="5797550"/>
          <p14:tracePt t="40014" x="3398838" y="5822950"/>
          <p14:tracePt t="40024" x="3398838" y="5834063"/>
          <p14:tracePt t="40027" x="3398838" y="5846763"/>
          <p14:tracePt t="40036" x="3398838" y="5870575"/>
          <p14:tracePt t="40044" x="3398838" y="5883275"/>
          <p14:tracePt t="40045" x="3398838" y="5919788"/>
          <p14:tracePt t="40054" x="3398838" y="5932488"/>
          <p14:tracePt t="40061" x="3398838" y="5945188"/>
          <p14:tracePt t="40069" x="3398838" y="5956300"/>
          <p14:tracePt t="40077" x="3398838" y="5981700"/>
          <p14:tracePt t="40085" x="3398838" y="5992813"/>
          <p14:tracePt t="40094" x="3409950" y="5992813"/>
          <p14:tracePt t="40095" x="3409950" y="6005513"/>
          <p14:tracePt t="40104" x="3409950" y="6018213"/>
          <p14:tracePt t="40120" x="3409950" y="6029325"/>
          <p14:tracePt t="40124" x="3409950" y="6042025"/>
          <p14:tracePt t="40135" x="3409950" y="6054725"/>
          <p14:tracePt t="40139" x="3409950" y="6065838"/>
          <p14:tracePt t="40144" x="3409950" y="6078538"/>
          <p14:tracePt t="40199" x="3422650" y="6078538"/>
          <p14:tracePt t="40212" x="3435350" y="6078538"/>
          <p14:tracePt t="40220" x="3446463" y="6078538"/>
          <p14:tracePt t="40235" x="3446463" y="6091238"/>
          <p14:tracePt t="40402" x="3459163" y="6091238"/>
          <p14:tracePt t="40412" x="3471863" y="6091238"/>
          <p14:tracePt t="40425" x="3482975" y="6091238"/>
          <p14:tracePt t="40447" x="3482975" y="6102350"/>
          <p14:tracePt t="40464" x="3495675" y="6102350"/>
          <p14:tracePt t="40487" x="3508375" y="6102350"/>
          <p14:tracePt t="40604" x="3519488" y="6102350"/>
          <p14:tracePt t="40612" x="3532188" y="6102350"/>
          <p14:tracePt t="40624" x="3544888" y="6102350"/>
          <p14:tracePt t="40626" x="3568700" y="6091238"/>
          <p14:tracePt t="40634" x="3592513" y="6091238"/>
          <p14:tracePt t="40640" x="3617913" y="6078538"/>
          <p14:tracePt t="40644" x="3629025" y="6078538"/>
          <p14:tracePt t="40645" x="3654425" y="6065838"/>
          <p14:tracePt t="40652" x="3678238" y="6065838"/>
          <p14:tracePt t="40660" x="3727450" y="6054725"/>
          <p14:tracePt t="40669" x="3787775" y="6042025"/>
          <p14:tracePt t="40677" x="3860800" y="6029325"/>
          <p14:tracePt t="40685" x="3897313" y="6018213"/>
          <p14:tracePt t="40686" x="3921125" y="6005513"/>
          <p14:tracePt t="40694" x="3946525" y="6005513"/>
          <p14:tracePt t="40695" x="3983038" y="6005513"/>
          <p14:tracePt t="40702" x="4019550" y="5992813"/>
          <p14:tracePt t="40710" x="4068763" y="5981700"/>
          <p14:tracePt t="40718" x="4129088" y="5969000"/>
          <p14:tracePt t="40727" x="4202113" y="5969000"/>
          <p14:tracePt t="40735" x="4251325" y="5956300"/>
          <p14:tracePt t="40743" x="4275138" y="5956300"/>
          <p14:tracePt t="40752" x="4298950" y="5945188"/>
          <p14:tracePt t="40760" x="4335463" y="5932488"/>
          <p14:tracePt t="40768" x="4360863" y="5932488"/>
          <p14:tracePt t="40777" x="4371975" y="5919788"/>
          <p14:tracePt t="40785" x="4445000" y="5883275"/>
          <p14:tracePt t="40786" x="4457700" y="5883275"/>
          <p14:tracePt t="40793" x="4481513" y="5870575"/>
          <p14:tracePt t="40802" x="4543425" y="5859463"/>
          <p14:tracePt t="40810" x="4665663" y="5810250"/>
          <p14:tracePt t="40818" x="4786313" y="5761038"/>
          <p14:tracePt t="40827" x="5018088" y="5688013"/>
          <p14:tracePt t="40835" x="5213350" y="5627688"/>
          <p14:tracePt t="40843" x="5297488" y="5614988"/>
          <p14:tracePt t="40851" x="5518150" y="5567363"/>
          <p14:tracePt t="40860" x="5870575" y="5530850"/>
          <p14:tracePt t="40868" x="6053138" y="5494338"/>
          <p14:tracePt t="40876" x="6138863" y="5481638"/>
          <p14:tracePt t="40885" x="6357938" y="5457825"/>
          <p14:tracePt t="40885" x="6407150" y="5457825"/>
          <p14:tracePt t="40893" x="6467475" y="5457825"/>
          <p14:tracePt t="40901" x="6553200" y="5445125"/>
          <p14:tracePt t="40910" x="6650038" y="5432425"/>
          <p14:tracePt t="40918" x="6759575" y="5421313"/>
          <p14:tracePt t="40926" x="6954838" y="5395913"/>
          <p14:tracePt t="40935" x="7088188" y="5372100"/>
          <p14:tracePt t="40943" x="7173913" y="5348288"/>
          <p14:tracePt t="40951" x="7343775" y="5322888"/>
          <p14:tracePt t="40960" x="7661275" y="5249863"/>
          <p14:tracePt t="40968" x="7893050" y="5200650"/>
          <p14:tracePt t="40976" x="8123238" y="5153025"/>
          <p14:tracePt t="40984" x="8380413" y="5103813"/>
          <p14:tracePt t="40993" x="8623300" y="5080000"/>
          <p14:tracePt t="41001" x="8891588" y="5043488"/>
          <p14:tracePt t="41010" x="9183688" y="4994275"/>
          <p14:tracePt t="41018" x="9451975" y="4970463"/>
          <p14:tracePt t="41026" x="9804400" y="4921250"/>
          <p14:tracePt t="41035" x="9986963" y="4884738"/>
          <p14:tracePt t="41043" x="10072688" y="4872038"/>
          <p14:tracePt t="41051" x="10231438" y="4848225"/>
          <p14:tracePt t="41059" x="10364788" y="4811713"/>
          <p14:tracePt t="41068" x="10437813" y="4799013"/>
          <p14:tracePt t="41076" x="10499725" y="4787900"/>
          <p14:tracePt t="41084" x="10547350" y="4775200"/>
          <p14:tracePt t="41093" x="10572750" y="4775200"/>
          <p14:tracePt t="41101" x="10583863" y="4775200"/>
          <p14:tracePt t="41204" x="10572750" y="4775200"/>
          <p14:tracePt t="41206" x="10560050" y="4775200"/>
          <p14:tracePt t="41219" x="10547350" y="4775200"/>
          <p14:tracePt t="41825" x="10560050" y="4751388"/>
          <p14:tracePt t="41832" x="10572750" y="4738688"/>
          <p14:tracePt t="41834" x="10596563" y="4738688"/>
          <p14:tracePt t="41842" x="10596563" y="4725988"/>
          <p14:tracePt t="41851" x="10620375" y="4702175"/>
          <p14:tracePt t="41859" x="10620375" y="4689475"/>
          <p14:tracePt t="41868" x="10620375" y="4678363"/>
          <p14:tracePt t="41875" x="10620375" y="4665663"/>
          <p14:tracePt t="41893" x="10620375" y="4640263"/>
          <p14:tracePt t="41904" x="10620375" y="4629150"/>
          <p14:tracePt t="41905" x="10620375" y="4603750"/>
          <p14:tracePt t="41915" x="10620375" y="4579938"/>
          <p14:tracePt t="41919" x="10620375" y="4567238"/>
          <p14:tracePt t="41926" x="10620375" y="4543425"/>
          <p14:tracePt t="41934" x="10620375" y="4519613"/>
          <p14:tracePt t="41942" x="10620375" y="4494213"/>
          <p14:tracePt t="41950" x="10620375" y="4483100"/>
          <p14:tracePt t="41959" x="10609263" y="4457700"/>
          <p14:tracePt t="41967" x="10609263" y="4433888"/>
          <p14:tracePt t="41975" x="10596563" y="4410075"/>
          <p14:tracePt t="41984" x="10596563" y="4397375"/>
          <p14:tracePt t="41984" x="10583863" y="4397375"/>
          <p14:tracePt t="41985" x="10583863" y="4384675"/>
          <p14:tracePt t="41994" x="10583863" y="4373563"/>
          <p14:tracePt t="42007" x="10572750" y="4360863"/>
          <p14:tracePt t="42012" x="10572750" y="4348163"/>
          <p14:tracePt t="42024" x="10572750" y="4337050"/>
          <p14:tracePt t="42059" x="10572750" y="4324350"/>
          <p14:tracePt t="42064" x="10572750" y="4311650"/>
          <p14:tracePt t="42079" x="10572750" y="4300538"/>
          <p14:tracePt t="42084" x="10572750" y="4287838"/>
          <p14:tracePt t="42085" x="10572750" y="4275138"/>
          <p14:tracePt t="42099" x="10572750" y="4264025"/>
          <p14:tracePt t="42104" x="10572750" y="4251325"/>
          <p14:tracePt t="42113" x="10572750" y="4238625"/>
          <p14:tracePt t="42124" x="10572750" y="4227513"/>
          <p14:tracePt t="42132" x="10572750" y="4214813"/>
          <p14:tracePt t="42227" x="10572750" y="4202113"/>
          <p14:tracePt t="42239" x="10572750" y="4191000"/>
          <p14:tracePt t="42367" x="10583863" y="4191000"/>
          <p14:tracePt t="42394" x="10596563" y="4191000"/>
          <p14:tracePt t="42405" x="10609263" y="4191000"/>
          <p14:tracePt t="42412" x="10609263" y="4178300"/>
          <p14:tracePt t="42414" x="10620375" y="4178300"/>
          <p14:tracePt t="42427" x="10633075" y="4165600"/>
          <p14:tracePt t="42432" x="10645775" y="4165600"/>
          <p14:tracePt t="42439" x="10656888" y="4165600"/>
          <p14:tracePt t="42444" x="10656888" y="4154488"/>
          <p14:tracePt t="42452" x="10669588" y="4154488"/>
          <p14:tracePt t="42459" x="10682288" y="4154488"/>
          <p14:tracePt t="42472" x="10682288" y="4141788"/>
          <p14:tracePt t="42475" x="10693400" y="4141788"/>
          <p14:tracePt t="42483" x="10706100" y="4141788"/>
          <p14:tracePt t="42492" x="10718800" y="4129088"/>
          <p14:tracePt t="42500" x="10729913" y="4129088"/>
          <p14:tracePt t="42508" x="10742613" y="4117975"/>
          <p14:tracePt t="42517" x="10766425" y="4117975"/>
          <p14:tracePt t="42525" x="10779125" y="4105275"/>
          <p14:tracePt t="42526" x="10779125" y="4092575"/>
          <p14:tracePt t="42534" x="10791825" y="4092575"/>
          <p14:tracePt t="42542" x="10802938" y="4092575"/>
          <p14:tracePt t="42550" x="10802938" y="4081463"/>
          <p14:tracePt t="42558" x="10815638" y="4081463"/>
          <p14:tracePt t="42566" x="10828338" y="4068763"/>
          <p14:tracePt t="42575" x="10839450" y="4068763"/>
          <p14:tracePt t="42583" x="10839450" y="4056063"/>
          <p14:tracePt t="42591" x="10864850" y="4056063"/>
          <p14:tracePt t="42600" x="10875963" y="4043363"/>
          <p14:tracePt t="42608" x="10888663" y="4043363"/>
          <p14:tracePt t="42616" x="10901363" y="4032250"/>
          <p14:tracePt t="42625" x="10901363" y="4019550"/>
          <p14:tracePt t="42633" x="10912475" y="4019550"/>
          <p14:tracePt t="42644" x="10925175" y="4019550"/>
          <p14:tracePt t="42650" x="10925175" y="4006850"/>
          <p14:tracePt t="42664" x="10937875" y="4006850"/>
          <p14:tracePt t="42666" x="10937875" y="3995738"/>
          <p14:tracePt t="42675" x="10961688" y="3995738"/>
          <p14:tracePt t="42683" x="10961688" y="3983038"/>
          <p14:tracePt t="42691" x="10974388" y="3983038"/>
          <p14:tracePt t="42700" x="10985500" y="3970338"/>
          <p14:tracePt t="42708" x="10985500" y="3959225"/>
          <p14:tracePt t="42716" x="10985500" y="3946525"/>
          <p14:tracePt t="42725" x="10998200" y="3933825"/>
          <p14:tracePt t="42734" x="11010900" y="3922713"/>
          <p14:tracePt t="42752" x="11010900" y="3910013"/>
          <p14:tracePt t="42753" x="11010900" y="3897313"/>
          <p14:tracePt t="42764" x="11010900" y="3886200"/>
          <p14:tracePt t="42766" x="11022013" y="3886200"/>
          <p14:tracePt t="42775" x="11022013" y="3873500"/>
          <p14:tracePt t="42783" x="11034713" y="3849688"/>
          <p14:tracePt t="42791" x="11047413" y="3849688"/>
          <p14:tracePt t="42799" x="11047413" y="3824288"/>
          <p14:tracePt t="42808" x="11058525" y="3813175"/>
          <p14:tracePt t="42816" x="11058525" y="3787775"/>
          <p14:tracePt t="42824" x="11071225" y="3776663"/>
          <p14:tracePt t="42833" x="11071225" y="3763963"/>
          <p14:tracePt t="42841" x="11071225" y="3751263"/>
          <p14:tracePt t="42850" x="11071225" y="3727450"/>
          <p14:tracePt t="42859" x="11071225" y="3714750"/>
          <p14:tracePt t="42866" x="11071225" y="3703638"/>
          <p14:tracePt t="42879" x="11071225" y="3690938"/>
          <p14:tracePt t="42899" x="11071225" y="3678238"/>
          <p14:tracePt t="42954" x="11071225" y="3667125"/>
          <p14:tracePt t="43032" x="11058525" y="3667125"/>
          <p14:tracePt t="43054" x="11047413" y="3667125"/>
          <p14:tracePt t="43059" x="11047413" y="3654425"/>
          <p14:tracePt t="43067" x="11034713" y="3654425"/>
          <p14:tracePt t="43073" x="11022013" y="3654425"/>
          <p14:tracePt t="43084" x="11010900" y="3654425"/>
          <p14:tracePt t="43085" x="10998200" y="3654425"/>
          <p14:tracePt t="43093" x="10985500" y="3654425"/>
          <p14:tracePt t="43100" x="10974388" y="3641725"/>
          <p14:tracePt t="43108" x="10948988" y="3641725"/>
          <p14:tracePt t="43116" x="10912475" y="3641725"/>
          <p14:tracePt t="43124" x="10888663" y="3641725"/>
          <p14:tracePt t="43133" x="10864850" y="3641725"/>
          <p14:tracePt t="43141" x="10852150" y="3641725"/>
          <p14:tracePt t="43149" x="10839450" y="3641725"/>
          <p14:tracePt t="43159" x="10828338" y="3630613"/>
          <p14:tracePt t="43373" x="10815638" y="3630613"/>
          <p14:tracePt t="43379" x="10802938" y="3630613"/>
          <p14:tracePt t="43394" x="10791825" y="3641725"/>
          <p14:tracePt t="43404" x="10779125" y="3654425"/>
          <p14:tracePt t="43406" x="10766425" y="3654425"/>
          <p14:tracePt t="43412" x="10766425" y="3667125"/>
          <p14:tracePt t="43416" x="10755313" y="3678238"/>
          <p14:tracePt t="43424" x="10755313" y="3690938"/>
          <p14:tracePt t="43432" x="10729913" y="3727450"/>
          <p14:tracePt t="43441" x="10729913" y="3740150"/>
          <p14:tracePt t="43449" x="10718800" y="3763963"/>
          <p14:tracePt t="43457" x="10706100" y="3787775"/>
          <p14:tracePt t="43465" x="10706100" y="3813175"/>
          <p14:tracePt t="43474" x="10693400" y="3824288"/>
          <p14:tracePt t="43485" x="10693400" y="3836988"/>
          <p14:tracePt t="43494" x="10693400" y="3849688"/>
          <p14:tracePt t="43505" x="10693400" y="3873500"/>
          <p14:tracePt t="43514" x="10693400" y="3886200"/>
          <p14:tracePt t="43519" x="10682288" y="3886200"/>
          <p14:tracePt t="43524" x="10682288" y="3897313"/>
          <p14:tracePt t="43532" x="10682288" y="3910013"/>
          <p14:tracePt t="43540" x="10682288" y="3933825"/>
          <p14:tracePt t="43549" x="10682288" y="3946525"/>
          <p14:tracePt t="43557" x="10669588" y="3959225"/>
          <p14:tracePt t="43566" x="10669588" y="3983038"/>
          <p14:tracePt t="43579" x="10669588" y="3995738"/>
          <p14:tracePt t="43587" x="10669588" y="4006850"/>
          <p14:tracePt t="43599" x="10669588" y="4019550"/>
          <p14:tracePt t="43604" x="10669588" y="4032250"/>
          <p14:tracePt t="43607" x="10669588" y="4043363"/>
          <p14:tracePt t="43615" x="10669588" y="4056063"/>
          <p14:tracePt t="43624" x="10669588" y="4068763"/>
          <p14:tracePt t="43632" x="10669588" y="4081463"/>
          <p14:tracePt t="43640" x="10669588" y="4105275"/>
          <p14:tracePt t="43649" x="10669588" y="4129088"/>
          <p14:tracePt t="43657" x="10669588" y="4154488"/>
          <p14:tracePt t="43665" x="10669588" y="4178300"/>
          <p14:tracePt t="43674" x="10669588" y="4191000"/>
          <p14:tracePt t="43682" x="10669588" y="4202113"/>
          <p14:tracePt t="43691" x="10669588" y="4227513"/>
          <p14:tracePt t="43699" x="10669588" y="4251325"/>
          <p14:tracePt t="43707" x="10669588" y="4287838"/>
          <p14:tracePt t="43716" x="10669588" y="4300538"/>
          <p14:tracePt t="43724" x="10669588" y="4311650"/>
          <p14:tracePt t="43725" x="10669588" y="4337050"/>
          <p14:tracePt t="43733" x="10669588" y="4360863"/>
          <p14:tracePt t="43740" x="10669588" y="4373563"/>
          <p14:tracePt t="43749" x="10669588" y="4384675"/>
          <p14:tracePt t="43757" x="10669588" y="4421188"/>
          <p14:tracePt t="43765" x="10669588" y="4457700"/>
          <p14:tracePt t="43774" x="10656888" y="4519613"/>
          <p14:tracePt t="43782" x="10656888" y="4530725"/>
          <p14:tracePt t="43790" x="10656888" y="4579938"/>
          <p14:tracePt t="43799" x="10656888" y="4652963"/>
          <p14:tracePt t="43799" x="10656888" y="4689475"/>
          <p14:tracePt t="43807" x="10669588" y="4751388"/>
          <p14:tracePt t="43815" x="10693400" y="4811713"/>
          <p14:tracePt t="43824" x="10693400" y="4835525"/>
          <p14:tracePt t="43824" x="10693400" y="4860925"/>
          <p14:tracePt t="43825" x="10693400" y="4872038"/>
          <p14:tracePt t="43832" x="10706100" y="4908550"/>
          <p14:tracePt t="43840" x="10729913" y="4970463"/>
          <p14:tracePt t="43849" x="10755313" y="5018088"/>
          <p14:tracePt t="43857" x="10779125" y="5054600"/>
          <p14:tracePt t="43865" x="10791825" y="5103813"/>
          <p14:tracePt t="43873" x="10839450" y="5164138"/>
          <p14:tracePt t="43882" x="10864850" y="5189538"/>
          <p14:tracePt t="43890" x="10901363" y="5226050"/>
          <p14:tracePt t="43899" x="10948988" y="5249863"/>
          <p14:tracePt t="43899" x="10961688" y="5273675"/>
          <p14:tracePt t="43907" x="11034713" y="5322888"/>
          <p14:tracePt t="43915" x="11095038" y="5335588"/>
          <p14:tracePt t="43923" x="11133138" y="5348288"/>
          <p14:tracePt t="43932" x="11217275" y="5372100"/>
          <p14:tracePt t="43940" x="11339513" y="5408613"/>
          <p14:tracePt t="43949" x="11425238" y="5421313"/>
          <p14:tracePt t="43957" x="11485563" y="5432425"/>
          <p14:tracePt t="43965" x="11509375" y="5432425"/>
          <p14:tracePt t="43973" x="11545888" y="5432425"/>
          <p14:tracePt t="43985" x="11558588" y="5432425"/>
          <p14:tracePt t="43994" x="11582400" y="5421313"/>
          <p14:tracePt t="44004" x="11595100" y="5408613"/>
          <p14:tracePt t="44007" x="11618913" y="5395913"/>
          <p14:tracePt t="44015" x="11631613" y="5384800"/>
          <p14:tracePt t="44024" x="11655425" y="5359400"/>
          <p14:tracePt t="44032" x="11680825" y="5322888"/>
          <p14:tracePt t="44032" x="11704638" y="5299075"/>
          <p14:tracePt t="44033" x="11728450" y="5262563"/>
          <p14:tracePt t="44040" x="11741150" y="5226050"/>
          <p14:tracePt t="44048" x="11753850" y="5189538"/>
          <p14:tracePt t="44057" x="11777663" y="5116513"/>
          <p14:tracePt t="44065" x="11814175" y="5030788"/>
          <p14:tracePt t="44073" x="11839575" y="4945063"/>
          <p14:tracePt t="44082" x="11863388" y="4848225"/>
          <p14:tracePt t="44090" x="11887200" y="4775200"/>
          <p14:tracePt t="44099" x="11887200" y="4702175"/>
          <p14:tracePt t="44107" x="11887200" y="4603750"/>
          <p14:tracePt t="44115" x="11887200" y="4543425"/>
          <p14:tracePt t="44123" x="11887200" y="4519613"/>
          <p14:tracePt t="44132" x="11887200" y="4483100"/>
          <p14:tracePt t="44132" x="11887200" y="4457700"/>
          <p14:tracePt t="44133" x="11887200" y="4421188"/>
          <p14:tracePt t="44140" x="11887200" y="4384675"/>
          <p14:tracePt t="44148" x="11863388" y="4324350"/>
          <p14:tracePt t="44157" x="11850688" y="4227513"/>
          <p14:tracePt t="44165" x="11826875" y="4129088"/>
          <p14:tracePt t="44173" x="11790363" y="4019550"/>
          <p14:tracePt t="44182" x="11741150" y="3922713"/>
          <p14:tracePt t="44190" x="11691938" y="3813175"/>
          <p14:tracePt t="44198" x="11644313" y="3751263"/>
          <p14:tracePt t="44207" x="11582400" y="3667125"/>
          <p14:tracePt t="44215" x="11534775" y="3630613"/>
          <p14:tracePt t="44223" x="11498263" y="3605213"/>
          <p14:tracePt t="44231" x="11461750" y="3557588"/>
          <p14:tracePt t="44240" x="11388725" y="3508375"/>
          <p14:tracePt t="44248" x="11339513" y="3484563"/>
          <p14:tracePt t="44257" x="11290300" y="3459163"/>
          <p14:tracePt t="44265" x="11229975" y="3435350"/>
          <p14:tracePt t="44266" x="11217275" y="3422650"/>
          <p14:tracePt t="44273" x="11193463" y="3409950"/>
          <p14:tracePt t="44282" x="11169650" y="3398838"/>
          <p14:tracePt t="44290" x="11156950" y="3398838"/>
          <p14:tracePt t="44304" x="11144250" y="3398838"/>
          <p14:tracePt t="44334" x="11133138" y="3398838"/>
          <p14:tracePt t="44344" x="11120438" y="3398838"/>
          <p14:tracePt t="44352" x="11107738" y="3398838"/>
          <p14:tracePt t="44359" x="11095038" y="3398838"/>
          <p14:tracePt t="44367" x="11083925" y="3398838"/>
          <p14:tracePt t="44394" x="11071225" y="3398838"/>
          <p14:tracePt t="47505" x="11071225" y="3409950"/>
          <p14:tracePt t="47507" x="11058525" y="3422650"/>
          <p14:tracePt t="47513" x="11047413" y="3435350"/>
          <p14:tracePt t="47521" x="11022013" y="3508375"/>
          <p14:tracePt t="47529" x="10998200" y="3568700"/>
          <p14:tracePt t="47537" x="10948988" y="3667125"/>
          <p14:tracePt t="47545" x="10888663" y="3813175"/>
          <p14:tracePt t="47553" x="10852150" y="3922713"/>
          <p14:tracePt t="47562" x="10828338" y="4056063"/>
          <p14:tracePt t="47570" x="10802938" y="4191000"/>
          <p14:tracePt t="47578" x="10766425" y="4324350"/>
          <p14:tracePt t="47587" x="10766425" y="4530725"/>
          <p14:tracePt t="47595" x="10766425" y="4678363"/>
          <p14:tracePt t="47604" x="10766425" y="4762500"/>
          <p14:tracePt t="47612" x="10766425" y="4921250"/>
          <p14:tracePt t="47613" x="10779125" y="5006975"/>
          <p14:tracePt t="47620" x="10791825" y="5140325"/>
          <p14:tracePt t="47628" x="10802938" y="5262563"/>
          <p14:tracePt t="47637" x="10815638" y="5359400"/>
          <p14:tracePt t="47645" x="10815638" y="5432425"/>
          <p14:tracePt t="47653" x="10828338" y="5518150"/>
          <p14:tracePt t="47662" x="10839450" y="5578475"/>
          <p14:tracePt t="47670" x="10852150" y="5651500"/>
          <p14:tracePt t="47678" x="10875963" y="5713413"/>
          <p14:tracePt t="47687" x="10888663" y="5761038"/>
          <p14:tracePt t="47695" x="10901363" y="5786438"/>
          <p14:tracePt t="47703" x="10901363" y="5797550"/>
          <p14:tracePt t="47712" x="10901363" y="5810250"/>
          <p14:tracePt t="47712" x="10912475" y="5810250"/>
          <p14:tracePt t="47713" x="10912475" y="5822950"/>
          <p14:tracePt t="47720" x="10925175" y="5834063"/>
          <p14:tracePt t="47728" x="10937875" y="5846763"/>
          <p14:tracePt t="47737" x="10961688" y="5870575"/>
          <p14:tracePt t="47745" x="10974388" y="5883275"/>
          <p14:tracePt t="47745" x="10985500" y="5883275"/>
          <p14:tracePt t="47753" x="10998200" y="5895975"/>
          <p14:tracePt t="47762" x="11022013" y="5895975"/>
          <p14:tracePt t="47770" x="11058525" y="5907088"/>
          <p14:tracePt t="47778" x="11107738" y="5907088"/>
          <p14:tracePt t="47786" x="11206163" y="5895975"/>
          <p14:tracePt t="47795" x="11266488" y="5859463"/>
          <p14:tracePt t="47803" x="11315700" y="5846763"/>
          <p14:tracePt t="47812" x="11412538" y="5797550"/>
          <p14:tracePt t="47820" x="11558588" y="5749925"/>
          <p14:tracePt t="47828" x="11655425" y="5713413"/>
          <p14:tracePt t="47836" x="11741150" y="5676900"/>
          <p14:tracePt t="47845" x="11801475" y="5627688"/>
          <p14:tracePt t="47845" x="11839575" y="5614988"/>
          <p14:tracePt t="47853" x="11863388" y="5578475"/>
          <p14:tracePt t="47861" x="11912600" y="5505450"/>
          <p14:tracePt t="47870" x="11936413" y="5421313"/>
          <p14:tracePt t="47878" x="11960225" y="5249863"/>
          <p14:tracePt t="47886" x="11960225" y="4933950"/>
          <p14:tracePt t="47895" x="11960225" y="4689475"/>
          <p14:tracePt t="47903" x="11960225" y="4543425"/>
          <p14:tracePt t="47911" x="11887200" y="4300538"/>
          <p14:tracePt t="47920" x="11826875" y="3983038"/>
          <p14:tracePt t="47928" x="11777663" y="3800475"/>
          <p14:tracePt t="47936" x="11728450" y="3667125"/>
          <p14:tracePt t="47945" x="11691938" y="3568700"/>
          <p14:tracePt t="47945" x="11668125" y="3532188"/>
          <p14:tracePt t="47953" x="11655425" y="3508375"/>
          <p14:tracePt t="47961" x="11631613" y="3448050"/>
          <p14:tracePt t="47970" x="11595100" y="3409950"/>
          <p14:tracePt t="47978" x="11571288" y="3386138"/>
          <p14:tracePt t="47986" x="11534775" y="3373438"/>
          <p14:tracePt t="47995" x="11509375" y="3362325"/>
          <p14:tracePt t="48003" x="11485563" y="3362325"/>
          <p14:tracePt t="48011" x="11436350" y="3362325"/>
          <p14:tracePt t="48020" x="11352213" y="3362325"/>
          <p14:tracePt t="48028" x="11303000" y="3362325"/>
          <p14:tracePt t="48036" x="11229975" y="3373438"/>
          <p14:tracePt t="48045" x="11180763" y="3398838"/>
          <p14:tracePt t="48053" x="11120438" y="3435350"/>
          <p14:tracePt t="48061" x="11034713" y="3508375"/>
          <p14:tracePt t="48070" x="10948988" y="3617913"/>
          <p14:tracePt t="48078" x="10875963" y="3727450"/>
          <p14:tracePt t="48086" x="10791825" y="3897313"/>
          <p14:tracePt t="48094" x="10766425" y="3983038"/>
          <p14:tracePt t="48103" x="10755313" y="4056063"/>
          <p14:tracePt t="48111" x="10755313" y="4154488"/>
          <p14:tracePt t="48120" x="10755313" y="4337050"/>
          <p14:tracePt t="48128" x="10802938" y="4470400"/>
          <p14:tracePt t="48136" x="10875963" y="4603750"/>
          <p14:tracePt t="48144" x="10961688" y="4751388"/>
          <p14:tracePt t="48153" x="11034713" y="4872038"/>
          <p14:tracePt t="48161" x="11107738" y="4957763"/>
          <p14:tracePt t="48170" x="11180763" y="5030788"/>
          <p14:tracePt t="48178" x="11206163" y="5043488"/>
          <p14:tracePt t="48186" x="11229975" y="5054600"/>
          <p14:tracePt t="48194" x="11253788" y="5080000"/>
          <p14:tracePt t="48203" x="11279188" y="5080000"/>
          <p14:tracePt t="48211" x="11315700" y="5080000"/>
          <p14:tracePt t="48219" x="11376025" y="5080000"/>
          <p14:tracePt t="48228" x="11425238" y="5067300"/>
          <p14:tracePt t="48236" x="11498263" y="5043488"/>
          <p14:tracePt t="48244" x="11558588" y="4994275"/>
          <p14:tracePt t="48253" x="11631613" y="4945063"/>
          <p14:tracePt t="48261" x="11680825" y="4884738"/>
          <p14:tracePt t="48269" x="11704638" y="4811713"/>
          <p14:tracePt t="48278" x="11728450" y="4738688"/>
          <p14:tracePt t="48286" x="11753850" y="4579938"/>
          <p14:tracePt t="48295" x="11753850" y="4470400"/>
          <p14:tracePt t="48303" x="11753850" y="4421188"/>
          <p14:tracePt t="48311" x="11704638" y="4311650"/>
          <p14:tracePt t="48319" x="11644313" y="4202113"/>
          <p14:tracePt t="48328" x="11485563" y="4056063"/>
          <p14:tracePt t="48336" x="11388725" y="3970338"/>
          <p14:tracePt t="48344" x="11279188" y="3910013"/>
          <p14:tracePt t="48353" x="11193463" y="3873500"/>
          <p14:tracePt t="48361" x="11156950" y="3860800"/>
          <p14:tracePt t="48369" x="11133138" y="3860800"/>
          <p14:tracePt t="48378" x="11107738" y="3860800"/>
          <p14:tracePt t="48386" x="11095038" y="3860800"/>
          <p14:tracePt t="48394" x="11083925" y="3860800"/>
        </p14:tracePtLst>
      </p14:laserTrace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B246-CF76-EBEB-8FBB-533360FD75D7}"/>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53C74DE5-F57B-534D-4943-2436293F4FA7}"/>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FB6BB0A-56B6-341D-DF47-FF5C44CA60D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3498DD87-02A6-2AF3-9AFF-7759C95F841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3BD197BB-E4E0-2BA2-12E7-A45894BB5472}"/>
              </a:ext>
            </a:extLst>
          </p:cNvPr>
          <p:cNvSpPr txBox="1"/>
          <p:nvPr/>
        </p:nvSpPr>
        <p:spPr>
          <a:xfrm>
            <a:off x="1176654" y="295910"/>
            <a:ext cx="2900823"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23A3EB37-CF32-297A-C613-7746BE52244B}"/>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RQ4:</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Enhancement Strategy (Scaling-Masks)</a:t>
            </a:r>
          </a:p>
        </p:txBody>
      </p:sp>
      <p:pic>
        <p:nvPicPr>
          <p:cNvPr id="33" name="图片 32">
            <a:extLst>
              <a:ext uri="{FF2B5EF4-FFF2-40B4-BE49-F238E27FC236}">
                <a16:creationId xmlns:a16="http://schemas.microsoft.com/office/drawing/2014/main" id="{E7369A3D-90E0-E0A8-D356-3FB9286C589D}"/>
              </a:ext>
            </a:extLst>
          </p:cNvPr>
          <p:cNvPicPr>
            <a:picLocks noChangeAspect="1"/>
          </p:cNvPicPr>
          <p:nvPr/>
        </p:nvPicPr>
        <p:blipFill>
          <a:blip r:embed="rId5"/>
          <a:stretch>
            <a:fillRect/>
          </a:stretch>
        </p:blipFill>
        <p:spPr>
          <a:xfrm>
            <a:off x="1324339" y="1306545"/>
            <a:ext cx="9543322" cy="5213117"/>
          </a:xfrm>
          <a:prstGeom prst="rect">
            <a:avLst/>
          </a:prstGeom>
        </p:spPr>
      </p:pic>
      <p:sp>
        <p:nvSpPr>
          <p:cNvPr id="2" name="矩形 1">
            <a:extLst>
              <a:ext uri="{FF2B5EF4-FFF2-40B4-BE49-F238E27FC236}">
                <a16:creationId xmlns:a16="http://schemas.microsoft.com/office/drawing/2014/main" id="{B003A7FE-E6AC-E666-B86E-A1263E963E01}"/>
              </a:ext>
            </a:extLst>
          </p:cNvPr>
          <p:cNvSpPr/>
          <p:nvPr/>
        </p:nvSpPr>
        <p:spPr>
          <a:xfrm>
            <a:off x="9936480" y="5816600"/>
            <a:ext cx="234000" cy="226800"/>
          </a:xfrm>
          <a:prstGeom prst="rect">
            <a:avLst/>
          </a:prstGeom>
          <a:solidFill>
            <a:srgbClr val="C5C5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2" name="音频 81">
            <a:hlinkClick r:id="" action="ppaction://media"/>
            <a:extLst>
              <a:ext uri="{FF2B5EF4-FFF2-40B4-BE49-F238E27FC236}">
                <a16:creationId xmlns:a16="http://schemas.microsoft.com/office/drawing/2014/main" id="{F752C6D2-4E21-84A4-1A68-BC83F321A8B5}"/>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744957922"/>
      </p:ext>
    </p:extLst>
  </p:cSld>
  <p:clrMapOvr>
    <a:masterClrMapping/>
  </p:clrMapOvr>
  <mc:AlternateContent xmlns:mc="http://schemas.openxmlformats.org/markup-compatibility/2006">
    <mc:Choice xmlns:p14="http://schemas.microsoft.com/office/powerpoint/2010/main" Requires="p14">
      <p:transition spd="slow" p14:dur="2000" advTm="60248"/>
    </mc:Choice>
    <mc:Fallback>
      <p:transition spd="slow" advTm="602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2"/>
                </p:tgtEl>
              </p:cMediaNode>
            </p:audio>
          </p:childTnLst>
        </p:cTn>
      </p:par>
    </p:tnLst>
  </p:timing>
  <p:extLst>
    <p:ext uri="{3A86A75C-4F4B-4683-9AE1-C65F6400EC91}">
      <p14:laserTraceLst xmlns:p14="http://schemas.microsoft.com/office/powerpoint/2010/main">
        <p14:tracePtLst>
          <p14:tracePt t="1947" x="3592513" y="2740025"/>
          <p14:tracePt t="1951" x="3592513" y="2728913"/>
          <p14:tracePt t="1955" x="3592513" y="2716213"/>
          <p14:tracePt t="1964" x="3581400" y="2703513"/>
          <p14:tracePt t="1972" x="3581400" y="2692400"/>
          <p14:tracePt t="1994" x="3592513" y="2679700"/>
          <p14:tracePt t="2027" x="3592513" y="2692400"/>
          <p14:tracePt t="2032" x="3592513" y="2703513"/>
          <p14:tracePt t="2033" x="3581400" y="2703513"/>
          <p14:tracePt t="2039" x="3568700" y="2716213"/>
          <p14:tracePt t="2047" x="3519488" y="2728913"/>
          <p14:tracePt t="2055" x="3471863" y="2752725"/>
          <p14:tracePt t="2063" x="3446463" y="2752725"/>
          <p14:tracePt t="2072" x="3373438" y="2752725"/>
          <p14:tracePt t="2080" x="3214688" y="2789238"/>
          <p14:tracePt t="2324" x="3227388" y="2752725"/>
          <p14:tracePt t="2331" x="3252788" y="2728913"/>
          <p14:tracePt t="2334" x="3289300" y="2692400"/>
          <p14:tracePt t="2339" x="3300413" y="2667000"/>
          <p14:tracePt t="2346" x="3325813" y="2630488"/>
          <p14:tracePt t="2355" x="3362325" y="2533650"/>
          <p14:tracePt t="2363" x="3362325" y="2484438"/>
          <p14:tracePt t="2372" x="3362325" y="2447925"/>
          <p14:tracePt t="2380" x="3362325" y="2436813"/>
          <p14:tracePt t="2388" x="3362325" y="2424113"/>
          <p14:tracePt t="2397" x="3349625" y="2424113"/>
          <p14:tracePt t="2432" x="3349625" y="2411413"/>
          <p14:tracePt t="2433" x="3362325" y="2400300"/>
          <p14:tracePt t="2439" x="3386138" y="2400300"/>
          <p14:tracePt t="2446" x="3435350" y="2374900"/>
          <p14:tracePt t="2455" x="3459163" y="2351088"/>
          <p14:tracePt t="2463" x="3471863" y="2351088"/>
          <p14:tracePt t="2538" x="3482975" y="2338388"/>
          <p14:tracePt t="2543" x="3495675" y="2338388"/>
          <p14:tracePt t="2546" x="3508375" y="2327275"/>
          <p14:tracePt t="2555" x="3532188" y="2314575"/>
          <p14:tracePt t="2563" x="3544888" y="2301875"/>
          <p14:tracePt t="2572" x="3556000" y="2301875"/>
          <p14:tracePt t="2573" x="3568700" y="2290763"/>
          <p14:tracePt t="2591" x="3568700" y="2278063"/>
          <p14:tracePt t="2601" x="3581400" y="2265363"/>
          <p14:tracePt t="2612" x="3581400" y="2254250"/>
          <p14:tracePt t="2613" x="3592513" y="2254250"/>
          <p14:tracePt t="2622" x="3605213" y="2254250"/>
          <p14:tracePt t="2630" x="3605213" y="2241550"/>
          <p14:tracePt t="2638" x="3605213" y="2228850"/>
          <p14:tracePt t="2639" x="3617913" y="2228850"/>
          <p14:tracePt t="2646" x="3641725" y="2217738"/>
          <p14:tracePt t="2655" x="3665538" y="2192338"/>
          <p14:tracePt t="2663" x="3678238" y="2179638"/>
          <p14:tracePt t="6226" x="3690938" y="2179638"/>
          <p14:tracePt t="6291" x="3702050" y="2179638"/>
          <p14:tracePt t="6659" x="3714750" y="2192338"/>
          <p14:tracePt t="6661" x="3738563" y="2217738"/>
          <p14:tracePt t="6668" x="3763963" y="2241550"/>
          <p14:tracePt t="6676" x="3800475" y="2241550"/>
          <p14:tracePt t="6685" x="3884613" y="2290763"/>
          <p14:tracePt t="6693" x="4006850" y="2351088"/>
          <p14:tracePt t="6701" x="4178300" y="2436813"/>
          <p14:tracePt t="6702" x="4287838" y="2460625"/>
          <p14:tracePt t="6710" x="4397375" y="2509838"/>
          <p14:tracePt t="6718" x="4676775" y="2593975"/>
          <p14:tracePt t="6726" x="5114925" y="2703513"/>
          <p14:tracePt t="6734" x="5322888" y="2752725"/>
          <p14:tracePt t="6742" x="5432425" y="2776538"/>
          <p14:tracePt t="6751" x="5541963" y="2814638"/>
          <p14:tracePt t="6759" x="5578475" y="2814638"/>
          <p14:tracePt t="6767" x="5591175" y="2814638"/>
          <p14:tracePt t="6818" x="5602288" y="2814638"/>
          <p14:tracePt t="6821" x="5614988" y="2825750"/>
          <p14:tracePt t="6826" x="5627688" y="2825750"/>
          <p14:tracePt t="6834" x="5675313" y="2851150"/>
          <p14:tracePt t="6842" x="5711825" y="2862263"/>
          <p14:tracePt t="6851" x="5773738" y="2887663"/>
          <p14:tracePt t="6859" x="5857875" y="2911475"/>
          <p14:tracePt t="6867" x="5956300" y="2947988"/>
          <p14:tracePt t="6876" x="6053138" y="2971800"/>
          <p14:tracePt t="6884" x="6151563" y="2997200"/>
          <p14:tracePt t="6892" x="6235700" y="2997200"/>
          <p14:tracePt t="6901" x="6334125" y="2997200"/>
          <p14:tracePt t="6909" x="6418263" y="2997200"/>
          <p14:tracePt t="6917" x="6491288" y="2997200"/>
          <p14:tracePt t="6926" x="6564313" y="2997200"/>
          <p14:tracePt t="6934" x="6673850" y="2971800"/>
          <p14:tracePt t="6942" x="6759575" y="2935288"/>
          <p14:tracePt t="6950" x="6808788" y="2911475"/>
          <p14:tracePt t="6959" x="6942138" y="2862263"/>
          <p14:tracePt t="6967" x="7015163" y="2838450"/>
          <p14:tracePt t="6976" x="7088188" y="2801938"/>
          <p14:tracePt t="6984" x="7088188" y="2789238"/>
          <p14:tracePt t="6992" x="7113588" y="2776538"/>
          <p14:tracePt t="7001" x="7124700" y="2776538"/>
          <p14:tracePt t="7042" x="7124700" y="2765425"/>
          <p14:tracePt t="7051" x="7124700" y="2752725"/>
          <p14:tracePt t="7059" x="7124700" y="2728913"/>
          <p14:tracePt t="7061" x="7124700" y="2716213"/>
          <p14:tracePt t="7071" x="7124700" y="2692400"/>
          <p14:tracePt t="7075" x="7137400" y="2679700"/>
          <p14:tracePt t="7084" x="7137400" y="2643188"/>
          <p14:tracePt t="7092" x="7150100" y="2643188"/>
          <p14:tracePt t="7093" x="7150100" y="2630488"/>
          <p14:tracePt t="7100" x="7150100" y="2619375"/>
          <p14:tracePt t="7109" x="7150100" y="2606675"/>
          <p14:tracePt t="7117" x="7150100" y="2582863"/>
          <p14:tracePt t="7125" x="7150100" y="2570163"/>
          <p14:tracePt t="7134" x="7137400" y="2546350"/>
          <p14:tracePt t="7142" x="7124700" y="2520950"/>
          <p14:tracePt t="7150" x="7113588" y="2520950"/>
          <p14:tracePt t="7158" x="7113588" y="2509838"/>
          <p14:tracePt t="7167" x="7100888" y="2497138"/>
          <p14:tracePt t="7178" x="7100888" y="2484438"/>
          <p14:tracePt t="7184" x="7088188" y="2484438"/>
          <p14:tracePt t="7192" x="7088188" y="2473325"/>
          <p14:tracePt t="7200" x="7077075" y="2460625"/>
          <p14:tracePt t="7212" x="7064375" y="2447925"/>
          <p14:tracePt t="7218" x="7051675" y="2436813"/>
          <p14:tracePt t="7232" x="7040563" y="2424113"/>
          <p14:tracePt t="7233" x="7027863" y="2424113"/>
          <p14:tracePt t="7242" x="7027863" y="2411413"/>
          <p14:tracePt t="7250" x="7004050" y="2400300"/>
          <p14:tracePt t="7258" x="6991350" y="2387600"/>
          <p14:tracePt t="7267" x="6954838" y="2374900"/>
          <p14:tracePt t="7275" x="6918325" y="2363788"/>
          <p14:tracePt t="7284" x="6881813" y="2351088"/>
          <p14:tracePt t="7292" x="6845300" y="2351088"/>
          <p14:tracePt t="7300" x="6821488" y="2351088"/>
          <p14:tracePt t="7308" x="6772275" y="2351088"/>
          <p14:tracePt t="7317" x="6759575" y="2351088"/>
          <p14:tracePt t="7325" x="6735763" y="2338388"/>
          <p14:tracePt t="7334" x="6710363" y="2338388"/>
          <p14:tracePt t="7342" x="6699250" y="2338388"/>
          <p14:tracePt t="7351" x="6673850" y="2338388"/>
          <p14:tracePt t="7366" x="6662738" y="2351088"/>
          <p14:tracePt t="7371" x="6650038" y="2351088"/>
          <p14:tracePt t="7375" x="6650038" y="2363788"/>
          <p14:tracePt t="7383" x="6613525" y="2374900"/>
          <p14:tracePt t="7391" x="6589713" y="2400300"/>
          <p14:tracePt t="7400" x="6553200" y="2424113"/>
          <p14:tracePt t="7408" x="6516688" y="2447925"/>
          <p14:tracePt t="7417" x="6491288" y="2484438"/>
          <p14:tracePt t="7425" x="6430963" y="2509838"/>
          <p14:tracePt t="7433" x="6381750" y="2533650"/>
          <p14:tracePt t="7442" x="6370638" y="2546350"/>
          <p14:tracePt t="7450" x="6321425" y="2557463"/>
          <p14:tracePt t="7458" x="6284913" y="2570163"/>
          <p14:tracePt t="7467" x="6235700" y="2606675"/>
          <p14:tracePt t="7475" x="6224588" y="2619375"/>
          <p14:tracePt t="7483" x="6211888" y="2619375"/>
          <p14:tracePt t="7491" x="6199188" y="2643188"/>
          <p14:tracePt t="7500" x="6162675" y="2667000"/>
          <p14:tracePt t="7508" x="6151563" y="2679700"/>
          <p14:tracePt t="7517" x="6138863" y="2703513"/>
          <p14:tracePt t="7525" x="6115050" y="2728913"/>
          <p14:tracePt t="7533" x="6102350" y="2740025"/>
          <p14:tracePt t="7542" x="6102350" y="2752725"/>
          <p14:tracePt t="7550" x="6102350" y="2776538"/>
          <p14:tracePt t="7558" x="6089650" y="2789238"/>
          <p14:tracePt t="7559" x="6089650" y="2801938"/>
          <p14:tracePt t="7566" x="6089650" y="2814638"/>
          <p14:tracePt t="7575" x="6089650" y="2862263"/>
          <p14:tracePt t="7583" x="6089650" y="2887663"/>
          <p14:tracePt t="7592" x="6089650" y="2911475"/>
          <p14:tracePt t="7593" x="6089650" y="2924175"/>
          <p14:tracePt t="7600" x="6089650" y="2947988"/>
          <p14:tracePt t="7608" x="6089650" y="2971800"/>
          <p14:tracePt t="7616" x="6102350" y="3008313"/>
          <p14:tracePt t="7625" x="6115050" y="3070225"/>
          <p14:tracePt t="7633" x="6162675" y="3143250"/>
          <p14:tracePt t="7641" x="6175375" y="3179763"/>
          <p14:tracePt t="7650" x="6224588" y="3240088"/>
          <p14:tracePt t="7658" x="6261100" y="3300413"/>
          <p14:tracePt t="7666" x="6334125" y="3386138"/>
          <p14:tracePt t="7675" x="6370638" y="3435350"/>
          <p14:tracePt t="7683" x="6407150" y="3471863"/>
          <p14:tracePt t="7684" x="6480175" y="3532188"/>
          <p14:tracePt t="7692" x="6553200" y="3581400"/>
          <p14:tracePt t="7700" x="6589713" y="3617913"/>
          <p14:tracePt t="7708" x="6673850" y="3690938"/>
          <p14:tracePt t="7716" x="6772275" y="3763963"/>
          <p14:tracePt t="7725" x="6894513" y="3849688"/>
          <p14:tracePt t="7733" x="6978650" y="3897313"/>
          <p14:tracePt t="7741" x="7015163" y="3922713"/>
          <p14:tracePt t="7750" x="7100888" y="3970338"/>
          <p14:tracePt t="7758" x="7197725" y="4043363"/>
          <p14:tracePt t="7766" x="7259638" y="4068763"/>
          <p14:tracePt t="7775" x="7332663" y="4081463"/>
          <p14:tracePt t="7783" x="7343775" y="4092575"/>
          <p14:tracePt t="7784" x="7405688" y="4092575"/>
          <p14:tracePt t="7792" x="7466013" y="4092575"/>
          <p14:tracePt t="7800" x="7489825" y="4092575"/>
          <p14:tracePt t="7808" x="7564438" y="4081463"/>
          <p14:tracePt t="7816" x="7661275" y="4056063"/>
          <p14:tracePt t="7825" x="7747000" y="4032250"/>
          <p14:tracePt t="7833" x="7856538" y="3983038"/>
          <p14:tracePt t="7841" x="7880350" y="3970338"/>
          <p14:tracePt t="7850" x="7904163" y="3946525"/>
          <p14:tracePt t="7858" x="7940675" y="3922713"/>
          <p14:tracePt t="7859" x="7940675" y="3910013"/>
          <p14:tracePt t="7866" x="7953375" y="3873500"/>
          <p14:tracePt t="7875" x="7966075" y="3824288"/>
          <p14:tracePt t="7883" x="7966075" y="3800475"/>
          <p14:tracePt t="7891" x="7977188" y="3751263"/>
          <p14:tracePt t="7900" x="7977188" y="3678238"/>
          <p14:tracePt t="7908" x="7977188" y="3630613"/>
          <p14:tracePt t="7916" x="7977188" y="3532188"/>
          <p14:tracePt t="7924" x="7977188" y="3459163"/>
          <p14:tracePt t="7933" x="7977188" y="3325813"/>
          <p14:tracePt t="7941" x="7966075" y="3300413"/>
          <p14:tracePt t="7950" x="7940675" y="3203575"/>
          <p14:tracePt t="7958" x="7916863" y="3117850"/>
          <p14:tracePt t="7959" x="7904163" y="3094038"/>
          <p14:tracePt t="7966" x="7880350" y="3008313"/>
          <p14:tracePt t="7974" x="7867650" y="2911475"/>
          <p14:tracePt t="7983" x="7831138" y="2838450"/>
          <p14:tracePt t="7991" x="7820025" y="2801938"/>
          <p14:tracePt t="7992" x="7794625" y="2703513"/>
          <p14:tracePt t="8000" x="7783513" y="2679700"/>
          <p14:tracePt t="8008" x="7758113" y="2606675"/>
          <p14:tracePt t="8016" x="7734300" y="2520950"/>
          <p14:tracePt t="8024" x="7710488" y="2460625"/>
          <p14:tracePt t="8033" x="7685088" y="2351088"/>
          <p14:tracePt t="8041" x="7661275" y="2314575"/>
          <p14:tracePt t="8050" x="7624763" y="2241550"/>
          <p14:tracePt t="8058" x="7588250" y="2192338"/>
          <p14:tracePt t="8066" x="7539038" y="2095500"/>
          <p14:tracePt t="8074" x="7502525" y="2058988"/>
          <p14:tracePt t="8083" x="7466013" y="1985963"/>
          <p14:tracePt t="8091" x="7453313" y="1973263"/>
          <p14:tracePt t="8092" x="7416800" y="1912938"/>
          <p14:tracePt t="8099" x="7392988" y="1876425"/>
          <p14:tracePt t="8108" x="7343775" y="1827213"/>
          <p14:tracePt t="8116" x="7307263" y="1766888"/>
          <p14:tracePt t="8124" x="7246938" y="1730375"/>
          <p14:tracePt t="8132" x="7197725" y="1668463"/>
          <p14:tracePt t="8141" x="7150100" y="1620838"/>
          <p14:tracePt t="8149" x="7100888" y="1595438"/>
          <p14:tracePt t="8158" x="7077075" y="1558925"/>
          <p14:tracePt t="8166" x="7015163" y="1535113"/>
          <p14:tracePt t="8174" x="6991350" y="1509713"/>
          <p14:tracePt t="8183" x="6942138" y="1498600"/>
          <p14:tracePt t="8191" x="6918325" y="1485900"/>
          <p14:tracePt t="8192" x="6869113" y="1473200"/>
          <p14:tracePt t="8199" x="6858000" y="1473200"/>
          <p14:tracePt t="8208" x="6796088" y="1462088"/>
          <p14:tracePt t="8216" x="6746875" y="1449388"/>
          <p14:tracePt t="8224" x="6686550" y="1436688"/>
          <p14:tracePt t="8233" x="6637338" y="1436688"/>
          <p14:tracePt t="8233" x="6600825" y="1436688"/>
          <p14:tracePt t="8241" x="6577013" y="1436688"/>
          <p14:tracePt t="8249" x="6503988" y="1436688"/>
          <p14:tracePt t="8258" x="6454775" y="1436688"/>
          <p14:tracePt t="8266" x="6345238" y="1462088"/>
          <p14:tracePt t="8274" x="6248400" y="1485900"/>
          <p14:tracePt t="8282" x="6199188" y="1498600"/>
          <p14:tracePt t="8291" x="6115050" y="1522413"/>
          <p14:tracePt t="8292" x="6029325" y="1546225"/>
          <p14:tracePt t="8299" x="5992813" y="1558925"/>
          <p14:tracePt t="8308" x="5930900" y="1571625"/>
          <p14:tracePt t="8316" x="5870575" y="1595438"/>
          <p14:tracePt t="8324" x="5846763" y="1620838"/>
          <p14:tracePt t="8332" x="5821363" y="1620838"/>
          <p14:tracePt t="8341" x="5797550" y="1657350"/>
          <p14:tracePt t="8349" x="5773738" y="1693863"/>
          <p14:tracePt t="8357" x="5737225" y="1754188"/>
          <p14:tracePt t="8366" x="5688013" y="1827213"/>
          <p14:tracePt t="8374" x="5651500" y="1900238"/>
          <p14:tracePt t="8383" x="5651500" y="1924050"/>
          <p14:tracePt t="8391" x="5627688" y="1973263"/>
          <p14:tracePt t="8399" x="5578475" y="2058988"/>
          <p14:tracePt t="8407" x="5554663" y="2119313"/>
          <p14:tracePt t="8416" x="5541963" y="2205038"/>
          <p14:tracePt t="8424" x="5518150" y="2301875"/>
          <p14:tracePt t="8425" x="5505450" y="2351088"/>
          <p14:tracePt t="8432" x="5505450" y="2374900"/>
          <p14:tracePt t="8441" x="5505450" y="2460625"/>
          <p14:tracePt t="8449" x="5505450" y="2533650"/>
          <p14:tracePt t="8458" x="5505450" y="2593975"/>
          <p14:tracePt t="8466" x="5505450" y="2643188"/>
          <p14:tracePt t="8474" x="5505450" y="2692400"/>
          <p14:tracePt t="8482" x="5505450" y="2740025"/>
          <p14:tracePt t="8491" x="5529263" y="2776538"/>
          <p14:tracePt t="8499" x="5554663" y="2825750"/>
          <p14:tracePt t="8507" x="5578475" y="2874963"/>
          <p14:tracePt t="8516" x="5627688" y="2924175"/>
          <p14:tracePt t="8524" x="5651500" y="2947988"/>
          <p14:tracePt t="8532" x="5675313" y="2960688"/>
          <p14:tracePt t="8546" x="5688013" y="2960688"/>
          <p14:tracePt t="8558" x="5688013" y="2971800"/>
          <p14:tracePt t="8566" x="5700713" y="2971800"/>
          <p14:tracePt t="9366" x="5711825" y="2971800"/>
          <p14:tracePt t="9371" x="5737225" y="2971800"/>
          <p14:tracePt t="9373" x="5748338" y="2971800"/>
          <p14:tracePt t="9382" x="5773738" y="2971800"/>
          <p14:tracePt t="9390" x="5797550" y="2960688"/>
          <p14:tracePt t="9398" x="5821363" y="2947988"/>
          <p14:tracePt t="9408" x="5834063" y="2947988"/>
          <p14:tracePt t="9573" x="5834063" y="2935288"/>
          <p14:tracePt t="9854" x="5834063" y="2947988"/>
          <p14:tracePt t="9871" x="5834063" y="2960688"/>
          <p14:tracePt t="9873" x="5834063" y="2971800"/>
          <p14:tracePt t="9881" x="5834063" y="2984500"/>
          <p14:tracePt t="9891" x="5834063" y="2997200"/>
          <p14:tracePt t="9899" x="5834063" y="3008313"/>
          <p14:tracePt t="10341" x="5834063" y="3021013"/>
          <p14:tracePt t="10347" x="5846763" y="3021013"/>
          <p14:tracePt t="10351" x="5846763" y="3033713"/>
          <p14:tracePt t="10356" x="5857875" y="3033713"/>
          <p14:tracePt t="10365" x="5857875" y="3044825"/>
          <p14:tracePt t="10373" x="5857875" y="3057525"/>
          <p14:tracePt t="10382" x="5870575" y="3057525"/>
          <p14:tracePt t="10389" x="5870575" y="3070225"/>
          <p14:tracePt t="10398" x="5883275" y="3070225"/>
          <p14:tracePt t="10406" x="5883275" y="3081338"/>
          <p14:tracePt t="10414" x="5894388" y="3106738"/>
          <p14:tracePt t="10422" x="5907088" y="3106738"/>
          <p14:tracePt t="10431" x="5907088" y="3117850"/>
          <p14:tracePt t="10439" x="5919788" y="3130550"/>
          <p14:tracePt t="10452" x="5919788" y="3143250"/>
          <p14:tracePt t="10461" x="5930900" y="3154363"/>
          <p14:tracePt t="10473" x="5943600" y="3154363"/>
          <p14:tracePt t="10478" x="5943600" y="3167063"/>
          <p14:tracePt t="10481" x="5943600" y="3179763"/>
          <p14:tracePt t="10498" x="5943600" y="3190875"/>
          <p14:tracePt t="10501" x="5956300" y="3190875"/>
          <p14:tracePt t="10533" x="5967413" y="3190875"/>
          <p14:tracePt t="10539" x="5967413" y="3203575"/>
          <p14:tracePt t="10546" x="5980113" y="3216275"/>
          <p14:tracePt t="10561" x="5992813" y="3227388"/>
          <p14:tracePt t="10566" x="6003925" y="3240088"/>
          <p14:tracePt t="10571" x="6003925" y="3252788"/>
          <p14:tracePt t="10578" x="6016625" y="3252788"/>
          <p14:tracePt t="10581" x="6029325" y="3263900"/>
          <p14:tracePt t="10589" x="6029325" y="3276600"/>
          <p14:tracePt t="10597" x="6053138" y="3289300"/>
          <p14:tracePt t="10605" x="6076950" y="3313113"/>
          <p14:tracePt t="10614" x="6102350" y="3325813"/>
          <p14:tracePt t="10622" x="6115050" y="3349625"/>
          <p14:tracePt t="10630" x="6151563" y="3362325"/>
          <p14:tracePt t="10638" x="6175375" y="3386138"/>
          <p14:tracePt t="10647" x="6248400" y="3422650"/>
          <p14:tracePt t="10655" x="6284913" y="3448050"/>
          <p14:tracePt t="10664" x="6334125" y="3471863"/>
          <p14:tracePt t="10672" x="6418263" y="3508375"/>
          <p14:tracePt t="10680" x="6443663" y="3532188"/>
          <p14:tracePt t="10689" x="6503988" y="3557588"/>
          <p14:tracePt t="10697" x="6577013" y="3581400"/>
          <p14:tracePt t="10705" x="6650038" y="3605213"/>
          <p14:tracePt t="10714" x="6699250" y="3605213"/>
          <p14:tracePt t="10722" x="6735763" y="3617913"/>
          <p14:tracePt t="10730" x="6772275" y="3617913"/>
          <p14:tracePt t="10738" x="6821488" y="3617913"/>
          <p14:tracePt t="10747" x="6881813" y="3617913"/>
          <p14:tracePt t="10755" x="6918325" y="3617913"/>
          <p14:tracePt t="10764" x="6942138" y="3617913"/>
          <p14:tracePt t="10772" x="7040563" y="3617913"/>
          <p14:tracePt t="10780" x="7100888" y="3617913"/>
          <p14:tracePt t="10789" x="7150100" y="3617913"/>
          <p14:tracePt t="10797" x="7197725" y="3617913"/>
          <p14:tracePt t="10805" x="7296150" y="3581400"/>
          <p14:tracePt t="10814" x="7380288" y="3581400"/>
          <p14:tracePt t="10822" x="7405688" y="3568700"/>
          <p14:tracePt t="10830" x="7478713" y="3544888"/>
          <p14:tracePt t="10839" x="7515225" y="3521075"/>
          <p14:tracePt t="10847" x="7564438" y="3495675"/>
          <p14:tracePt t="10855" x="7588250" y="3471863"/>
          <p14:tracePt t="10864" x="7648575" y="3448050"/>
          <p14:tracePt t="10872" x="7685088" y="3435350"/>
          <p14:tracePt t="10880" x="7758113" y="3398838"/>
          <p14:tracePt t="10888" x="7820025" y="3362325"/>
          <p14:tracePt t="10897" x="7893050" y="3325813"/>
          <p14:tracePt t="10905" x="7940675" y="3300413"/>
          <p14:tracePt t="10913" x="8013700" y="3263900"/>
          <p14:tracePt t="10922" x="8013700" y="3252788"/>
          <p14:tracePt t="10930" x="8026400" y="3240088"/>
          <p14:tracePt t="10938" x="8039100" y="3227388"/>
          <p14:tracePt t="10947" x="8050213" y="3203575"/>
          <p14:tracePt t="10955" x="8062913" y="3190875"/>
          <p14:tracePt t="10964" x="8075613" y="3179763"/>
          <p14:tracePt t="10971" x="8086725" y="3167063"/>
          <p14:tracePt t="10980" x="8112125" y="3143250"/>
          <p14:tracePt t="10988" x="8148638" y="3106738"/>
          <p14:tracePt t="10997" x="8185150" y="3070225"/>
          <p14:tracePt t="11005" x="8208963" y="3021013"/>
          <p14:tracePt t="11013" x="8232775" y="2984500"/>
          <p14:tracePt t="11022" x="8232775" y="2971800"/>
          <p14:tracePt t="11030" x="8232775" y="2947988"/>
          <p14:tracePt t="11038" x="8232775" y="2911475"/>
          <p14:tracePt t="11046" x="8232775" y="2898775"/>
          <p14:tracePt t="11055" x="8232775" y="2862263"/>
          <p14:tracePt t="11063" x="8232775" y="2851150"/>
          <p14:tracePt t="11072" x="8232775" y="2825750"/>
          <p14:tracePt t="11072" x="8221663" y="2814638"/>
          <p14:tracePt t="11080" x="8221663" y="2801938"/>
          <p14:tracePt t="11088" x="8208963" y="2765425"/>
          <p14:tracePt t="11097" x="8185150" y="2716213"/>
          <p14:tracePt t="11105" x="8159750" y="2679700"/>
          <p14:tracePt t="11113" x="8112125" y="2606675"/>
          <p14:tracePt t="11122" x="8086725" y="2582863"/>
          <p14:tracePt t="11130" x="8039100" y="2520950"/>
          <p14:tracePt t="11138" x="8002588" y="2484438"/>
          <p14:tracePt t="11147" x="7929563" y="2411413"/>
          <p14:tracePt t="11155" x="7904163" y="2400300"/>
          <p14:tracePt t="11163" x="7880350" y="2387600"/>
          <p14:tracePt t="11171" x="7867650" y="2374900"/>
          <p14:tracePt t="11180" x="7831138" y="2374900"/>
          <p14:tracePt t="11188" x="7820025" y="2363788"/>
          <p14:tracePt t="11196" x="7794625" y="2351088"/>
          <p14:tracePt t="11205" x="7758113" y="2351088"/>
          <p14:tracePt t="11213" x="7697788" y="2338388"/>
          <p14:tracePt t="11221" x="7673975" y="2327275"/>
          <p14:tracePt t="11230" x="7600950" y="2327275"/>
          <p14:tracePt t="11238" x="7539038" y="2314575"/>
          <p14:tracePt t="11247" x="7466013" y="2314575"/>
          <p14:tracePt t="11247" x="7453313" y="2314575"/>
          <p14:tracePt t="11255" x="7416800" y="2314575"/>
          <p14:tracePt t="11263" x="7369175" y="2314575"/>
          <p14:tracePt t="11271" x="7356475" y="2314575"/>
          <p14:tracePt t="11280" x="7319963" y="2314575"/>
          <p14:tracePt t="11288" x="7296150" y="2314575"/>
          <p14:tracePt t="11296" x="7283450" y="2314575"/>
          <p14:tracePt t="11305" x="7259638" y="2327275"/>
          <p14:tracePt t="11313" x="7223125" y="2338388"/>
          <p14:tracePt t="11321" x="7197725" y="2338388"/>
          <p14:tracePt t="11330" x="7173913" y="2351088"/>
          <p14:tracePt t="11338" x="7113588" y="2374900"/>
          <p14:tracePt t="11346" x="7064375" y="2400300"/>
          <p14:tracePt t="11355" x="6991350" y="2436813"/>
          <p14:tracePt t="11363" x="6954838" y="2447925"/>
          <p14:tracePt t="11371" x="6931025" y="2460625"/>
          <p14:tracePt t="11380" x="6832600" y="2497138"/>
          <p14:tracePt t="11388" x="6759575" y="2546350"/>
          <p14:tracePt t="11396" x="6699250" y="2570163"/>
          <p14:tracePt t="11405" x="6626225" y="2593975"/>
          <p14:tracePt t="11413" x="6577013" y="2619375"/>
          <p14:tracePt t="11421" x="6553200" y="2630488"/>
          <p14:tracePt t="11430" x="6527800" y="2643188"/>
          <p14:tracePt t="11438" x="6503988" y="2643188"/>
          <p14:tracePt t="11439" x="6491288" y="2655888"/>
          <p14:tracePt t="11447" x="6480175" y="2655888"/>
          <p14:tracePt t="11454" x="6480175" y="2667000"/>
          <p14:tracePt t="11463" x="6467475" y="2667000"/>
          <p14:tracePt t="11491" x="6454775" y="2667000"/>
          <p14:tracePt t="11493" x="6443663" y="2679700"/>
          <p14:tracePt t="11511" x="6443663" y="2692400"/>
          <p14:tracePt t="11513" x="6430963" y="2692400"/>
          <p14:tracePt t="11602" x="6418263" y="2692400"/>
          <p14:tracePt t="14362" x="6430963" y="2692400"/>
          <p14:tracePt t="14371" x="6467475" y="2692400"/>
          <p14:tracePt t="14372" x="6480175" y="2692400"/>
          <p14:tracePt t="14378" x="6503988" y="2692400"/>
          <p14:tracePt t="14385" x="6577013" y="2692400"/>
          <p14:tracePt t="14394" x="6735763" y="2716213"/>
          <p14:tracePt t="14402" x="6832600" y="2728913"/>
          <p14:tracePt t="14411" x="7100888" y="2765425"/>
          <p14:tracePt t="14412" x="7246938" y="2776538"/>
          <p14:tracePt t="14419" x="7405688" y="2801938"/>
          <p14:tracePt t="14427" x="7953375" y="2825750"/>
          <p14:tracePt t="14435" x="8307388" y="2862263"/>
          <p14:tracePt t="14443" x="8586788" y="2898775"/>
          <p14:tracePt t="14451" x="8720138" y="2911475"/>
          <p14:tracePt t="14460" x="8951913" y="2924175"/>
          <p14:tracePt t="14468" x="9024938" y="2924175"/>
          <p14:tracePt t="14477" x="9050338" y="2924175"/>
          <p14:tracePt t="14485" x="9074150" y="2924175"/>
          <p14:tracePt t="14512" x="9086850" y="2924175"/>
          <p14:tracePt t="14519" x="9097963" y="2924175"/>
          <p14:tracePt t="14521" x="9110663" y="2924175"/>
          <p14:tracePt t="14527" x="9110663" y="2911475"/>
          <p14:tracePt t="14535" x="9147175" y="2887663"/>
          <p14:tracePt t="14543" x="9170988" y="2862263"/>
          <p14:tracePt t="14551" x="9196388" y="2862263"/>
          <p14:tracePt t="14560" x="9220200" y="2838450"/>
          <p14:tracePt t="14568" x="9232900" y="2838450"/>
          <p14:tracePt t="14577" x="9244013" y="2825750"/>
          <p14:tracePt t="14585" x="9256713" y="2814638"/>
          <p14:tracePt t="14593" x="9269413" y="2801938"/>
          <p14:tracePt t="14602" x="9269413" y="2789238"/>
          <p14:tracePt t="14611" x="9280525" y="2776538"/>
          <p14:tracePt t="14618" x="9293225" y="2776538"/>
          <p14:tracePt t="14626" x="9305925" y="2776538"/>
          <p14:tracePt t="14635" x="9353550" y="2740025"/>
          <p14:tracePt t="14643" x="9390063" y="2728913"/>
          <p14:tracePt t="14651" x="9415463" y="2703513"/>
          <p14:tracePt t="14660" x="9475788" y="2679700"/>
          <p14:tracePt t="14668" x="9512300" y="2643188"/>
          <p14:tracePt t="14676" x="9512300" y="2630488"/>
          <p14:tracePt t="14685" x="9525000" y="2630488"/>
          <p14:tracePt t="14693" x="9525000" y="2619375"/>
          <p14:tracePt t="14806" x="9536113" y="2619375"/>
          <p14:tracePt t="14812" x="9536113" y="2606675"/>
          <p14:tracePt t="14819" x="9548813" y="2606675"/>
          <p14:tracePt t="14821" x="9561513" y="2593975"/>
          <p14:tracePt t="14827" x="9572625" y="2593975"/>
          <p14:tracePt t="14835" x="9598025" y="2593975"/>
          <p14:tracePt t="14843" x="9609138" y="2570163"/>
          <p14:tracePt t="14852" x="9621838" y="2570163"/>
          <p14:tracePt t="14860" x="9645650" y="2557463"/>
          <p14:tracePt t="14868" x="9671050" y="2546350"/>
          <p14:tracePt t="14878" x="9683750" y="2533650"/>
          <p14:tracePt t="14885" x="9694863" y="2533650"/>
          <p14:tracePt t="14893" x="9720263" y="2520950"/>
          <p14:tracePt t="14907" x="9731375" y="2509838"/>
          <p14:tracePt t="14911" x="9756775" y="2509838"/>
          <p14:tracePt t="14918" x="9767888" y="2509838"/>
          <p14:tracePt t="14927" x="9780588" y="2497138"/>
          <p14:tracePt t="14935" x="9793288" y="2484438"/>
          <p14:tracePt t="14947" x="9793288" y="2473325"/>
          <p14:tracePt t="14952" x="9817100" y="2473325"/>
          <p14:tracePt t="14966" x="9817100" y="2460625"/>
          <p14:tracePt t="14974" x="9829800" y="2460625"/>
          <p14:tracePt t="14981" x="9829800" y="2447925"/>
          <p14:tracePt t="15006" x="9840913" y="2447925"/>
          <p14:tracePt t="15101" x="9840913" y="2436813"/>
          <p14:tracePt t="15111" x="9840913" y="2424113"/>
          <p14:tracePt t="15112" x="9840913" y="2411413"/>
          <p14:tracePt t="15121" x="9829800" y="2400300"/>
          <p14:tracePt t="15127" x="9829800" y="2387600"/>
          <p14:tracePt t="15134" x="9817100" y="2374900"/>
          <p14:tracePt t="15143" x="9804400" y="2363788"/>
          <p14:tracePt t="15152" x="9780588" y="2338388"/>
          <p14:tracePt t="15161" x="9767888" y="2327275"/>
          <p14:tracePt t="15172" x="9756775" y="2327275"/>
          <p14:tracePt t="15178" x="9744075" y="2314575"/>
          <p14:tracePt t="15185" x="9731375" y="2314575"/>
          <p14:tracePt t="15193" x="9683750" y="2290763"/>
          <p14:tracePt t="15201" x="9671050" y="2290763"/>
          <p14:tracePt t="15202" x="9658350" y="2290763"/>
          <p14:tracePt t="15209" x="9645650" y="2290763"/>
          <p14:tracePt t="15218" x="9621838" y="2278063"/>
          <p14:tracePt t="15226" x="9598025" y="2265363"/>
          <p14:tracePt t="15234" x="9585325" y="2265363"/>
          <p14:tracePt t="15243" x="9561513" y="2254250"/>
          <p14:tracePt t="15261" x="9548813" y="2254250"/>
          <p14:tracePt t="15338" x="9536113" y="2254250"/>
          <p14:tracePt t="15371" x="9525000" y="2254250"/>
          <p14:tracePt t="15373" x="9499600" y="2254250"/>
          <p14:tracePt t="15381" x="9475788" y="2265363"/>
          <p14:tracePt t="15386" x="9463088" y="2278063"/>
          <p14:tracePt t="15392" x="9451975" y="2278063"/>
          <p14:tracePt t="15402" x="9415463" y="2290763"/>
          <p14:tracePt t="15403" x="9402763" y="2301875"/>
          <p14:tracePt t="15409" x="9378950" y="2314575"/>
          <p14:tracePt t="15417" x="9342438" y="2327275"/>
          <p14:tracePt t="15426" x="9305925" y="2338388"/>
          <p14:tracePt t="15434" x="9269413" y="2363788"/>
          <p14:tracePt t="15442" x="9256713" y="2374900"/>
          <p14:tracePt t="15451" x="9244013" y="2374900"/>
          <p14:tracePt t="15452" x="9244013" y="2387600"/>
          <p14:tracePt t="15459" x="9232900" y="2400300"/>
          <p14:tracePt t="15467" x="9220200" y="2400300"/>
          <p14:tracePt t="15476" x="9196388" y="2424113"/>
          <p14:tracePt t="15484" x="9183688" y="2436813"/>
          <p14:tracePt t="15492" x="9147175" y="2460625"/>
          <p14:tracePt t="15501" x="9134475" y="2473325"/>
          <p14:tracePt t="15509" x="9110663" y="2497138"/>
          <p14:tracePt t="15517" x="9074150" y="2520950"/>
          <p14:tracePt t="15526" x="9050338" y="2557463"/>
          <p14:tracePt t="15527" x="9037638" y="2570163"/>
          <p14:tracePt t="15534" x="9001125" y="2619375"/>
          <p14:tracePt t="15542" x="8977313" y="2667000"/>
          <p14:tracePt t="15551" x="8977313" y="2692400"/>
          <p14:tracePt t="15559" x="8939213" y="2752725"/>
          <p14:tracePt t="15567" x="8928100" y="2789238"/>
          <p14:tracePt t="15576" x="8915400" y="2838450"/>
          <p14:tracePt t="15584" x="8915400" y="2874963"/>
          <p14:tracePt t="15592" x="8915400" y="2911475"/>
          <p14:tracePt t="15601" x="8915400" y="2997200"/>
          <p14:tracePt t="15609" x="8915400" y="3033713"/>
          <p14:tracePt t="15617" x="8928100" y="3094038"/>
          <p14:tracePt t="15626" x="8951913" y="3154363"/>
          <p14:tracePt t="15634" x="9001125" y="3252788"/>
          <p14:tracePt t="15642" x="9037638" y="3336925"/>
          <p14:tracePt t="15650" x="9061450" y="3373438"/>
          <p14:tracePt t="15659" x="9147175" y="3484563"/>
          <p14:tracePt t="15667" x="9207500" y="3557588"/>
          <p14:tracePt t="15676" x="9280525" y="3630613"/>
          <p14:tracePt t="15684" x="9342438" y="3703638"/>
          <p14:tracePt t="15692" x="9426575" y="3740150"/>
          <p14:tracePt t="15701" x="9512300" y="3787775"/>
          <p14:tracePt t="15709" x="9598025" y="3836988"/>
          <p14:tracePt t="15717" x="9694863" y="3860800"/>
          <p14:tracePt t="15726" x="9767888" y="3886200"/>
          <p14:tracePt t="15734" x="9913938" y="3897313"/>
          <p14:tracePt t="15742" x="10012363" y="3910013"/>
          <p14:tracePt t="15751" x="10072688" y="3910013"/>
          <p14:tracePt t="15759" x="10291763" y="3910013"/>
          <p14:tracePt t="15767" x="10414000" y="3910013"/>
          <p14:tracePt t="15775" x="10536238" y="3910013"/>
          <p14:tracePt t="15784" x="10645775" y="3910013"/>
          <p14:tracePt t="15792" x="10729913" y="3897313"/>
          <p14:tracePt t="15793" x="10755313" y="3886200"/>
          <p14:tracePt t="15800" x="10791825" y="3886200"/>
          <p14:tracePt t="15809" x="10815638" y="3873500"/>
          <p14:tracePt t="15817" x="10839450" y="3873500"/>
          <p14:tracePt t="15825" x="10852150" y="3873500"/>
          <p14:tracePt t="15834" x="10864850" y="3873500"/>
          <p14:tracePt t="15842" x="10875963" y="3860800"/>
          <p14:tracePt t="15850" x="10888663" y="3860800"/>
          <p14:tracePt t="15858" x="10912475" y="3849688"/>
          <p14:tracePt t="15867" x="10925175" y="3824288"/>
          <p14:tracePt t="15875" x="10948988" y="3813175"/>
          <p14:tracePt t="15884" x="10985500" y="3800475"/>
          <p14:tracePt t="15892" x="10998200" y="3787775"/>
          <p14:tracePt t="15893" x="11010900" y="3763963"/>
          <p14:tracePt t="15900" x="11022013" y="3751263"/>
          <p14:tracePt t="15909" x="11034713" y="3727450"/>
          <p14:tracePt t="15917" x="11058525" y="3690938"/>
          <p14:tracePt t="15925" x="11071225" y="3617913"/>
          <p14:tracePt t="15934" x="11083925" y="3544888"/>
          <p14:tracePt t="15942" x="11083925" y="3495675"/>
          <p14:tracePt t="15950" x="11083925" y="3471863"/>
          <p14:tracePt t="15959" x="11083925" y="3409950"/>
          <p14:tracePt t="15967" x="11083925" y="3313113"/>
          <p14:tracePt t="15975" x="11083925" y="3252788"/>
          <p14:tracePt t="15984" x="11083925" y="3179763"/>
          <p14:tracePt t="15992" x="11083925" y="3117850"/>
          <p14:tracePt t="16000" x="11058525" y="3044825"/>
          <p14:tracePt t="16009" x="11034713" y="2984500"/>
          <p14:tracePt t="16017" x="10998200" y="2898775"/>
          <p14:tracePt t="16025" x="10961688" y="2838450"/>
          <p14:tracePt t="16033" x="10888663" y="2716213"/>
          <p14:tracePt t="16042" x="10864850" y="2643188"/>
          <p14:tracePt t="16050" x="10839450" y="2619375"/>
          <p14:tracePt t="16058" x="10791825" y="2546350"/>
          <p14:tracePt t="16067" x="10729913" y="2484438"/>
          <p14:tracePt t="16075" x="10682288" y="2424113"/>
          <p14:tracePt t="16084" x="10645775" y="2387600"/>
          <p14:tracePt t="16092" x="10596563" y="2351088"/>
          <p14:tracePt t="16100" x="10560050" y="2314575"/>
          <p14:tracePt t="16108" x="10487025" y="2278063"/>
          <p14:tracePt t="16117" x="10437813" y="2265363"/>
          <p14:tracePt t="16125" x="10352088" y="2217738"/>
          <p14:tracePt t="16134" x="10242550" y="2168525"/>
          <p14:tracePt t="16142" x="10169525" y="2132013"/>
          <p14:tracePt t="16150" x="10133013" y="2119313"/>
          <p14:tracePt t="16158" x="10048875" y="2106613"/>
          <p14:tracePt t="16167" x="9963150" y="2070100"/>
          <p14:tracePt t="16175" x="9926638" y="2046288"/>
          <p14:tracePt t="16183" x="9866313" y="2033588"/>
          <p14:tracePt t="16191" x="9829800" y="2033588"/>
          <p14:tracePt t="16200" x="9793288" y="2033588"/>
          <p14:tracePt t="16208" x="9767888" y="2033588"/>
          <p14:tracePt t="16217" x="9744075" y="2033588"/>
          <p14:tracePt t="16225" x="9731375" y="2033588"/>
          <p14:tracePt t="16233" x="9707563" y="2033588"/>
          <p14:tracePt t="16241" x="9694863" y="2033588"/>
          <p14:tracePt t="16250" x="9683750" y="2046288"/>
          <p14:tracePt t="16258" x="9658350" y="2046288"/>
          <p14:tracePt t="16267" x="9645650" y="2058988"/>
          <p14:tracePt t="16301" x="9634538" y="2058988"/>
          <p14:tracePt t="16579" x="9634538" y="2070100"/>
          <p14:tracePt t="16828" x="9621838" y="2070100"/>
          <p14:tracePt t="16846" x="9609138" y="2082800"/>
          <p14:tracePt t="16874" x="9598025" y="2082800"/>
          <p14:tracePt t="16891" x="9585325" y="2082800"/>
          <p14:tracePt t="16978" x="9572625" y="2082800"/>
          <p14:tracePt t="17002" x="9561513" y="2082800"/>
          <p14:tracePt t="17026" x="9548813" y="2082800"/>
          <p14:tracePt t="17033" x="9536113" y="2082800"/>
          <p14:tracePt t="17038" x="9525000" y="2095500"/>
          <p14:tracePt t="17051" x="9512300" y="2095500"/>
          <p14:tracePt t="17061" x="9499600" y="2106613"/>
          <p14:tracePt t="17081" x="9488488" y="2106613"/>
          <p14:tracePt t="17093" x="9475788" y="2106613"/>
          <p14:tracePt t="17107" x="9463088" y="2106613"/>
          <p14:tracePt t="17111" x="9439275" y="2106613"/>
          <p14:tracePt t="17118" x="9426575" y="2106613"/>
          <p14:tracePt t="17124" x="9415463" y="2106613"/>
          <p14:tracePt t="17133" x="9390063" y="2106613"/>
          <p14:tracePt t="17141" x="9366250" y="2106613"/>
          <p14:tracePt t="17142" x="9353550" y="2106613"/>
          <p14:tracePt t="17149" x="9342438" y="2106613"/>
          <p14:tracePt t="17158" x="9329738" y="2106613"/>
          <p14:tracePt t="17166" x="9317038" y="2106613"/>
          <p14:tracePt t="17221" x="9305925" y="2106613"/>
          <p14:tracePt t="17451" x="9293225" y="2106613"/>
          <p14:tracePt t="17453" x="9280525" y="2106613"/>
          <p14:tracePt t="17466" x="9256713" y="2106613"/>
          <p14:tracePt t="17473" x="9244013" y="2119313"/>
          <p14:tracePt t="17478" x="9232900" y="2119313"/>
          <p14:tracePt t="17482" x="9220200" y="2119313"/>
          <p14:tracePt t="17491" x="9207500" y="2119313"/>
          <p14:tracePt t="17499" x="9183688" y="2132013"/>
          <p14:tracePt t="17507" x="9170988" y="2132013"/>
          <p14:tracePt t="17516" x="9147175" y="2132013"/>
          <p14:tracePt t="17524" x="9147175" y="2143125"/>
          <p14:tracePt t="17533" x="9123363" y="2143125"/>
          <p14:tracePt t="17540" x="9110663" y="2143125"/>
          <p14:tracePt t="17549" x="9086850" y="2155825"/>
          <p14:tracePt t="17557" x="9074150" y="2168525"/>
          <p14:tracePt t="17565" x="9061450" y="2168525"/>
          <p14:tracePt t="17574" x="9061450" y="2179638"/>
          <p14:tracePt t="17582" x="9050338" y="2179638"/>
          <p14:tracePt t="18822" x="9050338" y="2192338"/>
          <p14:tracePt t="18838" x="9037638" y="2205038"/>
          <p14:tracePt t="18871" x="9037638" y="2217738"/>
          <p14:tracePt t="18891" x="9037638" y="2228850"/>
          <p14:tracePt t="19061" x="9024938" y="2228850"/>
          <p14:tracePt t="19218" x="9024938" y="2241550"/>
          <p14:tracePt t="19231" x="9024938" y="2254250"/>
          <p14:tracePt t="19238" x="9024938" y="2265363"/>
          <p14:tracePt t="19246" x="9024938" y="2278063"/>
          <p14:tracePt t="19253" x="9024938" y="2290763"/>
          <p14:tracePt t="19261" x="9024938" y="2301875"/>
          <p14:tracePt t="19271" x="9024938" y="2327275"/>
          <p14:tracePt t="19282" x="9024938" y="2351088"/>
          <p14:tracePt t="19286" x="9024938" y="2363788"/>
          <p14:tracePt t="19291" x="9013825" y="2363788"/>
          <p14:tracePt t="19298" x="9013825" y="2387600"/>
          <p14:tracePt t="19306" x="9013825" y="2400300"/>
          <p14:tracePt t="19314" x="9013825" y="2411413"/>
          <p14:tracePt t="19322" x="9013825" y="2424113"/>
          <p14:tracePt t="19333" x="9013825" y="2436813"/>
          <p14:tracePt t="19338" x="9013825" y="2447925"/>
          <p14:tracePt t="19351" x="9013825" y="2460625"/>
          <p14:tracePt t="19355" x="9013825" y="2473325"/>
          <p14:tracePt t="19364" x="9013825" y="2484438"/>
          <p14:tracePt t="19373" x="9001125" y="2509838"/>
          <p14:tracePt t="19380" x="9001125" y="2520950"/>
          <p14:tracePt t="19389" x="9001125" y="2546350"/>
          <p14:tracePt t="19397" x="9001125" y="2557463"/>
          <p14:tracePt t="19405" x="9001125" y="2570163"/>
          <p14:tracePt t="19422" x="9001125" y="2582863"/>
          <p14:tracePt t="19481" x="9001125" y="2593975"/>
          <p14:tracePt t="19493" x="9001125" y="2606675"/>
          <p14:tracePt t="19501" x="9001125" y="2619375"/>
          <p14:tracePt t="19506" x="9001125" y="2630488"/>
          <p14:tracePt t="19514" x="9001125" y="2643188"/>
          <p14:tracePt t="19522" x="9001125" y="2655888"/>
          <p14:tracePt t="19530" x="9001125" y="2667000"/>
          <p14:tracePt t="19539" x="9001125" y="2692400"/>
          <p14:tracePt t="19547" x="9001125" y="2703513"/>
          <p14:tracePt t="19555" x="9001125" y="2728913"/>
          <p14:tracePt t="19563" x="9001125" y="2740025"/>
          <p14:tracePt t="19572" x="9001125" y="2765425"/>
          <p14:tracePt t="19573" x="9001125" y="2776538"/>
          <p14:tracePt t="19580" x="9001125" y="2789238"/>
          <p14:tracePt t="19588" x="9013825" y="2801938"/>
          <p14:tracePt t="19597" x="9013825" y="2825750"/>
          <p14:tracePt t="19605" x="9024938" y="2851150"/>
          <p14:tracePt t="19614" x="9050338" y="2887663"/>
          <p14:tracePt t="19622" x="9061450" y="2898775"/>
          <p14:tracePt t="19630" x="9061450" y="2924175"/>
          <p14:tracePt t="19638" x="9074150" y="2935288"/>
          <p14:tracePt t="19647" x="9086850" y="2947988"/>
          <p14:tracePt t="19655" x="9086850" y="2960688"/>
          <p14:tracePt t="19663" x="9097963" y="2960688"/>
          <p14:tracePt t="19672" x="9097963" y="2971800"/>
          <p14:tracePt t="19681" x="9110663" y="2971800"/>
          <p14:tracePt t="19691" x="9110663" y="2984500"/>
          <p14:tracePt t="19713" x="9110663" y="2997200"/>
          <p14:tracePt t="19722" x="9123363" y="2997200"/>
          <p14:tracePt t="19726" x="9134475" y="3008313"/>
          <p14:tracePt t="19733" x="9134475" y="3021013"/>
          <p14:tracePt t="19741" x="9147175" y="3044825"/>
          <p14:tracePt t="19747" x="9159875" y="3044825"/>
          <p14:tracePt t="19755" x="9183688" y="3081338"/>
          <p14:tracePt t="19763" x="9183688" y="3106738"/>
          <p14:tracePt t="19771" x="9196388" y="3117850"/>
          <p14:tracePt t="19780" x="9220200" y="3143250"/>
          <p14:tracePt t="19788" x="9232900" y="3154363"/>
          <p14:tracePt t="19797" x="9244013" y="3179763"/>
          <p14:tracePt t="19805" x="9269413" y="3190875"/>
          <p14:tracePt t="19813" x="9280525" y="3216275"/>
          <p14:tracePt t="19822" x="9293225" y="3216275"/>
          <p14:tracePt t="19822" x="9305925" y="3216275"/>
          <p14:tracePt t="19830" x="9305925" y="3227388"/>
          <p14:tracePt t="19838" x="9329738" y="3240088"/>
          <p14:tracePt t="19846" x="9353550" y="3240088"/>
          <p14:tracePt t="19855" x="9402763" y="3263900"/>
          <p14:tracePt t="19863" x="9426575" y="3276600"/>
          <p14:tracePt t="19872" x="9463088" y="3289300"/>
          <p14:tracePt t="19873" x="9475788" y="3289300"/>
          <p14:tracePt t="19880" x="9499600" y="3289300"/>
          <p14:tracePt t="19888" x="9512300" y="3300413"/>
          <p14:tracePt t="19896" x="9536113" y="3313113"/>
          <p14:tracePt t="19911" x="9548813" y="3313113"/>
          <p14:tracePt t="19978" x="9561513" y="3313113"/>
          <p14:tracePt t="19986" x="9572625" y="3313113"/>
          <p14:tracePt t="19991" x="9585325" y="3313113"/>
          <p14:tracePt t="19996" x="9598025" y="3313113"/>
          <p14:tracePt t="20005" x="9609138" y="3313113"/>
          <p14:tracePt t="20013" x="9634538" y="3300413"/>
          <p14:tracePt t="20021" x="9645650" y="3300413"/>
          <p14:tracePt t="20030" x="9658350" y="3289300"/>
          <p14:tracePt t="20038" x="9671050" y="3276600"/>
          <p14:tracePt t="20046" x="9683750" y="3276600"/>
          <p14:tracePt t="20055" x="9694863" y="3276600"/>
          <p14:tracePt t="20063" x="9707563" y="3263900"/>
          <p14:tracePt t="20071" x="9720263" y="3263900"/>
          <p14:tracePt t="20080" x="9756775" y="3263900"/>
          <p14:tracePt t="20088" x="9767888" y="3263900"/>
          <p14:tracePt t="20096" x="9780588" y="3252788"/>
          <p14:tracePt t="20105" x="9804400" y="3252788"/>
          <p14:tracePt t="20113" x="9829800" y="3240088"/>
          <p14:tracePt t="20121" x="9840913" y="3240088"/>
          <p14:tracePt t="20130" x="9853613" y="3240088"/>
          <p14:tracePt t="20138" x="9877425" y="3216275"/>
          <p14:tracePt t="20146" x="9890125" y="3216275"/>
          <p14:tracePt t="20155" x="9913938" y="3216275"/>
          <p14:tracePt t="20163" x="9913938" y="3203575"/>
          <p14:tracePt t="20211" x="9913938" y="3190875"/>
          <p14:tracePt t="20218" x="9913938" y="3179763"/>
          <p14:tracePt t="20222" x="9926638" y="3167063"/>
          <p14:tracePt t="20230" x="9939338" y="3154363"/>
          <p14:tracePt t="20238" x="9950450" y="3130550"/>
          <p14:tracePt t="20239" x="9950450" y="3117850"/>
          <p14:tracePt t="20246" x="9950450" y="3106738"/>
          <p14:tracePt t="20255" x="9950450" y="3057525"/>
          <p14:tracePt t="20263" x="9950450" y="3033713"/>
          <p14:tracePt t="20271" x="9950450" y="3021013"/>
          <p14:tracePt t="20279" x="9950450" y="2984500"/>
          <p14:tracePt t="20288" x="9950450" y="2947988"/>
          <p14:tracePt t="20296" x="9950450" y="2924175"/>
          <p14:tracePt t="20305" x="9950450" y="2887663"/>
          <p14:tracePt t="20313" x="9939338" y="2838450"/>
          <p14:tracePt t="20322" x="9939338" y="2814638"/>
          <p14:tracePt t="20323" x="9926638" y="2801938"/>
          <p14:tracePt t="20329" x="9926638" y="2776538"/>
          <p14:tracePt t="20338" x="9913938" y="2752725"/>
          <p14:tracePt t="20339" x="9902825" y="2740025"/>
          <p14:tracePt t="20346" x="9902825" y="2728913"/>
          <p14:tracePt t="20354" x="9877425" y="2692400"/>
          <p14:tracePt t="20363" x="9877425" y="2679700"/>
          <p14:tracePt t="20371" x="9853613" y="2643188"/>
          <p14:tracePt t="20372" x="9840913" y="2619375"/>
          <p14:tracePt t="20379" x="9829800" y="2606675"/>
          <p14:tracePt t="20388" x="9817100" y="2582863"/>
          <p14:tracePt t="20396" x="9793288" y="2557463"/>
          <p14:tracePt t="20404" x="9767888" y="2520950"/>
          <p14:tracePt t="20413" x="9731375" y="2484438"/>
          <p14:tracePt t="20421" x="9720263" y="2484438"/>
          <p14:tracePt t="20429" x="9720263" y="2473325"/>
          <p14:tracePt t="20438" x="9683750" y="2460625"/>
          <p14:tracePt t="20446" x="9658350" y="2424113"/>
          <p14:tracePt t="20454" x="9634538" y="2411413"/>
          <p14:tracePt t="20463" x="9609138" y="2387600"/>
          <p14:tracePt t="20471" x="9598025" y="2387600"/>
          <p14:tracePt t="20472" x="9572625" y="2374900"/>
          <p14:tracePt t="20479" x="9561513" y="2374900"/>
          <p14:tracePt t="20488" x="9536113" y="2363788"/>
          <p14:tracePt t="20496" x="9499600" y="2351088"/>
          <p14:tracePt t="20504" x="9488488" y="2351088"/>
          <p14:tracePt t="20513" x="9475788" y="2338388"/>
          <p14:tracePt t="20521" x="9463088" y="2327275"/>
          <p14:tracePt t="20666" x="9451975" y="2314575"/>
          <p14:tracePt t="20686" x="9451975" y="2301875"/>
          <p14:tracePt t="20692" x="9451975" y="2290763"/>
          <p14:tracePt t="20696" x="9439275" y="2290763"/>
          <p14:tracePt t="20704" x="9426575" y="2265363"/>
          <p14:tracePt t="20713" x="9415463" y="2254250"/>
          <p14:tracePt t="20721" x="9415463" y="2228850"/>
          <p14:tracePt t="20722" x="9402763" y="2228850"/>
          <p14:tracePt t="20729" x="9402763" y="2217738"/>
          <p14:tracePt t="20737" x="9390063" y="2205038"/>
          <p14:tracePt t="20746" x="9390063" y="2192338"/>
          <p14:tracePt t="20747" x="9390063" y="2179638"/>
          <p14:tracePt t="20754" x="9390063" y="2168525"/>
          <p14:tracePt t="20762" x="9390063" y="2155825"/>
          <p14:tracePt t="20771" x="9378950" y="2143125"/>
          <p14:tracePt t="20779" x="9378950" y="2132013"/>
          <p14:tracePt t="20787" x="9366250" y="2119313"/>
          <p14:tracePt t="20795" x="9353550" y="2106613"/>
          <p14:tracePt t="20804" x="9353550" y="2095500"/>
          <p14:tracePt t="20812" x="9353550" y="2082800"/>
          <p14:tracePt t="20821" x="9342438" y="2082800"/>
          <p14:tracePt t="21738" x="9353550" y="2082800"/>
          <p14:tracePt t="21741" x="9366250" y="2082800"/>
          <p14:tracePt t="21746" x="9378950" y="2082800"/>
          <p14:tracePt t="21754" x="9439275" y="2082800"/>
          <p14:tracePt t="21762" x="9463088" y="2082800"/>
          <p14:tracePt t="21771" x="9536113" y="2082800"/>
          <p14:tracePt t="21778" x="9572625" y="2082800"/>
          <p14:tracePt t="21787" x="9609138" y="2082800"/>
          <p14:tracePt t="21795" x="9694863" y="2095500"/>
          <p14:tracePt t="21803" x="9744075" y="2095500"/>
          <p14:tracePt t="21812" x="9756775" y="2095500"/>
          <p14:tracePt t="21820" x="9793288" y="2095500"/>
          <p14:tracePt t="21828" x="9817100" y="2106613"/>
          <p14:tracePt t="21878" x="9829800" y="2106613"/>
          <p14:tracePt t="21887" x="9840913" y="2106613"/>
          <p14:tracePt t="21893" x="9853613" y="2106613"/>
          <p14:tracePt t="21898" x="9866313" y="2119313"/>
          <p14:tracePt t="21903" x="9877425" y="2119313"/>
          <p14:tracePt t="21912" x="9913938" y="2119313"/>
          <p14:tracePt t="21920" x="9926638" y="2119313"/>
          <p14:tracePt t="21928" x="9939338" y="2119313"/>
          <p14:tracePt t="21936" x="9963150" y="2119313"/>
          <p14:tracePt t="21945" x="9986963" y="2119313"/>
          <p14:tracePt t="21953" x="10012363" y="2119313"/>
          <p14:tracePt t="21973" x="10023475" y="2119313"/>
          <p14:tracePt t="21987" x="10036175" y="2119313"/>
          <p14:tracePt t="22018" x="10048875" y="2119313"/>
          <p14:tracePt t="22027" x="10059988" y="2119313"/>
          <p14:tracePt t="22031" x="10072688" y="2119313"/>
          <p14:tracePt t="22041" x="10096500" y="2119313"/>
          <p14:tracePt t="22046" x="10109200" y="2119313"/>
          <p14:tracePt t="22054" x="10133013" y="2119313"/>
          <p14:tracePt t="22062" x="10145713" y="2119313"/>
          <p14:tracePt t="22070" x="10158413" y="2119313"/>
          <p14:tracePt t="22078" x="10169525" y="2119313"/>
          <p14:tracePt t="22079" x="10182225" y="2119313"/>
          <p14:tracePt t="22087" x="10194925" y="2119313"/>
          <p14:tracePt t="22094" x="10206038" y="2119313"/>
          <p14:tracePt t="22103" x="10218738" y="2119313"/>
          <p14:tracePt t="22111" x="10231438" y="2119313"/>
          <p14:tracePt t="22121" x="10242550" y="2119313"/>
          <p14:tracePt t="22128" x="10255250" y="2119313"/>
          <p14:tracePt t="22138" x="10267950" y="2119313"/>
          <p14:tracePt t="22144" x="10279063" y="2119313"/>
          <p14:tracePt t="22153" x="10315575" y="2119313"/>
          <p14:tracePt t="22162" x="10328275" y="2119313"/>
          <p14:tracePt t="22169" x="10340975" y="2119313"/>
          <p14:tracePt t="22178" x="10364788" y="2119313"/>
          <p14:tracePt t="22186" x="10377488" y="2119313"/>
          <p14:tracePt t="22187" x="10388600" y="2119313"/>
          <p14:tracePt t="22194" x="10401300" y="2119313"/>
          <p14:tracePt t="22203" x="10414000" y="2119313"/>
          <p14:tracePt t="22213" x="10426700" y="2119313"/>
          <p14:tracePt t="22219" x="10437813" y="2119313"/>
          <p14:tracePt t="22228" x="10463213" y="2119313"/>
          <p14:tracePt t="22236" x="10474325" y="2119313"/>
          <p14:tracePt t="22244" x="10510838" y="2119313"/>
          <p14:tracePt t="22252" x="10536238" y="2119313"/>
          <p14:tracePt t="22261" x="10560050" y="2119313"/>
          <p14:tracePt t="22262" x="10583863" y="2119313"/>
          <p14:tracePt t="22271" x="10596563" y="2119313"/>
          <p14:tracePt t="22278" x="10620375" y="2119313"/>
          <p14:tracePt t="22286" x="10656888" y="2119313"/>
          <p14:tracePt t="22295" x="10669588" y="2119313"/>
          <p14:tracePt t="22303" x="10682288" y="2119313"/>
          <p14:tracePt t="22311" x="10693400" y="2119313"/>
          <p14:tracePt t="22319" x="10706100" y="2119313"/>
          <p14:tracePt t="22328" x="10718800" y="2119313"/>
          <p14:tracePt t="22741" x="10729913" y="2119313"/>
          <p14:tracePt t="24838" x="10718800" y="2119313"/>
          <p14:tracePt t="24841" x="10693400" y="2119313"/>
          <p14:tracePt t="24847" x="10682288" y="2132013"/>
          <p14:tracePt t="24851" x="10645775" y="2132013"/>
          <p14:tracePt t="24859" x="10620375" y="2143125"/>
          <p14:tracePt t="24867" x="10536238" y="2168525"/>
          <p14:tracePt t="24875" x="10437813" y="2192338"/>
          <p14:tracePt t="24884" x="10315575" y="2217738"/>
          <p14:tracePt t="24893" x="10109200" y="2265363"/>
          <p14:tracePt t="24900" x="10023475" y="2301875"/>
          <p14:tracePt t="24909" x="9840913" y="2363788"/>
          <p14:tracePt t="24917" x="9671050" y="2411413"/>
          <p14:tracePt t="24925" x="9488488" y="2484438"/>
          <p14:tracePt t="24934" x="9220200" y="2619375"/>
          <p14:tracePt t="24942" x="9050338" y="2716213"/>
          <p14:tracePt t="24950" x="8977313" y="2752725"/>
          <p14:tracePt t="24959" x="8829675" y="2838450"/>
          <p14:tracePt t="24967" x="8672513" y="2960688"/>
          <p14:tracePt t="24975" x="8599488" y="3021013"/>
          <p14:tracePt t="24983" x="8537575" y="3081338"/>
          <p14:tracePt t="24992" x="8489950" y="3143250"/>
          <p14:tracePt t="25000" x="8428038" y="3216275"/>
          <p14:tracePt t="25008" x="8355013" y="3289300"/>
          <p14:tracePt t="25017" x="8281988" y="3373438"/>
          <p14:tracePt t="25025" x="8208963" y="3448050"/>
          <p14:tracePt t="25033" x="8112125" y="3544888"/>
          <p14:tracePt t="25042" x="8039100" y="3605213"/>
          <p14:tracePt t="25050" x="8002588" y="3630613"/>
          <p14:tracePt t="25058" x="7916863" y="3690938"/>
          <p14:tracePt t="25066" x="7831138" y="3751263"/>
          <p14:tracePt t="25075" x="7721600" y="3836988"/>
          <p14:tracePt t="25083" x="7648575" y="3886200"/>
          <p14:tracePt t="25092" x="7612063" y="3922713"/>
          <p14:tracePt t="25100" x="7515225" y="4006850"/>
          <p14:tracePt t="25108" x="7442200" y="4068763"/>
          <p14:tracePt t="25117" x="7392988" y="4117975"/>
          <p14:tracePt t="25125" x="7343775" y="4165600"/>
          <p14:tracePt t="25133" x="7283450" y="4214813"/>
          <p14:tracePt t="25141" x="7283450" y="4227513"/>
          <p14:tracePt t="25150" x="7270750" y="4238625"/>
          <p14:tracePt t="25158" x="7259638" y="4251325"/>
          <p14:tracePt t="25166" x="7246938" y="4251325"/>
          <p14:tracePt t="25384" x="7246938" y="4238625"/>
          <p14:tracePt t="25385" x="7234238" y="4238625"/>
          <p14:tracePt t="25393" x="7223125" y="4227513"/>
          <p14:tracePt t="25422" x="7210425" y="4227513"/>
          <p14:tracePt t="25426" x="7210425" y="4214813"/>
          <p14:tracePt t="25446" x="7197725" y="4214813"/>
          <p14:tracePt t="25451" x="7197725" y="4202113"/>
          <p14:tracePt t="25458" x="7186613" y="4202113"/>
          <p14:tracePt t="25461" x="7186613" y="4191000"/>
          <p14:tracePt t="25471" x="7173913" y="4191000"/>
          <p14:tracePt t="25474" x="7173913" y="4178300"/>
          <p14:tracePt t="25483" x="7161213" y="4165600"/>
          <p14:tracePt t="25492" x="7150100" y="4165600"/>
          <p14:tracePt t="25492" x="7150100" y="4141788"/>
          <p14:tracePt t="25499" x="7137400" y="4129088"/>
          <p14:tracePt t="25508" x="7124700" y="4129088"/>
          <p14:tracePt t="25516" x="7124700" y="4117975"/>
          <p14:tracePt t="25525" x="7113588" y="4105275"/>
          <p14:tracePt t="25534" x="7100888" y="4105275"/>
          <p14:tracePt t="25535" x="7100888" y="4092575"/>
          <p14:tracePt t="25551" x="7100888" y="4081463"/>
          <p14:tracePt t="25552" x="7088188" y="4081463"/>
          <p14:tracePt t="25571" x="7077075" y="4081463"/>
          <p14:tracePt t="25572" x="7077075" y="4068763"/>
          <p14:tracePt t="25582" x="7064375" y="4068763"/>
          <p14:tracePt t="25618" x="7051675" y="4068763"/>
          <p14:tracePt t="25621" x="7051675" y="4056063"/>
          <p14:tracePt t="25698" x="7040563" y="4056063"/>
          <p14:tracePt t="25701" x="7040563" y="4043363"/>
          <p14:tracePt t="25726" x="7027863" y="4043363"/>
          <p14:tracePt t="25731" x="7027863" y="4032250"/>
          <p14:tracePt t="25738" x="7015163" y="4019550"/>
          <p14:tracePt t="25752" x="7015163" y="4006850"/>
          <p14:tracePt t="25766" x="7004050" y="4006850"/>
          <p14:tracePt t="25781" x="6991350" y="4006850"/>
          <p14:tracePt t="25793" x="6991350" y="3995738"/>
          <p14:tracePt t="25806" x="6978650" y="3995738"/>
          <p14:tracePt t="25874" x="6967538" y="3995738"/>
          <p14:tracePt t="25878" x="6954838" y="3995738"/>
          <p14:tracePt t="25906" x="6942138" y="3995738"/>
          <p14:tracePt t="25919" x="6931025" y="3983038"/>
          <p14:tracePt t="25926" x="6918325" y="3983038"/>
          <p14:tracePt t="25938" x="6905625" y="3983038"/>
          <p14:tracePt t="25941" x="6894513" y="3983038"/>
          <p14:tracePt t="25951" x="6869113" y="3983038"/>
          <p14:tracePt t="25958" x="6858000" y="3983038"/>
          <p14:tracePt t="25967" x="6845300" y="3983038"/>
          <p14:tracePt t="25971" x="6832600" y="3983038"/>
          <p14:tracePt t="25974" x="6821488" y="3983038"/>
          <p14:tracePt t="25983" x="6808788" y="3983038"/>
          <p14:tracePt t="25991" x="6796088" y="3995738"/>
          <p14:tracePt t="25999" x="6783388" y="3995738"/>
          <p14:tracePt t="26007" x="6772275" y="3995738"/>
          <p14:tracePt t="26016" x="6759575" y="4006850"/>
          <p14:tracePt t="26024" x="6746875" y="4006850"/>
          <p14:tracePt t="26032" x="6746875" y="4019550"/>
          <p14:tracePt t="26041" x="6735763" y="4019550"/>
          <p14:tracePt t="26058" x="6735763" y="4032250"/>
          <p14:tracePt t="26061" x="6723063" y="4032250"/>
          <p14:tracePt t="26071" x="6710363" y="4032250"/>
          <p14:tracePt t="26086" x="6699250" y="4043363"/>
          <p14:tracePt t="26091" x="6686550" y="4043363"/>
          <p14:tracePt t="26092" x="6686550" y="4056063"/>
          <p14:tracePt t="26099" x="6673850" y="4056063"/>
          <p14:tracePt t="26107" x="6662738" y="4068763"/>
          <p14:tracePt t="26116" x="6650038" y="4092575"/>
          <p14:tracePt t="26124" x="6626225" y="4105275"/>
          <p14:tracePt t="26132" x="6613525" y="4117975"/>
          <p14:tracePt t="26141" x="6589713" y="4141788"/>
          <p14:tracePt t="26151" x="6577013" y="4141788"/>
          <p14:tracePt t="26159" x="6564313" y="4154488"/>
          <p14:tracePt t="26166" x="6553200" y="4165600"/>
          <p14:tracePt t="26174" x="6553200" y="4178300"/>
          <p14:tracePt t="26186" x="6540500" y="4178300"/>
          <p14:tracePt t="26192" x="6527800" y="4191000"/>
          <p14:tracePt t="26199" x="6527800" y="4202113"/>
          <p14:tracePt t="26207" x="6516688" y="4202113"/>
          <p14:tracePt t="26216" x="6503988" y="4227513"/>
          <p14:tracePt t="26224" x="6491288" y="4238625"/>
          <p14:tracePt t="26232" x="6491288" y="4251325"/>
          <p14:tracePt t="26241" x="6480175" y="4264025"/>
          <p14:tracePt t="26249" x="6467475" y="4264025"/>
          <p14:tracePt t="26257" x="6467475" y="4287838"/>
          <p14:tracePt t="26266" x="6454775" y="4300538"/>
          <p14:tracePt t="26274" x="6430963" y="4300538"/>
          <p14:tracePt t="26282" x="6430963" y="4311650"/>
          <p14:tracePt t="26290" x="6430963" y="4324350"/>
          <p14:tracePt t="26299" x="6418263" y="4324350"/>
          <p14:tracePt t="26307" x="6418263" y="4348163"/>
          <p14:tracePt t="26315" x="6407150" y="4360863"/>
          <p14:tracePt t="26324" x="6407150" y="4373563"/>
          <p14:tracePt t="26332" x="6394450" y="4410075"/>
          <p14:tracePt t="26333" x="6394450" y="4421188"/>
          <p14:tracePt t="26340" x="6381750" y="4433888"/>
          <p14:tracePt t="26349" x="6370638" y="4483100"/>
          <p14:tracePt t="26357" x="6370638" y="4519613"/>
          <p14:tracePt t="26365" x="6370638" y="4567238"/>
          <p14:tracePt t="26374" x="6370638" y="4652963"/>
          <p14:tracePt t="26382" x="6370638" y="4702175"/>
          <p14:tracePt t="26390" x="6370638" y="4738688"/>
          <p14:tracePt t="26398" x="6381750" y="4835525"/>
          <p14:tracePt t="26410" x="6407150" y="4897438"/>
          <p14:tracePt t="26415" x="6430963" y="4945063"/>
          <p14:tracePt t="26424" x="6443663" y="4994275"/>
          <p14:tracePt t="26432" x="6467475" y="5030788"/>
          <p14:tracePt t="26433" x="6480175" y="5054600"/>
          <p14:tracePt t="26440" x="6503988" y="5067300"/>
          <p14:tracePt t="26449" x="6516688" y="5091113"/>
          <p14:tracePt t="26457" x="6553200" y="5116513"/>
          <p14:tracePt t="26465" x="6589713" y="5153025"/>
          <p14:tracePt t="26474" x="6662738" y="5200650"/>
          <p14:tracePt t="26482" x="6699250" y="5226050"/>
          <p14:tracePt t="26490" x="6735763" y="5237163"/>
          <p14:tracePt t="26498" x="6796088" y="5262563"/>
          <p14:tracePt t="26507" x="6869113" y="5286375"/>
          <p14:tracePt t="26515" x="6931025" y="5311775"/>
          <p14:tracePt t="26523" x="6991350" y="5335588"/>
          <p14:tracePt t="26532" x="7040563" y="5359400"/>
          <p14:tracePt t="26533" x="7077075" y="5372100"/>
          <p14:tracePt t="26540" x="7100888" y="5372100"/>
          <p14:tracePt t="26548" x="7137400" y="5384800"/>
          <p14:tracePt t="26557" x="7173913" y="5384800"/>
          <p14:tracePt t="26565" x="7223125" y="5384800"/>
          <p14:tracePt t="26573" x="7296150" y="5384800"/>
          <p14:tracePt t="26582" x="7369175" y="5384800"/>
          <p14:tracePt t="26590" x="7392988" y="5384800"/>
          <p14:tracePt t="26598" x="7489825" y="5384800"/>
          <p14:tracePt t="26607" x="7661275" y="5359400"/>
          <p14:tracePt t="26615" x="7758113" y="5335588"/>
          <p14:tracePt t="26623" x="7867650" y="5311775"/>
          <p14:tracePt t="26632" x="7940675" y="5286375"/>
          <p14:tracePt t="26640" x="8002588" y="5273675"/>
          <p14:tracePt t="26649" x="8026400" y="5262563"/>
          <p14:tracePt t="26657" x="8039100" y="5249863"/>
          <p14:tracePt t="26665" x="8062913" y="5237163"/>
          <p14:tracePt t="26673" x="8062913" y="5226050"/>
          <p14:tracePt t="26682" x="8075613" y="5213350"/>
          <p14:tracePt t="26690" x="8086725" y="5213350"/>
          <p14:tracePt t="26698" x="8099425" y="5176838"/>
          <p14:tracePt t="26706" x="8112125" y="5127625"/>
          <p14:tracePt t="26715" x="8135938" y="5067300"/>
          <p14:tracePt t="26723" x="8148638" y="5018088"/>
          <p14:tracePt t="26732" x="8159750" y="4981575"/>
          <p14:tracePt t="26740" x="8159750" y="4908550"/>
          <p14:tracePt t="26748" x="8159750" y="4848225"/>
          <p14:tracePt t="26757" x="8159750" y="4787900"/>
          <p14:tracePt t="26765" x="8159750" y="4714875"/>
          <p14:tracePt t="26773" x="8159750" y="4640263"/>
          <p14:tracePt t="26782" x="8159750" y="4603750"/>
          <p14:tracePt t="26790" x="8148638" y="4579938"/>
          <p14:tracePt t="26798" x="8135938" y="4543425"/>
          <p14:tracePt t="26806" x="8123238" y="4506913"/>
          <p14:tracePt t="26815" x="8123238" y="4483100"/>
          <p14:tracePt t="26823" x="8112125" y="4446588"/>
          <p14:tracePt t="26831" x="8099425" y="4433888"/>
          <p14:tracePt t="26840" x="8086725" y="4397375"/>
          <p14:tracePt t="26848" x="8062913" y="4373563"/>
          <p14:tracePt t="26857" x="8050213" y="4348163"/>
          <p14:tracePt t="26865" x="8039100" y="4324350"/>
          <p14:tracePt t="26873" x="8013700" y="4287838"/>
          <p14:tracePt t="26881" x="8002588" y="4264025"/>
          <p14:tracePt t="26890" x="8002588" y="4238625"/>
          <p14:tracePt t="26898" x="7977188" y="4214813"/>
          <p14:tracePt t="26906" x="7966075" y="4178300"/>
          <p14:tracePt t="26915" x="7940675" y="4141788"/>
          <p14:tracePt t="26923" x="7916863" y="4117975"/>
          <p14:tracePt t="26931" x="7916863" y="4105275"/>
          <p14:tracePt t="26940" x="7893050" y="4081463"/>
          <p14:tracePt t="26948" x="7880350" y="4068763"/>
          <p14:tracePt t="26957" x="7856538" y="4032250"/>
          <p14:tracePt t="26965" x="7843838" y="4019550"/>
          <p14:tracePt t="26973" x="7807325" y="3995738"/>
          <p14:tracePt t="26982" x="7794625" y="3970338"/>
          <p14:tracePt t="26990" x="7770813" y="3959225"/>
          <p14:tracePt t="26998" x="7734300" y="3933825"/>
          <p14:tracePt t="27006" x="7721600" y="3922713"/>
          <p14:tracePt t="27015" x="7697788" y="3897313"/>
          <p14:tracePt t="27023" x="7661275" y="3873500"/>
          <p14:tracePt t="27031" x="7661275" y="3860800"/>
          <p14:tracePt t="27041" x="7648575" y="3849688"/>
          <p14:tracePt t="27051" x="7637463" y="3836988"/>
          <p14:tracePt t="27061" x="7637463" y="3824288"/>
          <p14:tracePt t="27074" x="7612063" y="3824288"/>
          <p14:tracePt t="27078" x="7612063" y="3813175"/>
          <p14:tracePt t="27082" x="7600950" y="3813175"/>
          <p14:tracePt t="27090" x="7600950" y="3800475"/>
          <p14:tracePt t="27107" x="7588250" y="3800475"/>
          <p14:tracePt t="27126" x="7588250" y="3787775"/>
          <p14:tracePt t="27133" x="7575550" y="3787775"/>
          <p14:tracePt t="27327" x="7564438" y="3787775"/>
          <p14:tracePt t="27333" x="7551738" y="3776663"/>
          <p14:tracePt t="27341" x="7539038" y="3776663"/>
          <p14:tracePt t="27353" x="7526338" y="3776663"/>
          <p14:tracePt t="27358" x="7515225" y="3763963"/>
          <p14:tracePt t="27371" x="7502525" y="3763963"/>
          <p14:tracePt t="27372" x="7502525" y="3751263"/>
          <p14:tracePt t="27381" x="7489825" y="3751263"/>
          <p14:tracePt t="27390" x="7478713" y="3751263"/>
          <p14:tracePt t="27401" x="7466013" y="3740150"/>
          <p14:tracePt t="27411" x="7453313" y="3740150"/>
          <p14:tracePt t="27418" x="7442200" y="3740150"/>
          <p14:tracePt t="27422" x="7429500" y="3740150"/>
          <p14:tracePt t="27432" x="7416800" y="3740150"/>
          <p14:tracePt t="27439" x="7392988" y="3740150"/>
          <p14:tracePt t="27451" x="7380288" y="3740150"/>
          <p14:tracePt t="27456" x="7369175" y="3740150"/>
          <p14:tracePt t="27465" x="7356475" y="3740150"/>
          <p14:tracePt t="27472" x="7343775" y="3727450"/>
          <p14:tracePt t="27482" x="7332663" y="3727450"/>
          <p14:tracePt t="27489" x="7307263" y="3727450"/>
          <p14:tracePt t="27498" x="7283450" y="3727450"/>
          <p14:tracePt t="27506" x="7259638" y="3727450"/>
          <p14:tracePt t="27507" x="7246938" y="3727450"/>
          <p14:tracePt t="27514" x="7234238" y="3727450"/>
          <p14:tracePt t="27523" x="7210425" y="3714750"/>
          <p14:tracePt t="27531" x="7197725" y="3714750"/>
          <p14:tracePt t="27546" x="7186613" y="3714750"/>
          <p14:tracePt t="27573" x="7173913" y="3714750"/>
          <p14:tracePt t="27591" x="7161213" y="3714750"/>
          <p14:tracePt t="27598" x="7150100" y="3714750"/>
          <p14:tracePt t="27601" x="7137400" y="3714750"/>
          <p14:tracePt t="27613" x="7124700" y="3714750"/>
          <p14:tracePt t="27618" x="7113588" y="3714750"/>
          <p14:tracePt t="27626" x="7100888" y="3714750"/>
          <p14:tracePt t="27631" x="7088188" y="3727450"/>
          <p14:tracePt t="27639" x="7064375" y="3727450"/>
          <p14:tracePt t="27648" x="7051675" y="3740150"/>
          <p14:tracePt t="27656" x="7015163" y="3751263"/>
          <p14:tracePt t="27664" x="7004050" y="3763963"/>
          <p14:tracePt t="27673" x="6978650" y="3776663"/>
          <p14:tracePt t="27681" x="6967538" y="3776663"/>
          <p14:tracePt t="27682" x="6954838" y="3787775"/>
          <p14:tracePt t="27691" x="6942138" y="3800475"/>
          <p14:tracePt t="27697" x="6918325" y="3800475"/>
          <p14:tracePt t="27706" x="6905625" y="3824288"/>
          <p14:tracePt t="27707" x="6894513" y="3824288"/>
          <p14:tracePt t="27714" x="6869113" y="3849688"/>
          <p14:tracePt t="27723" x="6845300" y="3860800"/>
          <p14:tracePt t="27731" x="6821488" y="3886200"/>
          <p14:tracePt t="27732" x="6808788" y="3886200"/>
          <p14:tracePt t="27739" x="6808788" y="3897313"/>
          <p14:tracePt t="27747" x="6772275" y="3922713"/>
          <p14:tracePt t="27756" x="6759575" y="3933825"/>
          <p14:tracePt t="27764" x="6746875" y="3959225"/>
          <p14:tracePt t="27772" x="6735763" y="3970338"/>
          <p14:tracePt t="27781" x="6723063" y="3983038"/>
          <p14:tracePt t="27789" x="6710363" y="3983038"/>
          <p14:tracePt t="27797" x="6710363" y="4006850"/>
          <p14:tracePt t="27806" x="6699250" y="4019550"/>
          <p14:tracePt t="27814" x="6686550" y="4043363"/>
          <p14:tracePt t="27822" x="6673850" y="4068763"/>
          <p14:tracePt t="27831" x="6662738" y="4081463"/>
          <p14:tracePt t="27839" x="6637338" y="4117975"/>
          <p14:tracePt t="27847" x="6637338" y="4129088"/>
          <p14:tracePt t="27856" x="6626225" y="4154488"/>
          <p14:tracePt t="27864" x="6613525" y="4178300"/>
          <p14:tracePt t="27872" x="6613525" y="4191000"/>
          <p14:tracePt t="27881" x="6600825" y="4227513"/>
          <p14:tracePt t="27889" x="6589713" y="4238625"/>
          <p14:tracePt t="27897" x="6577013" y="4264025"/>
          <p14:tracePt t="27906" x="6577013" y="4300538"/>
          <p14:tracePt t="27914" x="6553200" y="4360863"/>
          <p14:tracePt t="27922" x="6553200" y="4410075"/>
          <p14:tracePt t="27931" x="6540500" y="4421188"/>
          <p14:tracePt t="27939" x="6516688" y="4494213"/>
          <p14:tracePt t="27947" x="6503988" y="4543425"/>
          <p14:tracePt t="27956" x="6503988" y="4579938"/>
          <p14:tracePt t="27964" x="6503988" y="4616450"/>
          <p14:tracePt t="27972" x="6503988" y="4652963"/>
          <p14:tracePt t="27980" x="6491288" y="4702175"/>
          <p14:tracePt t="27989" x="6491288" y="4751388"/>
          <p14:tracePt t="27997" x="6491288" y="4787900"/>
          <p14:tracePt t="28005" x="6491288" y="4799013"/>
          <p14:tracePt t="28014" x="6491288" y="4835525"/>
          <p14:tracePt t="28022" x="6491288" y="4860925"/>
          <p14:tracePt t="28031" x="6491288" y="4872038"/>
          <p14:tracePt t="28039" x="6491288" y="4884738"/>
          <p14:tracePt t="28047" x="6503988" y="4897438"/>
          <p14:tracePt t="28055" x="6516688" y="4908550"/>
          <p14:tracePt t="28064" x="6516688" y="4921250"/>
          <p14:tracePt t="28072" x="6553200" y="4933950"/>
          <p14:tracePt t="28073" x="6553200" y="4945063"/>
          <p14:tracePt t="28081" x="6564313" y="4957763"/>
          <p14:tracePt t="28089" x="6577013" y="4970463"/>
          <p14:tracePt t="28098" x="6589713" y="4981575"/>
          <p14:tracePt t="28105" x="6600825" y="4981575"/>
          <p14:tracePt t="28114" x="6637338" y="5006975"/>
          <p14:tracePt t="28122" x="6650038" y="5030788"/>
          <p14:tracePt t="28130" x="6673850" y="5030788"/>
          <p14:tracePt t="28139" x="6723063" y="5067300"/>
          <p14:tracePt t="28147" x="6746875" y="5091113"/>
          <p14:tracePt t="28155" x="6772275" y="5103813"/>
          <p14:tracePt t="28164" x="6808788" y="5127625"/>
          <p14:tracePt t="28172" x="6832600" y="5140325"/>
          <p14:tracePt t="28173" x="6858000" y="5140325"/>
          <p14:tracePt t="28180" x="6869113" y="5153025"/>
          <p14:tracePt t="28189" x="6905625" y="5176838"/>
          <p14:tracePt t="28197" x="6918325" y="5176838"/>
          <p14:tracePt t="28205" x="6942138" y="5176838"/>
          <p14:tracePt t="28214" x="6978650" y="5189538"/>
          <p14:tracePt t="28222" x="7027863" y="5200650"/>
          <p14:tracePt t="28231" x="7051675" y="5200650"/>
          <p14:tracePt t="28238" x="7064375" y="5200650"/>
          <p14:tracePt t="28247" x="7100888" y="5213350"/>
          <p14:tracePt t="28255" x="7113588" y="5213350"/>
          <p14:tracePt t="28264" x="7124700" y="5213350"/>
          <p14:tracePt t="28272" x="7137400" y="5213350"/>
          <p14:tracePt t="28281" x="7150100" y="5213350"/>
          <p14:tracePt t="28291" x="7161213" y="5213350"/>
          <p14:tracePt t="28306" x="7173913" y="5213350"/>
          <p14:tracePt t="28311" x="7186613" y="5213350"/>
          <p14:tracePt t="28318" x="7197725" y="5213350"/>
          <p14:tracePt t="28322" x="7223125" y="5213350"/>
          <p14:tracePt t="28331" x="7246938" y="5213350"/>
          <p14:tracePt t="28338" x="7259638" y="5200650"/>
          <p14:tracePt t="28347" x="7307263" y="5176838"/>
          <p14:tracePt t="28355" x="7369175" y="5164138"/>
          <p14:tracePt t="28363" x="7405688" y="5140325"/>
          <p14:tracePt t="28372" x="7466013" y="5127625"/>
          <p14:tracePt t="28373" x="7502525" y="5103813"/>
          <p14:tracePt t="28380" x="7515225" y="5091113"/>
          <p14:tracePt t="28388" x="7588250" y="5054600"/>
          <p14:tracePt t="28397" x="7637463" y="5030788"/>
          <p14:tracePt t="28405" x="7685088" y="5006975"/>
          <p14:tracePt t="28413" x="7770813" y="4945063"/>
          <p14:tracePt t="28422" x="7831138" y="4897438"/>
          <p14:tracePt t="28430" x="7843838" y="4872038"/>
          <p14:tracePt t="28431" x="7867650" y="4848225"/>
          <p14:tracePt t="28438" x="7880350" y="4848225"/>
          <p14:tracePt t="28447" x="7893050" y="4799013"/>
          <p14:tracePt t="28455" x="7916863" y="4751388"/>
          <p14:tracePt t="28464" x="7929563" y="4725988"/>
          <p14:tracePt t="28472" x="7940675" y="4689475"/>
          <p14:tracePt t="28480" x="7953375" y="4640263"/>
          <p14:tracePt t="28488" x="7953375" y="4603750"/>
          <p14:tracePt t="28497" x="7953375" y="4543425"/>
          <p14:tracePt t="28505" x="7953375" y="4446588"/>
          <p14:tracePt t="28513" x="7953375" y="4311650"/>
          <p14:tracePt t="28522" x="7929563" y="4214813"/>
          <p14:tracePt t="28530" x="7916863" y="4178300"/>
          <p14:tracePt t="28538" x="7893050" y="4117975"/>
          <p14:tracePt t="28546" x="7843838" y="4019550"/>
          <p14:tracePt t="28555" x="7820025" y="3959225"/>
          <p14:tracePt t="28563" x="7770813" y="3910013"/>
          <p14:tracePt t="28571" x="7747000" y="3886200"/>
          <p14:tracePt t="28580" x="7697788" y="3836988"/>
          <p14:tracePt t="28588" x="7661275" y="3800475"/>
          <p14:tracePt t="28597" x="7637463" y="3787775"/>
          <p14:tracePt t="28605" x="7624763" y="3776663"/>
          <p14:tracePt t="28613" x="7600950" y="3763963"/>
          <p14:tracePt t="28622" x="7588250" y="3751263"/>
          <p14:tracePt t="28633" x="7575550" y="3751263"/>
          <p14:tracePt t="28678" x="7564438" y="3751263"/>
          <p14:tracePt t="28746" x="7564438" y="3740150"/>
          <p14:tracePt t="28873" x="7551738" y="3740150"/>
          <p14:tracePt t="28951" x="7539038" y="3740150"/>
          <p14:tracePt t="28958" x="7526338" y="3740150"/>
          <p14:tracePt t="28972" x="7502525" y="3740150"/>
          <p14:tracePt t="29258" x="7489825" y="3740150"/>
          <p14:tracePt t="29261" x="7489825" y="3751263"/>
          <p14:tracePt t="29272" x="7478713" y="3776663"/>
          <p14:tracePt t="29287" x="7466013" y="3776663"/>
          <p14:tracePt t="29321" x="7453313" y="3776663"/>
          <p14:tracePt t="30761" x="7442200" y="3776663"/>
          <p14:tracePt t="30773" x="7429500" y="3776663"/>
          <p14:tracePt t="30779" x="7392988" y="3776663"/>
          <p14:tracePt t="30781" x="7380288" y="3776663"/>
          <p14:tracePt t="30787" x="7356475" y="3776663"/>
          <p14:tracePt t="30795" x="7319963" y="3776663"/>
          <p14:tracePt t="30803" x="7296150" y="3776663"/>
          <p14:tracePt t="30811" x="7270750" y="3776663"/>
          <p14:tracePt t="30820" x="7234238" y="3776663"/>
          <p14:tracePt t="30828" x="7210425" y="3776663"/>
          <p14:tracePt t="30853" x="7197725" y="3776663"/>
          <p14:tracePt t="31313" x="7186613" y="3776663"/>
          <p14:tracePt t="31331" x="7173913" y="3763963"/>
          <p14:tracePt t="31333" x="7173913" y="3751263"/>
          <p14:tracePt t="31341" x="7161213" y="3751263"/>
          <p14:tracePt t="31346" x="7150100" y="3751263"/>
          <p14:tracePt t="31353" x="7150100" y="3740150"/>
          <p14:tracePt t="31361" x="7137400" y="3727450"/>
          <p14:tracePt t="31370" x="7124700" y="3727450"/>
          <p14:tracePt t="31378" x="7113588" y="3727450"/>
          <p14:tracePt t="31386" x="7100888" y="3727450"/>
          <p14:tracePt t="31387" x="7100888" y="3714750"/>
          <p14:tracePt t="31394" x="7088188" y="3714750"/>
          <p14:tracePt t="31402" x="7064375" y="3714750"/>
          <p14:tracePt t="31412" x="7051675" y="3703638"/>
          <p14:tracePt t="31412" x="7027863" y="3703638"/>
          <p14:tracePt t="31421" x="7015163" y="3703638"/>
          <p14:tracePt t="31427" x="7004050" y="3703638"/>
          <p14:tracePt t="31435" x="6991350" y="3703638"/>
          <p14:tracePt t="31444" x="6967538" y="3703638"/>
          <p14:tracePt t="31453" x="6954838" y="3703638"/>
          <p14:tracePt t="31460" x="6942138" y="3703638"/>
          <p14:tracePt t="31478" x="6931025" y="3703638"/>
          <p14:tracePt t="31491" x="6918325" y="3703638"/>
          <p14:tracePt t="31501" x="6905625" y="3703638"/>
          <p14:tracePt t="31518" x="6894513" y="3703638"/>
          <p14:tracePt t="31526" x="6881813" y="3703638"/>
          <p14:tracePt t="31532" x="6869113" y="3703638"/>
          <p14:tracePt t="31538" x="6845300" y="3703638"/>
          <p14:tracePt t="31546" x="6832600" y="3703638"/>
          <p14:tracePt t="31552" x="6821488" y="3703638"/>
          <p14:tracePt t="31561" x="6808788" y="3703638"/>
          <p14:tracePt t="31562" x="6796088" y="3703638"/>
          <p14:tracePt t="31569" x="6783388" y="3690938"/>
          <p14:tracePt t="31578" x="6772275" y="3690938"/>
          <p14:tracePt t="31586" x="6759575" y="3690938"/>
          <p14:tracePt t="31594" x="6746875" y="3690938"/>
          <p14:tracePt t="31602" x="6735763" y="3690938"/>
          <p14:tracePt t="31610" x="6723063" y="3690938"/>
          <p14:tracePt t="31619" x="6686550" y="3690938"/>
          <p14:tracePt t="31627" x="6662738" y="3690938"/>
          <p14:tracePt t="31636" x="6626225" y="3690938"/>
          <p14:tracePt t="31644" x="6589713" y="3690938"/>
          <p14:tracePt t="31652" x="6553200" y="3690938"/>
          <p14:tracePt t="31660" x="6516688" y="3690938"/>
          <p14:tracePt t="31669" x="6467475" y="3690938"/>
          <p14:tracePt t="31677" x="6430963" y="3690938"/>
          <p14:tracePt t="31685" x="6394450" y="3690938"/>
          <p14:tracePt t="31694" x="6345238" y="3678238"/>
          <p14:tracePt t="31702" x="6321425" y="3678238"/>
          <p14:tracePt t="31710" x="6297613" y="3678238"/>
          <p14:tracePt t="31718" x="6224588" y="3667125"/>
          <p14:tracePt t="31727" x="6162675" y="3667125"/>
          <p14:tracePt t="31735" x="6126163" y="3667125"/>
          <p14:tracePt t="31744" x="6040438" y="3667125"/>
          <p14:tracePt t="31752" x="5967413" y="3667125"/>
          <p14:tracePt t="31753" x="5930900" y="3667125"/>
          <p14:tracePt t="31760" x="5883275" y="3654425"/>
          <p14:tracePt t="31769" x="5821363" y="3654425"/>
          <p14:tracePt t="31777" x="5748338" y="3654425"/>
          <p14:tracePt t="31785" x="5675313" y="3654425"/>
          <p14:tracePt t="31794" x="5578475" y="3654425"/>
          <p14:tracePt t="31802" x="5541963" y="3654425"/>
          <p14:tracePt t="31810" x="5505450" y="3654425"/>
          <p14:tracePt t="31818" x="5468938" y="3654425"/>
          <p14:tracePt t="31827" x="5383213" y="3654425"/>
          <p14:tracePt t="31835" x="5334000" y="3654425"/>
          <p14:tracePt t="31844" x="5273675" y="3654425"/>
          <p14:tracePt t="31852" x="5200650" y="3654425"/>
          <p14:tracePt t="31853" x="5176838" y="3654425"/>
          <p14:tracePt t="31860" x="5140325" y="3654425"/>
          <p14:tracePt t="31869" x="5078413" y="3654425"/>
          <p14:tracePt t="31877" x="4994275" y="3654425"/>
          <p14:tracePt t="31885" x="4932363" y="3654425"/>
          <p14:tracePt t="31894" x="4872038" y="3654425"/>
          <p14:tracePt t="31902" x="4859338" y="3654425"/>
          <p14:tracePt t="31910" x="4848225" y="3654425"/>
          <p14:tracePt t="32126" x="4859338" y="3654425"/>
          <p14:tracePt t="32132" x="4872038" y="3654425"/>
          <p14:tracePt t="32135" x="4884738" y="3654425"/>
          <p14:tracePt t="32143" x="4895850" y="3654425"/>
          <p14:tracePt t="32151" x="4908550" y="3654425"/>
          <p14:tracePt t="32160" x="4945063" y="3654425"/>
          <p14:tracePt t="32168" x="4981575" y="3654425"/>
          <p14:tracePt t="32176" x="4994275" y="3654425"/>
          <p14:tracePt t="32185" x="5018088" y="3667125"/>
          <p14:tracePt t="32193" x="5067300" y="3667125"/>
          <p14:tracePt t="32202" x="5078413" y="3667125"/>
          <p14:tracePt t="32210" x="5103813" y="3667125"/>
          <p14:tracePt t="32218" x="5140325" y="3678238"/>
          <p14:tracePt t="32227" x="5164138" y="3690938"/>
          <p14:tracePt t="32228" x="5187950" y="3690938"/>
          <p14:tracePt t="32235" x="5213350" y="3690938"/>
          <p14:tracePt t="32243" x="5224463" y="3690938"/>
          <p14:tracePt t="32252" x="5224463" y="3703638"/>
          <p14:tracePt t="32266" x="5237163" y="3703638"/>
          <p14:tracePt t="32453" x="5249863" y="3703638"/>
          <p14:tracePt t="32458" x="5260975" y="3703638"/>
          <p14:tracePt t="32469" x="5297488" y="3703638"/>
          <p14:tracePt t="32476" x="5359400" y="3714750"/>
          <p14:tracePt t="32485" x="5419725" y="3714750"/>
          <p14:tracePt t="32501" x="5614988" y="3727450"/>
          <p14:tracePt t="32509" x="5773738" y="3740150"/>
          <p14:tracePt t="32518" x="5930900" y="3751263"/>
          <p14:tracePt t="32519" x="6016625" y="3751263"/>
          <p14:tracePt t="32526" x="6102350" y="3776663"/>
          <p14:tracePt t="32534" x="6272213" y="3776663"/>
          <p14:tracePt t="32543" x="6370638" y="3787775"/>
          <p14:tracePt t="32551" x="6407150" y="3787775"/>
          <p14:tracePt t="32559" x="6467475" y="3787775"/>
          <p14:tracePt t="32576" x="6503988" y="3787775"/>
          <p14:tracePt t="32585" x="6527800" y="3787775"/>
          <p14:tracePt t="32593" x="6553200" y="3787775"/>
          <p14:tracePt t="32601" x="6564313" y="3787775"/>
          <p14:tracePt t="32609" x="6600825" y="3787775"/>
          <p14:tracePt t="32618" x="6637338" y="3776663"/>
          <p14:tracePt t="32618" x="6673850" y="3763963"/>
          <p14:tracePt t="32626" x="6686550" y="3751263"/>
          <p14:tracePt t="32634" x="6772275" y="3727450"/>
          <p14:tracePt t="32643" x="6821488" y="3727450"/>
          <p14:tracePt t="32651" x="6832600" y="3714750"/>
          <p14:tracePt t="32659" x="6881813" y="3703638"/>
          <p14:tracePt t="32668" x="6894513" y="3690938"/>
          <p14:tracePt t="32676" x="6905625" y="3678238"/>
          <p14:tracePt t="32693" x="6905625" y="3667125"/>
          <p14:tracePt t="32698" x="6918325" y="3667125"/>
          <p14:tracePt t="32701" x="6918325" y="3654425"/>
          <p14:tracePt t="32718" x="6931025" y="3641725"/>
          <p14:tracePt t="32718" x="6942138" y="3641725"/>
          <p14:tracePt t="32726" x="6942138" y="3630613"/>
          <p14:tracePt t="32727" x="6942138" y="3617913"/>
          <p14:tracePt t="32734" x="6954838" y="3605213"/>
          <p14:tracePt t="32743" x="6967538" y="3581400"/>
          <p14:tracePt t="32751" x="6967538" y="3568700"/>
          <p14:tracePt t="32759" x="6967538" y="3532188"/>
          <p14:tracePt t="32768" x="6967538" y="3521075"/>
          <p14:tracePt t="32776" x="6967538" y="3508375"/>
          <p14:tracePt t="32784" x="6967538" y="3495675"/>
          <p14:tracePt t="32793" x="6967538" y="3484563"/>
          <p14:tracePt t="32801" x="6954838" y="3471863"/>
          <p14:tracePt t="32809" x="6954838" y="3459163"/>
          <p14:tracePt t="32818" x="6942138" y="3448050"/>
          <p14:tracePt t="32827" x="6931025" y="3448050"/>
          <p14:tracePt t="32834" x="6918325" y="3435350"/>
          <p14:tracePt t="32852" x="6905625" y="3435350"/>
          <p14:tracePt t="33038" x="6894513" y="3435350"/>
          <p14:tracePt t="33078" x="6881813" y="3435350"/>
          <p14:tracePt t="33087" x="6869113" y="3435350"/>
          <p14:tracePt t="33098" x="6858000" y="3435350"/>
          <p14:tracePt t="33118" x="6845300" y="3435350"/>
          <p14:tracePt t="33132" x="6832600" y="3435350"/>
          <p14:tracePt t="33138" x="6832600" y="3448050"/>
          <p14:tracePt t="33146" x="6821488" y="3448050"/>
          <p14:tracePt t="33151" x="6808788" y="3448050"/>
          <p14:tracePt t="33153" x="6796088" y="3448050"/>
          <p14:tracePt t="33161" x="6772275" y="3448050"/>
          <p14:tracePt t="33167" x="6759575" y="3459163"/>
          <p14:tracePt t="33176" x="6699250" y="3471863"/>
          <p14:tracePt t="33184" x="6662738" y="3484563"/>
          <p14:tracePt t="33192" x="6589713" y="3495675"/>
          <p14:tracePt t="33201" x="6454775" y="3508375"/>
          <p14:tracePt t="33209" x="6334125" y="3521075"/>
          <p14:tracePt t="33217" x="6162675" y="3532188"/>
          <p14:tracePt t="33226" x="5992813" y="3532188"/>
          <p14:tracePt t="33234" x="5810250" y="3532188"/>
          <p14:tracePt t="33242" x="5711825" y="3532188"/>
          <p14:tracePt t="33250" x="5688013" y="3532188"/>
          <p14:tracePt t="33259" x="5651500" y="3532188"/>
          <p14:tracePt t="33267" x="5638800" y="3532188"/>
          <p14:tracePt t="33275" x="5627688" y="3532188"/>
          <p14:tracePt t="33291" x="5614988" y="3532188"/>
          <p14:tracePt t="33311" x="5602288" y="3532188"/>
          <p14:tracePt t="33313" x="5591175" y="3532188"/>
          <p14:tracePt t="33321" x="5578475" y="3532188"/>
          <p14:tracePt t="33326" x="5554663" y="3532188"/>
          <p14:tracePt t="33338" x="5541963" y="3532188"/>
          <p14:tracePt t="33342" x="5518150" y="3532188"/>
          <p14:tracePt t="33352" x="5505450" y="3532188"/>
          <p14:tracePt t="33359" x="5492750" y="3532188"/>
          <p14:tracePt t="33371" x="5481638" y="3532188"/>
          <p14:tracePt t="33375" x="5468938" y="3532188"/>
          <p14:tracePt t="33384" x="5456238" y="3532188"/>
          <p14:tracePt t="33392" x="5432425" y="3532188"/>
          <p14:tracePt t="33393" x="5419725" y="3532188"/>
          <p14:tracePt t="33400" x="5408613" y="3532188"/>
          <p14:tracePt t="33409" x="5359400" y="3532188"/>
          <p14:tracePt t="33417" x="5310188" y="3532188"/>
          <p14:tracePt t="33425" x="5260975" y="3532188"/>
          <p14:tracePt t="33434" x="5176838" y="3532188"/>
          <p14:tracePt t="33442" x="5103813" y="3532188"/>
          <p14:tracePt t="33450" x="5078413" y="3532188"/>
          <p14:tracePt t="33458" x="4994275" y="3532188"/>
          <p14:tracePt t="33467" x="4932363" y="3532188"/>
          <p14:tracePt t="33475" x="4872038" y="3532188"/>
          <p14:tracePt t="33484" x="4822825" y="3532188"/>
          <p14:tracePt t="33492" x="4725988" y="3532188"/>
          <p14:tracePt t="33500" x="4689475" y="3532188"/>
          <p14:tracePt t="33509" x="4640263" y="3532188"/>
          <p14:tracePt t="33517" x="4579938" y="3532188"/>
          <p14:tracePt t="33525" x="4543425" y="3532188"/>
          <p14:tracePt t="33534" x="4506913" y="3532188"/>
          <p14:tracePt t="33542" x="4481513" y="3532188"/>
          <p14:tracePt t="33550" x="4470400" y="3532188"/>
          <p14:tracePt t="33558" x="4445000" y="3532188"/>
          <p14:tracePt t="33567" x="4421188" y="3521075"/>
          <p14:tracePt t="33575" x="4408488" y="3521075"/>
          <p14:tracePt t="33584" x="4408488" y="3508375"/>
          <p14:tracePt t="33592" x="4397375" y="3508375"/>
          <p14:tracePt t="33600" x="4384675" y="3508375"/>
          <p14:tracePt t="33609" x="4371975" y="3508375"/>
          <p14:tracePt t="33801" x="4397375" y="3508375"/>
          <p14:tracePt t="33811" x="4421188" y="3508375"/>
          <p14:tracePt t="33812" x="4433888" y="3508375"/>
          <p14:tracePt t="33818" x="4470400" y="3508375"/>
          <p14:tracePt t="33826" x="4481513" y="3508375"/>
          <p14:tracePt t="33833" x="4543425" y="3508375"/>
          <p14:tracePt t="33842" x="4554538" y="3508375"/>
          <p14:tracePt t="33850" x="4579938" y="3508375"/>
          <p14:tracePt t="33859" x="4603750" y="3508375"/>
          <p14:tracePt t="33867" x="4640263" y="3508375"/>
          <p14:tracePt t="33875" x="4689475" y="3508375"/>
          <p14:tracePt t="33883" x="4713288" y="3521075"/>
          <p14:tracePt t="33892" x="4738688" y="3521075"/>
          <p14:tracePt t="33900" x="4775200" y="3521075"/>
          <p14:tracePt t="33908" x="4822825" y="3521075"/>
          <p14:tracePt t="33917" x="4859338" y="3532188"/>
          <p14:tracePt t="33925" x="4895850" y="3532188"/>
          <p14:tracePt t="33933" x="4968875" y="3544888"/>
          <p14:tracePt t="33942" x="4994275" y="3544888"/>
          <p14:tracePt t="33942" x="5005388" y="3544888"/>
          <p14:tracePt t="33950" x="5018088" y="3544888"/>
          <p14:tracePt t="33958" x="5054600" y="3557588"/>
          <p14:tracePt t="33966" x="5091113" y="3568700"/>
          <p14:tracePt t="33975" x="5164138" y="3581400"/>
          <p14:tracePt t="33983" x="5237163" y="3581400"/>
          <p14:tracePt t="33992" x="5260975" y="3581400"/>
          <p14:tracePt t="33992" x="5322888" y="3581400"/>
          <p14:tracePt t="34000" x="5346700" y="3581400"/>
          <p14:tracePt t="34008" x="5445125" y="3581400"/>
          <p14:tracePt t="34016" x="5529263" y="3581400"/>
          <p14:tracePt t="34025" x="5614988" y="3581400"/>
          <p14:tracePt t="34033" x="5711825" y="3581400"/>
          <p14:tracePt t="34041" x="5724525" y="3581400"/>
          <p14:tracePt t="34050" x="5784850" y="3581400"/>
          <p14:tracePt t="34058" x="5821363" y="3581400"/>
          <p14:tracePt t="34066" x="5857875" y="3581400"/>
          <p14:tracePt t="34075" x="5930900" y="3581400"/>
          <p14:tracePt t="34083" x="5980113" y="3581400"/>
          <p14:tracePt t="34091" x="6016625" y="3581400"/>
          <p14:tracePt t="34100" x="6115050" y="3581400"/>
          <p14:tracePt t="34108" x="6188075" y="3581400"/>
          <p14:tracePt t="34116" x="6272213" y="3581400"/>
          <p14:tracePt t="34125" x="6334125" y="3581400"/>
          <p14:tracePt t="34133" x="6394450" y="3581400"/>
          <p14:tracePt t="34141" x="6407150" y="3581400"/>
          <p14:tracePt t="34142" x="6418263" y="3581400"/>
          <p14:tracePt t="34150" x="6430963" y="3581400"/>
          <p14:tracePt t="34158" x="6443663" y="3581400"/>
          <p14:tracePt t="34166" x="6454775" y="3581400"/>
          <p14:tracePt t="34175" x="6467475" y="3581400"/>
          <p14:tracePt t="34183" x="6480175" y="3581400"/>
          <p14:tracePt t="34191" x="6491288" y="3581400"/>
          <p14:tracePt t="34192" x="6516688" y="3581400"/>
          <p14:tracePt t="34200" x="6527800" y="3581400"/>
          <p14:tracePt t="34208" x="6564313" y="3568700"/>
          <p14:tracePt t="34216" x="6613525" y="3568700"/>
          <p14:tracePt t="34224" x="6673850" y="3568700"/>
          <p14:tracePt t="34233" x="6723063" y="3568700"/>
          <p14:tracePt t="34241" x="6746875" y="3568700"/>
          <p14:tracePt t="34250" x="6772275" y="3568700"/>
          <p14:tracePt t="34258" x="6796088" y="3568700"/>
          <p14:tracePt t="34258" x="6808788" y="3568700"/>
          <p14:tracePt t="34267" x="6821488" y="3568700"/>
          <p14:tracePt t="34275" x="6832600" y="3568700"/>
          <p14:tracePt t="34283" x="6832600" y="3557588"/>
          <p14:tracePt t="34298" x="6845300" y="3557588"/>
          <p14:tracePt t="34312" x="6858000" y="3557588"/>
          <p14:tracePt t="34313" x="6869113" y="3557588"/>
          <p14:tracePt t="34321" x="6894513" y="3557588"/>
          <p14:tracePt t="34326" x="6918325" y="3557588"/>
          <p14:tracePt t="34333" x="6954838" y="3557588"/>
          <p14:tracePt t="34341" x="6978650" y="3557588"/>
          <p14:tracePt t="34350" x="7040563" y="3544888"/>
          <p14:tracePt t="34358" x="7100888" y="3544888"/>
          <p14:tracePt t="34359" x="7137400" y="3532188"/>
          <p14:tracePt t="34366" x="7150100" y="3532188"/>
          <p14:tracePt t="34374" x="7223125" y="3521075"/>
          <p14:tracePt t="34383" x="7259638" y="3508375"/>
          <p14:tracePt t="34392" x="7270750" y="3508375"/>
          <p14:tracePt t="34392" x="7283450" y="3508375"/>
          <p14:tracePt t="34399" x="7283450" y="3495675"/>
          <p14:tracePt t="34408" x="7296150" y="3495675"/>
          <p14:tracePt t="34416" x="7307263" y="3495675"/>
          <p14:tracePt t="34425" x="7319963" y="3495675"/>
          <p14:tracePt t="34441" x="7332663" y="3495675"/>
          <p14:tracePt t="34451" x="7343775" y="3495675"/>
          <p14:tracePt t="34461" x="7356475" y="3495675"/>
          <p14:tracePt t="34467" x="7369175" y="3495675"/>
          <p14:tracePt t="34473" x="7380288" y="3495675"/>
          <p14:tracePt t="34481" x="7392988" y="3495675"/>
          <p14:tracePt t="34486" x="7405688" y="3495675"/>
          <p14:tracePt t="34491" x="7416800" y="3484563"/>
          <p14:tracePt t="34499" x="7442200" y="3484563"/>
          <p14:tracePt t="34508" x="7453313" y="3484563"/>
          <p14:tracePt t="34516" x="7478713" y="3471863"/>
          <p14:tracePt t="34524" x="7489825" y="3471863"/>
          <p14:tracePt t="34532" x="7515225" y="3471863"/>
          <p14:tracePt t="34541" x="7539038" y="3459163"/>
          <p14:tracePt t="34549" x="7551738" y="3459163"/>
          <p14:tracePt t="34558" x="7564438" y="3459163"/>
          <p14:tracePt t="34566" x="7588250" y="3459163"/>
          <p14:tracePt t="34574" x="7600950" y="3459163"/>
          <p14:tracePt t="34583" x="7612063" y="3459163"/>
          <p14:tracePt t="34591" x="7624763" y="3459163"/>
          <p14:tracePt t="34592" x="7637463" y="3459163"/>
          <p14:tracePt t="34606" x="7648575" y="3459163"/>
          <p14:tracePt t="34613" x="7661275" y="3459163"/>
          <p14:tracePt t="34621" x="7673975" y="3459163"/>
          <p14:tracePt t="34638" x="7685088" y="3459163"/>
          <p14:tracePt t="34642" x="7697788" y="3459163"/>
          <p14:tracePt t="34658" x="7710488" y="3459163"/>
          <p14:tracePt t="34666" x="7721600" y="3459163"/>
          <p14:tracePt t="34673" x="7734300" y="3459163"/>
          <p14:tracePt t="34691" x="7747000" y="3459163"/>
          <p14:tracePt t="34701" x="7758113" y="3459163"/>
          <p14:tracePt t="34721" x="7770813" y="3459163"/>
          <p14:tracePt t="34731" x="7783513" y="3459163"/>
          <p14:tracePt t="34733" x="7794625" y="3459163"/>
          <p14:tracePt t="34741" x="7807325" y="3459163"/>
          <p14:tracePt t="34749" x="7820025" y="3459163"/>
          <p14:tracePt t="34758" x="7831138" y="3459163"/>
          <p14:tracePt t="34766" x="7843838" y="3459163"/>
          <p14:tracePt t="34767" x="7856538" y="3459163"/>
          <p14:tracePt t="34774" x="7880350" y="3459163"/>
          <p14:tracePt t="34782" x="7904163" y="3459163"/>
          <p14:tracePt t="34792" x="7929563" y="3448050"/>
          <p14:tracePt t="34793" x="7940675" y="3448050"/>
          <p14:tracePt t="34799" x="7953375" y="3448050"/>
          <p14:tracePt t="34807" x="7977188" y="3435350"/>
          <p14:tracePt t="34816" x="7989888" y="3435350"/>
          <p14:tracePt t="34826" x="8002588" y="3435350"/>
          <p14:tracePt t="34833" x="8013700" y="3435350"/>
          <p14:tracePt t="34841" x="8013700" y="3422650"/>
          <p14:tracePt t="34849" x="8026400" y="3422650"/>
          <p14:tracePt t="34857" x="8039100" y="3409950"/>
          <p14:tracePt t="34866" x="8086725" y="3386138"/>
          <p14:tracePt t="34874" x="8112125" y="3336925"/>
          <p14:tracePt t="34882" x="8148638" y="3289300"/>
          <p14:tracePt t="34891" x="8159750" y="3263900"/>
          <p14:tracePt t="34899" x="8208963" y="3167063"/>
          <p14:tracePt t="34907" x="8221663" y="3106738"/>
          <p14:tracePt t="34916" x="8232775" y="3044825"/>
          <p14:tracePt t="34924" x="8232775" y="3008313"/>
          <p14:tracePt t="34932" x="8258175" y="2935288"/>
          <p14:tracePt t="34940" x="8270875" y="2874963"/>
          <p14:tracePt t="34949" x="8281988" y="2789238"/>
          <p14:tracePt t="34957" x="8281988" y="2728913"/>
          <p14:tracePt t="34966" x="8294688" y="2679700"/>
          <p14:tracePt t="34967" x="8294688" y="2655888"/>
          <p14:tracePt t="34974" x="8294688" y="2619375"/>
          <p14:tracePt t="34982" x="8294688" y="2582863"/>
          <p14:tracePt t="34991" x="8294688" y="2570163"/>
          <p14:tracePt t="34999" x="8281988" y="2533650"/>
          <p14:tracePt t="35007" x="8270875" y="2509838"/>
          <p14:tracePt t="35015" x="8245475" y="2460625"/>
          <p14:tracePt t="35024" x="8221663" y="2411413"/>
          <p14:tracePt t="35032" x="8185150" y="2374900"/>
          <p14:tracePt t="35040" x="8135938" y="2314575"/>
          <p14:tracePt t="35049" x="8075613" y="2241550"/>
          <p14:tracePt t="35057" x="8026400" y="2205038"/>
          <p14:tracePt t="35065" x="7940675" y="2132013"/>
          <p14:tracePt t="35074" x="7794625" y="1997075"/>
          <p14:tracePt t="35082" x="7758113" y="1960563"/>
          <p14:tracePt t="35090" x="7673975" y="1887538"/>
          <p14:tracePt t="35099" x="7526338" y="1766888"/>
          <p14:tracePt t="35107" x="7442200" y="1693863"/>
          <p14:tracePt t="35115" x="7356475" y="1644650"/>
          <p14:tracePt t="35124" x="7259638" y="1584325"/>
          <p14:tracePt t="35132" x="7161213" y="1535113"/>
          <p14:tracePt t="35133" x="7113588" y="1522413"/>
          <p14:tracePt t="35140" x="7040563" y="1498600"/>
          <p14:tracePt t="35149" x="6905625" y="1473200"/>
          <p14:tracePt t="35157" x="6796088" y="1462088"/>
          <p14:tracePt t="35165" x="6650038" y="1436688"/>
          <p14:tracePt t="35174" x="6443663" y="1436688"/>
          <p14:tracePt t="35182" x="6381750" y="1436688"/>
          <p14:tracePt t="35190" x="6211888" y="1449388"/>
          <p14:tracePt t="35198" x="5956300" y="1498600"/>
          <p14:tracePt t="35207" x="5761038" y="1546225"/>
          <p14:tracePt t="35215" x="5591175" y="1608138"/>
          <p14:tracePt t="35224" x="5432425" y="1681163"/>
          <p14:tracePt t="35232" x="5286375" y="1730375"/>
          <p14:tracePt t="35233" x="5224463" y="1766888"/>
          <p14:tracePt t="35240" x="5176838" y="1790700"/>
          <p14:tracePt t="35249" x="5103813" y="1827213"/>
          <p14:tracePt t="35257" x="5067300" y="1863725"/>
          <p14:tracePt t="35265" x="5041900" y="1887538"/>
          <p14:tracePt t="35274" x="5018088" y="1924050"/>
          <p14:tracePt t="35282" x="4994275" y="1960563"/>
          <p14:tracePt t="35290" x="4981575" y="1973263"/>
          <p14:tracePt t="35298" x="4957763" y="2022475"/>
          <p14:tracePt t="35307" x="4908550" y="2082800"/>
          <p14:tracePt t="35315" x="4884738" y="2106613"/>
          <p14:tracePt t="35324" x="4848225" y="2168525"/>
          <p14:tracePt t="35332" x="4835525" y="2192338"/>
          <p14:tracePt t="35333" x="4822825" y="2217738"/>
          <p14:tracePt t="35340" x="4811713" y="2228850"/>
          <p14:tracePt t="35348" x="4799013" y="2265363"/>
          <p14:tracePt t="35357" x="4762500" y="2301875"/>
          <p14:tracePt t="35365" x="4738688" y="2351088"/>
          <p14:tracePt t="35374" x="4676775" y="2411413"/>
          <p14:tracePt t="35382" x="4652963" y="2460625"/>
          <p14:tracePt t="35390" x="4640263" y="2473325"/>
          <p14:tracePt t="35399" x="4603750" y="2520950"/>
          <p14:tracePt t="35399" x="4591050" y="2546350"/>
          <p14:tracePt t="35407" x="4554538" y="2593975"/>
          <p14:tracePt t="35415" x="4543425" y="2643188"/>
          <p14:tracePt t="35423" x="4543425" y="2692400"/>
          <p14:tracePt t="35432" x="4530725" y="2789238"/>
          <p14:tracePt t="35440" x="4530725" y="2814638"/>
          <p14:tracePt t="35448" x="4530725" y="2874963"/>
          <p14:tracePt t="35457" x="4530725" y="2911475"/>
          <p14:tracePt t="35465" x="4530725" y="2935288"/>
          <p14:tracePt t="35473" x="4554538" y="2971800"/>
          <p14:tracePt t="35482" x="4567238" y="3008313"/>
          <p14:tracePt t="35490" x="4579938" y="3044825"/>
          <p14:tracePt t="35498" x="4603750" y="3106738"/>
          <p14:tracePt t="35507" x="4652963" y="3203575"/>
          <p14:tracePt t="35515" x="4689475" y="3252788"/>
          <p14:tracePt t="35524" x="4749800" y="3336925"/>
          <p14:tracePt t="35532" x="4822825" y="3409950"/>
          <p14:tracePt t="35540" x="4895850" y="3484563"/>
          <p14:tracePt t="35541" x="4945063" y="3521075"/>
          <p14:tracePt t="35548" x="4994275" y="3557588"/>
          <p14:tracePt t="35557" x="5140325" y="3641725"/>
          <p14:tracePt t="35565" x="5260975" y="3727450"/>
          <p14:tracePt t="35574" x="5260975" y="3740150"/>
          <p14:tracePt t="35591" x="5260975" y="3751263"/>
          <p14:tracePt t="35593" x="5273675" y="3751263"/>
          <p14:tracePt t="35599" x="5286375" y="3751263"/>
          <p14:tracePt t="37493" x="5286375" y="3740150"/>
          <p14:tracePt t="37501" x="5297488" y="3740150"/>
          <p14:tracePt t="37506" x="5310188" y="3740150"/>
          <p14:tracePt t="37511" x="5322888" y="3727450"/>
          <p14:tracePt t="37513" x="5334000" y="3727450"/>
          <p14:tracePt t="37522" x="5346700" y="3727450"/>
          <p14:tracePt t="37523" x="5370513" y="3727450"/>
          <p14:tracePt t="37530" x="5395913" y="3714750"/>
          <p14:tracePt t="37538" x="5419725" y="3703638"/>
          <p14:tracePt t="37547" x="5445125" y="3703638"/>
          <p14:tracePt t="37751" x="5456238" y="3690938"/>
          <p14:tracePt t="37753" x="5468938" y="3690938"/>
          <p14:tracePt t="37758" x="5492750" y="3678238"/>
          <p14:tracePt t="37763" x="5529263" y="3678238"/>
          <p14:tracePt t="37772" x="5565775" y="3678238"/>
          <p14:tracePt t="37773" x="5627688" y="3667125"/>
          <p14:tracePt t="37780" x="5651500" y="3654425"/>
          <p14:tracePt t="37788" x="5688013" y="3641725"/>
          <p14:tracePt t="37796" x="5724525" y="3630613"/>
          <p14:tracePt t="37804" x="5737225" y="3617913"/>
          <p14:tracePt t="37813" x="5748338" y="3617913"/>
          <p14:tracePt t="37833" x="5737225" y="3617913"/>
          <p14:tracePt t="37841" x="5711825" y="3617913"/>
          <p14:tracePt t="37847" x="5700713" y="3617913"/>
          <p14:tracePt t="37851" x="5688013" y="3630613"/>
          <p14:tracePt t="37855" x="5675313" y="3641725"/>
          <p14:tracePt t="37863" x="5675313" y="3678238"/>
          <p14:tracePt t="37872" x="5664200" y="3703638"/>
          <p14:tracePt t="37880" x="5664200" y="3776663"/>
          <p14:tracePt t="37888" x="5675313" y="3873500"/>
          <p14:tracePt t="37896" x="5700713" y="4006850"/>
          <p14:tracePt t="37905" x="5748338" y="4202113"/>
          <p14:tracePt t="37913" x="5773738" y="4300538"/>
          <p14:tracePt t="38072" x="5773738" y="4275138"/>
          <p14:tracePt t="38078" x="5773738" y="4264025"/>
          <p14:tracePt t="38081" x="5773738" y="4238625"/>
          <p14:tracePt t="38088" x="5773738" y="4227513"/>
          <p14:tracePt t="38096" x="5773738" y="4202113"/>
          <p14:tracePt t="38105" x="5761038" y="4202113"/>
          <p14:tracePt t="38113" x="5784850" y="4202113"/>
          <p14:tracePt t="38122" x="5810250" y="4202113"/>
          <p14:tracePt t="38123" x="5834063" y="4202113"/>
          <p14:tracePt t="38130" x="5870575" y="4202113"/>
          <p14:tracePt t="38138" x="6003925" y="4202113"/>
          <p14:tracePt t="38146" x="6199188" y="4202113"/>
          <p14:tracePt t="38147" x="6284913" y="4202113"/>
          <p14:tracePt t="38154" x="6284913" y="4214813"/>
          <p14:tracePt t="38162" x="6284913" y="4227513"/>
          <p14:tracePt t="38171" x="6284913" y="4251325"/>
          <p14:tracePt t="38179" x="6284913" y="4275138"/>
          <p14:tracePt t="38187" x="6284913" y="4287838"/>
          <p14:tracePt t="38196" x="6297613" y="4287838"/>
          <p14:tracePt t="38204" x="6297613" y="4300538"/>
          <p14:tracePt t="38212" x="6308725" y="4300538"/>
          <p14:tracePt t="38221" x="6321425" y="4300538"/>
          <p14:tracePt t="38229" x="6334125" y="4300538"/>
          <p14:tracePt t="38241" x="6345238" y="4300538"/>
          <p14:tracePt t="38266" x="6345238" y="4287838"/>
          <p14:tracePt t="38281" x="6345238" y="4275138"/>
          <p14:tracePt t="38298" x="6345238" y="4264025"/>
          <p14:tracePt t="38311" x="6345238" y="4251325"/>
          <p14:tracePt t="38313" x="6345238" y="4238625"/>
          <p14:tracePt t="38321" x="6334125" y="4227513"/>
          <p14:tracePt t="38329" x="6334125" y="4214813"/>
          <p14:tracePt t="38337" x="6321425" y="4191000"/>
          <p14:tracePt t="38346" x="6308725" y="4165600"/>
          <p14:tracePt t="38347" x="6308725" y="4141788"/>
          <p14:tracePt t="38354" x="6297613" y="4092575"/>
          <p14:tracePt t="38362" x="6284913" y="4032250"/>
          <p14:tracePt t="38371" x="6272213" y="4006850"/>
          <p14:tracePt t="38379" x="6235700" y="3910013"/>
          <p14:tracePt t="38387" x="6199188" y="3873500"/>
          <p14:tracePt t="38396" x="6162675" y="3824288"/>
          <p14:tracePt t="38404" x="6138863" y="3813175"/>
          <p14:tracePt t="38413" x="6115050" y="3776663"/>
          <p14:tracePt t="38413" x="6102350" y="3763963"/>
          <p14:tracePt t="38420" x="6089650" y="3763963"/>
          <p14:tracePt t="38429" x="6065838" y="3740150"/>
          <p14:tracePt t="38437" x="6053138" y="3727450"/>
          <p14:tracePt t="38446" x="6040438" y="3727450"/>
          <p14:tracePt t="38454" x="6003925" y="3703638"/>
          <p14:tracePt t="38462" x="5980113" y="3690938"/>
          <p14:tracePt t="38471" x="5967413" y="3678238"/>
          <p14:tracePt t="38479" x="5907088" y="3654425"/>
          <p14:tracePt t="38487" x="5857875" y="3630613"/>
          <p14:tracePt t="38495" x="5797550" y="3617913"/>
          <p14:tracePt t="38504" x="5724525" y="3594100"/>
          <p14:tracePt t="38512" x="5664200" y="3581400"/>
          <p14:tracePt t="38520" x="5602288" y="3568700"/>
          <p14:tracePt t="38529" x="5565775" y="3557588"/>
          <p14:tracePt t="38537" x="5529263" y="3557588"/>
          <p14:tracePt t="38545" x="5505450" y="3557588"/>
          <p14:tracePt t="38554" x="5468938" y="3557588"/>
          <p14:tracePt t="38562" x="5445125" y="3557588"/>
          <p14:tracePt t="38570" x="5432425" y="3557588"/>
          <p14:tracePt t="38579" x="5370513" y="3557588"/>
          <p14:tracePt t="38587" x="5322888" y="3557588"/>
          <p14:tracePt t="38595" x="5249863" y="3557588"/>
          <p14:tracePt t="38604" x="5187950" y="3568700"/>
          <p14:tracePt t="38613" x="5103813" y="3581400"/>
          <p14:tracePt t="38620" x="5078413" y="3581400"/>
          <p14:tracePt t="38629" x="5018088" y="3605213"/>
          <p14:tracePt t="38637" x="4945063" y="3630613"/>
          <p14:tracePt t="38645" x="4848225" y="3654425"/>
          <p14:tracePt t="38654" x="4725988" y="3703638"/>
          <p14:tracePt t="38662" x="4652963" y="3740150"/>
          <p14:tracePt t="38670" x="4616450" y="3751263"/>
          <p14:tracePt t="38679" x="4554538" y="3813175"/>
          <p14:tracePt t="38687" x="4530725" y="3836988"/>
          <p14:tracePt t="38695" x="4494213" y="3873500"/>
          <p14:tracePt t="38704" x="4470400" y="3910013"/>
          <p14:tracePt t="38712" x="4433888" y="3933825"/>
          <p14:tracePt t="38713" x="4433888" y="3946525"/>
          <p14:tracePt t="38720" x="4421188" y="3959225"/>
          <p14:tracePt t="38729" x="4384675" y="3995738"/>
          <p14:tracePt t="38737" x="4371975" y="4032250"/>
          <p14:tracePt t="38738" x="4360863" y="4056063"/>
          <p14:tracePt t="38745" x="4335463" y="4092575"/>
          <p14:tracePt t="38754" x="4298950" y="4165600"/>
          <p14:tracePt t="38762" x="4287838" y="4202113"/>
          <p14:tracePt t="38770" x="4275138" y="4227513"/>
          <p14:tracePt t="38778" x="4251325" y="4275138"/>
          <p14:tracePt t="38787" x="4225925" y="4311650"/>
          <p14:tracePt t="38795" x="4214813" y="4360863"/>
          <p14:tracePt t="38804" x="4189413" y="4397375"/>
          <p14:tracePt t="38812" x="4189413" y="4446588"/>
          <p14:tracePt t="38813" x="4178300" y="4470400"/>
          <p14:tracePt t="38820" x="4165600" y="4506913"/>
          <p14:tracePt t="38829" x="4152900" y="4556125"/>
          <p14:tracePt t="38837" x="4129088" y="4629150"/>
          <p14:tracePt t="38845" x="4129088" y="4689475"/>
          <p14:tracePt t="38854" x="4105275" y="4787900"/>
          <p14:tracePt t="38862" x="4092575" y="4835525"/>
          <p14:tracePt t="38870" x="4092575" y="4872038"/>
          <p14:tracePt t="38878" x="4092575" y="4921250"/>
          <p14:tracePt t="38887" x="4092575" y="5006975"/>
          <p14:tracePt t="38895" x="4105275" y="5054600"/>
          <p14:tracePt t="38904" x="4129088" y="5091113"/>
          <p14:tracePt t="38912" x="4152900" y="5127625"/>
          <p14:tracePt t="38912" x="4178300" y="5153025"/>
          <p14:tracePt t="38920" x="4202113" y="5164138"/>
          <p14:tracePt t="38928" x="4262438" y="5213350"/>
          <p14:tracePt t="38937" x="4311650" y="5249863"/>
          <p14:tracePt t="38945" x="4397375" y="5299075"/>
          <p14:tracePt t="38953" x="4627563" y="5395913"/>
          <p14:tracePt t="38962" x="4799013" y="5457825"/>
          <p14:tracePt t="38970" x="4884738" y="5481638"/>
          <p14:tracePt t="38978" x="5103813" y="5541963"/>
          <p14:tracePt t="38987" x="5383213" y="5627688"/>
          <p14:tracePt t="38995" x="5554663" y="5676900"/>
          <p14:tracePt t="39003" x="5724525" y="5713413"/>
          <p14:tracePt t="39012" x="5821363" y="5749925"/>
          <p14:tracePt t="39012" x="5956300" y="5786438"/>
          <p14:tracePt t="39020" x="6040438" y="5797550"/>
          <p14:tracePt t="39028" x="6188075" y="5834063"/>
          <p14:tracePt t="39037" x="6321425" y="5846763"/>
          <p14:tracePt t="39045" x="6480175" y="5846763"/>
          <p14:tracePt t="39053" x="6746875" y="5846763"/>
          <p14:tracePt t="39062" x="6931025" y="5846763"/>
          <p14:tracePt t="39070" x="7040563" y="5834063"/>
          <p14:tracePt t="39078" x="7246938" y="5810250"/>
          <p14:tracePt t="39087" x="7564438" y="5749925"/>
          <p14:tracePt t="39095" x="7758113" y="5700713"/>
          <p14:tracePt t="39103" x="7929563" y="5664200"/>
          <p14:tracePt t="39112" x="8062913" y="5640388"/>
          <p14:tracePt t="39120" x="8172450" y="5614988"/>
          <p14:tracePt t="39128" x="8245475" y="5591175"/>
          <p14:tracePt t="39137" x="8294688" y="5567363"/>
          <p14:tracePt t="39145" x="8343900" y="5541963"/>
          <p14:tracePt t="39153" x="8391525" y="5505450"/>
          <p14:tracePt t="39161" x="8391525" y="5494338"/>
          <p14:tracePt t="39170" x="8428038" y="5457825"/>
          <p14:tracePt t="39178" x="8464550" y="5421313"/>
          <p14:tracePt t="39186" x="8501063" y="5359400"/>
          <p14:tracePt t="39195" x="8586788" y="5237163"/>
          <p14:tracePt t="39203" x="8672513" y="5116513"/>
          <p14:tracePt t="39211" x="8709025" y="5067300"/>
          <p14:tracePt t="39220" x="8782050" y="4908550"/>
          <p14:tracePt t="39228" x="8829675" y="4824413"/>
          <p14:tracePt t="39237" x="8866188" y="4751388"/>
          <p14:tracePt t="39245" x="8866188" y="4678363"/>
          <p14:tracePt t="39253" x="8866188" y="4567238"/>
          <p14:tracePt t="39261" x="8866188" y="4530725"/>
          <p14:tracePt t="39270" x="8855075" y="4446588"/>
          <p14:tracePt t="39278" x="8805863" y="4348163"/>
          <p14:tracePt t="39286" x="8745538" y="4264025"/>
          <p14:tracePt t="39295" x="8610600" y="4105275"/>
          <p14:tracePt t="39303" x="8501063" y="4006850"/>
          <p14:tracePt t="39311" x="8453438" y="3946525"/>
          <p14:tracePt t="39320" x="8245475" y="3813175"/>
          <p14:tracePt t="39328" x="8112125" y="3727450"/>
          <p14:tracePt t="39336" x="7966075" y="3654425"/>
          <p14:tracePt t="39345" x="7843838" y="3605213"/>
          <p14:tracePt t="39353" x="7673975" y="3568700"/>
          <p14:tracePt t="39361" x="7600950" y="3544888"/>
          <p14:tracePt t="39370" x="7416800" y="3521075"/>
          <p14:tracePt t="39378" x="7223125" y="3508375"/>
          <p14:tracePt t="39379" x="7124700" y="3495675"/>
          <p14:tracePt t="39386" x="7015163" y="3495675"/>
          <p14:tracePt t="39395" x="6710363" y="3448050"/>
          <p14:tracePt t="39403" x="6491288" y="3409950"/>
          <p14:tracePt t="39411" x="6418263" y="3409950"/>
          <p14:tracePt t="39420" x="6235700" y="3386138"/>
          <p14:tracePt t="39428" x="6138863" y="3362325"/>
          <p14:tracePt t="39436" x="6102350" y="3362325"/>
          <p14:tracePt t="39445" x="6065838" y="3349625"/>
          <p14:tracePt t="39453" x="6040438" y="3349625"/>
          <p14:tracePt t="39461" x="6016625" y="3349625"/>
          <p14:tracePt t="39470" x="6003925" y="3349625"/>
          <p14:tracePt t="39478" x="5956300" y="3349625"/>
          <p14:tracePt t="39486" x="5930900" y="3349625"/>
          <p14:tracePt t="39495" x="5857875" y="3349625"/>
          <p14:tracePt t="39503" x="5834063" y="3349625"/>
          <p14:tracePt t="39511" x="5821363" y="3349625"/>
          <p14:tracePt t="39521" x="5810250" y="3349625"/>
          <p14:tracePt t="39533" x="5797550" y="3349625"/>
          <p14:tracePt t="39541" x="5784850" y="3349625"/>
          <p14:tracePt t="39546" x="5773738" y="3349625"/>
          <p14:tracePt t="39553" x="5737225" y="3349625"/>
          <p14:tracePt t="39561" x="5711825" y="3349625"/>
          <p14:tracePt t="39569" x="5664200" y="3362325"/>
          <p14:tracePt t="39578" x="5578475" y="3373438"/>
          <p14:tracePt t="39586" x="5529263" y="3373438"/>
          <p14:tracePt t="39594" x="5395913" y="3409950"/>
          <p14:tracePt t="39603" x="5260975" y="3435350"/>
          <p14:tracePt t="39611" x="5187950" y="3448050"/>
          <p14:tracePt t="39619" x="5018088" y="3495675"/>
          <p14:tracePt t="39628" x="4932363" y="3521075"/>
          <p14:tracePt t="39636" x="4908550" y="3532188"/>
          <p14:tracePt t="39644" x="4884738" y="3532188"/>
          <p14:tracePt t="39998" x="4872038" y="3532188"/>
          <p14:tracePt t="40026" x="4872038" y="3544888"/>
          <p14:tracePt t="40038" x="4859338" y="3544888"/>
          <p14:tracePt t="40046" x="4848225" y="3544888"/>
          <p14:tracePt t="40066" x="4848225" y="3557588"/>
          <p14:tracePt t="40071" x="4848225" y="3568700"/>
          <p14:tracePt t="40072" x="4872038" y="3581400"/>
          <p14:tracePt t="40078" x="4895850" y="3605213"/>
          <p14:tracePt t="40086" x="4932363" y="3617913"/>
          <p14:tracePt t="40087" x="4957763" y="3630613"/>
          <p14:tracePt t="40094" x="4994275" y="3667125"/>
          <p14:tracePt t="40102" x="5041900" y="3690938"/>
          <p14:tracePt t="40111" x="5054600" y="3703638"/>
          <p14:tracePt t="40112" x="5078413" y="3714750"/>
          <p14:tracePt t="40119" x="5091113" y="3727450"/>
          <p14:tracePt t="40127" x="5103813" y="3740150"/>
          <p14:tracePt t="40136" x="5114925" y="3751263"/>
          <p14:tracePt t="40144" x="5114925" y="3776663"/>
          <p14:tracePt t="40152" x="5114925" y="3787775"/>
          <p14:tracePt t="40161" x="5114925" y="3800475"/>
          <p14:tracePt t="40169" x="5114925" y="3836988"/>
          <p14:tracePt t="40177" x="5103813" y="3873500"/>
          <p14:tracePt t="40186" x="5091113" y="3922713"/>
          <p14:tracePt t="40186" x="5091113" y="3946525"/>
          <p14:tracePt t="40194" x="5091113" y="4006850"/>
          <p14:tracePt t="40202" x="5127625" y="4056063"/>
          <p14:tracePt t="40211" x="5127625" y="4092575"/>
          <p14:tracePt t="40219" x="5164138" y="4191000"/>
          <p14:tracePt t="40227" x="5200650" y="4238625"/>
          <p14:tracePt t="40513" x="5224463" y="4214813"/>
          <p14:tracePt t="40519" x="5237163" y="4202113"/>
          <p14:tracePt t="40522" x="5249863" y="4178300"/>
          <p14:tracePt t="40527" x="5249863" y="4154488"/>
          <p14:tracePt t="40536" x="5273675" y="4117975"/>
          <p14:tracePt t="40543" x="5297488" y="4068763"/>
          <p14:tracePt t="40553" x="5310188" y="4056063"/>
          <p14:tracePt t="40560" x="5310188" y="4032250"/>
          <p14:tracePt t="40581" x="5297488" y="4032250"/>
          <p14:tracePt t="40586" x="5273675" y="4032250"/>
          <p14:tracePt t="40592" x="5273675" y="4043363"/>
          <p14:tracePt t="40598" x="5273675" y="4056063"/>
          <p14:tracePt t="40618" x="5273675" y="4068763"/>
          <p14:tracePt t="40626" x="5286375" y="4068763"/>
          <p14:tracePt t="40633" x="5297488" y="4081463"/>
          <p14:tracePt t="40641" x="5322888" y="4092575"/>
          <p14:tracePt t="40646" x="5334000" y="4092575"/>
          <p14:tracePt t="40652" x="5346700" y="4092575"/>
          <p14:tracePt t="40660" x="5370513" y="4092575"/>
          <p14:tracePt t="40673" x="5383213" y="4092575"/>
          <p14:tracePt t="40686" x="5395913" y="4092575"/>
          <p14:tracePt t="40692" x="5408613" y="4092575"/>
          <p14:tracePt t="40698" x="5432425" y="4105275"/>
          <p14:tracePt t="40702" x="5445125" y="4105275"/>
          <p14:tracePt t="40710" x="5481638" y="4105275"/>
          <p14:tracePt t="40718" x="5529263" y="4105275"/>
          <p14:tracePt t="40727" x="5638800" y="4105275"/>
          <p14:tracePt t="40735" x="5748338" y="4105275"/>
          <p14:tracePt t="40744" x="5894388" y="4105275"/>
          <p14:tracePt t="40752" x="6040438" y="4092575"/>
          <p14:tracePt t="40760" x="6175375" y="4068763"/>
          <p14:tracePt t="40768" x="6284913" y="4032250"/>
          <p14:tracePt t="40777" x="6370638" y="4019550"/>
          <p14:tracePt t="40785" x="6430963" y="3983038"/>
          <p14:tracePt t="40793" x="6480175" y="3946525"/>
          <p14:tracePt t="40801" x="6491288" y="3933825"/>
          <p14:tracePt t="40810" x="6503988" y="3933825"/>
          <p14:tracePt t="40819" x="6516688" y="3922713"/>
          <p14:tracePt t="40819" x="6516688" y="3910013"/>
          <p14:tracePt t="40826" x="6527800" y="3897313"/>
          <p14:tracePt t="40835" x="6540500" y="3886200"/>
          <p14:tracePt t="40843" x="6553200" y="3860800"/>
          <p14:tracePt t="40851" x="6564313" y="3836988"/>
          <p14:tracePt t="40860" x="6577013" y="3824288"/>
          <p14:tracePt t="40868" x="6589713" y="3800475"/>
          <p14:tracePt t="40877" x="6600825" y="3787775"/>
          <p14:tracePt t="40885" x="6613525" y="3776663"/>
          <p14:tracePt t="40893" x="6613525" y="3763963"/>
          <p14:tracePt t="41031" x="6613525" y="3751263"/>
          <p14:tracePt t="41033" x="6613525" y="3740150"/>
          <p14:tracePt t="41038" x="6613525" y="3727450"/>
          <p14:tracePt t="41043" x="6613525" y="3703638"/>
          <p14:tracePt t="41052" x="6613525" y="3667125"/>
          <p14:tracePt t="41060" x="6613525" y="3594100"/>
          <p14:tracePt t="41068" x="6613525" y="3568700"/>
          <p14:tracePt t="41077" x="6613525" y="3544888"/>
          <p14:tracePt t="41085" x="6600825" y="3532188"/>
          <p14:tracePt t="41094" x="6600825" y="3521075"/>
          <p14:tracePt t="41103" x="6600825" y="3508375"/>
          <p14:tracePt t="41110" x="6589713" y="3508375"/>
          <p14:tracePt t="41131" x="6589713" y="3495675"/>
          <p14:tracePt t="41151" x="6577013" y="3495675"/>
          <p14:tracePt t="41158" x="6564313" y="3484563"/>
          <p14:tracePt t="41161" x="6564313" y="3471863"/>
          <p14:tracePt t="41171" x="6553200" y="3471863"/>
          <p14:tracePt t="41176" x="6540500" y="3471863"/>
          <p14:tracePt t="41185" x="6527800" y="3471863"/>
          <p14:tracePt t="41193" x="6527800" y="3459163"/>
          <p14:tracePt t="41206" x="6516688" y="3459163"/>
          <p14:tracePt t="41226" x="6503988" y="3459163"/>
          <p14:tracePt t="41251" x="6491288" y="3459163"/>
          <p14:tracePt t="41252" x="6491288" y="3448050"/>
          <p14:tracePt t="41260" x="6480175" y="3448050"/>
          <p14:tracePt t="41273" x="6467475" y="3448050"/>
          <p14:tracePt t="41281" x="6454775" y="3448050"/>
          <p14:tracePt t="41291" x="6443663" y="3448050"/>
          <p14:tracePt t="41471" x="6454775" y="3459163"/>
          <p14:tracePt t="41473" x="6467475" y="3459163"/>
          <p14:tracePt t="41478" x="6480175" y="3459163"/>
          <p14:tracePt t="41484" x="6491288" y="3471863"/>
          <p14:tracePt t="41492" x="6564313" y="3508375"/>
          <p14:tracePt t="41501" x="6589713" y="3508375"/>
          <p14:tracePt t="41509" x="6637338" y="3521075"/>
          <p14:tracePt t="41519" x="6723063" y="3532188"/>
          <p14:tracePt t="41527" x="6759575" y="3544888"/>
          <p14:tracePt t="41528" x="6783388" y="3544888"/>
          <p14:tracePt t="41534" x="6858000" y="3544888"/>
          <p14:tracePt t="41543" x="6918325" y="3544888"/>
          <p14:tracePt t="41551" x="6954838" y="3544888"/>
          <p14:tracePt t="41559" x="7027863" y="3532188"/>
          <p14:tracePt t="41567" x="7088188" y="3521075"/>
          <p14:tracePt t="41576" x="7137400" y="3521075"/>
          <p14:tracePt t="41584" x="7210425" y="3495675"/>
          <p14:tracePt t="41592" x="7270750" y="3484563"/>
          <p14:tracePt t="41601" x="7319963" y="3471863"/>
          <p14:tracePt t="41609" x="7332663" y="3471863"/>
          <p14:tracePt t="41618" x="7356475" y="3471863"/>
          <p14:tracePt t="41633" x="7369175" y="3459163"/>
          <p14:tracePt t="41641" x="7380288" y="3459163"/>
          <p14:tracePt t="41661" x="7392988" y="3459163"/>
          <p14:tracePt t="41666" x="7405688" y="3459163"/>
          <p14:tracePt t="41672" x="7416800" y="3459163"/>
          <p14:tracePt t="41678" x="7429500" y="3459163"/>
          <p14:tracePt t="41684" x="7442200" y="3448050"/>
          <p14:tracePt t="41692" x="7478713" y="3435350"/>
          <p14:tracePt t="41701" x="7502525" y="3422650"/>
          <p14:tracePt t="41702" x="7526338" y="3409950"/>
          <p14:tracePt t="41709" x="7551738" y="3409950"/>
          <p14:tracePt t="41718" x="7600950" y="3386138"/>
          <p14:tracePt t="41726" x="7637463" y="3362325"/>
          <p14:tracePt t="41727" x="7661275" y="3349625"/>
          <p14:tracePt t="41734" x="7685088" y="3336925"/>
          <p14:tracePt t="41742" x="7734300" y="3313113"/>
          <p14:tracePt t="41751" x="7747000" y="3300413"/>
          <p14:tracePt t="41752" x="7770813" y="3289300"/>
          <p14:tracePt t="41752" x="7794625" y="3276600"/>
          <p14:tracePt t="41759" x="7807325" y="3276600"/>
          <p14:tracePt t="41768" x="7856538" y="3240088"/>
          <p14:tracePt t="41776" x="7893050" y="3203575"/>
          <p14:tracePt t="41784" x="7940675" y="3179763"/>
          <p14:tracePt t="41792" x="7977188" y="3154363"/>
          <p14:tracePt t="41801" x="8026400" y="3106738"/>
          <p14:tracePt t="41809" x="8039100" y="3094038"/>
          <p14:tracePt t="41818" x="8075613" y="3081338"/>
          <p14:tracePt t="41826" x="8099425" y="3057525"/>
          <p14:tracePt t="41827" x="8112125" y="3044825"/>
          <p14:tracePt t="41834" x="8112125" y="3033713"/>
          <p14:tracePt t="41843" x="8135938" y="3008313"/>
          <p14:tracePt t="41851" x="8148638" y="2997200"/>
          <p14:tracePt t="41859" x="8172450" y="2971800"/>
          <p14:tracePt t="41867" x="8185150" y="2924175"/>
          <p14:tracePt t="41876" x="8185150" y="2887663"/>
          <p14:tracePt t="41884" x="8185150" y="2851150"/>
          <p14:tracePt t="41892" x="8185150" y="2825750"/>
          <p14:tracePt t="41901" x="8185150" y="2789238"/>
          <p14:tracePt t="41909" x="8185150" y="2752725"/>
          <p14:tracePt t="41917" x="8172450" y="2728913"/>
          <p14:tracePt t="41918" x="8159750" y="2716213"/>
          <p14:tracePt t="41926" x="8159750" y="2703513"/>
          <p14:tracePt t="41926" x="8159750" y="2692400"/>
          <p14:tracePt t="41934" x="8159750" y="2667000"/>
          <p14:tracePt t="41942" x="8135938" y="2643188"/>
          <p14:tracePt t="41951" x="8123238" y="2630488"/>
          <p14:tracePt t="41959" x="8123238" y="2593975"/>
          <p14:tracePt t="41967" x="8112125" y="2582863"/>
          <p14:tracePt t="41976" x="8086725" y="2557463"/>
          <p14:tracePt t="41984" x="8075613" y="2533650"/>
          <p14:tracePt t="41992" x="8062913" y="2520950"/>
          <p14:tracePt t="42000" x="8039100" y="2484438"/>
          <p14:tracePt t="42009" x="8026400" y="2473325"/>
          <p14:tracePt t="42017" x="8013700" y="2460625"/>
          <p14:tracePt t="42025" x="8002588" y="2436813"/>
          <p14:tracePt t="42034" x="7989888" y="2424113"/>
          <p14:tracePt t="42042" x="7966075" y="2387600"/>
          <p14:tracePt t="42050" x="7953375" y="2387600"/>
          <p14:tracePt t="42059" x="7929563" y="2351088"/>
          <p14:tracePt t="42067" x="7904163" y="2314575"/>
          <p14:tracePt t="42076" x="7867650" y="2290763"/>
          <p14:tracePt t="42084" x="7856538" y="2265363"/>
          <p14:tracePt t="42092" x="7831138" y="2241550"/>
          <p14:tracePt t="42100" x="7807325" y="2217738"/>
          <p14:tracePt t="42109" x="7794625" y="2192338"/>
          <p14:tracePt t="42117" x="7770813" y="2168525"/>
          <p14:tracePt t="42125" x="7758113" y="2143125"/>
          <p14:tracePt t="42134" x="7721600" y="2082800"/>
          <p14:tracePt t="42142" x="7697788" y="2046288"/>
          <p14:tracePt t="42150" x="7685088" y="2022475"/>
          <p14:tracePt t="42159" x="7648575" y="1960563"/>
          <p14:tracePt t="42167" x="7624763" y="1912938"/>
          <p14:tracePt t="42176" x="7600950" y="1887538"/>
          <p14:tracePt t="42184" x="7564438" y="1863725"/>
          <p14:tracePt t="42192" x="7539038" y="1851025"/>
          <p14:tracePt t="42193" x="7526338" y="1827213"/>
          <p14:tracePt t="42201" x="7515225" y="1814513"/>
          <p14:tracePt t="42211" x="7502525" y="1814513"/>
          <p14:tracePt t="42217" x="7489825" y="1803400"/>
          <p14:tracePt t="42226" x="7478713" y="1790700"/>
          <p14:tracePt t="42234" x="7466013" y="1790700"/>
          <p14:tracePt t="42242" x="7453313" y="1778000"/>
          <p14:tracePt t="42250" x="7442200" y="1766888"/>
          <p14:tracePt t="42258" x="7416800" y="1741488"/>
          <p14:tracePt t="42267" x="7392988" y="1730375"/>
          <p14:tracePt t="42275" x="7356475" y="1717675"/>
          <p14:tracePt t="42284" x="7332663" y="1704975"/>
          <p14:tracePt t="42292" x="7296150" y="1693863"/>
          <p14:tracePt t="42300" x="7283450" y="1681163"/>
          <p14:tracePt t="42309" x="7259638" y="1668463"/>
          <p14:tracePt t="42317" x="7234238" y="1668463"/>
          <p14:tracePt t="42325" x="7210425" y="1657350"/>
          <p14:tracePt t="42334" x="7173913" y="1657350"/>
          <p14:tracePt t="42342" x="7150100" y="1657350"/>
          <p14:tracePt t="42351" x="7137400" y="1657350"/>
          <p14:tracePt t="42359" x="7124700" y="1657350"/>
          <p14:tracePt t="42367" x="7113588" y="1657350"/>
          <p14:tracePt t="42375" x="7100888" y="1657350"/>
          <p14:tracePt t="42383" x="7088188" y="1657350"/>
          <p14:tracePt t="42392" x="7077075" y="1657350"/>
          <p14:tracePt t="42392" x="7064375" y="1657350"/>
          <p14:tracePt t="42401" x="7051675" y="1657350"/>
          <p14:tracePt t="42408" x="7040563" y="1657350"/>
          <p14:tracePt t="42417" x="7027863" y="1657350"/>
          <p14:tracePt t="42418" x="7004050" y="1657350"/>
          <p14:tracePt t="42425" x="6991350" y="1657350"/>
          <p14:tracePt t="42433" x="6978650" y="1657350"/>
          <p14:tracePt t="42446" x="6967538" y="1657350"/>
          <p14:tracePt t="42493" x="6954838" y="1657350"/>
          <p14:tracePt t="42501" x="6942138" y="1657350"/>
          <p14:tracePt t="42506" x="6931025" y="1657350"/>
          <p14:tracePt t="42518" x="6918325" y="1657350"/>
          <p14:tracePt t="42521" x="6905625" y="1657350"/>
          <p14:tracePt t="42526" x="6894513" y="1657350"/>
          <p14:tracePt t="42534" x="6869113" y="1657350"/>
          <p14:tracePt t="42541" x="6858000" y="1657350"/>
          <p14:tracePt t="42550" x="6845300" y="1657350"/>
          <p14:tracePt t="42558" x="6832600" y="1657350"/>
          <p14:tracePt t="42567" x="6808788" y="1657350"/>
          <p14:tracePt t="42578" x="6796088" y="1668463"/>
          <p14:tracePt t="42586" x="6783388" y="1668463"/>
          <p14:tracePt t="42593" x="6772275" y="1681163"/>
          <p14:tracePt t="42600" x="6759575" y="1681163"/>
          <p14:tracePt t="42608" x="6735763" y="1681163"/>
          <p14:tracePt t="42617" x="6710363" y="1693863"/>
          <p14:tracePt t="42625" x="6673850" y="1704975"/>
          <p14:tracePt t="42633" x="6626225" y="1717675"/>
          <p14:tracePt t="42641" x="6600825" y="1730375"/>
          <p14:tracePt t="42650" x="6589713" y="1741488"/>
          <p14:tracePt t="42658" x="6553200" y="1754188"/>
          <p14:tracePt t="42659" x="6540500" y="1754188"/>
          <p14:tracePt t="42667" x="6527800" y="1754188"/>
          <p14:tracePt t="42675" x="6516688" y="1766888"/>
          <p14:tracePt t="42683" x="6503988" y="1766888"/>
          <p14:tracePt t="42692" x="6491288" y="1778000"/>
          <p14:tracePt t="42700" x="6480175" y="1790700"/>
          <p14:tracePt t="42708" x="6467475" y="1803400"/>
          <p14:tracePt t="42717" x="6454775" y="1814513"/>
          <p14:tracePt t="42725" x="6443663" y="1827213"/>
          <p14:tracePt t="42733" x="6418263" y="1839913"/>
          <p14:tracePt t="42742" x="6407150" y="1851025"/>
          <p14:tracePt t="42750" x="6407150" y="1863725"/>
          <p14:tracePt t="42758" x="6381750" y="1876425"/>
          <p14:tracePt t="42767" x="6370638" y="1876425"/>
          <p14:tracePt t="42768" x="6357938" y="1876425"/>
          <p14:tracePt t="42781" x="6357938" y="1887538"/>
          <p14:tracePt t="42811" x="6345238" y="1887538"/>
          <p14:tracePt t="42821" x="6334125" y="1900238"/>
          <p14:tracePt t="42841" x="6321425" y="1900238"/>
          <p14:tracePt t="43033" x="6321425" y="1912938"/>
          <p14:tracePt t="43038" x="6321425" y="1936750"/>
          <p14:tracePt t="43042" x="6321425" y="1949450"/>
          <p14:tracePt t="43050" x="6321425" y="1973263"/>
          <p14:tracePt t="43059" x="6321425" y="2022475"/>
          <p14:tracePt t="43067" x="6321425" y="2033588"/>
          <p14:tracePt t="43075" x="6308725" y="2119313"/>
          <p14:tracePt t="43083" x="6308725" y="2192338"/>
          <p14:tracePt t="43092" x="6308725" y="2278063"/>
          <p14:tracePt t="43093" x="6297613" y="2338388"/>
          <p14:tracePt t="43100" x="6297613" y="2400300"/>
          <p14:tracePt t="43108" x="6297613" y="2570163"/>
          <p14:tracePt t="43116" x="6297613" y="2728913"/>
          <p14:tracePt t="43125" x="6297613" y="2862263"/>
          <p14:tracePt t="43133" x="6297613" y="2997200"/>
          <p14:tracePt t="43141" x="6308725" y="3033713"/>
          <p14:tracePt t="43150" x="6321425" y="3094038"/>
          <p14:tracePt t="43158" x="6334125" y="3154363"/>
          <p14:tracePt t="43159" x="6334125" y="3167063"/>
          <p14:tracePt t="43166" x="6345238" y="3190875"/>
          <p14:tracePt t="43174" x="6345238" y="3227388"/>
          <p14:tracePt t="43183" x="6357938" y="3252788"/>
          <p14:tracePt t="43191" x="6357938" y="3263900"/>
          <p14:tracePt t="43199" x="6357938" y="3289300"/>
          <p14:tracePt t="43208" x="6357938" y="3300413"/>
          <p14:tracePt t="43216" x="6357938" y="3325813"/>
          <p14:tracePt t="43224" x="6345238" y="3336925"/>
          <p14:tracePt t="43232" x="6334125" y="3362325"/>
          <p14:tracePt t="43241" x="6321425" y="3362325"/>
          <p14:tracePt t="43249" x="6308725" y="3386138"/>
          <p14:tracePt t="43258" x="6297613" y="3398838"/>
          <p14:tracePt t="43266" x="6297613" y="3409950"/>
          <p14:tracePt t="43274" x="6297613" y="3422650"/>
          <p14:tracePt t="43283" x="6284913" y="3435350"/>
          <p14:tracePt t="43291" x="6284913" y="3448050"/>
          <p14:tracePt t="43299" x="6284913" y="3484563"/>
          <p14:tracePt t="43308" x="6272213" y="3508375"/>
          <p14:tracePt t="43316" x="6261100" y="3544888"/>
          <p14:tracePt t="43324" x="6248400" y="3605213"/>
          <p14:tracePt t="43332" x="6224588" y="3654425"/>
          <p14:tracePt t="43341" x="6224588" y="3740150"/>
          <p14:tracePt t="43349" x="6224588" y="3763963"/>
          <p14:tracePt t="43358" x="6199188" y="3836988"/>
          <p14:tracePt t="43366" x="6199188" y="3873500"/>
          <p14:tracePt t="43374" x="6199188" y="3886200"/>
          <p14:tracePt t="43383" x="6188075" y="3886200"/>
          <p14:tracePt t="43391" x="6188075" y="3897313"/>
          <p14:tracePt t="43426" x="6175375" y="3897313"/>
          <p14:tracePt t="43438" x="6175375" y="3910013"/>
          <p14:tracePt t="43442" x="6162675" y="3910013"/>
          <p14:tracePt t="43446" x="6162675" y="3922713"/>
          <p14:tracePt t="43458" x="6162675" y="3933825"/>
          <p14:tracePt t="43551" x="6162675" y="3946525"/>
          <p14:tracePt t="43553" x="6175375" y="3946525"/>
          <p14:tracePt t="43558" x="6188075" y="3946525"/>
          <p14:tracePt t="43566" x="6199188" y="3959225"/>
          <p14:tracePt t="43567" x="6211888" y="3959225"/>
          <p14:tracePt t="43574" x="6248400" y="3959225"/>
          <p14:tracePt t="43582" x="6272213" y="3959225"/>
          <p14:tracePt t="43591" x="6297613" y="3959225"/>
          <p14:tracePt t="43592" x="6308725" y="3959225"/>
          <p14:tracePt t="43601" x="6321425" y="3959225"/>
          <p14:tracePt t="43633" x="6334125" y="3959225"/>
          <p14:tracePt t="43666" x="6345238" y="3970338"/>
          <p14:tracePt t="43672" x="6357938" y="3970338"/>
          <p14:tracePt t="43674" x="6370638" y="3983038"/>
          <p14:tracePt t="43682" x="6394450" y="3983038"/>
          <p14:tracePt t="43691" x="6407150" y="3995738"/>
          <p14:tracePt t="43699" x="6430963" y="3995738"/>
          <p14:tracePt t="43711" x="6443663" y="3995738"/>
          <p14:tracePt t="43716" x="6454775" y="4006850"/>
          <p14:tracePt t="43724" x="6467475" y="4006850"/>
          <p14:tracePt t="43733" x="6467475" y="4019550"/>
          <p14:tracePt t="43741" x="6480175" y="4019550"/>
          <p14:tracePt t="43749" x="6491288" y="4019550"/>
          <p14:tracePt t="43764" x="6503988" y="4019550"/>
          <p14:tracePt t="43771" x="6516688" y="4019550"/>
          <p14:tracePt t="43778" x="6527800" y="4019550"/>
          <p14:tracePt t="43791" x="6540500" y="4019550"/>
          <p14:tracePt t="43798" x="6553200" y="4019550"/>
          <p14:tracePt t="43894" x="6564313" y="4019550"/>
          <p14:tracePt t="43901" x="6577013" y="4019550"/>
          <p14:tracePt t="43913" x="6589713" y="4019550"/>
          <p14:tracePt t="43978" x="6600825" y="4019550"/>
          <p14:tracePt t="43991" x="6613525" y="4019550"/>
          <p14:tracePt t="44001" x="6637338" y="4019550"/>
          <p14:tracePt t="44012" x="6650038" y="4019550"/>
          <p14:tracePt t="44018" x="6662738" y="4019550"/>
          <p14:tracePt t="44021" x="6686550" y="4019550"/>
          <p14:tracePt t="44031" x="6699250" y="4019550"/>
          <p14:tracePt t="44033" x="6710363" y="4019550"/>
          <p14:tracePt t="44040" x="6735763" y="4032250"/>
          <p14:tracePt t="44049" x="6759575" y="4032250"/>
          <p14:tracePt t="44057" x="6783388" y="4032250"/>
          <p14:tracePt t="44065" x="6808788" y="4043363"/>
          <p14:tracePt t="44074" x="6869113" y="4043363"/>
          <p14:tracePt t="44082" x="6905625" y="4056063"/>
          <p14:tracePt t="44090" x="6931025" y="4056063"/>
          <p14:tracePt t="44099" x="6967538" y="4056063"/>
          <p14:tracePt t="44107" x="7027863" y="4056063"/>
          <p14:tracePt t="44115" x="7064375" y="4056063"/>
          <p14:tracePt t="44124" x="7100888" y="4056063"/>
          <p14:tracePt t="44132" x="7161213" y="4043363"/>
          <p14:tracePt t="44133" x="7186613" y="4043363"/>
          <p14:tracePt t="44140" x="7210425" y="4032250"/>
          <p14:tracePt t="44149" x="7259638" y="4032250"/>
          <p14:tracePt t="44157" x="7319963" y="4019550"/>
          <p14:tracePt t="44165" x="7356475" y="4019550"/>
          <p14:tracePt t="44174" x="7416800" y="4006850"/>
          <p14:tracePt t="44182" x="7453313" y="4006850"/>
          <p14:tracePt t="44190" x="7466013" y="4006850"/>
          <p14:tracePt t="44198" x="7489825" y="3995738"/>
          <p14:tracePt t="44207" x="7502525" y="3995738"/>
          <p14:tracePt t="44215" x="7526338" y="3995738"/>
          <p14:tracePt t="44223" x="7539038" y="3995738"/>
          <p14:tracePt t="44232" x="7575550" y="3983038"/>
          <p14:tracePt t="44240" x="7600950" y="3983038"/>
          <p14:tracePt t="44248" x="7624763" y="3983038"/>
          <p14:tracePt t="44257" x="7648575" y="3983038"/>
          <p14:tracePt t="44265" x="7685088" y="3983038"/>
          <p14:tracePt t="44273" x="7734300" y="3970338"/>
          <p14:tracePt t="44282" x="7747000" y="3970338"/>
          <p14:tracePt t="44291" x="7758113" y="3970338"/>
          <p14:tracePt t="44306" x="7770813" y="3970338"/>
          <p14:tracePt t="44318" x="7783513" y="3970338"/>
          <p14:tracePt t="44331" x="7794625" y="3970338"/>
          <p14:tracePt t="44338" x="7807325" y="3970338"/>
          <p14:tracePt t="44341" x="7820025" y="3970338"/>
          <p14:tracePt t="44351" x="7831138" y="3970338"/>
          <p14:tracePt t="44357" x="7843838" y="3970338"/>
          <p14:tracePt t="44365" x="7867650" y="3970338"/>
          <p14:tracePt t="44374" x="7893050" y="3970338"/>
          <p14:tracePt t="44382" x="7916863" y="3970338"/>
          <p14:tracePt t="44390" x="7929563" y="3970338"/>
          <p14:tracePt t="44398" x="7953375" y="3970338"/>
          <p14:tracePt t="44406" x="7966075" y="3970338"/>
          <p14:tracePt t="44415" x="7977188" y="3970338"/>
          <p14:tracePt t="44423" x="8002588" y="3970338"/>
          <p14:tracePt t="44432" x="8013700" y="3970338"/>
          <p14:tracePt t="44440" x="8026400" y="3970338"/>
          <p14:tracePt t="44448" x="8039100" y="3970338"/>
          <p14:tracePt t="44456" x="8050213" y="3970338"/>
          <p14:tracePt t="44465" x="8062913" y="3970338"/>
          <p14:tracePt t="44473" x="8086725" y="3970338"/>
          <p14:tracePt t="44481" x="8099425" y="3970338"/>
          <p14:tracePt t="44490" x="8123238" y="3959225"/>
          <p14:tracePt t="44498" x="8135938" y="3946525"/>
          <p14:tracePt t="44506" x="8159750" y="3946525"/>
          <p14:tracePt t="44515" x="8196263" y="3933825"/>
          <p14:tracePt t="44523" x="8208963" y="3922713"/>
          <p14:tracePt t="44531" x="8221663" y="3910013"/>
          <p14:tracePt t="44540" x="8245475" y="3910013"/>
          <p14:tracePt t="44548" x="8258175" y="3910013"/>
          <p14:tracePt t="44556" x="8270875" y="3897313"/>
          <p14:tracePt t="44565" x="8294688" y="3886200"/>
          <p14:tracePt t="44574" x="8307388" y="3886200"/>
          <p14:tracePt t="44581" x="8318500" y="3886200"/>
          <p14:tracePt t="44590" x="8331200" y="3873500"/>
          <p14:tracePt t="44598" x="8331200" y="3860800"/>
          <p14:tracePt t="44607" x="8343900" y="3860800"/>
          <p14:tracePt t="44608" x="8355013" y="3860800"/>
          <p14:tracePt t="44615" x="8355013" y="3849688"/>
          <p14:tracePt t="44623" x="8367713" y="3849688"/>
          <p14:tracePt t="44631" x="8367713" y="3836988"/>
          <p14:tracePt t="44640" x="8391525" y="3824288"/>
          <p14:tracePt t="44648" x="8404225" y="3824288"/>
          <p14:tracePt t="44656" x="8416925" y="3824288"/>
          <p14:tracePt t="44665" x="8428038" y="3813175"/>
          <p14:tracePt t="44673" x="8440738" y="3800475"/>
          <p14:tracePt t="44691" x="8440738" y="3787775"/>
          <p14:tracePt t="44693" x="8453438" y="3787775"/>
          <p14:tracePt t="44701" x="8464550" y="3776663"/>
          <p14:tracePt t="44707" x="8464550" y="3763963"/>
          <p14:tracePt t="44718" x="8477250" y="3740150"/>
          <p14:tracePt t="44723" x="8477250" y="3727450"/>
          <p14:tracePt t="44731" x="8477250" y="3714750"/>
          <p14:tracePt t="44740" x="8477250" y="3678238"/>
          <p14:tracePt t="44748" x="8477250" y="3654425"/>
          <p14:tracePt t="44756" x="8464550" y="3605213"/>
          <p14:tracePt t="44765" x="8453438" y="3581400"/>
          <p14:tracePt t="44773" x="8453438" y="3557588"/>
          <p14:tracePt t="44782" x="8453438" y="3544888"/>
          <p14:tracePt t="44789" x="8440738" y="3544888"/>
          <p14:tracePt t="44799" x="8440738" y="3532188"/>
          <p14:tracePt t="44800" x="8428038" y="3508375"/>
          <p14:tracePt t="44806" x="8416925" y="3508375"/>
          <p14:tracePt t="44815" x="8404225" y="3484563"/>
          <p14:tracePt t="44823" x="8380413" y="3459163"/>
          <p14:tracePt t="44831" x="8380413" y="3448050"/>
          <p14:tracePt t="44840" x="8343900" y="3409950"/>
          <p14:tracePt t="44848" x="8307388" y="3373438"/>
          <p14:tracePt t="44856" x="8245475" y="3336925"/>
          <p14:tracePt t="44864" x="8185150" y="3289300"/>
          <p14:tracePt t="44873" x="8086725" y="3227388"/>
          <p14:tracePt t="44881" x="8075613" y="3203575"/>
          <p14:tracePt t="44890" x="8002588" y="3143250"/>
          <p14:tracePt t="44898" x="7916863" y="3094038"/>
          <p14:tracePt t="44898" x="7880350" y="3070225"/>
          <p14:tracePt t="44906" x="7843838" y="3044825"/>
          <p14:tracePt t="44914" x="7758113" y="2997200"/>
          <p14:tracePt t="44923" x="7697788" y="2960688"/>
          <p14:tracePt t="44931" x="7685088" y="2947988"/>
          <p14:tracePt t="44939" x="7624763" y="2924175"/>
          <p14:tracePt t="44948" x="7588250" y="2898775"/>
          <p14:tracePt t="44956" x="7551738" y="2874963"/>
          <p14:tracePt t="44964" x="7526338" y="2862263"/>
          <p14:tracePt t="44973" x="7442200" y="2825750"/>
          <p14:tracePt t="44981" x="7416800" y="2825750"/>
          <p14:tracePt t="44989" x="7343775" y="2801938"/>
          <p14:tracePt t="44998" x="7246938" y="2789238"/>
          <p14:tracePt t="45006" x="7210425" y="2776538"/>
          <p14:tracePt t="45007" x="7186613" y="2776538"/>
          <p14:tracePt t="45014" x="7113588" y="2765425"/>
          <p14:tracePt t="45023" x="7077075" y="2752725"/>
          <p14:tracePt t="45031" x="7051675" y="2752725"/>
          <p14:tracePt t="45032" x="7015163" y="2740025"/>
          <p14:tracePt t="45039" x="7004050" y="2728913"/>
          <p14:tracePt t="45048" x="6978650" y="2728913"/>
          <p14:tracePt t="45056" x="6942138" y="2703513"/>
          <p14:tracePt t="45064" x="6905625" y="2679700"/>
          <p14:tracePt t="45072" x="6821488" y="2667000"/>
          <p14:tracePt t="45081" x="6808788" y="2655888"/>
          <p14:tracePt t="45082" x="6783388" y="2630488"/>
          <p14:tracePt t="45089" x="6772275" y="2630488"/>
          <p14:tracePt t="45097" x="6735763" y="2619375"/>
          <p14:tracePt t="45106" x="6710363" y="2606675"/>
          <p14:tracePt t="45107" x="6686550" y="2593975"/>
          <p14:tracePt t="45114" x="6650038" y="2570163"/>
          <p14:tracePt t="45123" x="6600825" y="2546350"/>
          <p14:tracePt t="45131" x="6564313" y="2546350"/>
          <p14:tracePt t="45132" x="6540500" y="2533650"/>
          <p14:tracePt t="45139" x="6540500" y="2520950"/>
          <p14:tracePt t="45148" x="6480175" y="2497138"/>
          <p14:tracePt t="45156" x="6443663" y="2484438"/>
          <p14:tracePt t="45164" x="6407150" y="2473325"/>
          <p14:tracePt t="45173" x="6345238" y="2447925"/>
          <p14:tracePt t="45173" x="6308725" y="2436813"/>
          <p14:tracePt t="45181" x="6284913" y="2424113"/>
          <p14:tracePt t="45182" x="6248400" y="2411413"/>
          <p14:tracePt t="45189" x="6224588" y="2400300"/>
          <p14:tracePt t="45197" x="6175375" y="2387600"/>
          <p14:tracePt t="45206" x="6126163" y="2387600"/>
          <p14:tracePt t="45207" x="6102350" y="2387600"/>
          <p14:tracePt t="45214" x="6065838" y="2374900"/>
          <p14:tracePt t="45222" x="6003925" y="2363788"/>
          <p14:tracePt t="45231" x="5956300" y="2351088"/>
          <p14:tracePt t="45239" x="5907088" y="2351088"/>
          <p14:tracePt t="45248" x="5870575" y="2338388"/>
          <p14:tracePt t="45256" x="5821363" y="2327275"/>
          <p14:tracePt t="45264" x="5773738" y="2327275"/>
          <p14:tracePt t="45273" x="5700713" y="2301875"/>
          <p14:tracePt t="45273" x="5675313" y="2301875"/>
          <p14:tracePt t="45281" x="5638800" y="2290763"/>
          <p14:tracePt t="45282" x="5602288" y="2290763"/>
          <p14:tracePt t="45289" x="5578475" y="2290763"/>
          <p14:tracePt t="45297" x="5518150" y="2278063"/>
          <p14:tracePt t="45306" x="5468938" y="2278063"/>
          <p14:tracePt t="45306" x="5432425" y="2278063"/>
          <p14:tracePt t="45314" x="5346700" y="2278063"/>
          <p14:tracePt t="45322" x="5249863" y="2265363"/>
          <p14:tracePt t="45331" x="5213350" y="2265363"/>
          <p14:tracePt t="45332" x="5127625" y="2265363"/>
          <p14:tracePt t="45339" x="5078413" y="2254250"/>
          <p14:tracePt t="45347" x="5005388" y="2254250"/>
          <p14:tracePt t="45356" x="4932363" y="2228850"/>
          <p14:tracePt t="45364" x="4884738" y="2217738"/>
          <p14:tracePt t="45372" x="4859338" y="2217738"/>
          <p14:tracePt t="45381" x="4822825" y="2205038"/>
          <p14:tracePt t="45381" x="4811713" y="2205038"/>
          <p14:tracePt t="45389" x="4786313" y="2205038"/>
          <p14:tracePt t="45397" x="4775200" y="2205038"/>
          <p14:tracePt t="45406" x="4725988" y="2205038"/>
          <p14:tracePt t="45414" x="4689475" y="2205038"/>
          <p14:tracePt t="45422" x="4652963" y="2205038"/>
          <p14:tracePt t="45431" x="4627563" y="2205038"/>
          <p14:tracePt t="45439" x="4554538" y="2205038"/>
          <p14:tracePt t="45447" x="4518025" y="2205038"/>
          <p14:tracePt t="45456" x="4481513" y="2205038"/>
          <p14:tracePt t="45464" x="4408488" y="2217738"/>
          <p14:tracePt t="45472" x="4360863" y="2241550"/>
          <p14:tracePt t="45481" x="4287838" y="2265363"/>
          <p14:tracePt t="45489" x="4262438" y="2265363"/>
          <p14:tracePt t="45497" x="4225925" y="2278063"/>
          <p14:tracePt t="45506" x="4202113" y="2290763"/>
          <p14:tracePt t="45514" x="4178300" y="2301875"/>
          <p14:tracePt t="45526" x="4165600" y="2314575"/>
          <p14:tracePt t="45533" x="4152900" y="2327275"/>
          <p14:tracePt t="45539" x="4141788" y="2338388"/>
          <p14:tracePt t="45547" x="4129088" y="2363788"/>
          <p14:tracePt t="45556" x="4092575" y="2400300"/>
          <p14:tracePt t="45564" x="4079875" y="2447925"/>
          <p14:tracePt t="45572" x="4056063" y="2473325"/>
          <p14:tracePt t="45573" x="4056063" y="2497138"/>
          <p14:tracePt t="45580" x="4043363" y="2509838"/>
          <p14:tracePt t="45589" x="4043363" y="2546350"/>
          <p14:tracePt t="45597" x="4043363" y="2582863"/>
          <p14:tracePt t="45605" x="4032250" y="2619375"/>
          <p14:tracePt t="45614" x="4019550" y="2667000"/>
          <p14:tracePt t="45622" x="4019550" y="2703513"/>
          <p14:tracePt t="45631" x="4019550" y="2716213"/>
          <p14:tracePt t="45631" x="4006850" y="2728913"/>
          <p14:tracePt t="45639" x="4006850" y="2765425"/>
          <p14:tracePt t="45647" x="4006850" y="2789238"/>
          <p14:tracePt t="45655" x="4006850" y="2801938"/>
          <p14:tracePt t="45664" x="4006850" y="2838450"/>
          <p14:tracePt t="45672" x="4006850" y="2851150"/>
          <p14:tracePt t="45680" x="4006850" y="2862263"/>
          <p14:tracePt t="45689" x="4019550" y="2862263"/>
          <p14:tracePt t="45698" x="4019550" y="2874963"/>
          <p14:tracePt t="45711" x="4019550" y="2887663"/>
          <p14:tracePt t="45714" x="4032250" y="2887663"/>
          <p14:tracePt t="45722" x="4043363" y="2898775"/>
          <p14:tracePt t="45738" x="4056063" y="2911475"/>
          <p14:tracePt t="45741" x="4056063" y="2924175"/>
          <p14:tracePt t="45747" x="4068763" y="2924175"/>
          <p14:tracePt t="45755" x="4068763" y="2947988"/>
          <p14:tracePt t="45764" x="4092575" y="2971800"/>
          <p14:tracePt t="45772" x="4105275" y="2997200"/>
          <p14:tracePt t="45780" x="4105275" y="3008313"/>
          <p14:tracePt t="45789" x="4116388" y="3021013"/>
          <p14:tracePt t="45797" x="4129088" y="3033713"/>
          <p14:tracePt t="45805" x="4141788" y="3044825"/>
          <p14:tracePt t="45813" x="4141788" y="3057525"/>
          <p14:tracePt t="45822" x="4141788" y="3070225"/>
          <p14:tracePt t="45830" x="4152900" y="3070225"/>
          <p14:tracePt t="45838" x="4165600" y="3081338"/>
          <p14:tracePt t="45847" x="4165600" y="3094038"/>
          <p14:tracePt t="45855" x="4178300" y="3106738"/>
          <p14:tracePt t="45864" x="4202113" y="3117850"/>
          <p14:tracePt t="45872" x="4202113" y="3143250"/>
          <p14:tracePt t="45873" x="4225925" y="3143250"/>
          <p14:tracePt t="45880" x="4225925" y="3154363"/>
          <p14:tracePt t="45881" x="4238625" y="3167063"/>
          <p14:tracePt t="45888" x="4251325" y="3179763"/>
          <p14:tracePt t="45897" x="4262438" y="3190875"/>
          <p14:tracePt t="45905" x="4287838" y="3203575"/>
          <p14:tracePt t="45914" x="4335463" y="3240088"/>
          <p14:tracePt t="45922" x="4360863" y="3252788"/>
          <p14:tracePt t="45930" x="4384675" y="3263900"/>
          <p14:tracePt t="45938" x="4421188" y="3276600"/>
          <p14:tracePt t="45947" x="4445000" y="3289300"/>
          <p14:tracePt t="45955" x="4457700" y="3289300"/>
          <p14:tracePt t="45963" x="4481513" y="3289300"/>
          <p14:tracePt t="45972" x="4518025" y="3289300"/>
          <p14:tracePt t="45972" x="4530725" y="3300413"/>
          <p14:tracePt t="45980" x="4554538" y="3300413"/>
          <p14:tracePt t="45981" x="4579938" y="3300413"/>
          <p14:tracePt t="45988" x="4603750" y="3300413"/>
          <p14:tracePt t="45997" x="4665663" y="3300413"/>
          <p14:tracePt t="46005" x="4713288" y="3300413"/>
          <p14:tracePt t="46013" x="4811713" y="3300413"/>
          <p14:tracePt t="46022" x="4895850" y="3289300"/>
          <p14:tracePt t="46030" x="4945063" y="3276600"/>
          <p14:tracePt t="46038" x="5018088" y="3263900"/>
          <p14:tracePt t="46047" x="5114925" y="3252788"/>
          <p14:tracePt t="46055" x="5164138" y="3252788"/>
          <p14:tracePt t="46063" x="5213350" y="3240088"/>
          <p14:tracePt t="46071" x="5260975" y="3227388"/>
          <p14:tracePt t="46080" x="5286375" y="3216275"/>
          <p14:tracePt t="46088" x="5310188" y="3216275"/>
          <p14:tracePt t="46097" x="5359400" y="3190875"/>
          <p14:tracePt t="46105" x="5383213" y="3190875"/>
          <p14:tracePt t="46113" x="5419725" y="3167063"/>
          <p14:tracePt t="46121" x="5445125" y="3154363"/>
          <p14:tracePt t="46130" x="5456238" y="3130550"/>
          <p14:tracePt t="46138" x="5492750" y="3094038"/>
          <p14:tracePt t="46146" x="5541963" y="3033713"/>
          <p14:tracePt t="46155" x="5578475" y="2984500"/>
          <p14:tracePt t="46163" x="5602288" y="2911475"/>
          <p14:tracePt t="46171" x="5627688" y="2887663"/>
          <p14:tracePt t="46180" x="5664200" y="2789238"/>
          <p14:tracePt t="46188" x="5675313" y="2728913"/>
          <p14:tracePt t="46197" x="5675313" y="2655888"/>
          <p14:tracePt t="46205" x="5675313" y="2606675"/>
          <p14:tracePt t="46213" x="5651500" y="2533650"/>
          <p14:tracePt t="46221" x="5638800" y="2509838"/>
          <p14:tracePt t="46230" x="5614988" y="2460625"/>
          <p14:tracePt t="46238" x="5578475" y="2424113"/>
          <p14:tracePt t="46246" x="5554663" y="2387600"/>
          <p14:tracePt t="46255" x="5492750" y="2327275"/>
          <p14:tracePt t="46263" x="5468938" y="2301875"/>
          <p14:tracePt t="46271" x="5445125" y="2278063"/>
          <p14:tracePt t="46280" x="5383213" y="2217738"/>
          <p14:tracePt t="46288" x="5334000" y="2179638"/>
          <p14:tracePt t="46297" x="5297488" y="2143125"/>
          <p14:tracePt t="46305" x="5249863" y="2106613"/>
          <p14:tracePt t="46313" x="5224463" y="2095500"/>
          <p14:tracePt t="46321" x="5213350" y="2095500"/>
          <p14:tracePt t="46330" x="5200650" y="2082800"/>
          <p14:tracePt t="46338" x="5187950" y="2070100"/>
          <p14:tracePt t="46398" x="5200650" y="2082800"/>
          <p14:tracePt t="46401" x="5224463" y="2095500"/>
          <p14:tracePt t="46413" x="5346700" y="2155825"/>
          <p14:tracePt t="46421" x="5432425" y="2192338"/>
          <p14:tracePt t="46430" x="5675313" y="2278063"/>
          <p14:tracePt t="46438" x="5967413" y="2374900"/>
          <p14:tracePt t="46439" x="6126163" y="2411413"/>
          <p14:tracePt t="46446" x="6334125" y="2460625"/>
          <p14:tracePt t="46455" x="6978650" y="2619375"/>
          <p14:tracePt t="46463" x="7416800" y="2703513"/>
          <p14:tracePt t="46471" x="7624763" y="2740025"/>
          <p14:tracePt t="46480" x="8086725" y="2825750"/>
          <p14:tracePt t="46488" x="8258175" y="2851150"/>
          <p14:tracePt t="46496" x="8270875" y="2851150"/>
          <p14:tracePt t="46518" x="8258175" y="2851150"/>
          <p14:tracePt t="46522" x="8245475" y="2851150"/>
          <p14:tracePt t="46526" x="8232775" y="2851150"/>
          <p14:tracePt t="46532" x="8208963" y="2838450"/>
          <p14:tracePt t="46538" x="8196263" y="2838450"/>
          <p14:tracePt t="46546" x="8185150" y="2838450"/>
          <p14:tracePt t="46555" x="8159750" y="2825750"/>
          <p14:tracePt t="46563" x="8148638" y="2814638"/>
          <p14:tracePt t="46571" x="8135938" y="2814638"/>
          <p14:tracePt t="46580" x="8099425" y="2801938"/>
          <p14:tracePt t="46588" x="8050213" y="2776538"/>
          <p14:tracePt t="46596" x="8002588" y="2740025"/>
          <p14:tracePt t="46605" x="7940675" y="2703513"/>
          <p14:tracePt t="46613" x="7856538" y="2643188"/>
          <p14:tracePt t="46621" x="7831138" y="2630488"/>
          <p14:tracePt t="46630" x="7770813" y="2582863"/>
          <p14:tracePt t="46638" x="7710488" y="2546350"/>
          <p14:tracePt t="46639" x="7673975" y="2533650"/>
          <p14:tracePt t="46646" x="7648575" y="2520950"/>
          <p14:tracePt t="46654" x="7575550" y="2484438"/>
          <p14:tracePt t="46663" x="7551738" y="2460625"/>
          <p14:tracePt t="46671" x="7539038" y="2460625"/>
          <p14:tracePt t="46680" x="7489825" y="2436813"/>
          <p14:tracePt t="46688" x="7453313" y="2424113"/>
          <p14:tracePt t="46696" x="7405688" y="2411413"/>
          <p14:tracePt t="46704" x="7356475" y="2400300"/>
          <p14:tracePt t="46713" x="7270750" y="2387600"/>
          <p14:tracePt t="46721" x="7246938" y="2387600"/>
          <p14:tracePt t="46729" x="7186613" y="2374900"/>
          <p14:tracePt t="46738" x="7137400" y="2374900"/>
          <p14:tracePt t="46739" x="7113588" y="2374900"/>
          <p14:tracePt t="46746" x="7100888" y="2374900"/>
          <p14:tracePt t="46754" x="7027863" y="2374900"/>
          <p14:tracePt t="46763" x="6978650" y="2374900"/>
          <p14:tracePt t="46772" x="6954838" y="2374900"/>
          <p14:tracePt t="46772" x="6942138" y="2374900"/>
          <p14:tracePt t="46781" x="6931025" y="2387600"/>
          <p14:tracePt t="46788" x="6905625" y="2387600"/>
          <p14:tracePt t="46796" x="6894513" y="2400300"/>
          <p14:tracePt t="46804" x="6881813" y="2400300"/>
          <p14:tracePt t="46812" x="6858000" y="2400300"/>
          <p14:tracePt t="46821" x="6845300" y="2400300"/>
          <p14:tracePt t="46831" x="6832600" y="2400300"/>
          <p14:tracePt t="46838" x="6821488" y="2400300"/>
          <p14:tracePt t="46846" x="6808788" y="2411413"/>
          <p14:tracePt t="46847" x="6796088" y="2411413"/>
          <p14:tracePt t="46854" x="6783388" y="2424113"/>
          <p14:tracePt t="46863" x="6746875" y="2436813"/>
          <p14:tracePt t="46872" x="6723063" y="2436813"/>
          <p14:tracePt t="46879" x="6710363" y="2436813"/>
          <p14:tracePt t="46888" x="6686550" y="2460625"/>
          <p14:tracePt t="46896" x="6662738" y="2460625"/>
          <p14:tracePt t="46904" x="6650038" y="2473325"/>
          <p14:tracePt t="46912" x="6613525" y="2484438"/>
          <p14:tracePt t="46921" x="6577013" y="2509838"/>
          <p14:tracePt t="46929" x="6577013" y="2520950"/>
          <p14:tracePt t="46938" x="6553200" y="2533650"/>
          <p14:tracePt t="46946" x="6540500" y="2570163"/>
          <p14:tracePt t="46946" x="6527800" y="2570163"/>
          <p14:tracePt t="46954" x="6516688" y="2606675"/>
          <p14:tracePt t="46963" x="6516688" y="2619375"/>
          <p14:tracePt t="46971" x="6503988" y="2630488"/>
          <p14:tracePt t="46979" x="6480175" y="2667000"/>
          <p14:tracePt t="46988" x="6480175" y="2692400"/>
          <p14:tracePt t="46996" x="6467475" y="2716213"/>
          <p14:tracePt t="47004" x="6467475" y="2740025"/>
          <p14:tracePt t="47012" x="6467475" y="2789238"/>
          <p14:tracePt t="47021" x="6467475" y="2825750"/>
          <p14:tracePt t="47021" x="6467475" y="2838450"/>
          <p14:tracePt t="47029" x="6467475" y="2862263"/>
          <p14:tracePt t="47037" x="6467475" y="2887663"/>
          <p14:tracePt t="47046" x="6480175" y="2911475"/>
          <p14:tracePt t="47054" x="6503988" y="2947988"/>
          <p14:tracePt t="47062" x="6527800" y="2960688"/>
          <p14:tracePt t="47071" x="6540500" y="2971800"/>
          <p14:tracePt t="47072" x="6540500" y="2984500"/>
          <p14:tracePt t="47072" x="6553200" y="2984500"/>
          <p14:tracePt t="47079" x="6564313" y="2997200"/>
          <p14:tracePt t="47088" x="6577013" y="3008313"/>
          <p14:tracePt t="47096" x="6600825" y="3033713"/>
          <p14:tracePt t="47104" x="6637338" y="3044825"/>
          <p14:tracePt t="47112" x="6662738" y="3070225"/>
          <p14:tracePt t="47121" x="6686550" y="3081338"/>
          <p14:tracePt t="47129" x="6723063" y="3094038"/>
          <p14:tracePt t="47137" x="6759575" y="3117850"/>
          <p14:tracePt t="47146" x="6796088" y="3130550"/>
          <p14:tracePt t="47154" x="6858000" y="3143250"/>
          <p14:tracePt t="47162" x="6905625" y="3154363"/>
          <p14:tracePt t="47171" x="6978650" y="3154363"/>
          <p14:tracePt t="47179" x="7027863" y="3154363"/>
          <p14:tracePt t="47187" x="7088188" y="3154363"/>
          <p14:tracePt t="47196" x="7186613" y="3154363"/>
          <p14:tracePt t="47204" x="7270750" y="3154363"/>
          <p14:tracePt t="47212" x="7356475" y="3167063"/>
          <p14:tracePt t="47221" x="7416800" y="3167063"/>
          <p14:tracePt t="47229" x="7489825" y="3167063"/>
          <p14:tracePt t="47237" x="7551738" y="3167063"/>
          <p14:tracePt t="47246" x="7600950" y="3167063"/>
          <p14:tracePt t="47254" x="7685088" y="3143250"/>
          <p14:tracePt t="47262" x="7747000" y="3130550"/>
          <p14:tracePt t="47271" x="7783513" y="3117850"/>
          <p14:tracePt t="47279" x="7856538" y="3081338"/>
          <p14:tracePt t="47287" x="7893050" y="3057525"/>
          <p14:tracePt t="47295" x="7929563" y="3044825"/>
          <p14:tracePt t="47304" x="7940675" y="3021013"/>
          <p14:tracePt t="47312" x="7953375" y="3008313"/>
          <p14:tracePt t="47321" x="7966075" y="2984500"/>
          <p14:tracePt t="47329" x="7977188" y="2947988"/>
          <p14:tracePt t="47337" x="7977188" y="2898775"/>
          <p14:tracePt t="47346" x="7977188" y="2862263"/>
          <p14:tracePt t="47354" x="7977188" y="2776538"/>
          <p14:tracePt t="47362" x="7966075" y="2728913"/>
          <p14:tracePt t="47370" x="7953375" y="2692400"/>
          <p14:tracePt t="47379" x="7916863" y="2593975"/>
          <p14:tracePt t="47387" x="7867650" y="2520950"/>
          <p14:tracePt t="47395" x="7843838" y="2473325"/>
          <p14:tracePt t="47404" x="7794625" y="2400300"/>
          <p14:tracePt t="47412" x="7734300" y="2327275"/>
          <p14:tracePt t="47420" x="7661275" y="2265363"/>
          <p14:tracePt t="47429" x="7612063" y="2205038"/>
          <p14:tracePt t="47437" x="7588250" y="2179638"/>
          <p14:tracePt t="47445" x="7564438" y="2179638"/>
          <p14:tracePt t="47454" x="7551738" y="2168525"/>
          <p14:tracePt t="47462" x="7526338" y="2168525"/>
          <p14:tracePt t="47471" x="7515225" y="2168525"/>
          <p14:tracePt t="47479" x="7478713" y="2168525"/>
          <p14:tracePt t="47487" x="7442200" y="2168525"/>
          <p14:tracePt t="47495" x="7380288" y="2168525"/>
          <p14:tracePt t="47504" x="7343775" y="2168525"/>
          <p14:tracePt t="47512" x="7296150" y="2168525"/>
          <p14:tracePt t="47513" x="7259638" y="2168525"/>
          <p14:tracePt t="47520" x="7234238" y="2168525"/>
          <p14:tracePt t="47529" x="7173913" y="2168525"/>
          <p14:tracePt t="47537" x="7150100" y="2168525"/>
          <p14:tracePt t="47545" x="7137400" y="2179638"/>
          <p14:tracePt t="47554" x="7124700" y="2179638"/>
          <p14:tracePt t="47587" x="7113588" y="2179638"/>
          <p14:tracePt t="47591" x="7113588" y="2192338"/>
          <p14:tracePt t="47595" x="7100888" y="2192338"/>
          <p14:tracePt t="47604" x="7088188" y="2205038"/>
          <p14:tracePt t="47612" x="7077075" y="2217738"/>
          <p14:tracePt t="49938" x="7077075" y="2228850"/>
          <p14:tracePt t="49941" x="7077075" y="2241550"/>
          <p14:tracePt t="49948" x="7077075" y="2254250"/>
          <p14:tracePt t="49951" x="7077075" y="2290763"/>
          <p14:tracePt t="49960" x="7077075" y="2327275"/>
          <p14:tracePt t="49968" x="7077075" y="2387600"/>
          <p14:tracePt t="49969" x="7077075" y="2424113"/>
          <p14:tracePt t="49976" x="7077075" y="2460625"/>
          <p14:tracePt t="49985" x="7064375" y="2520950"/>
          <p14:tracePt t="49993" x="7051675" y="2606675"/>
          <p14:tracePt t="50001" x="7040563" y="2655888"/>
          <p14:tracePt t="50010" x="7027863" y="2752725"/>
          <p14:tracePt t="50019" x="7027863" y="2898775"/>
          <p14:tracePt t="50026" x="7027863" y="2947988"/>
          <p14:tracePt t="50035" x="7088188" y="3117850"/>
          <p14:tracePt t="50043" x="7124700" y="3190875"/>
          <p14:tracePt t="50051" x="7137400" y="3227388"/>
          <p14:tracePt t="50060" x="7150100" y="3263900"/>
          <p14:tracePt t="50068" x="7150100" y="3289300"/>
          <p14:tracePt t="50076" x="7150100" y="3325813"/>
          <p14:tracePt t="50085" x="7124700" y="3362325"/>
          <p14:tracePt t="50093" x="7088188" y="3435350"/>
          <p14:tracePt t="50101" x="7088188" y="3459163"/>
          <p14:tracePt t="50110" x="7077075" y="3532188"/>
          <p14:tracePt t="50118" x="7077075" y="3630613"/>
          <p14:tracePt t="50119" x="7077075" y="3678238"/>
          <p14:tracePt t="50126" x="7077075" y="3714750"/>
          <p14:tracePt t="50134" x="7077075" y="3836988"/>
          <p14:tracePt t="50143" x="7100888" y="3873500"/>
          <p14:tracePt t="50151" x="7113588" y="3897313"/>
          <p14:tracePt t="50152" x="7137400" y="3910013"/>
          <p14:tracePt t="50160" x="7150100" y="3933825"/>
          <p14:tracePt t="50168" x="7161213" y="3946525"/>
          <p14:tracePt t="50176" x="7161213" y="3970338"/>
          <p14:tracePt t="50184" x="7173913" y="4019550"/>
          <p14:tracePt t="50193" x="7173913" y="4105275"/>
          <p14:tracePt t="50201" x="7186613" y="4117975"/>
          <p14:tracePt t="50202" x="7197725" y="4141788"/>
          <p14:tracePt t="50209" x="7223125" y="4178300"/>
          <p14:tracePt t="50218" x="7270750" y="4202113"/>
          <p14:tracePt t="50219" x="7283450" y="4238625"/>
          <p14:tracePt t="50226" x="7319963" y="4264025"/>
          <p14:tracePt t="50235" x="7405688" y="4337050"/>
          <p14:tracePt t="50243" x="7442200" y="4384675"/>
          <p14:tracePt t="50251" x="7466013" y="4421188"/>
          <p14:tracePt t="50259" x="7502525" y="4519613"/>
          <p14:tracePt t="50268" x="7515225" y="4592638"/>
          <p14:tracePt t="50276" x="7526338" y="4652963"/>
          <p14:tracePt t="50284" x="7526338" y="4689475"/>
          <p14:tracePt t="50292" x="7526338" y="4799013"/>
          <p14:tracePt t="50301" x="7526338" y="4848225"/>
          <p14:tracePt t="50302" x="7526338" y="4897438"/>
          <p14:tracePt t="50309" x="7526338" y="4981575"/>
          <p14:tracePt t="50318" x="7515225" y="5091113"/>
          <p14:tracePt t="50558" x="7515225" y="5080000"/>
          <p14:tracePt t="50561" x="7515225" y="5054600"/>
          <p14:tracePt t="50568" x="7515225" y="5030788"/>
          <p14:tracePt t="50576" x="7515225" y="4994275"/>
          <p14:tracePt t="50584" x="7515225" y="4957763"/>
          <p14:tracePt t="50592" x="7489825" y="4933950"/>
          <p14:tracePt t="50601" x="7478713" y="4921250"/>
          <p14:tracePt t="50602" x="7466013" y="4908550"/>
          <p14:tracePt t="50609" x="7466013" y="4897438"/>
          <p14:tracePt t="50618" x="7453313" y="4848225"/>
          <p14:tracePt t="50626" x="7453313" y="4824413"/>
          <p14:tracePt t="50627" x="7453313" y="4799013"/>
          <p14:tracePt t="50634" x="7453313" y="4762500"/>
          <p14:tracePt t="50642" x="7442200" y="4725988"/>
          <p14:tracePt t="50651" x="7429500" y="4678363"/>
          <p14:tracePt t="50652" x="7416800" y="4678363"/>
          <p14:tracePt t="50659" x="7416800" y="4665663"/>
          <p14:tracePt t="50667" x="7416800" y="4652963"/>
          <p14:tracePt t="50678" x="7416800" y="4640263"/>
          <p14:tracePt t="50726" x="7416800" y="4629150"/>
          <p14:tracePt t="50753" x="7405688" y="4616450"/>
          <p14:tracePt t="50833" x="7405688" y="4603750"/>
          <p14:tracePt t="50838" x="7416800" y="4592638"/>
          <p14:tracePt t="50842" x="7429500" y="4579938"/>
          <p14:tracePt t="50850" x="7453313" y="4556125"/>
          <p14:tracePt t="50859" x="7489825" y="4506913"/>
          <p14:tracePt t="50867" x="7502525" y="4483100"/>
          <p14:tracePt t="50875" x="7526338" y="4433888"/>
          <p14:tracePt t="50884" x="7551738" y="4410075"/>
          <p14:tracePt t="50892" x="7564438" y="4384675"/>
          <p14:tracePt t="50902" x="7575550" y="4360863"/>
          <p14:tracePt t="50909" x="7588250" y="4348163"/>
          <p14:tracePt t="50917" x="7588250" y="4324350"/>
          <p14:tracePt t="50926" x="7588250" y="4311650"/>
          <p14:tracePt t="50934" x="7600950" y="4311650"/>
          <p14:tracePt t="50942" x="7600950" y="4300538"/>
          <p14:tracePt t="50958" x="7600950" y="4287838"/>
          <p14:tracePt t="50961" x="7600950" y="4275138"/>
          <p14:tracePt t="50967" x="7600950" y="4264025"/>
          <p14:tracePt t="50975" x="7600950" y="4251325"/>
          <p14:tracePt t="50984" x="7600950" y="4238625"/>
          <p14:tracePt t="50992" x="7600950" y="4202113"/>
          <p14:tracePt t="51001" x="7600950" y="4191000"/>
          <p14:tracePt t="51009" x="7600950" y="4178300"/>
          <p14:tracePt t="51018" x="7588250" y="4165600"/>
          <p14:tracePt t="51026" x="7588250" y="4154488"/>
          <p14:tracePt t="51034" x="7588250" y="4141788"/>
          <p14:tracePt t="51058" x="7575550" y="4129088"/>
          <p14:tracePt t="51061" x="7564438" y="4129088"/>
          <p14:tracePt t="51068" x="7564438" y="4117975"/>
          <p14:tracePt t="51086" x="7564438" y="4105275"/>
          <p14:tracePt t="51193" x="7551738" y="4092575"/>
          <p14:tracePt t="51201" x="7551738" y="4081463"/>
          <p14:tracePt t="51211" x="7551738" y="4068763"/>
          <p14:tracePt t="51218" x="7551738" y="4056063"/>
          <p14:tracePt t="51287" x="7551738" y="4043363"/>
          <p14:tracePt t="51292" x="7539038" y="4032250"/>
          <p14:tracePt t="51293" x="7526338" y="4019550"/>
          <p14:tracePt t="51301" x="7526338" y="4006850"/>
          <p14:tracePt t="51309" x="7515225" y="3983038"/>
          <p14:tracePt t="51317" x="7502525" y="3970338"/>
          <p14:tracePt t="51325" x="7489825" y="3959225"/>
          <p14:tracePt t="51334" x="7466013" y="3933825"/>
          <p14:tracePt t="51342" x="7453313" y="3922713"/>
          <p14:tracePt t="51359" x="7442200" y="3922713"/>
          <p14:tracePt t="51361" x="7442200" y="3910013"/>
          <p14:tracePt t="51431" x="7429500" y="3910013"/>
          <p14:tracePt t="51606" x="7429500" y="3897313"/>
          <p14:tracePt t="51612" x="7416800" y="3897313"/>
          <p14:tracePt t="51616" x="7405688" y="3897313"/>
          <p14:tracePt t="51625" x="7392988" y="3886200"/>
          <p14:tracePt t="51634" x="7380288" y="3886200"/>
          <p14:tracePt t="51641" x="7380288" y="3873500"/>
          <p14:tracePt t="51650" x="7369175" y="3873500"/>
          <p14:tracePt t="51658" x="7369175" y="3860800"/>
          <p14:tracePt t="51659" x="7356475" y="3860800"/>
          <p14:tracePt t="51667" x="7343775" y="3849688"/>
          <p14:tracePt t="51675" x="7332663" y="3849688"/>
          <p14:tracePt t="51683" x="7307263" y="3836988"/>
          <p14:tracePt t="51692" x="7283450" y="3824288"/>
          <p14:tracePt t="51700" x="7270750" y="3824288"/>
          <p14:tracePt t="51708" x="7234238" y="3813175"/>
          <p14:tracePt t="51716" x="7210425" y="3787775"/>
          <p14:tracePt t="51725" x="7186613" y="3776663"/>
          <p14:tracePt t="51733" x="7137400" y="3763963"/>
          <p14:tracePt t="51741" x="7124700" y="3763963"/>
          <p14:tracePt t="51750" x="7100888" y="3763963"/>
          <p14:tracePt t="51758" x="7088188" y="3751263"/>
          <p14:tracePt t="51759" x="7077075" y="3751263"/>
          <p14:tracePt t="51766" x="7064375" y="3740150"/>
          <p14:tracePt t="51775" x="7040563" y="3740150"/>
          <p14:tracePt t="51783" x="7015163" y="3740150"/>
          <p14:tracePt t="51792" x="6978650" y="3740150"/>
          <p14:tracePt t="51799" x="6967538" y="3740150"/>
          <p14:tracePt t="51808" x="6931025" y="3740150"/>
          <p14:tracePt t="51816" x="6881813" y="3740150"/>
          <p14:tracePt t="51825" x="6858000" y="3751263"/>
          <p14:tracePt t="51833" x="6821488" y="3763963"/>
          <p14:tracePt t="51841" x="6808788" y="3763963"/>
          <p14:tracePt t="51850" x="6783388" y="3763963"/>
          <p14:tracePt t="51867" x="6772275" y="3763963"/>
          <p14:tracePt t="51878" x="6772275" y="3776663"/>
          <p14:tracePt t="51908" x="6759575" y="3776663"/>
          <p14:tracePt t="51918" x="6746875" y="3776663"/>
          <p14:tracePt t="51926" x="6746875" y="3787775"/>
          <p14:tracePt t="52011" x="6735763" y="3787775"/>
          <p14:tracePt t="52073" x="6723063" y="3787775"/>
          <p14:tracePt t="52081" x="6710363" y="3787775"/>
          <p14:tracePt t="52092" x="6673850" y="3800475"/>
          <p14:tracePt t="52098" x="6662738" y="3800475"/>
          <p14:tracePt t="52101" x="6637338" y="3800475"/>
          <p14:tracePt t="52108" x="6626225" y="3813175"/>
          <p14:tracePt t="52116" x="6564313" y="3836988"/>
          <p14:tracePt t="52124" x="6516688" y="3860800"/>
          <p14:tracePt t="52133" x="6454775" y="3886200"/>
          <p14:tracePt t="52142" x="6407150" y="3922713"/>
          <p14:tracePt t="52149" x="6394450" y="3922713"/>
          <p14:tracePt t="52158" x="6370638" y="3933825"/>
          <p14:tracePt t="52166" x="6345238" y="3959225"/>
          <p14:tracePt t="52174" x="6321425" y="3983038"/>
          <p14:tracePt t="52182" x="6297613" y="3995738"/>
          <p14:tracePt t="52191" x="6297613" y="4006850"/>
          <p14:tracePt t="52192" x="6261100" y="4032250"/>
          <p14:tracePt t="52199" x="6261100" y="4043363"/>
          <p14:tracePt t="52208" x="6235700" y="4068763"/>
          <p14:tracePt t="52216" x="6211888" y="4105275"/>
          <p14:tracePt t="52224" x="6175375" y="4129088"/>
          <p14:tracePt t="52232" x="6151563" y="4165600"/>
          <p14:tracePt t="52241" x="6126163" y="4202113"/>
          <p14:tracePt t="52242" x="6115050" y="4214813"/>
          <p14:tracePt t="52249" x="6115050" y="4238625"/>
          <p14:tracePt t="52257" x="6089650" y="4251325"/>
          <p14:tracePt t="52266" x="6076950" y="4275138"/>
          <p14:tracePt t="52267" x="6076950" y="4287838"/>
          <p14:tracePt t="52274" x="6065838" y="4300538"/>
          <p14:tracePt t="52282" x="6053138" y="4324350"/>
          <p14:tracePt t="52291" x="6040438" y="4337050"/>
          <p14:tracePt t="52292" x="6040438" y="4348163"/>
          <p14:tracePt t="52299" x="6040438" y="4360863"/>
          <p14:tracePt t="52307" x="6029325" y="4373563"/>
          <p14:tracePt t="52316" x="6016625" y="4384675"/>
          <p14:tracePt t="52324" x="6016625" y="4410075"/>
          <p14:tracePt t="52332" x="6016625" y="4421188"/>
          <p14:tracePt t="52341" x="6003925" y="4433888"/>
          <p14:tracePt t="52341" x="6003925" y="4446588"/>
          <p14:tracePt t="52349" x="6003925" y="4457700"/>
          <p14:tracePt t="52357" x="6003925" y="4483100"/>
          <p14:tracePt t="52366" x="6003925" y="4506913"/>
          <p14:tracePt t="52374" x="6003925" y="4543425"/>
          <p14:tracePt t="52382" x="6003925" y="4556125"/>
          <p14:tracePt t="52391" x="6003925" y="4579938"/>
          <p14:tracePt t="52399" x="6003925" y="4592638"/>
          <p14:tracePt t="52407" x="6003925" y="4616450"/>
          <p14:tracePt t="52416" x="6003925" y="4640263"/>
          <p14:tracePt t="52424" x="6003925" y="4665663"/>
          <p14:tracePt t="52432" x="6029325" y="4689475"/>
          <p14:tracePt t="52441" x="6040438" y="4714875"/>
          <p14:tracePt t="52449" x="6053138" y="4762500"/>
          <p14:tracePt t="52457" x="6065838" y="4787900"/>
          <p14:tracePt t="52466" x="6076950" y="4811713"/>
          <p14:tracePt t="52466" x="6076950" y="4835525"/>
          <p14:tracePt t="52474" x="6102350" y="4860925"/>
          <p14:tracePt t="52482" x="6126163" y="4897438"/>
          <p14:tracePt t="52491" x="6126163" y="4908550"/>
          <p14:tracePt t="52499" x="6162675" y="4957763"/>
          <p14:tracePt t="52507" x="6175375" y="4994275"/>
          <p14:tracePt t="52516" x="6211888" y="5043488"/>
          <p14:tracePt t="52524" x="6248400" y="5080000"/>
          <p14:tracePt t="52532" x="6261100" y="5116513"/>
          <p14:tracePt t="52541" x="6297613" y="5140325"/>
          <p14:tracePt t="52542" x="6308725" y="5164138"/>
          <p14:tracePt t="52549" x="6321425" y="5164138"/>
          <p14:tracePt t="52557" x="6334125" y="5200650"/>
          <p14:tracePt t="52565" x="6357938" y="5213350"/>
          <p14:tracePt t="52574" x="6381750" y="5226050"/>
          <p14:tracePt t="52582" x="6394450" y="5237163"/>
          <p14:tracePt t="52591" x="6407150" y="5237163"/>
          <p14:tracePt t="52592" x="6430963" y="5249863"/>
          <p14:tracePt t="52601" x="6454775" y="5262563"/>
          <p14:tracePt t="52607" x="6467475" y="5273675"/>
          <p14:tracePt t="52616" x="6503988" y="5273675"/>
          <p14:tracePt t="52625" x="6540500" y="5286375"/>
          <p14:tracePt t="52632" x="6589713" y="5311775"/>
          <p14:tracePt t="52640" x="6626225" y="5311775"/>
          <p14:tracePt t="52649" x="6637338" y="5322888"/>
          <p14:tracePt t="52658" x="6673850" y="5322888"/>
          <p14:tracePt t="52665" x="6686550" y="5322888"/>
          <p14:tracePt t="52674" x="6710363" y="5322888"/>
          <p14:tracePt t="52675" x="6723063" y="5322888"/>
          <p14:tracePt t="52682" x="6735763" y="5322888"/>
          <p14:tracePt t="52690" x="6746875" y="5322888"/>
          <p14:tracePt t="52699" x="6783388" y="5322888"/>
          <p14:tracePt t="52707" x="6821488" y="5322888"/>
          <p14:tracePt t="52715" x="6869113" y="5322888"/>
          <p14:tracePt t="52723" x="6905625" y="5322888"/>
          <p14:tracePt t="52732" x="6954838" y="5322888"/>
          <p14:tracePt t="52740" x="7015163" y="5299075"/>
          <p14:tracePt t="52749" x="7027863" y="5286375"/>
          <p14:tracePt t="52757" x="7100888" y="5273675"/>
          <p14:tracePt t="52765" x="7150100" y="5249863"/>
          <p14:tracePt t="52774" x="7223125" y="5226050"/>
          <p14:tracePt t="52782" x="7259638" y="5213350"/>
          <p14:tracePt t="52791" x="7270750" y="5200650"/>
          <p14:tracePt t="52799" x="7296150" y="5189538"/>
          <p14:tracePt t="52807" x="7319963" y="5189538"/>
          <p14:tracePt t="52815" x="7343775" y="5176838"/>
          <p14:tracePt t="52824" x="7356475" y="5176838"/>
          <p14:tracePt t="52832" x="7392988" y="5140325"/>
          <p14:tracePt t="52840" x="7405688" y="5140325"/>
          <p14:tracePt t="52849" x="7429500" y="5127625"/>
          <p14:tracePt t="52857" x="7466013" y="5103813"/>
          <p14:tracePt t="52865" x="7502525" y="5080000"/>
          <p14:tracePt t="52874" x="7551738" y="5018088"/>
          <p14:tracePt t="52882" x="7575550" y="4981575"/>
          <p14:tracePt t="52890" x="7600950" y="4957763"/>
          <p14:tracePt t="52898" x="7612063" y="4933950"/>
          <p14:tracePt t="52907" x="7648575" y="4860925"/>
          <p14:tracePt t="52915" x="7673975" y="4824413"/>
          <p14:tracePt t="52923" x="7685088" y="4787900"/>
          <p14:tracePt t="52932" x="7710488" y="4738688"/>
          <p14:tracePt t="52940" x="7710488" y="4714875"/>
          <p14:tracePt t="52948" x="7721600" y="4689475"/>
          <p14:tracePt t="52957" x="7721600" y="4665663"/>
          <p14:tracePt t="52965" x="7721600" y="4629150"/>
          <p14:tracePt t="52974" x="7721600" y="4579938"/>
          <p14:tracePt t="52982" x="7721600" y="4543425"/>
          <p14:tracePt t="52990" x="7721600" y="4519613"/>
          <p14:tracePt t="52998" x="7721600" y="4483100"/>
          <p14:tracePt t="53007" x="7697788" y="4410075"/>
          <p14:tracePt t="53015" x="7685088" y="4337050"/>
          <p14:tracePt t="53023" x="7661275" y="4300538"/>
          <p14:tracePt t="53032" x="7648575" y="4264025"/>
          <p14:tracePt t="53040" x="7624763" y="4227513"/>
          <p14:tracePt t="53048" x="7612063" y="4202113"/>
          <p14:tracePt t="53057" x="7612063" y="4178300"/>
          <p14:tracePt t="53065" x="7588250" y="4165600"/>
          <p14:tracePt t="53073" x="7575550" y="4141788"/>
          <p14:tracePt t="53082" x="7564438" y="4117975"/>
          <p14:tracePt t="53090" x="7551738" y="4105275"/>
          <p14:tracePt t="53098" x="7539038" y="4081463"/>
          <p14:tracePt t="53107" x="7515225" y="4056063"/>
          <p14:tracePt t="53115" x="7489825" y="4019550"/>
          <p14:tracePt t="53123" x="7466013" y="3995738"/>
          <p14:tracePt t="53131" x="7429500" y="3983038"/>
          <p14:tracePt t="53140" x="7405688" y="3970338"/>
          <p14:tracePt t="53148" x="7392988" y="3959225"/>
          <p14:tracePt t="53157" x="7369175" y="3946525"/>
          <p14:tracePt t="53165" x="7356475" y="3933825"/>
          <p14:tracePt t="53173" x="7307263" y="3922713"/>
          <p14:tracePt t="53182" x="7283450" y="3910013"/>
          <p14:tracePt t="53190" x="7270750" y="3897313"/>
          <p14:tracePt t="53198" x="7234238" y="3886200"/>
          <p14:tracePt t="53207" x="7197725" y="3860800"/>
          <p14:tracePt t="53215" x="7173913" y="3849688"/>
          <p14:tracePt t="53223" x="7137400" y="3836988"/>
          <p14:tracePt t="53231" x="7124700" y="3836988"/>
          <p14:tracePt t="53240" x="7064375" y="3813175"/>
          <p14:tracePt t="53248" x="7027863" y="3800475"/>
          <p14:tracePt t="53256" x="6978650" y="3787775"/>
          <p14:tracePt t="53265" x="6942138" y="3787775"/>
          <p14:tracePt t="53273" x="6894513" y="3763963"/>
          <p14:tracePt t="53282" x="6869113" y="3763963"/>
          <p14:tracePt t="53290" x="6858000" y="3763963"/>
          <p14:tracePt t="53298" x="6832600" y="3751263"/>
          <p14:tracePt t="53306" x="6821488" y="3751263"/>
          <p14:tracePt t="53315" x="6808788" y="3751263"/>
          <p14:tracePt t="53328" x="6796088" y="3751263"/>
          <p14:tracePt t="53333" x="6783388" y="3751263"/>
          <p14:tracePt t="53340" x="6772275" y="3751263"/>
          <p14:tracePt t="53348" x="6759575" y="3751263"/>
          <p14:tracePt t="53356" x="6735763" y="3751263"/>
          <p14:tracePt t="53365" x="6699250" y="3751263"/>
          <p14:tracePt t="53373" x="6637338" y="3751263"/>
          <p14:tracePt t="53381" x="6613525" y="3740150"/>
          <p14:tracePt t="53390" x="6577013" y="3740150"/>
          <p14:tracePt t="53398" x="6540500" y="3740150"/>
          <p14:tracePt t="53399" x="6516688" y="3740150"/>
          <p14:tracePt t="53406" x="6503988" y="3740150"/>
          <p14:tracePt t="53415" x="6467475" y="3740150"/>
          <p14:tracePt t="53423" x="6430963" y="3740150"/>
          <p14:tracePt t="53432" x="6394450" y="3740150"/>
          <p14:tracePt t="53441" x="6381750" y="3740150"/>
          <p14:tracePt t="53448" x="6370638" y="3740150"/>
          <p14:tracePt t="53456" x="6345238" y="3740150"/>
          <p14:tracePt t="53465" x="6308725" y="3740150"/>
          <p14:tracePt t="53473" x="6248400" y="3751263"/>
          <p14:tracePt t="53481" x="6235700" y="3751263"/>
          <p14:tracePt t="53490" x="6188075" y="3763963"/>
          <p14:tracePt t="53498" x="6151563" y="3787775"/>
          <p14:tracePt t="53499" x="6126163" y="3787775"/>
          <p14:tracePt t="53506" x="6102350" y="3787775"/>
          <p14:tracePt t="53515" x="6053138" y="3800475"/>
          <p14:tracePt t="53523" x="6003925" y="3813175"/>
          <p14:tracePt t="53532" x="5967413" y="3836988"/>
          <p14:tracePt t="53539" x="5943600" y="3836988"/>
          <p14:tracePt t="53548" x="5930900" y="3836988"/>
          <p14:tracePt t="53556" x="5919788" y="3849688"/>
          <p14:tracePt t="53565" x="5894388" y="3860800"/>
          <p14:tracePt t="53573" x="5870575" y="3873500"/>
          <p14:tracePt t="53581" x="5857875" y="3873500"/>
          <p14:tracePt t="53590" x="5834063" y="3873500"/>
          <p14:tracePt t="53598" x="5821363" y="3886200"/>
          <p14:tracePt t="53598" x="5810250" y="3897313"/>
          <p14:tracePt t="53607" x="5797550" y="3897313"/>
          <p14:tracePt t="53614" x="5773738" y="3910013"/>
          <p14:tracePt t="53623" x="5737225" y="3933825"/>
          <p14:tracePt t="53632" x="5700713" y="3959225"/>
          <p14:tracePt t="53640" x="5700713" y="3970338"/>
          <p14:tracePt t="53648" x="5675313" y="3970338"/>
          <p14:tracePt t="53656" x="5664200" y="3983038"/>
          <p14:tracePt t="53664" x="5651500" y="3995738"/>
          <p14:tracePt t="53673" x="5638800" y="3995738"/>
          <p14:tracePt t="53713" x="5638800" y="4006850"/>
          <p14:tracePt t="53738" x="5638800" y="4019550"/>
          <p14:tracePt t="53753" x="5627688" y="4019550"/>
          <p14:tracePt t="53921" x="5638800" y="4019550"/>
          <p14:tracePt t="53926" x="5651500" y="4019550"/>
          <p14:tracePt t="53932" x="5664200" y="4019550"/>
          <p14:tracePt t="53939" x="5688013" y="4019550"/>
          <p14:tracePt t="53948" x="5724525" y="4032250"/>
          <p14:tracePt t="53956" x="5797550" y="4056063"/>
          <p14:tracePt t="53964" x="5846763" y="4056063"/>
          <p14:tracePt t="53972" x="5919788" y="4068763"/>
          <p14:tracePt t="53981" x="6040438" y="4092575"/>
          <p14:tracePt t="53982" x="6102350" y="4117975"/>
          <p14:tracePt t="53989" x="6175375" y="4129088"/>
          <p14:tracePt t="53998" x="6321425" y="4154488"/>
          <p14:tracePt t="54006" x="6467475" y="4178300"/>
          <p14:tracePt t="54007" x="6540500" y="4191000"/>
          <p14:tracePt t="54014" x="6650038" y="4227513"/>
          <p14:tracePt t="54023" x="6783388" y="4275138"/>
          <p14:tracePt t="54031" x="6832600" y="4287838"/>
          <p14:tracePt t="54032" x="6905625" y="4324350"/>
          <p14:tracePt t="54039" x="6942138" y="4324350"/>
          <p14:tracePt t="54047" x="6978650" y="4360863"/>
          <p14:tracePt t="54056" x="6991350" y="4373563"/>
          <p14:tracePt t="54066" x="6991350" y="4384675"/>
          <p14:tracePt t="54072" x="7004050" y="4384675"/>
          <p14:tracePt t="54086" x="7015163" y="4384675"/>
          <p14:tracePt t="54098" x="7015163" y="4397375"/>
          <p14:tracePt t="54101" x="7027863" y="4397375"/>
          <p14:tracePt t="54106" x="7027863" y="4410075"/>
          <p14:tracePt t="54114" x="7051675" y="4410075"/>
          <p14:tracePt t="54122" x="7077075" y="4446588"/>
          <p14:tracePt t="54131" x="7113588" y="4457700"/>
          <p14:tracePt t="54131" x="7137400" y="4483100"/>
          <p14:tracePt t="54132" x="7173913" y="4483100"/>
          <p14:tracePt t="54139" x="7197725" y="4506913"/>
          <p14:tracePt t="54147" x="7246938" y="4543425"/>
          <p14:tracePt t="54156" x="7332663" y="4592638"/>
          <p14:tracePt t="54164" x="7429500" y="4640263"/>
          <p14:tracePt t="54172" x="7551738" y="4702175"/>
          <p14:tracePt t="54181" x="7673975" y="4775200"/>
          <p14:tracePt t="54182" x="7747000" y="4824413"/>
          <p14:tracePt t="54189" x="7794625" y="4848225"/>
          <p14:tracePt t="54197" x="7940675" y="4933950"/>
          <p14:tracePt t="54206" x="8075613" y="4994275"/>
          <p14:tracePt t="54207" x="8148638" y="5043488"/>
          <p14:tracePt t="54214" x="8294688" y="5127625"/>
          <p14:tracePt t="54223" x="8391525" y="5189538"/>
          <p14:tracePt t="54231" x="8440738" y="5226050"/>
          <p14:tracePt t="54239" x="8599488" y="5322888"/>
          <p14:tracePt t="54247" x="8672513" y="5359400"/>
          <p14:tracePt t="54256" x="8709025" y="5384800"/>
          <p14:tracePt t="54264" x="8720138" y="5408613"/>
          <p14:tracePt t="54272" x="8732838" y="5408613"/>
          <p14:tracePt t="54280" x="8745538" y="5421313"/>
          <p14:tracePt t="54289" x="8756650" y="5432425"/>
          <p14:tracePt t="54298" x="8782050" y="5457825"/>
          <p14:tracePt t="54306" x="8793163" y="5468938"/>
          <p14:tracePt t="54314" x="8818563" y="5481638"/>
          <p14:tracePt t="54322" x="8829675" y="5494338"/>
          <p14:tracePt t="54331" x="8855075" y="5505450"/>
          <p14:tracePt t="54339" x="8902700" y="5554663"/>
          <p14:tracePt t="54347" x="8951913" y="5591175"/>
          <p14:tracePt t="54356" x="9013825" y="5627688"/>
          <p14:tracePt t="54364" x="9097963" y="5688013"/>
          <p14:tracePt t="54372" x="9220200" y="5773738"/>
          <p14:tracePt t="54381" x="9378950" y="5859463"/>
          <p14:tracePt t="54389" x="9525000" y="5907088"/>
          <p14:tracePt t="54397" x="9634538" y="5969000"/>
          <p14:tracePt t="54405" x="9694863" y="5981700"/>
          <p14:tracePt t="54414" x="9720263" y="5992813"/>
          <p14:tracePt t="54511" x="9720263" y="6005513"/>
          <p14:tracePt t="54518" x="9720263" y="6018213"/>
          <p14:tracePt t="54526" x="9720263" y="6042025"/>
          <p14:tracePt t="54531" x="9720263" y="6054725"/>
          <p14:tracePt t="54539" x="9720263" y="6091238"/>
          <p14:tracePt t="54547" x="9720263" y="6127750"/>
          <p14:tracePt t="54555" x="9707563" y="6151563"/>
          <p14:tracePt t="54564" x="9707563" y="6188075"/>
          <p14:tracePt t="54572" x="9707563" y="6200775"/>
          <p14:tracePt t="54573" x="9694863" y="6211888"/>
          <p14:tracePt t="54580" x="9683750" y="6211888"/>
          <p14:tracePt t="54589" x="9671050" y="6211888"/>
          <p14:tracePt t="54597" x="9658350" y="6224588"/>
          <p14:tracePt t="54605" x="9634538" y="6224588"/>
          <p14:tracePt t="54613" x="9585325" y="6224588"/>
          <p14:tracePt t="54622" x="9548813" y="6224588"/>
          <p14:tracePt t="54630" x="9525000" y="6224588"/>
          <p14:tracePt t="54638" x="9475788" y="6224588"/>
          <p14:tracePt t="54647" x="9402763" y="6224588"/>
          <p14:tracePt t="54655" x="9353550" y="6211888"/>
          <p14:tracePt t="54663" x="9293225" y="6211888"/>
          <p14:tracePt t="54672" x="9256713" y="6211888"/>
          <p14:tracePt t="54680" x="9232900" y="6211888"/>
          <p14:tracePt t="54688" x="9220200" y="6211888"/>
          <p14:tracePt t="54881" x="9232900" y="6211888"/>
          <p14:tracePt t="54891" x="9244013" y="6211888"/>
          <p14:tracePt t="54892" x="9269413" y="6211888"/>
          <p14:tracePt t="54898" x="9280525" y="6211888"/>
          <p14:tracePt t="54905" x="9317038" y="6224588"/>
          <p14:tracePt t="54913" x="9402763" y="6237288"/>
          <p14:tracePt t="54922" x="9451975" y="6248400"/>
          <p14:tracePt t="54930" x="9475788" y="6248400"/>
          <p14:tracePt t="54938" x="9536113" y="6248400"/>
          <p14:tracePt t="54946" x="9609138" y="6248400"/>
          <p14:tracePt t="54955" x="9645650" y="6248400"/>
          <p14:tracePt t="54963" x="9683750" y="6248400"/>
          <p14:tracePt t="54971" x="9694863" y="6248400"/>
          <p14:tracePt t="54980" x="9720263" y="6248400"/>
          <p14:tracePt t="54988" x="9731375" y="6248400"/>
          <p14:tracePt t="54997" x="9744075" y="6248400"/>
          <p14:tracePt t="55005" x="9767888" y="6248400"/>
          <p14:tracePt t="55014" x="9780588" y="6248400"/>
          <p14:tracePt t="55021" x="9793288" y="6248400"/>
          <p14:tracePt t="55030" x="9804400" y="6248400"/>
          <p14:tracePt t="55038" x="9829800" y="6248400"/>
          <p14:tracePt t="55046" x="9866313" y="6248400"/>
          <p14:tracePt t="55055" x="9926638" y="6237288"/>
          <p14:tracePt t="55063" x="9986963" y="6224588"/>
          <p14:tracePt t="55072" x="10012363" y="6224588"/>
          <p14:tracePt t="55080" x="10048875" y="6224588"/>
          <p14:tracePt t="55088" x="10072688" y="6224588"/>
          <p14:tracePt t="55089" x="10085388" y="6224588"/>
          <p14:tracePt t="55101" x="10096500" y="6224588"/>
          <p14:tracePt t="55121" x="10109200" y="6224588"/>
          <p14:tracePt t="55146" x="10121900" y="6224588"/>
          <p14:tracePt t="55152" x="10133013" y="6224588"/>
          <p14:tracePt t="55155" x="10145713" y="6224588"/>
          <p14:tracePt t="55163" x="10169525" y="6224588"/>
          <p14:tracePt t="55172" x="10206038" y="6224588"/>
          <p14:tracePt t="55181" x="10218738" y="6224588"/>
          <p14:tracePt t="55189" x="10231438" y="6224588"/>
          <p14:tracePt t="55196" x="10242550" y="6224588"/>
          <p14:tracePt t="55213" x="10255250" y="6224588"/>
          <p14:tracePt t="55218" x="10267950" y="6224588"/>
          <p14:tracePt t="55226" x="10291763" y="6224588"/>
          <p14:tracePt t="55231" x="10304463" y="6224588"/>
          <p14:tracePt t="55238" x="10315575" y="6224588"/>
          <p14:tracePt t="55239" x="10340975" y="6224588"/>
          <p14:tracePt t="55246" x="10352088" y="6224588"/>
          <p14:tracePt t="55255" x="10426700" y="6224588"/>
          <p14:tracePt t="55263" x="10463213" y="6224588"/>
          <p14:tracePt t="55271" x="10499725" y="6224588"/>
          <p14:tracePt t="55280" x="10560050" y="6211888"/>
          <p14:tracePt t="55288" x="10596563" y="6211888"/>
          <p14:tracePt t="55296" x="10620375" y="6211888"/>
          <p14:tracePt t="55304" x="10656888" y="6211888"/>
          <p14:tracePt t="55313" x="10718800" y="6175375"/>
          <p14:tracePt t="55322" x="10742613" y="6175375"/>
          <p14:tracePt t="55330" x="10766425" y="6164263"/>
          <p14:tracePt t="55338" x="10791825" y="6164263"/>
          <p14:tracePt t="55339" x="10815638" y="6151563"/>
          <p14:tracePt t="55347" x="10839450" y="6138863"/>
          <p14:tracePt t="55355" x="10864850" y="6127750"/>
          <p14:tracePt t="55363" x="10888663" y="6127750"/>
          <p14:tracePt t="55372" x="10912475" y="6127750"/>
          <p14:tracePt t="55379" x="10925175" y="6127750"/>
          <p14:tracePt t="55388" x="10937875" y="6115050"/>
          <p14:tracePt t="55396" x="10948988" y="6115050"/>
          <p14:tracePt t="55408" x="10961688" y="6115050"/>
          <p14:tracePt t="55413" x="10974388" y="6115050"/>
          <p14:tracePt t="55426" x="10985500" y="6115050"/>
          <p14:tracePt t="55438" x="10998200" y="6115050"/>
          <p14:tracePt t="55448" x="10998200" y="6102350"/>
          <p14:tracePt t="55468" x="11010900" y="6102350"/>
          <p14:tracePt t="55562" x="11010900" y="6091238"/>
          <p14:tracePt t="55566" x="11022013" y="6091238"/>
          <p14:tracePt t="55572" x="11034713" y="6091238"/>
          <p14:tracePt t="55580" x="11034713" y="6078538"/>
          <p14:tracePt t="55588" x="11047413" y="6065838"/>
          <p14:tracePt t="55601" x="11047413" y="6054725"/>
          <p14:tracePt t="55613" x="11047413" y="6042025"/>
          <p14:tracePt t="55618" x="11058525" y="6042025"/>
          <p14:tracePt t="55622" x="11058525" y="6029325"/>
          <p14:tracePt t="55631" x="11071225" y="6018213"/>
          <p14:tracePt t="55638" x="11071225" y="6005513"/>
          <p14:tracePt t="55646" x="11071225" y="5992813"/>
          <p14:tracePt t="55654" x="11071225" y="5969000"/>
          <p14:tracePt t="55662" x="11071225" y="5945188"/>
          <p14:tracePt t="55671" x="11071225" y="5932488"/>
          <p14:tracePt t="55672" x="11071225" y="5919788"/>
          <p14:tracePt t="55679" x="11071225" y="5907088"/>
          <p14:tracePt t="55687" x="11071225" y="5895975"/>
          <p14:tracePt t="55696" x="11071225" y="5870575"/>
          <p14:tracePt t="55704" x="11071225" y="5859463"/>
          <p14:tracePt t="55713" x="11058525" y="5846763"/>
          <p14:tracePt t="55721" x="11058525" y="5834063"/>
          <p14:tracePt t="55722" x="11047413" y="5834063"/>
          <p14:tracePt t="55729" x="11047413" y="5822950"/>
          <p14:tracePt t="55737" x="11034713" y="5810250"/>
          <p14:tracePt t="55746" x="11022013" y="5797550"/>
          <p14:tracePt t="55754" x="11022013" y="5786438"/>
          <p14:tracePt t="55762" x="11010900" y="5773738"/>
          <p14:tracePt t="55771" x="10998200" y="5773738"/>
          <p14:tracePt t="55772" x="10998200" y="5761038"/>
          <p14:tracePt t="55781" x="10985500" y="5749925"/>
          <p14:tracePt t="55787" x="10974388" y="5737225"/>
          <p14:tracePt t="55796" x="10961688" y="5737225"/>
          <p14:tracePt t="55804" x="10948988" y="5724525"/>
          <p14:tracePt t="55812" x="10925175" y="5724525"/>
          <p14:tracePt t="55821" x="10912475" y="5713413"/>
          <p14:tracePt t="55829" x="10901363" y="5713413"/>
          <p14:tracePt t="55837" x="10864850" y="5713413"/>
          <p14:tracePt t="55846" x="10852150" y="5713413"/>
          <p14:tracePt t="55854" x="10839450" y="5713413"/>
          <p14:tracePt t="55862" x="10815638" y="5700713"/>
          <p14:tracePt t="55871" x="10791825" y="5688013"/>
          <p14:tracePt t="55879" x="10766425" y="5688013"/>
          <p14:tracePt t="55887" x="10742613" y="5676900"/>
          <p14:tracePt t="55896" x="10718800" y="5676900"/>
          <p14:tracePt t="55904" x="10693400" y="5664200"/>
          <p14:tracePt t="55912" x="10656888" y="5651500"/>
          <p14:tracePt t="55921" x="10633075" y="5640388"/>
          <p14:tracePt t="55921" x="10620375" y="5640388"/>
          <p14:tracePt t="55929" x="10609263" y="5627688"/>
          <p14:tracePt t="55937" x="10596563" y="5627688"/>
          <p14:tracePt t="55946" x="10583863" y="5627688"/>
          <p14:tracePt t="55954" x="10572750" y="5614988"/>
          <p14:tracePt t="55962" x="10560050" y="5614988"/>
          <p14:tracePt t="55978" x="10547350" y="5614988"/>
          <p14:tracePt t="55981" x="10547350" y="5603875"/>
          <p14:tracePt t="55987" x="10536238" y="5603875"/>
          <p14:tracePt t="55998" x="10523538" y="5603875"/>
          <p14:tracePt t="56006" x="10510838" y="5603875"/>
          <p14:tracePt t="56013" x="10499725" y="5591175"/>
          <p14:tracePt t="56021" x="10487025" y="5591175"/>
          <p14:tracePt t="56029" x="10474325" y="5578475"/>
          <p14:tracePt t="56038" x="10463213" y="5578475"/>
          <p14:tracePt t="56046" x="10450513" y="5578475"/>
          <p14:tracePt t="56061" x="10437813" y="5578475"/>
          <p14:tracePt t="56078" x="10426700" y="5578475"/>
          <p14:tracePt t="56086" x="10414000" y="5578475"/>
          <p14:tracePt t="56092" x="10401300" y="5567363"/>
          <p14:tracePt t="56098" x="10388600" y="5567363"/>
          <p14:tracePt t="56104" x="10377488" y="5567363"/>
          <p14:tracePt t="56112" x="10364788" y="5567363"/>
          <p14:tracePt t="56120" x="10340975" y="5567363"/>
          <p14:tracePt t="56129" x="10304463" y="5554663"/>
          <p14:tracePt t="56137" x="10267950" y="5554663"/>
          <p14:tracePt t="56145" x="10255250" y="5554663"/>
          <p14:tracePt t="56155" x="10218738" y="5554663"/>
          <p14:tracePt t="56162" x="10206038" y="5541963"/>
          <p14:tracePt t="56181" x="10194925" y="5541963"/>
          <p14:tracePt t="56187" x="10182225" y="5541963"/>
          <p14:tracePt t="56193" x="10169525" y="5541963"/>
          <p14:tracePt t="56198" x="10158413" y="5541963"/>
          <p14:tracePt t="56204" x="10145713" y="5541963"/>
          <p14:tracePt t="56212" x="10133013" y="5541963"/>
          <p14:tracePt t="56220" x="10109200" y="5541963"/>
          <p14:tracePt t="56229" x="10096500" y="5541963"/>
          <p14:tracePt t="56238" x="10085388" y="5541963"/>
          <p14:tracePt t="56273" x="10072688" y="5541963"/>
          <p14:tracePt t="56281" x="10059988" y="5541963"/>
          <p14:tracePt t="56288" x="10048875" y="5541963"/>
          <p14:tracePt t="56301" x="10036175" y="5530850"/>
          <p14:tracePt t="56308" x="10012363" y="5530850"/>
          <p14:tracePt t="56318" x="9999663" y="5530850"/>
          <p14:tracePt t="56321" x="9986963" y="5530850"/>
          <p14:tracePt t="56331" x="9963150" y="5518150"/>
          <p14:tracePt t="56332" x="9939338" y="5518150"/>
          <p14:tracePt t="56347" x="9913938" y="5518150"/>
          <p14:tracePt t="56348" x="9890125" y="5505450"/>
          <p14:tracePt t="56354" x="9866313" y="5505450"/>
          <p14:tracePt t="56362" x="9829800" y="5505450"/>
          <p14:tracePt t="56371" x="9793288" y="5505450"/>
          <p14:tracePt t="56379" x="9767888" y="5505450"/>
          <p14:tracePt t="56387" x="9694863" y="5505450"/>
          <p14:tracePt t="56396" x="9658350" y="5505450"/>
          <p14:tracePt t="56404" x="9598025" y="5505450"/>
          <p14:tracePt t="56412" x="9561513" y="5518150"/>
          <p14:tracePt t="56420" x="9475788" y="5518150"/>
          <p14:tracePt t="56429" x="9451975" y="5518150"/>
          <p14:tracePt t="56437" x="9415463" y="5518150"/>
          <p14:tracePt t="56445" x="9378950" y="5518150"/>
          <p14:tracePt t="56453" x="9342438" y="5518150"/>
          <p14:tracePt t="56462" x="9317038" y="5518150"/>
          <p14:tracePt t="56470" x="9305925" y="5518150"/>
          <p14:tracePt t="56478" x="9280525" y="5530850"/>
          <p14:tracePt t="56487" x="9244013" y="5530850"/>
          <p14:tracePt t="56495" x="9220200" y="5530850"/>
          <p14:tracePt t="56503" x="9207500" y="5530850"/>
          <p14:tracePt t="56512" x="9183688" y="5530850"/>
          <p14:tracePt t="56513" x="9183688" y="5541963"/>
          <p14:tracePt t="56520" x="9170988" y="5554663"/>
          <p14:tracePt t="56528" x="9147175" y="5567363"/>
          <p14:tracePt t="56537" x="9123363" y="5567363"/>
          <p14:tracePt t="56545" x="9110663" y="5578475"/>
          <p14:tracePt t="56553" x="9097963" y="5591175"/>
          <p14:tracePt t="56562" x="9086850" y="5603875"/>
          <p14:tracePt t="56570" x="9086850" y="5614988"/>
          <p14:tracePt t="56578" x="9061450" y="5627688"/>
          <p14:tracePt t="56587" x="9050338" y="5651500"/>
          <p14:tracePt t="56595" x="9037638" y="5664200"/>
          <p14:tracePt t="56603" x="9024938" y="5688013"/>
          <p14:tracePt t="56611" x="9024938" y="5700713"/>
          <p14:tracePt t="56620" x="9001125" y="5737225"/>
          <p14:tracePt t="56628" x="9001125" y="5749925"/>
          <p14:tracePt t="56637" x="9001125" y="5761038"/>
          <p14:tracePt t="56645" x="8988425" y="5786438"/>
          <p14:tracePt t="56653" x="8988425" y="5822950"/>
          <p14:tracePt t="56662" x="8988425" y="5846763"/>
          <p14:tracePt t="56670" x="8988425" y="5870575"/>
          <p14:tracePt t="56678" x="8988425" y="5895975"/>
          <p14:tracePt t="56686" x="8988425" y="5932488"/>
          <p14:tracePt t="56695" x="8988425" y="5945188"/>
          <p14:tracePt t="56703" x="9001125" y="5956300"/>
          <p14:tracePt t="56712" x="9013825" y="5969000"/>
          <p14:tracePt t="56720" x="9024938" y="5981700"/>
          <p14:tracePt t="56728" x="9037638" y="5992813"/>
          <p14:tracePt t="56737" x="9061450" y="6005513"/>
          <p14:tracePt t="56745" x="9086850" y="6018213"/>
          <p14:tracePt t="56753" x="9123363" y="6029325"/>
          <p14:tracePt t="56761" x="9183688" y="6029325"/>
          <p14:tracePt t="56770" x="9220200" y="6029325"/>
          <p14:tracePt t="56779" x="9256713" y="6029325"/>
          <p14:tracePt t="56779" x="9305925" y="6029325"/>
          <p14:tracePt t="56786" x="9353550" y="6029325"/>
          <p14:tracePt t="56795" x="9525000" y="6029325"/>
          <p14:tracePt t="56803" x="9645650" y="6005513"/>
          <p14:tracePt t="56812" x="9780588" y="5981700"/>
          <p14:tracePt t="56820" x="9913938" y="5945188"/>
          <p14:tracePt t="56828" x="10023475" y="5895975"/>
          <p14:tracePt t="56836" x="10085388" y="5859463"/>
          <p14:tracePt t="56845" x="10121900" y="5822950"/>
          <p14:tracePt t="56853" x="10133013" y="5810250"/>
          <p14:tracePt t="56854" x="10145713" y="5797550"/>
          <p14:tracePt t="56861" x="10158413" y="5797550"/>
          <p14:tracePt t="56870" x="10158413" y="5773738"/>
          <p14:tracePt t="56878" x="10158413" y="5761038"/>
          <p14:tracePt t="56886" x="10169525" y="5749925"/>
          <p14:tracePt t="56895" x="10182225" y="5713413"/>
          <p14:tracePt t="56903" x="10194925" y="5688013"/>
          <p14:tracePt t="56911" x="10194925" y="5664200"/>
          <p14:tracePt t="56920" x="10231438" y="5603875"/>
          <p14:tracePt t="56928" x="10242550" y="5567363"/>
          <p14:tracePt t="56937" x="10242550" y="5518150"/>
          <p14:tracePt t="56945" x="10242550" y="5468938"/>
          <p14:tracePt t="56953" x="10242550" y="5432425"/>
          <p14:tracePt t="56961" x="10242550" y="5408613"/>
          <p14:tracePt t="56970" x="10242550" y="5395913"/>
          <p14:tracePt t="56979" x="10242550" y="5384800"/>
          <p14:tracePt t="56979" x="10231438" y="5372100"/>
          <p14:tracePt t="56991" x="10231438" y="5359400"/>
          <p14:tracePt t="56998" x="10231438" y="5348288"/>
          <p14:tracePt t="57003" x="10231438" y="5335588"/>
          <p14:tracePt t="57012" x="10218738" y="5311775"/>
          <p14:tracePt t="57020" x="10206038" y="5286375"/>
          <p14:tracePt t="57028" x="10206038" y="5273675"/>
          <p14:tracePt t="57036" x="10194925" y="5249863"/>
          <p14:tracePt t="57045" x="10194925" y="5226050"/>
          <p14:tracePt t="57053" x="10169525" y="5153025"/>
          <p14:tracePt t="57061" x="10158413" y="5116513"/>
          <p14:tracePt t="57070" x="10145713" y="5067300"/>
          <p14:tracePt t="57078" x="10133013" y="5006975"/>
          <p14:tracePt t="57079" x="10121900" y="4970463"/>
          <p14:tracePt t="57087" x="10121900" y="4945063"/>
          <p14:tracePt t="57094" x="10096500" y="4933950"/>
          <p14:tracePt t="57103" x="10096500" y="4908550"/>
          <p14:tracePt t="57111" x="10085388" y="4897438"/>
          <p14:tracePt t="57119" x="10059988" y="4860925"/>
          <p14:tracePt t="57128" x="10048875" y="4848225"/>
          <p14:tracePt t="57136" x="10036175" y="4811713"/>
          <p14:tracePt t="57144" x="10023475" y="4787900"/>
          <p14:tracePt t="57153" x="9986963" y="4751388"/>
          <p14:tracePt t="57162" x="9986963" y="4738688"/>
          <p14:tracePt t="57169" x="9975850" y="4738688"/>
          <p14:tracePt t="57178" x="9963150" y="4725988"/>
          <p14:tracePt t="57179" x="9950450" y="4714875"/>
          <p14:tracePt t="57188" x="9939338" y="4702175"/>
          <p14:tracePt t="57198" x="9926638" y="4702175"/>
          <p14:tracePt t="57213" x="9913938" y="4702175"/>
          <p14:tracePt t="57228" x="9902825" y="4702175"/>
          <p14:tracePt t="57246" x="9890125" y="4702175"/>
          <p14:tracePt t="57259" x="9877425" y="4702175"/>
          <p14:tracePt t="57266" x="9866313" y="4702175"/>
          <p14:tracePt t="57272" x="9853613" y="4689475"/>
          <p14:tracePt t="57278" x="9840913" y="4689475"/>
          <p14:tracePt t="57287" x="9817100" y="4689475"/>
          <p14:tracePt t="57291" x="9793288" y="4689475"/>
          <p14:tracePt t="57298" x="9767888" y="4689475"/>
          <p14:tracePt t="57303" x="9756775" y="4689475"/>
          <p14:tracePt t="57311" x="9744075" y="4678363"/>
          <p14:tracePt t="57320" x="9707563" y="4678363"/>
          <p14:tracePt t="57328" x="9683750" y="4678363"/>
          <p14:tracePt t="57329" x="9658350" y="4678363"/>
          <p14:tracePt t="57336" x="9645650" y="4678363"/>
          <p14:tracePt t="57344" x="9585325" y="4678363"/>
          <p14:tracePt t="57353" x="9512300" y="4678363"/>
          <p14:tracePt t="57361" x="9463088" y="4678363"/>
          <p14:tracePt t="57369" x="9451975" y="4678363"/>
          <p14:tracePt t="57378" x="9415463" y="4678363"/>
          <p14:tracePt t="57386" x="9390063" y="4678363"/>
          <p14:tracePt t="57387" x="9378950" y="4678363"/>
          <p14:tracePt t="57401" x="9366250" y="4678363"/>
          <p14:tracePt t="57418" x="9353550" y="4678363"/>
          <p14:tracePt t="57428" x="9342438" y="4678363"/>
          <p14:tracePt t="57439" x="9329738" y="4678363"/>
          <p14:tracePt t="57446" x="9317038" y="4678363"/>
          <p14:tracePt t="57452" x="9305925" y="4678363"/>
          <p14:tracePt t="57458" x="9305925" y="4689475"/>
          <p14:tracePt t="57461" x="9293225" y="4689475"/>
          <p14:tracePt t="57469" x="9280525" y="4689475"/>
          <p14:tracePt t="57478" x="9269413" y="4689475"/>
          <p14:tracePt t="57486" x="9256713" y="4702175"/>
          <p14:tracePt t="57494" x="9232900" y="4714875"/>
          <p14:tracePt t="57502" x="9207500" y="4725988"/>
          <p14:tracePt t="57511" x="9196388" y="4725988"/>
          <p14:tracePt t="57512" x="9170988" y="4751388"/>
          <p14:tracePt t="57519" x="9147175" y="4762500"/>
          <p14:tracePt t="57527" x="9123363" y="4775200"/>
          <p14:tracePt t="57536" x="9097963" y="4799013"/>
          <p14:tracePt t="57544" x="9061450" y="4811713"/>
          <p14:tracePt t="57552" x="9050338" y="4835525"/>
          <p14:tracePt t="57561" x="9037638" y="4835525"/>
          <p14:tracePt t="57562" x="9037638" y="4848225"/>
          <p14:tracePt t="57601" x="9037638" y="4860925"/>
          <p14:tracePt t="57613" x="9037638" y="4872038"/>
          <p14:tracePt t="57626" x="9050338" y="4884738"/>
          <p14:tracePt t="57631" x="9061450" y="4897438"/>
          <p14:tracePt t="57636" x="9074150" y="4908550"/>
          <p14:tracePt t="57644" x="9110663" y="4945063"/>
          <p14:tracePt t="57652" x="9170988" y="4981575"/>
          <p14:tracePt t="57661" x="9207500" y="4994275"/>
          <p14:tracePt t="57662" x="9244013" y="4994275"/>
          <p14:tracePt t="57669" x="9280525" y="5006975"/>
          <p14:tracePt t="57677" x="9353550" y="5030788"/>
          <p14:tracePt t="57686" x="9451975" y="5043488"/>
          <p14:tracePt t="57694" x="9645650" y="5067300"/>
          <p14:tracePt t="57702" x="9767888" y="5067300"/>
          <p14:tracePt t="57711" x="9829800" y="5067300"/>
          <p14:tracePt t="57712" x="9975850" y="5067300"/>
          <p14:tracePt t="57719" x="10036175" y="5067300"/>
          <p14:tracePt t="57728" x="10182225" y="5067300"/>
          <p14:tracePt t="57736" x="10352088" y="5067300"/>
          <p14:tracePt t="57744" x="10487025" y="5054600"/>
          <p14:tracePt t="57752" x="10560050" y="5030788"/>
          <p14:tracePt t="57753" x="10596563" y="5018088"/>
          <p14:tracePt t="57760" x="10609263" y="5018088"/>
          <p14:tracePt t="57769" x="10620375" y="5018088"/>
          <p14:tracePt t="57777" x="10633075" y="5006975"/>
          <p14:tracePt t="57801" x="10633075" y="4994275"/>
          <p14:tracePt t="57806" x="10645775" y="4994275"/>
          <p14:tracePt t="57811" x="10656888" y="4981575"/>
          <p14:tracePt t="57819" x="10669588" y="4981575"/>
          <p14:tracePt t="57827" x="10682288" y="4970463"/>
          <p14:tracePt t="57836" x="10693400" y="4957763"/>
          <p14:tracePt t="57844" x="10706100" y="4945063"/>
          <p14:tracePt t="57852" x="10755313" y="4897438"/>
          <p14:tracePt t="57860" x="10766425" y="4835525"/>
          <p14:tracePt t="57869" x="10766425" y="4787900"/>
          <p14:tracePt t="57877" x="10766425" y="4738688"/>
          <p14:tracePt t="57878" x="10766425" y="4714875"/>
          <p14:tracePt t="57885" x="10766425" y="4689475"/>
          <p14:tracePt t="57894" x="10766425" y="4592638"/>
          <p14:tracePt t="57902" x="10755313" y="4543425"/>
          <p14:tracePt t="57910" x="10742613" y="4506913"/>
          <p14:tracePt t="57919" x="10693400" y="4421188"/>
          <p14:tracePt t="57927" x="10669588" y="4373563"/>
          <p14:tracePt t="57935" x="10633075" y="4337050"/>
          <p14:tracePt t="57944" x="10609263" y="4275138"/>
          <p14:tracePt t="57952" x="10572750" y="4227513"/>
          <p14:tracePt t="57960" x="10536238" y="4165600"/>
          <p14:tracePt t="57969" x="10487025" y="4117975"/>
          <p14:tracePt t="57977" x="10450513" y="4056063"/>
          <p14:tracePt t="57985" x="10414000" y="4006850"/>
          <p14:tracePt t="57994" x="10352088" y="3933825"/>
          <p14:tracePt t="58002" x="10315575" y="3897313"/>
          <p14:tracePt t="58010" x="10304463" y="3886200"/>
          <p14:tracePt t="58019" x="10242550" y="3849688"/>
          <p14:tracePt t="58020" x="10231438" y="3836988"/>
          <p14:tracePt t="58027" x="10218738" y="3824288"/>
          <p14:tracePt t="58035" x="10182225" y="3800475"/>
          <p14:tracePt t="58044" x="10133013" y="3776663"/>
          <p14:tracePt t="58052" x="10096500" y="3751263"/>
          <p14:tracePt t="58053" x="10072688" y="3751263"/>
          <p14:tracePt t="58060" x="10048875" y="3727450"/>
          <p14:tracePt t="58069" x="9999663" y="3703638"/>
          <p14:tracePt t="58077" x="9950450" y="3678238"/>
          <p14:tracePt t="58085" x="9902825" y="3667125"/>
          <p14:tracePt t="58094" x="9817100" y="3630613"/>
          <p14:tracePt t="58102" x="9756775" y="3617913"/>
          <p14:tracePt t="58111" x="9731375" y="3605213"/>
          <p14:tracePt t="58118" x="9707563" y="3594100"/>
          <p14:tracePt t="58127" x="9671050" y="3594100"/>
          <p14:tracePt t="58135" x="9634538" y="3594100"/>
          <p14:tracePt t="58144" x="9609138" y="3594100"/>
          <p14:tracePt t="58152" x="9585325" y="3594100"/>
          <p14:tracePt t="58153" x="9561513" y="3581400"/>
          <p14:tracePt t="58161" x="9536113" y="3581400"/>
          <p14:tracePt t="58168" x="9525000" y="3581400"/>
          <p14:tracePt t="58177" x="9488488" y="3568700"/>
          <p14:tracePt t="58185" x="9475788" y="3568700"/>
          <p14:tracePt t="58194" x="9426575" y="3568700"/>
          <p14:tracePt t="58202" x="9390063" y="3568700"/>
          <p14:tracePt t="58210" x="9366250" y="3568700"/>
          <p14:tracePt t="58218" x="9317038" y="3594100"/>
          <p14:tracePt t="58227" x="9244013" y="3630613"/>
          <p14:tracePt t="58235" x="9170988" y="3667125"/>
          <p14:tracePt t="58244" x="9086850" y="3714750"/>
          <p14:tracePt t="58252" x="8988425" y="3800475"/>
          <p14:tracePt t="58252" x="8928100" y="3836988"/>
          <p14:tracePt t="58260" x="8878888" y="3873500"/>
          <p14:tracePt t="58268" x="8805863" y="3959225"/>
          <p14:tracePt t="58277" x="8732838" y="4032250"/>
          <p14:tracePt t="58285" x="8683625" y="4117975"/>
          <p14:tracePt t="58293" x="8610600" y="4264025"/>
          <p14:tracePt t="58302" x="8586788" y="4348163"/>
          <p14:tracePt t="58310" x="8574088" y="4397375"/>
          <p14:tracePt t="58318" x="8574088" y="4470400"/>
          <p14:tracePt t="58327" x="8574088" y="4567238"/>
          <p14:tracePt t="58335" x="8574088" y="4640263"/>
          <p14:tracePt t="58343" x="8574088" y="4689475"/>
          <p14:tracePt t="58352" x="8599488" y="4751388"/>
          <p14:tracePt t="58360" x="8623300" y="4799013"/>
          <p14:tracePt t="58368" x="8636000" y="4811713"/>
          <p14:tracePt t="58377" x="8647113" y="4848225"/>
          <p14:tracePt t="58385" x="8672513" y="4860925"/>
          <p14:tracePt t="58393" x="8720138" y="4933950"/>
          <p14:tracePt t="58402" x="8756650" y="4970463"/>
          <p14:tracePt t="58410" x="8769350" y="4970463"/>
          <p14:tracePt t="58418" x="8793163" y="4994275"/>
          <p14:tracePt t="58419" x="8805863" y="5006975"/>
          <p14:tracePt t="58426" x="8829675" y="5018088"/>
          <p14:tracePt t="58435" x="8855075" y="5043488"/>
          <p14:tracePt t="58443" x="8878888" y="5054600"/>
          <p14:tracePt t="58451" x="8902700" y="5067300"/>
          <p14:tracePt t="58460" x="8928100" y="5091113"/>
          <p14:tracePt t="58468" x="8977313" y="5116513"/>
          <p14:tracePt t="58476" x="9024938" y="5127625"/>
          <p14:tracePt t="58485" x="9086850" y="5153025"/>
          <p14:tracePt t="58493" x="9196388" y="5164138"/>
          <p14:tracePt t="58501" x="9256713" y="5176838"/>
          <p14:tracePt t="58510" x="9402763" y="5213350"/>
          <p14:tracePt t="58518" x="9621838" y="5237163"/>
          <p14:tracePt t="58526" x="9890125" y="5273675"/>
          <p14:tracePt t="58535" x="10255250" y="5299075"/>
          <p14:tracePt t="58543" x="10463213" y="5299075"/>
          <p14:tracePt t="58551" x="10609263" y="5299075"/>
          <p14:tracePt t="58560" x="10682288" y="5299075"/>
          <p14:tracePt t="58568" x="10742613" y="5299075"/>
          <p14:tracePt t="58576" x="10755313" y="5273675"/>
          <p14:tracePt t="58585" x="10779125" y="5262563"/>
          <p14:tracePt t="58593" x="10779125" y="5213350"/>
          <p14:tracePt t="58601" x="10791825" y="5176838"/>
          <p14:tracePt t="58610" x="10791825" y="5164138"/>
          <p14:tracePt t="58618" x="10802938" y="5127625"/>
          <p14:tracePt t="58626" x="10815638" y="5067300"/>
          <p14:tracePt t="58635" x="10815638" y="5030788"/>
          <p14:tracePt t="58643" x="10815638" y="4957763"/>
          <p14:tracePt t="58651" x="10815638" y="4908550"/>
          <p14:tracePt t="58660" x="10815638" y="4860925"/>
          <p14:tracePt t="58668" x="10815638" y="4787900"/>
          <p14:tracePt t="58676" x="10815638" y="4738688"/>
          <p14:tracePt t="58685" x="10815638" y="4678363"/>
          <p14:tracePt t="58693" x="10791825" y="4592638"/>
          <p14:tracePt t="58701" x="10766425" y="4530725"/>
          <p14:tracePt t="58710" x="10742613" y="4494213"/>
          <p14:tracePt t="58718" x="10729913" y="4446588"/>
          <p14:tracePt t="58726" x="10682288" y="4384675"/>
          <p14:tracePt t="58735" x="10633075" y="4324350"/>
          <p14:tracePt t="58743" x="10609263" y="4311650"/>
          <p14:tracePt t="58751" x="10609263" y="4300538"/>
          <p14:tracePt t="58761" x="10596563" y="4300538"/>
          <p14:tracePt t="58781" x="10583863" y="4300538"/>
          <p14:tracePt t="58788" x="10572750" y="4300538"/>
          <p14:tracePt t="58798" x="10560050" y="4287838"/>
          <p14:tracePt t="58800" x="10547350" y="4287838"/>
          <p14:tracePt t="58811" x="10536238" y="4287838"/>
          <p14:tracePt t="58812" x="10523538" y="4287838"/>
          <p14:tracePt t="58818" x="10510838" y="4287838"/>
          <p14:tracePt t="58827" x="10499725" y="4287838"/>
          <p14:tracePt t="58834" x="10474325" y="4287838"/>
          <p14:tracePt t="58843" x="10450513" y="4287838"/>
          <p14:tracePt t="58851" x="10426700" y="4287838"/>
          <p14:tracePt t="58859" x="10328275" y="4300538"/>
          <p14:tracePt t="58868" x="10315575" y="4311650"/>
          <p14:tracePt t="58876" x="10255250" y="4324350"/>
          <p14:tracePt t="58884" x="10218738" y="4337050"/>
          <p14:tracePt t="58893" x="10169525" y="4360863"/>
          <p14:tracePt t="58901" x="10145713" y="4373563"/>
          <p14:tracePt t="58909" x="10109200" y="4397375"/>
          <p14:tracePt t="58918" x="10072688" y="4397375"/>
          <p14:tracePt t="58919" x="10072688" y="4410075"/>
          <p14:tracePt t="58927" x="10048875" y="4421188"/>
          <p14:tracePt t="58935" x="10036175" y="4421188"/>
          <p14:tracePt t="58943" x="10012363" y="4446588"/>
          <p14:tracePt t="58951" x="10012363" y="4457700"/>
          <p14:tracePt t="58959" x="9975850" y="4483100"/>
          <p14:tracePt t="58968" x="9950450" y="4494213"/>
          <p14:tracePt t="58976" x="9939338" y="4506913"/>
          <p14:tracePt t="58984" x="9913938" y="4530725"/>
          <p14:tracePt t="58993" x="9902825" y="4543425"/>
          <p14:tracePt t="58993" x="9902825" y="4556125"/>
          <p14:tracePt t="59001" x="9890125" y="4567238"/>
          <p14:tracePt t="59011" x="9877425" y="4567238"/>
          <p14:tracePt t="59018" x="9866313" y="4592638"/>
          <p14:tracePt t="59026" x="9853613" y="4592638"/>
          <p14:tracePt t="59034" x="9829800" y="4629150"/>
          <p14:tracePt t="59043" x="9817100" y="4640263"/>
          <p14:tracePt t="59051" x="9804400" y="4652963"/>
          <p14:tracePt t="59059" x="9744075" y="4702175"/>
          <p14:tracePt t="59068" x="9694863" y="4738688"/>
          <p14:tracePt t="59076" x="9634538" y="4787900"/>
          <p14:tracePt t="59084" x="9561513" y="4848225"/>
          <p14:tracePt t="59092" x="9463088" y="4921250"/>
          <p14:tracePt t="59101" x="9415463" y="4957763"/>
          <p14:tracePt t="59102" x="9366250" y="4994275"/>
          <p14:tracePt t="59109" x="9293225" y="5054600"/>
          <p14:tracePt t="59118" x="9147175" y="5176838"/>
          <p14:tracePt t="59118" x="9074150" y="5237163"/>
          <p14:tracePt t="59126" x="8902700" y="5372100"/>
          <p14:tracePt t="59134" x="8756650" y="5505450"/>
          <p14:tracePt t="59143" x="8610600" y="5640388"/>
          <p14:tracePt t="59151" x="8537575" y="5688013"/>
          <p14:tracePt t="59152" x="8380413" y="5846763"/>
          <p14:tracePt t="59159" x="8307388" y="5895975"/>
          <p14:tracePt t="59167" x="8159750" y="6018213"/>
          <p14:tracePt t="59176" x="8002588" y="6138863"/>
          <p14:tracePt t="59184" x="7856538" y="6224588"/>
          <p14:tracePt t="59193" x="7734300" y="6310313"/>
          <p14:tracePt t="59193" x="7661275" y="6334125"/>
          <p14:tracePt t="59201" x="7600950" y="6357938"/>
          <p14:tracePt t="59202" x="7526338" y="6383338"/>
          <p14:tracePt t="59209" x="7453313" y="6419850"/>
          <p14:tracePt t="59218" x="7307263" y="6456363"/>
          <p14:tracePt t="59226" x="7137400" y="6503988"/>
          <p14:tracePt t="59227" x="7051675" y="6516688"/>
          <p14:tracePt t="59234" x="6894513" y="6540500"/>
          <p14:tracePt t="59243" x="6723063" y="6589713"/>
          <p14:tracePt t="59251" x="6589713" y="6615113"/>
          <p14:tracePt t="59252" x="6540500" y="6626225"/>
          <p14:tracePt t="59259" x="6491288" y="6626225"/>
          <p14:tracePt t="59267" x="6430963" y="6626225"/>
          <p14:tracePt t="59276" x="6394450" y="6626225"/>
          <p14:tracePt t="59284" x="6370638" y="6626225"/>
          <p14:tracePt t="59293" x="6357938" y="6626225"/>
          <p14:tracePt t="59301" x="6345238" y="6626225"/>
          <p14:tracePt t="59318" x="6334125" y="6626225"/>
          <p14:tracePt t="59338" x="6321425" y="6638925"/>
          <p14:tracePt t="59353" x="6308725" y="6638925"/>
          <p14:tracePt t="59368" x="6297613" y="6638925"/>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CCF8-9543-1540-4574-2420A6DE2C07}"/>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D5E9799-247F-A40E-8A14-F06C7A56094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4A0E94AA-E012-74D9-F86C-589BCCDC53F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C719D3C8-3665-D25C-73E6-CB7DB3597FF3}"/>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0454751-FFA4-24EF-0A16-E0CC3A9267FE}"/>
              </a:ext>
            </a:extLst>
          </p:cNvPr>
          <p:cNvSpPr txBox="1"/>
          <p:nvPr/>
        </p:nvSpPr>
        <p:spPr>
          <a:xfrm>
            <a:off x="1176654" y="295910"/>
            <a:ext cx="3039351"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92D7521-A578-46BA-518F-A6C2F85710B3}"/>
              </a:ext>
            </a:extLst>
          </p:cNvPr>
          <p:cNvPicPr>
            <a:picLocks noChangeAspect="1"/>
          </p:cNvPicPr>
          <p:nvPr/>
        </p:nvPicPr>
        <p:blipFill>
          <a:blip r:embed="rId5"/>
          <a:stretch>
            <a:fillRect/>
          </a:stretch>
        </p:blipFill>
        <p:spPr>
          <a:xfrm>
            <a:off x="132080" y="1385737"/>
            <a:ext cx="11684000" cy="1791980"/>
          </a:xfrm>
          <a:prstGeom prst="rect">
            <a:avLst/>
          </a:prstGeom>
        </p:spPr>
      </p:pic>
      <p:pic>
        <p:nvPicPr>
          <p:cNvPr id="7" name="图片 6">
            <a:extLst>
              <a:ext uri="{FF2B5EF4-FFF2-40B4-BE49-F238E27FC236}">
                <a16:creationId xmlns:a16="http://schemas.microsoft.com/office/drawing/2014/main" id="{F31287F6-8C85-187A-E0ED-2BE5785D8A34}"/>
              </a:ext>
            </a:extLst>
          </p:cNvPr>
          <p:cNvPicPr>
            <a:picLocks noChangeAspect="1"/>
          </p:cNvPicPr>
          <p:nvPr/>
        </p:nvPicPr>
        <p:blipFill>
          <a:blip r:embed="rId6"/>
          <a:stretch>
            <a:fillRect/>
          </a:stretch>
        </p:blipFill>
        <p:spPr>
          <a:xfrm>
            <a:off x="132080" y="3347851"/>
            <a:ext cx="11684000" cy="1994652"/>
          </a:xfrm>
          <a:prstGeom prst="rect">
            <a:avLst/>
          </a:prstGeom>
        </p:spPr>
      </p:pic>
      <p:sp>
        <p:nvSpPr>
          <p:cNvPr id="2" name="文本框 1">
            <a:extLst>
              <a:ext uri="{FF2B5EF4-FFF2-40B4-BE49-F238E27FC236}">
                <a16:creationId xmlns:a16="http://schemas.microsoft.com/office/drawing/2014/main" id="{9568BEAE-8395-1CE6-56C6-14A5AEEDFFF3}"/>
              </a:ext>
            </a:extLst>
          </p:cNvPr>
          <p:cNvSpPr txBox="1"/>
          <p:nvPr/>
        </p:nvSpPr>
        <p:spPr>
          <a:xfrm>
            <a:off x="254000" y="5193222"/>
            <a:ext cx="11684000" cy="510717"/>
          </a:xfrm>
          <a:prstGeom prst="rect">
            <a:avLst/>
          </a:prstGeom>
          <a:noFill/>
        </p:spPr>
        <p:txBody>
          <a:bodyPr wrap="square">
            <a:spAutoFit/>
          </a:bodyPr>
          <a:lstStyle/>
          <a:p>
            <a:pPr algn="ctr">
              <a:lnSpc>
                <a:spcPct val="125000"/>
              </a:lnSpc>
              <a:spcBef>
                <a:spcPts val="600"/>
              </a:spcBef>
              <a:buClr>
                <a:srgbClr val="000000"/>
              </a:buClr>
              <a:defRPr/>
            </a:pPr>
            <a:r>
              <a:rPr lang="en-US" altLang="zh-CN" sz="2400" dirty="0">
                <a:latin typeface="Times New Roman" panose="02020603050405020304" pitchFamily="18" charset="0"/>
                <a:ea typeface="Noto Sans SC"/>
                <a:sym typeface="Arial"/>
              </a:rPr>
              <a:t>Scaling-Masks retains </a:t>
            </a:r>
            <a:r>
              <a:rPr lang="en-US" altLang="zh-CN" sz="2400" b="1" dirty="0">
                <a:solidFill>
                  <a:srgbClr val="FF0000"/>
                </a:solidFill>
                <a:latin typeface="Times New Roman" panose="02020603050405020304" pitchFamily="18" charset="0"/>
                <a:ea typeface="Noto Sans SC"/>
                <a:sym typeface="Arial"/>
              </a:rPr>
              <a:t>100%</a:t>
            </a:r>
            <a:r>
              <a:rPr lang="en-US" altLang="zh-CN" sz="2400" dirty="0">
                <a:latin typeface="Times New Roman" panose="02020603050405020304" pitchFamily="18" charset="0"/>
                <a:ea typeface="Noto Sans SC"/>
                <a:sym typeface="Arial"/>
              </a:rPr>
              <a:t> of the original fine-tuned model’s performance </a:t>
            </a:r>
            <a:r>
              <a:rPr lang="en-US" altLang="zh-CN" sz="2400" b="1" dirty="0">
                <a:solidFill>
                  <a:srgbClr val="FF0000"/>
                </a:solidFill>
                <a:latin typeface="Times New Roman" panose="02020603050405020304" pitchFamily="18" charset="0"/>
                <a:ea typeface="Noto Sans SC"/>
                <a:sym typeface="Arial"/>
              </a:rPr>
              <a:t>across all tasks</a:t>
            </a:r>
            <a:r>
              <a:rPr lang="en-US" altLang="zh-CN" sz="2400" dirty="0">
                <a:latin typeface="Times New Roman" panose="02020603050405020304" pitchFamily="18" charset="0"/>
                <a:ea typeface="Noto Sans SC"/>
                <a:sym typeface="Arial"/>
              </a:rPr>
              <a:t>.</a:t>
            </a:r>
            <a:endParaRPr lang="zh-CN" altLang="en-US" sz="2400" b="1" dirty="0">
              <a:solidFill>
                <a:srgbClr val="FF0000"/>
              </a:solidFill>
              <a:latin typeface="Times New Roman" panose="02020603050405020304" pitchFamily="18" charset="0"/>
            </a:endParaRPr>
          </a:p>
        </p:txBody>
      </p:sp>
      <p:grpSp>
        <p:nvGrpSpPr>
          <p:cNvPr id="14" name="组合 13">
            <a:extLst>
              <a:ext uri="{FF2B5EF4-FFF2-40B4-BE49-F238E27FC236}">
                <a16:creationId xmlns:a16="http://schemas.microsoft.com/office/drawing/2014/main" id="{7A40D350-389B-9221-1919-6295F68E543C}"/>
              </a:ext>
            </a:extLst>
          </p:cNvPr>
          <p:cNvGrpSpPr/>
          <p:nvPr/>
        </p:nvGrpSpPr>
        <p:grpSpPr>
          <a:xfrm>
            <a:off x="3770347" y="5702744"/>
            <a:ext cx="4651306" cy="901334"/>
            <a:chOff x="2703748" y="5702744"/>
            <a:chExt cx="4651306" cy="901334"/>
          </a:xfrm>
        </p:grpSpPr>
        <p:sp>
          <p:nvSpPr>
            <p:cNvPr id="4" name="文本框 3">
              <a:extLst>
                <a:ext uri="{FF2B5EF4-FFF2-40B4-BE49-F238E27FC236}">
                  <a16:creationId xmlns:a16="http://schemas.microsoft.com/office/drawing/2014/main" id="{39B02743-97D2-8670-A10C-2F8F810207D3}"/>
                </a:ext>
              </a:extLst>
            </p:cNvPr>
            <p:cNvSpPr txBox="1"/>
            <p:nvPr/>
          </p:nvSpPr>
          <p:spPr>
            <a:xfrm>
              <a:off x="3052093" y="5707526"/>
              <a:ext cx="109036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rPr>
                <a:t>24.0%</a:t>
              </a:r>
              <a:endParaRPr kumimoji="0" lang="zh-CN" altLang="en-US"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5" name="文本框 4">
              <a:extLst>
                <a:ext uri="{FF2B5EF4-FFF2-40B4-BE49-F238E27FC236}">
                  <a16:creationId xmlns:a16="http://schemas.microsoft.com/office/drawing/2014/main" id="{21462BAE-CCB4-4222-C5CC-1249485EC72D}"/>
                </a:ext>
              </a:extLst>
            </p:cNvPr>
            <p:cNvSpPr txBox="1"/>
            <p:nvPr/>
          </p:nvSpPr>
          <p:spPr>
            <a:xfrm>
              <a:off x="2703749" y="6142413"/>
              <a:ext cx="1326582" cy="461665"/>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PHP</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箭头: 上 7">
              <a:extLst>
                <a:ext uri="{FF2B5EF4-FFF2-40B4-BE49-F238E27FC236}">
                  <a16:creationId xmlns:a16="http://schemas.microsoft.com/office/drawing/2014/main" id="{F22E1C6D-97BE-3FD5-1C62-968195F0FC70}"/>
                </a:ext>
              </a:extLst>
            </p:cNvPr>
            <p:cNvSpPr>
              <a:spLocks noChangeAspect="1"/>
            </p:cNvSpPr>
            <p:nvPr/>
          </p:nvSpPr>
          <p:spPr>
            <a:xfrm>
              <a:off x="2703748" y="5705135"/>
              <a:ext cx="348345" cy="395244"/>
            </a:xfrm>
            <a:prstGeom prst="up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0F28C43-A69C-184E-D462-9A0F2FBBEB95}"/>
                </a:ext>
              </a:extLst>
            </p:cNvPr>
            <p:cNvSpPr txBox="1"/>
            <p:nvPr/>
          </p:nvSpPr>
          <p:spPr>
            <a:xfrm>
              <a:off x="6070064" y="5705135"/>
              <a:ext cx="109036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rPr>
                <a:t>63.4%</a:t>
              </a:r>
              <a:endParaRPr kumimoji="0" lang="zh-CN" altLang="en-US"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B8F96D4C-4F68-133B-78E6-13936845343B}"/>
                </a:ext>
              </a:extLst>
            </p:cNvPr>
            <p:cNvSpPr txBox="1"/>
            <p:nvPr/>
          </p:nvSpPr>
          <p:spPr>
            <a:xfrm>
              <a:off x="5350094" y="6138669"/>
              <a:ext cx="2004960" cy="461665"/>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Vul</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Detection</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箭头: 上 12">
              <a:extLst>
                <a:ext uri="{FF2B5EF4-FFF2-40B4-BE49-F238E27FC236}">
                  <a16:creationId xmlns:a16="http://schemas.microsoft.com/office/drawing/2014/main" id="{3F2F1095-8A91-C3C1-786E-A2A9BDFB07B7}"/>
                </a:ext>
              </a:extLst>
            </p:cNvPr>
            <p:cNvSpPr>
              <a:spLocks noChangeAspect="1"/>
            </p:cNvSpPr>
            <p:nvPr/>
          </p:nvSpPr>
          <p:spPr>
            <a:xfrm>
              <a:off x="5721719" y="5702744"/>
              <a:ext cx="348345" cy="395244"/>
            </a:xfrm>
            <a:prstGeom prst="up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5" name="文本框 14">
            <a:extLst>
              <a:ext uri="{FF2B5EF4-FFF2-40B4-BE49-F238E27FC236}">
                <a16:creationId xmlns:a16="http://schemas.microsoft.com/office/drawing/2014/main" id="{E983B562-CE70-07A4-A906-1FE0A4AAEE8C}"/>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RQ4:</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Enhancement Strategy (Scaling-Masks)</a:t>
            </a:r>
          </a:p>
        </p:txBody>
      </p:sp>
      <p:sp>
        <p:nvSpPr>
          <p:cNvPr id="17" name="文本框 16">
            <a:extLst>
              <a:ext uri="{FF2B5EF4-FFF2-40B4-BE49-F238E27FC236}">
                <a16:creationId xmlns:a16="http://schemas.microsoft.com/office/drawing/2014/main" id="{93EDA217-3D98-D9A8-68C1-7FE61225AFEC}"/>
              </a:ext>
            </a:extLst>
          </p:cNvPr>
          <p:cNvSpPr txBox="1"/>
          <p:nvPr/>
        </p:nvSpPr>
        <p:spPr>
          <a:xfrm>
            <a:off x="3043178" y="1178694"/>
            <a:ext cx="6105644" cy="338554"/>
          </a:xfrm>
          <a:prstGeom prst="rect">
            <a:avLst/>
          </a:prstGeom>
          <a:noFill/>
        </p:spPr>
        <p:txBody>
          <a:bodyPr wrap="square">
            <a:spAutoFit/>
          </a:bodyPr>
          <a:lstStyle/>
          <a:p>
            <a:pPr algn="ctr"/>
            <a:r>
              <a:rPr lang="en-US" altLang="zh-CN" sz="1600" b="1" dirty="0">
                <a:latin typeface="微软雅黑" panose="020B0503020204020204" pitchFamily="34" charset="-122"/>
                <a:ea typeface="微软雅黑" panose="020B0503020204020204" pitchFamily="34" charset="-122"/>
              </a:rPr>
              <a:t>Performance of Multi-PL Fusion within Same Task</a:t>
            </a:r>
          </a:p>
        </p:txBody>
      </p:sp>
      <p:sp>
        <p:nvSpPr>
          <p:cNvPr id="22" name="文本框 21">
            <a:extLst>
              <a:ext uri="{FF2B5EF4-FFF2-40B4-BE49-F238E27FC236}">
                <a16:creationId xmlns:a16="http://schemas.microsoft.com/office/drawing/2014/main" id="{7E735FEB-437A-4553-32FE-3F3284F8AF8D}"/>
              </a:ext>
            </a:extLst>
          </p:cNvPr>
          <p:cNvSpPr txBox="1"/>
          <p:nvPr/>
        </p:nvSpPr>
        <p:spPr>
          <a:xfrm>
            <a:off x="3043178" y="3144780"/>
            <a:ext cx="6105644" cy="338554"/>
          </a:xfrm>
          <a:prstGeom prst="rect">
            <a:avLst/>
          </a:prstGeom>
          <a:noFill/>
        </p:spPr>
        <p:txBody>
          <a:bodyPr wrap="square">
            <a:spAutoFit/>
          </a:bodyPr>
          <a:lstStyle>
            <a:defPPr>
              <a:defRPr lang="zh-CN"/>
            </a:defPPr>
            <a:lvl1pPr algn="ctr">
              <a:defRPr sz="1600" b="1">
                <a:latin typeface="微软雅黑" panose="020B0503020204020204" pitchFamily="34" charset="-122"/>
                <a:ea typeface="微软雅黑" panose="020B0503020204020204" pitchFamily="34" charset="-122"/>
              </a:defRPr>
            </a:lvl1pPr>
          </a:lstStyle>
          <a:p>
            <a:r>
              <a:rPr lang="en-US" altLang="zh-CN" dirty="0"/>
              <a:t>Performance of Multi-SE-Task Multi-PL Fusion</a:t>
            </a:r>
            <a:endParaRPr lang="zh-CN" altLang="en-US" dirty="0"/>
          </a:p>
        </p:txBody>
      </p:sp>
      <p:pic>
        <p:nvPicPr>
          <p:cNvPr id="78" name="音频 77">
            <a:hlinkClick r:id="" action="ppaction://media"/>
            <a:extLst>
              <a:ext uri="{FF2B5EF4-FFF2-40B4-BE49-F238E27FC236}">
                <a16:creationId xmlns:a16="http://schemas.microsoft.com/office/drawing/2014/main" id="{14459955-6F97-2FF9-4A89-B8D89BAEF041}"/>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08042115"/>
      </p:ext>
    </p:extLst>
  </p:cSld>
  <p:clrMapOvr>
    <a:masterClrMapping/>
  </p:clrMapOvr>
  <mc:AlternateContent xmlns:mc="http://schemas.openxmlformats.org/markup-compatibility/2006">
    <mc:Choice xmlns:p14="http://schemas.microsoft.com/office/powerpoint/2010/main" Requires="p14">
      <p:transition spd="slow" p14:dur="2000" advTm="38167"/>
    </mc:Choice>
    <mc:Fallback>
      <p:transition spd="slow" advTm="381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8"/>
                </p:tgtEl>
              </p:cMediaNode>
            </p:audio>
          </p:childTnLst>
        </p:cTn>
      </p:par>
    </p:tnLst>
  </p:timing>
  <p:extLst>
    <p:ext uri="{3A86A75C-4F4B-4683-9AE1-C65F6400EC91}">
      <p14:laserTraceLst xmlns:p14="http://schemas.microsoft.com/office/powerpoint/2010/main">
        <p14:tracePtLst>
          <p14:tracePt t="866" x="4384675" y="2179638"/>
          <p14:tracePt t="878" x="4360863" y="2179638"/>
          <p14:tracePt t="883" x="4360863" y="2168525"/>
          <p14:tracePt t="890" x="4335463" y="2155825"/>
          <p14:tracePt t="898" x="4311650" y="2143125"/>
          <p14:tracePt t="907" x="4262438" y="2119313"/>
          <p14:tracePt t="915" x="4251325" y="2106613"/>
          <p14:tracePt t="924" x="4214813" y="2095500"/>
          <p14:tracePt t="925" x="4189413" y="2082800"/>
          <p14:tracePt t="933" x="4178300" y="2082800"/>
          <p14:tracePt t="940" x="4165600" y="2082800"/>
          <p14:tracePt t="948" x="4165600" y="2070100"/>
          <p14:tracePt t="966" x="4152900" y="2058988"/>
          <p14:tracePt t="1043" x="4141788" y="2058988"/>
          <p14:tracePt t="1059" x="4129088" y="2058988"/>
          <p14:tracePt t="1071" x="4129088" y="2046288"/>
          <p14:tracePt t="1083" x="4092575" y="2046288"/>
          <p14:tracePt t="1086" x="4092575" y="2033588"/>
          <p14:tracePt t="1091" x="4079875" y="2022475"/>
          <p14:tracePt t="1099" x="4056063" y="2022475"/>
          <p14:tracePt t="1106" x="3970338" y="1973263"/>
          <p14:tracePt t="1115" x="3946525" y="1949450"/>
          <p14:tracePt t="1123" x="3884613" y="1924050"/>
          <p14:tracePt t="1131" x="3824288" y="1900238"/>
          <p14:tracePt t="1140" x="3763963" y="1863725"/>
          <p14:tracePt t="1148" x="3738563" y="1851025"/>
          <p14:tracePt t="1156" x="3727450" y="1851025"/>
          <p14:tracePt t="1165" x="3714750" y="1839913"/>
          <p14:tracePt t="1178" x="3702050" y="1839913"/>
          <p14:tracePt t="1198" x="3702050" y="1827213"/>
          <p14:tracePt t="1211" x="3690938" y="1827213"/>
          <p14:tracePt t="1213" x="3678238" y="1814513"/>
          <p14:tracePt t="1231" x="3665538" y="1814513"/>
          <p14:tracePt t="1233" x="3665538" y="1803400"/>
          <p14:tracePt t="1240" x="3654425" y="1803400"/>
          <p14:tracePt t="1248" x="3641725" y="1790700"/>
          <p14:tracePt t="1258" x="3629025" y="1778000"/>
          <p14:tracePt t="1266" x="3617913" y="1766888"/>
          <p14:tracePt t="1291" x="3605213" y="1766888"/>
          <p14:tracePt t="1293" x="3605213" y="1754188"/>
          <p14:tracePt t="1304" x="3592513" y="1754188"/>
          <p14:tracePt t="1318" x="3592513" y="1741488"/>
          <p14:tracePt t="1332" x="3581400" y="1741488"/>
          <p14:tracePt t="1353" x="3581400" y="1730375"/>
          <p14:tracePt t="5259" x="3592513" y="1730375"/>
          <p14:tracePt t="5266" x="3605213" y="1730375"/>
          <p14:tracePt t="5278" x="3617913" y="1730375"/>
          <p14:tracePt t="5283" x="3629025" y="1730375"/>
          <p14:tracePt t="5293" x="3641725" y="1730375"/>
          <p14:tracePt t="5298" x="3654425" y="1730375"/>
          <p14:tracePt t="5303" x="3665538" y="1730375"/>
          <p14:tracePt t="5312" x="3678238" y="1730375"/>
          <p14:tracePt t="5319" x="3714750" y="1730375"/>
          <p14:tracePt t="5327" x="3738563" y="1730375"/>
          <p14:tracePt t="5336" x="3800475" y="1717675"/>
          <p14:tracePt t="5344" x="3824288" y="1717675"/>
          <p14:tracePt t="5353" x="3860800" y="1717675"/>
          <p14:tracePt t="5361" x="3897313" y="1717675"/>
          <p14:tracePt t="5369" x="3921125" y="1717675"/>
          <p14:tracePt t="5377" x="3959225" y="1717675"/>
          <p14:tracePt t="5386" x="3995738" y="1704975"/>
          <p14:tracePt t="5394" x="4006850" y="1704975"/>
          <p14:tracePt t="5403" x="4032250" y="1704975"/>
          <p14:tracePt t="5411" x="4068763" y="1704975"/>
          <p14:tracePt t="5419" x="4116388" y="1693863"/>
          <p14:tracePt t="5427" x="4152900" y="1693863"/>
          <p14:tracePt t="5436" x="4165600" y="1693863"/>
          <p14:tracePt t="5436" x="4189413" y="1693863"/>
          <p14:tracePt t="5437" x="4225925" y="1693863"/>
          <p14:tracePt t="5444" x="4251325" y="1693863"/>
          <p14:tracePt t="5453" x="4287838" y="1693863"/>
          <p14:tracePt t="5453" x="4298950" y="1693863"/>
          <p14:tracePt t="5461" x="4311650" y="1693863"/>
          <p14:tracePt t="5469" x="4324350" y="1693863"/>
          <p14:tracePt t="5477" x="4335463" y="1693863"/>
          <p14:tracePt t="5486" x="4348163" y="1693863"/>
          <p14:tracePt t="5513" x="4360863" y="1693863"/>
          <p14:tracePt t="5523" x="4371975" y="1693863"/>
          <p14:tracePt t="5525" x="4384675" y="1693863"/>
          <p14:tracePt t="5533" x="4408488" y="1693863"/>
          <p14:tracePt t="5538" x="4421188" y="1693863"/>
          <p14:tracePt t="5544" x="4457700" y="1693863"/>
          <p14:tracePt t="5545" x="4494213" y="1693863"/>
          <p14:tracePt t="5552" x="4506913" y="1693863"/>
          <p14:tracePt t="5561" x="4591050" y="1693863"/>
          <p14:tracePt t="5569" x="4689475" y="1693863"/>
          <p14:tracePt t="5577" x="4799013" y="1693863"/>
          <p14:tracePt t="5586" x="4932363" y="1693863"/>
          <p14:tracePt t="5594" x="4994275" y="1693863"/>
          <p14:tracePt t="5602" x="5005388" y="1693863"/>
          <p14:tracePt t="5611" x="5041900" y="1693863"/>
          <p14:tracePt t="5619" x="5078413" y="1693863"/>
          <p14:tracePt t="5627" x="5091113" y="1693863"/>
          <p14:tracePt t="5636" x="5103813" y="1704975"/>
          <p14:tracePt t="5644" x="5140325" y="1704975"/>
          <p14:tracePt t="5645" x="5164138" y="1704975"/>
          <p14:tracePt t="5652" x="5187950" y="1704975"/>
          <p14:tracePt t="5660" x="5237163" y="1704975"/>
          <p14:tracePt t="5669" x="5310188" y="1704975"/>
          <p14:tracePt t="5677" x="5419725" y="1704975"/>
          <p14:tracePt t="5678" x="5505450" y="1704975"/>
          <p14:tracePt t="5685" x="5711825" y="1704975"/>
          <p14:tracePt t="5694" x="5834063" y="1704975"/>
          <p14:tracePt t="5702" x="6076950" y="1704975"/>
          <p14:tracePt t="5710" x="6321425" y="1704975"/>
          <p14:tracePt t="5719" x="6662738" y="1704975"/>
          <p14:tracePt t="5727" x="6894513" y="1704975"/>
          <p14:tracePt t="5735" x="7113588" y="1704975"/>
          <p14:tracePt t="5744" x="7416800" y="1704975"/>
          <p14:tracePt t="5752" x="7526338" y="1704975"/>
          <p14:tracePt t="5760" x="7734300" y="1704975"/>
          <p14:tracePt t="5769" x="7929563" y="1704975"/>
          <p14:tracePt t="5777" x="8123238" y="1704975"/>
          <p14:tracePt t="5785" x="8404225" y="1704975"/>
          <p14:tracePt t="5794" x="8513763" y="1704975"/>
          <p14:tracePt t="5802" x="8672513" y="1704975"/>
          <p14:tracePt t="5810" x="8818563" y="1704975"/>
          <p14:tracePt t="5819" x="8988425" y="1704975"/>
          <p14:tracePt t="5827" x="9086850" y="1704975"/>
          <p14:tracePt t="5835" x="9134475" y="1704975"/>
          <p14:tracePt t="5843" x="9159875" y="1704975"/>
          <p14:tracePt t="5931" x="9170988" y="1704975"/>
          <p14:tracePt t="5933" x="9183688" y="1704975"/>
          <p14:tracePt t="5943" x="9196388" y="1704975"/>
          <p14:tracePt t="5945" x="9207500" y="1704975"/>
          <p14:tracePt t="5952" x="9220200" y="1704975"/>
          <p14:tracePt t="5961" x="9244013" y="1704975"/>
          <p14:tracePt t="5968" x="9256713" y="1704975"/>
          <p14:tracePt t="6223" x="9244013" y="1717675"/>
          <p14:tracePt t="6225" x="9232900" y="1717675"/>
          <p14:tracePt t="6233" x="9220200" y="1730375"/>
          <p14:tracePt t="6238" x="9196388" y="1730375"/>
          <p14:tracePt t="6245" x="9170988" y="1754188"/>
          <p14:tracePt t="6252" x="9147175" y="1754188"/>
          <p14:tracePt t="6260" x="9110663" y="1778000"/>
          <p14:tracePt t="6269" x="9074150" y="1803400"/>
          <p14:tracePt t="6276" x="9013825" y="1827213"/>
          <p14:tracePt t="6285" x="8928100" y="1863725"/>
          <p14:tracePt t="6294" x="8878888" y="1876425"/>
          <p14:tracePt t="6302" x="8720138" y="1936750"/>
          <p14:tracePt t="6310" x="8526463" y="2009775"/>
          <p14:tracePt t="6318" x="8123238" y="2155825"/>
          <p14:tracePt t="6327" x="7831138" y="2290763"/>
          <p14:tracePt t="6335" x="7526338" y="2400300"/>
          <p14:tracePt t="6343" x="7380288" y="2473325"/>
          <p14:tracePt t="6351" x="7064375" y="2582863"/>
          <p14:tracePt t="6360" x="6626225" y="2789238"/>
          <p14:tracePt t="6368" x="6321425" y="2911475"/>
          <p14:tracePt t="6377" x="6053138" y="3033713"/>
          <p14:tracePt t="6385" x="5700713" y="3167063"/>
          <p14:tracePt t="6393" x="5591175" y="3203575"/>
          <p14:tracePt t="6402" x="5445125" y="3252788"/>
          <p14:tracePt t="6410" x="5322888" y="3325813"/>
          <p14:tracePt t="6418" x="5187950" y="3386138"/>
          <p14:tracePt t="6426" x="5140325" y="3422650"/>
          <p14:tracePt t="6435" x="5103813" y="3435350"/>
          <p14:tracePt t="6443" x="5078413" y="3459163"/>
          <p14:tracePt t="6451" x="5030788" y="3495675"/>
          <p14:tracePt t="6460" x="4994275" y="3521075"/>
          <p14:tracePt t="6468" x="4957763" y="3544888"/>
          <p14:tracePt t="6476" x="4932363" y="3557588"/>
          <p14:tracePt t="6485" x="4859338" y="3605213"/>
          <p14:tracePt t="6493" x="4848225" y="3605213"/>
          <p14:tracePt t="6501" x="4811713" y="3630613"/>
          <p14:tracePt t="6510" x="4786313" y="3641725"/>
          <p14:tracePt t="6518" x="4775200" y="3641725"/>
          <p14:tracePt t="6526" x="4749800" y="3654425"/>
          <p14:tracePt t="6544" x="4749800" y="3667125"/>
          <p14:tracePt t="6553" x="4738688" y="3667125"/>
          <p14:tracePt t="6573" x="4725988" y="3667125"/>
          <p14:tracePt t="6578" x="4713288" y="3667125"/>
          <p14:tracePt t="6583" x="4702175" y="3678238"/>
          <p14:tracePt t="6585" x="4676775" y="3678238"/>
          <p14:tracePt t="6593" x="4665663" y="3678238"/>
          <p14:tracePt t="6601" x="4603750" y="3690938"/>
          <p14:tracePt t="6610" x="4554538" y="3690938"/>
          <p14:tracePt t="6618" x="4481513" y="3690938"/>
          <p14:tracePt t="6626" x="4421188" y="3690938"/>
          <p14:tracePt t="6635" x="4348163" y="3690938"/>
          <p14:tracePt t="6644" x="4335463" y="3690938"/>
          <p14:tracePt t="6645" x="4275138" y="3690938"/>
          <p14:tracePt t="6652" x="4262438" y="3690938"/>
          <p14:tracePt t="6660" x="4238625" y="3690938"/>
          <p14:tracePt t="6668" x="4214813" y="3690938"/>
          <p14:tracePt t="6676" x="4202113" y="3690938"/>
          <p14:tracePt t="6685" x="4189413" y="3690938"/>
          <p14:tracePt t="6693" x="4178300" y="3678238"/>
          <p14:tracePt t="6723" x="4165600" y="3678238"/>
          <p14:tracePt t="6731" x="4152900" y="3678238"/>
          <p14:tracePt t="6733" x="4141788" y="3678238"/>
          <p14:tracePt t="6738" x="4116388" y="3678238"/>
          <p14:tracePt t="6744" x="4105275" y="3667125"/>
          <p14:tracePt t="6751" x="4079875" y="3667125"/>
          <p14:tracePt t="6759" x="4006850" y="3667125"/>
          <p14:tracePt t="6768" x="3959225" y="3667125"/>
          <p14:tracePt t="6776" x="3910013" y="3654425"/>
          <p14:tracePt t="6777" x="3897313" y="3654425"/>
          <p14:tracePt t="6784" x="3884613" y="3654425"/>
          <p14:tracePt t="6793" x="3860800" y="3641725"/>
          <p14:tracePt t="7498" x="3873500" y="3641725"/>
          <p14:tracePt t="7511" x="3884613" y="3641725"/>
          <p14:tracePt t="7518" x="3884613" y="3630613"/>
          <p14:tracePt t="7533" x="3897313" y="3630613"/>
          <p14:tracePt t="7546" x="3910013" y="3630613"/>
          <p14:tracePt t="7566" x="3921125" y="3630613"/>
          <p14:tracePt t="7686" x="3933825" y="3630613"/>
          <p14:tracePt t="7931" x="3946525" y="3630613"/>
          <p14:tracePt t="7943" x="3959225" y="3630613"/>
          <p14:tracePt t="7945" x="3970338" y="3630613"/>
          <p14:tracePt t="7953" x="3983038" y="3630613"/>
          <p14:tracePt t="7959" x="3995738" y="3630613"/>
          <p14:tracePt t="7967" x="4019550" y="3630613"/>
          <p14:tracePt t="7975" x="4032250" y="3630613"/>
          <p14:tracePt t="7984" x="4092575" y="3630613"/>
          <p14:tracePt t="7985" x="4129088" y="3630613"/>
          <p14:tracePt t="7992" x="4165600" y="3630613"/>
          <p14:tracePt t="8000" x="4214813" y="3630613"/>
          <p14:tracePt t="8008" x="4275138" y="3630613"/>
          <p14:tracePt t="8016" x="4384675" y="3630613"/>
          <p14:tracePt t="8025" x="4554538" y="3630613"/>
          <p14:tracePt t="8033" x="4640263" y="3630613"/>
          <p14:tracePt t="8041" x="4799013" y="3630613"/>
          <p14:tracePt t="8050" x="4968875" y="3630613"/>
          <p14:tracePt t="8058" x="5164138" y="3630613"/>
          <p14:tracePt t="8067" x="5249863" y="3641725"/>
          <p14:tracePt t="8075" x="5286375" y="3641725"/>
          <p14:tracePt t="8083" x="5322888" y="3641725"/>
          <p14:tracePt t="8091" x="5334000" y="3654425"/>
          <p14:tracePt t="8100" x="5346700" y="3654425"/>
          <p14:tracePt t="8331" x="5370513" y="3654425"/>
          <p14:tracePt t="8338" x="5395913" y="3654425"/>
          <p14:tracePt t="8343" x="5408613" y="3654425"/>
          <p14:tracePt t="8350" x="5432425" y="3654425"/>
          <p14:tracePt t="8359" x="5481638" y="3654425"/>
          <p14:tracePt t="8360" x="5518150" y="3654425"/>
          <p14:tracePt t="8367" x="5578475" y="3654425"/>
          <p14:tracePt t="8375" x="5602288" y="3654425"/>
          <p14:tracePt t="8384" x="5651500" y="3654425"/>
          <p14:tracePt t="8385" x="5748338" y="3654425"/>
          <p14:tracePt t="8394" x="5821363" y="3654425"/>
          <p14:tracePt t="8400" x="5857875" y="3654425"/>
          <p14:tracePt t="8408" x="5930900" y="3654425"/>
          <p14:tracePt t="8416" x="6003925" y="3654425"/>
          <p14:tracePt t="8424" x="6040438" y="3654425"/>
          <p14:tracePt t="8433" x="6053138" y="3654425"/>
          <p14:tracePt t="8443" x="6065838" y="3654425"/>
          <p14:tracePt t="8463" x="6076950" y="3654425"/>
          <p14:tracePt t="8486" x="6089650" y="3654425"/>
          <p14:tracePt t="8493" x="6102350" y="3654425"/>
          <p14:tracePt t="8511" x="6115050" y="3654425"/>
          <p14:tracePt t="8513" x="6126163" y="3667125"/>
          <p14:tracePt t="8523" x="6138863" y="3667125"/>
          <p14:tracePt t="8538" x="6151563" y="3667125"/>
          <p14:tracePt t="8558" x="6162675" y="3667125"/>
          <p14:tracePt t="8573" x="6175375" y="3667125"/>
          <p14:tracePt t="8586" x="6188075" y="3667125"/>
          <p14:tracePt t="8592" x="6199188" y="3667125"/>
          <p14:tracePt t="8598" x="6211888" y="3667125"/>
          <p14:tracePt t="8603" x="6224588" y="3667125"/>
          <p14:tracePt t="8608" x="6235700" y="3667125"/>
          <p14:tracePt t="8616" x="6261100" y="3667125"/>
          <p14:tracePt t="8624" x="6297613" y="3667125"/>
          <p14:tracePt t="8637" x="6308725" y="3667125"/>
          <p14:tracePt t="8643" x="6321425" y="3667125"/>
          <p14:tracePt t="8658" x="6334125" y="3667125"/>
          <p14:tracePt t="8671" x="6345238" y="3667125"/>
          <p14:tracePt t="8691" x="6357938" y="3667125"/>
          <p14:tracePt t="8706" x="6370638" y="3667125"/>
          <p14:tracePt t="8711" x="6381750" y="3667125"/>
          <p14:tracePt t="8718" x="6407150" y="3667125"/>
          <p14:tracePt t="8725" x="6418263" y="3667125"/>
          <p14:tracePt t="8733" x="6480175" y="3667125"/>
          <p14:tracePt t="8741" x="6540500" y="3667125"/>
          <p14:tracePt t="8750" x="6577013" y="3667125"/>
          <p14:tracePt t="8757" x="6662738" y="3667125"/>
          <p14:tracePt t="8766" x="6735763" y="3667125"/>
          <p14:tracePt t="8774" x="6796088" y="3667125"/>
          <p14:tracePt t="8783" x="6832600" y="3667125"/>
          <p14:tracePt t="8791" x="6894513" y="3667125"/>
          <p14:tracePt t="8792" x="6918325" y="3667125"/>
          <p14:tracePt t="8799" x="6954838" y="3678238"/>
          <p14:tracePt t="8807" x="6978650" y="3678238"/>
          <p14:tracePt t="8816" x="6991350" y="3678238"/>
          <p14:tracePt t="8851" x="7004050" y="3678238"/>
          <p14:tracePt t="8873" x="7015163" y="3678238"/>
          <p14:tracePt t="8883" x="7027863" y="3678238"/>
          <p14:tracePt t="8891" x="7027863" y="3690938"/>
          <p14:tracePt t="8893" x="7040563" y="3690938"/>
          <p14:tracePt t="8899" x="7051675" y="3690938"/>
          <p14:tracePt t="8913" x="7064375" y="3690938"/>
          <p14:tracePt t="8923" x="7077075" y="3690938"/>
          <p14:tracePt t="8933" x="7077075" y="3703638"/>
          <p14:tracePt t="8946" x="7088188" y="3703638"/>
          <p14:tracePt t="8978" x="7100888" y="3703638"/>
          <p14:tracePt t="8991" x="7113588" y="3703638"/>
          <p14:tracePt t="8998" x="7124700" y="3703638"/>
          <p14:tracePt t="9003" x="7150100" y="3703638"/>
          <p14:tracePt t="9007" x="7161213" y="3703638"/>
          <p14:tracePt t="9016" x="7210425" y="3714750"/>
          <p14:tracePt t="9024" x="7270750" y="3714750"/>
          <p14:tracePt t="9025" x="7307263" y="3714750"/>
          <p14:tracePt t="9033" x="7343775" y="3714750"/>
          <p14:tracePt t="9041" x="7442200" y="3727450"/>
          <p14:tracePt t="9049" x="7564438" y="3740150"/>
          <p14:tracePt t="9057" x="7661275" y="3740150"/>
          <p14:tracePt t="9066" x="7843838" y="3740150"/>
          <p14:tracePt t="9074" x="7966075" y="3740150"/>
          <p14:tracePt t="9082" x="8039100" y="3740150"/>
          <p14:tracePt t="9091" x="8159750" y="3740150"/>
          <p14:tracePt t="9092" x="8221663" y="3740150"/>
          <p14:tracePt t="9099" x="8343900" y="3740150"/>
          <p14:tracePt t="9108" x="8477250" y="3740150"/>
          <p14:tracePt t="9116" x="8599488" y="3740150"/>
          <p14:tracePt t="9124" x="8720138" y="3740150"/>
          <p14:tracePt t="9125" x="8782050" y="3740150"/>
          <p14:tracePt t="9132" x="8829675" y="3740150"/>
          <p14:tracePt t="9141" x="8928100" y="3740150"/>
          <p14:tracePt t="9149" x="8977313" y="3740150"/>
          <p14:tracePt t="9157" x="8988425" y="3740150"/>
          <p14:tracePt t="9991" x="8988425" y="3751263"/>
          <p14:tracePt t="10026" x="8977313" y="3751263"/>
          <p14:tracePt t="10032" x="8977313" y="3763963"/>
          <p14:tracePt t="10033" x="8964613" y="3763963"/>
          <p14:tracePt t="10046" x="8951913" y="3763963"/>
          <p14:tracePt t="10051" x="8939213" y="3763963"/>
          <p14:tracePt t="10057" x="8928100" y="3776663"/>
          <p14:tracePt t="10065" x="8902700" y="3776663"/>
          <p14:tracePt t="10073" x="8902700" y="3787775"/>
          <p14:tracePt t="10081" x="8878888" y="3787775"/>
          <p14:tracePt t="10090" x="8855075" y="3800475"/>
          <p14:tracePt t="10099" x="8842375" y="3800475"/>
          <p14:tracePt t="10106" x="8818563" y="3800475"/>
          <p14:tracePt t="10115" x="8793163" y="3800475"/>
          <p14:tracePt t="10123" x="8782050" y="3800475"/>
          <p14:tracePt t="10124" x="8769350" y="3813175"/>
          <p14:tracePt t="10132" x="8745538" y="3813175"/>
          <p14:tracePt t="10140" x="8732838" y="3813175"/>
          <p14:tracePt t="10148" x="8709025" y="3813175"/>
          <p14:tracePt t="10163" x="8696325" y="3813175"/>
          <p14:tracePt t="10171" x="8683625" y="3813175"/>
          <p14:tracePt t="10178" x="8672513" y="3813175"/>
          <p14:tracePt t="10191" x="8659813" y="3813175"/>
          <p14:tracePt t="10196" x="8647113" y="3813175"/>
          <p14:tracePt t="10203" x="8636000" y="3813175"/>
          <p14:tracePt t="10206" x="8623300" y="3813175"/>
          <p14:tracePt t="10215" x="8610600" y="3800475"/>
          <p14:tracePt t="10223" x="8599488" y="3800475"/>
          <p14:tracePt t="10224" x="8586788" y="3787775"/>
          <p14:tracePt t="10232" x="8574088" y="3787775"/>
          <p14:tracePt t="10240" x="8562975" y="3787775"/>
          <p14:tracePt t="10248" x="8562975" y="3776663"/>
          <p14:tracePt t="10256" x="8550275" y="3776663"/>
          <p14:tracePt t="10318" x="8537575" y="3776663"/>
          <p14:tracePt t="10323" x="8526463" y="3776663"/>
          <p14:tracePt t="10333" x="8501063" y="3776663"/>
          <p14:tracePt t="10339" x="8489950" y="3763963"/>
          <p14:tracePt t="10348" x="8464550" y="3763963"/>
          <p14:tracePt t="10356" x="8453438" y="3763963"/>
          <p14:tracePt t="10364" x="8404225" y="3751263"/>
          <p14:tracePt t="10373" x="8355013" y="3740150"/>
          <p14:tracePt t="10381" x="8331200" y="3740150"/>
          <p14:tracePt t="10389" x="8294688" y="3740150"/>
          <p14:tracePt t="10398" x="8258175" y="3740150"/>
          <p14:tracePt t="10406" x="8196263" y="3714750"/>
          <p14:tracePt t="10414" x="8135938" y="3703638"/>
          <p14:tracePt t="10423" x="8123238" y="3703638"/>
          <p14:tracePt t="10431" x="8039100" y="3678238"/>
          <p14:tracePt t="10439" x="7966075" y="3667125"/>
          <p14:tracePt t="10448" x="7904163" y="3654425"/>
          <p14:tracePt t="10456" x="7856538" y="3654425"/>
          <p14:tracePt t="10464" x="7794625" y="3641725"/>
          <p14:tracePt t="10473" x="7710488" y="3630613"/>
          <p14:tracePt t="10481" x="7624763" y="3630613"/>
          <p14:tracePt t="10489" x="7551738" y="3617913"/>
          <p14:tracePt t="10498" x="7453313" y="3594100"/>
          <p14:tracePt t="10498" x="7416800" y="3594100"/>
          <p14:tracePt t="10506" x="7356475" y="3568700"/>
          <p14:tracePt t="10514" x="7270750" y="3557588"/>
          <p14:tracePt t="10523" x="7210425" y="3532188"/>
          <p14:tracePt t="10531" x="7173913" y="3532188"/>
          <p14:tracePt t="10532" x="7137400" y="3521075"/>
          <p14:tracePt t="10539" x="7088188" y="3495675"/>
          <p14:tracePt t="10548" x="7027863" y="3484563"/>
          <p14:tracePt t="10556" x="6978650" y="3459163"/>
          <p14:tracePt t="10564" x="6905625" y="3435350"/>
          <p14:tracePt t="10573" x="6845300" y="3409950"/>
          <p14:tracePt t="10581" x="6783388" y="3386138"/>
          <p14:tracePt t="10589" x="6723063" y="3373438"/>
          <p14:tracePt t="10597" x="6673850" y="3349625"/>
          <p14:tracePt t="10606" x="6626225" y="3313113"/>
          <p14:tracePt t="10614" x="6600825" y="3313113"/>
          <p14:tracePt t="10623" x="6564313" y="3276600"/>
          <p14:tracePt t="10631" x="6527800" y="3252788"/>
          <p14:tracePt t="10639" x="6480175" y="3227388"/>
          <p14:tracePt t="10647" x="6443663" y="3190875"/>
          <p14:tracePt t="10656" x="6370638" y="3154363"/>
          <p14:tracePt t="10664" x="6297613" y="3117850"/>
          <p14:tracePt t="10665" x="6272213" y="3081338"/>
          <p14:tracePt t="10672" x="6248400" y="3070225"/>
          <p14:tracePt t="10681" x="6175375" y="3033713"/>
          <p14:tracePt t="10689" x="6076950" y="2960688"/>
          <p14:tracePt t="10697" x="5992813" y="2911475"/>
          <p14:tracePt t="10706" x="5883275" y="2825750"/>
          <p14:tracePt t="10714" x="5821363" y="2789238"/>
          <p14:tracePt t="10722" x="5797550" y="2765425"/>
          <p14:tracePt t="10731" x="5761038" y="2728913"/>
          <p14:tracePt t="10732" x="5737225" y="2716213"/>
          <p14:tracePt t="10739" x="5700713" y="2692400"/>
          <p14:tracePt t="10747" x="5688013" y="2679700"/>
          <p14:tracePt t="10756" x="5675313" y="2655888"/>
          <p14:tracePt t="10764" x="5638800" y="2643188"/>
          <p14:tracePt t="10772" x="5627688" y="2643188"/>
          <p14:tracePt t="10781" x="5602288" y="2619375"/>
          <p14:tracePt t="10789" x="5554663" y="2606675"/>
          <p14:tracePt t="10798" x="5529263" y="2582863"/>
          <p14:tracePt t="10798" x="5505450" y="2570163"/>
          <p14:tracePt t="10806" x="5456238" y="2546350"/>
          <p14:tracePt t="10814" x="5419725" y="2533650"/>
          <p14:tracePt t="10822" x="5370513" y="2497138"/>
          <p14:tracePt t="10831" x="5286375" y="2447925"/>
          <p14:tracePt t="10839" x="5224463" y="2411413"/>
          <p14:tracePt t="10847" x="5151438" y="2374900"/>
          <p14:tracePt t="10856" x="5114925" y="2363788"/>
          <p14:tracePt t="10864" x="5067300" y="2338388"/>
          <p14:tracePt t="10865" x="5041900" y="2327275"/>
          <p14:tracePt t="10872" x="5005388" y="2327275"/>
          <p14:tracePt t="10880" x="4932363" y="2301875"/>
          <p14:tracePt t="10889" x="4859338" y="2278063"/>
          <p14:tracePt t="10897" x="4786313" y="2254250"/>
          <p14:tracePt t="10906" x="4689475" y="2241550"/>
          <p14:tracePt t="10914" x="4640263" y="2241550"/>
          <p14:tracePt t="10922" x="4603750" y="2241550"/>
          <p14:tracePt t="10930" x="4567238" y="2228850"/>
          <p14:tracePt t="10939" x="4494213" y="2228850"/>
          <p14:tracePt t="10947" x="4457700" y="2228850"/>
          <p14:tracePt t="10956" x="4421188" y="2228850"/>
          <p14:tracePt t="10964" x="4384675" y="2228850"/>
          <p14:tracePt t="10972" x="4371975" y="2228850"/>
          <p14:tracePt t="10980" x="4360863" y="2228850"/>
          <p14:tracePt t="10989" x="4335463" y="2228850"/>
          <p14:tracePt t="10998" x="4324350" y="2241550"/>
          <p14:tracePt t="11006" x="4311650" y="2241550"/>
          <p14:tracePt t="11014" x="4298950" y="2241550"/>
          <p14:tracePt t="11022" x="4287838" y="2241550"/>
          <p14:tracePt t="11030" x="4275138" y="2254250"/>
          <p14:tracePt t="11039" x="4251325" y="2265363"/>
          <p14:tracePt t="11047" x="4225925" y="2265363"/>
          <p14:tracePt t="11055" x="4214813" y="2278063"/>
          <p14:tracePt t="11064" x="4202113" y="2290763"/>
          <p14:tracePt t="11072" x="4189413" y="2301875"/>
          <p14:tracePt t="11086" x="4178300" y="2301875"/>
          <p14:tracePt t="11094" x="4165600" y="2301875"/>
          <p14:tracePt t="11098" x="4165600" y="2314575"/>
          <p14:tracePt t="11105" x="4152900" y="2314575"/>
          <p14:tracePt t="11114" x="4129088" y="2327275"/>
          <p14:tracePt t="11122" x="4116388" y="2327275"/>
          <p14:tracePt t="11130" x="4092575" y="2338388"/>
          <p14:tracePt t="11138" x="4043363" y="2351088"/>
          <p14:tracePt t="11147" x="4019550" y="2363788"/>
          <p14:tracePt t="11155" x="3995738" y="2363788"/>
          <p14:tracePt t="11163" x="3983038" y="2363788"/>
          <p14:tracePt t="11172" x="3959225" y="2363788"/>
          <p14:tracePt t="11180" x="3946525" y="2374900"/>
          <p14:tracePt t="11191" x="3933825" y="2374900"/>
          <p14:tracePt t="11198" x="3921125" y="2374900"/>
          <p14:tracePt t="11213" x="3910013" y="2374900"/>
          <p14:tracePt t="11218" x="3897313" y="2387600"/>
          <p14:tracePt t="11223" x="3884613" y="2387600"/>
          <p14:tracePt t="11236" x="3884613" y="2400300"/>
          <p14:tracePt t="11238" x="3860800" y="2400300"/>
          <p14:tracePt t="11247" x="3824288" y="2400300"/>
          <p14:tracePt t="11255" x="3787775" y="2411413"/>
          <p14:tracePt t="11264" x="3763963" y="2436813"/>
          <p14:tracePt t="11265" x="3738563" y="2436813"/>
          <p14:tracePt t="11272" x="3714750" y="2436813"/>
          <p14:tracePt t="11280" x="3690938" y="2447925"/>
          <p14:tracePt t="11288" x="3654425" y="2473325"/>
          <p14:tracePt t="11297" x="3617913" y="2484438"/>
          <p14:tracePt t="11305" x="3592513" y="2509838"/>
          <p14:tracePt t="11313" x="3581400" y="2520950"/>
          <p14:tracePt t="11322" x="3556000" y="2520950"/>
          <p14:tracePt t="11330" x="3532188" y="2546350"/>
          <p14:tracePt t="11338" x="3508375" y="2546350"/>
          <p14:tracePt t="11347" x="3482975" y="2570163"/>
          <p14:tracePt t="11355" x="3471863" y="2582863"/>
          <p14:tracePt t="11363" x="3459163" y="2582863"/>
          <p14:tracePt t="11372" x="3435350" y="2606675"/>
          <p14:tracePt t="11380" x="3422650" y="2619375"/>
          <p14:tracePt t="11388" x="3409950" y="2619375"/>
          <p14:tracePt t="11397" x="3398838" y="2630488"/>
          <p14:tracePt t="11405" x="3373438" y="2643188"/>
          <p14:tracePt t="11414" x="3362325" y="2655888"/>
          <p14:tracePt t="11422" x="3349625" y="2667000"/>
          <p14:tracePt t="11430" x="3336925" y="2679700"/>
          <p14:tracePt t="11431" x="3325813" y="2679700"/>
          <p14:tracePt t="11444" x="3313113" y="2692400"/>
          <p14:tracePt t="11451" x="3300413" y="2692400"/>
          <p14:tracePt t="11455" x="3300413" y="2703513"/>
          <p14:tracePt t="11466" x="3289300" y="2703513"/>
          <p14:tracePt t="11478" x="3276600" y="2716213"/>
          <p14:tracePt t="11494" x="3263900" y="2716213"/>
          <p14:tracePt t="11498" x="3263900" y="2728913"/>
          <p14:tracePt t="11511" x="3252788" y="2728913"/>
          <p14:tracePt t="11513" x="3240088" y="2740025"/>
          <p14:tracePt t="11523" x="3227388" y="2740025"/>
          <p14:tracePt t="11530" x="3203575" y="2740025"/>
          <p14:tracePt t="11538" x="3178175" y="2740025"/>
          <p14:tracePt t="11546" x="3117850" y="2752725"/>
          <p14:tracePt t="11555" x="3094038" y="2765425"/>
          <p14:tracePt t="11563" x="3044825" y="2765425"/>
          <p14:tracePt t="11572" x="2995613" y="2776538"/>
          <p14:tracePt t="11580" x="2898775" y="2776538"/>
          <p14:tracePt t="11588" x="2825750" y="2801938"/>
          <p14:tracePt t="11596" x="2789238" y="2801938"/>
          <p14:tracePt t="11605" x="2703513" y="2801938"/>
          <p14:tracePt t="11613" x="2679700" y="2801938"/>
          <p14:tracePt t="11622" x="2606675" y="2801938"/>
          <p14:tracePt t="11630" x="2546350" y="2801938"/>
          <p14:tracePt t="11638" x="2471738" y="2814638"/>
          <p14:tracePt t="11646" x="2424113" y="2814638"/>
          <p14:tracePt t="11655" x="2374900" y="2825750"/>
          <p14:tracePt t="11663" x="2362200" y="2825750"/>
          <p14:tracePt t="11671" x="2325688" y="2825750"/>
          <p14:tracePt t="11680" x="2241550" y="2838450"/>
          <p14:tracePt t="11688" x="2179638" y="2851150"/>
          <p14:tracePt t="11696" x="2143125" y="2862263"/>
          <p14:tracePt t="11705" x="2022475" y="2874963"/>
          <p14:tracePt t="11713" x="1997075" y="2874963"/>
          <p14:tracePt t="11721" x="1949450" y="2887663"/>
          <p14:tracePt t="11730" x="1887538" y="2898775"/>
          <p14:tracePt t="11738" x="1839913" y="2911475"/>
          <p14:tracePt t="11747" x="1765300" y="2924175"/>
          <p14:tracePt t="11755" x="1741488" y="2924175"/>
          <p14:tracePt t="11764" x="1704975" y="2935288"/>
          <p14:tracePt t="11773" x="1692275" y="2935288"/>
          <p14:tracePt t="11780" x="1692275" y="2947988"/>
          <p14:tracePt t="11788" x="1681163" y="2947988"/>
          <p14:tracePt t="11797" x="1668463" y="2947988"/>
          <p14:tracePt t="11873" x="1668463" y="2960688"/>
          <p14:tracePt t="11892" x="1655763" y="2960688"/>
          <p14:tracePt t="11893" x="1655763" y="2971800"/>
          <p14:tracePt t="11898" x="1644650" y="2971800"/>
          <p14:tracePt t="11904" x="1631950" y="2984500"/>
          <p14:tracePt t="11913" x="1619250" y="2984500"/>
          <p14:tracePt t="11921" x="1608138" y="2984500"/>
          <p14:tracePt t="11930" x="1595438" y="2997200"/>
          <p14:tracePt t="11938" x="1571625" y="3021013"/>
          <p14:tracePt t="11946" x="1546225" y="3021013"/>
          <p14:tracePt t="11955" x="1535113" y="3021013"/>
          <p14:tracePt t="11963" x="1509713" y="3033713"/>
          <p14:tracePt t="11964" x="1498600" y="3033713"/>
          <p14:tracePt t="11972" x="1485900" y="3044825"/>
          <p14:tracePt t="11979" x="1462088" y="3044825"/>
          <p14:tracePt t="11988" x="1436688" y="3044825"/>
          <p14:tracePt t="11996" x="1400175" y="3044825"/>
          <p14:tracePt t="12005" x="1352550" y="3057525"/>
          <p14:tracePt t="12013" x="1279525" y="3081338"/>
          <p14:tracePt t="12021" x="1254125" y="3081338"/>
          <p14:tracePt t="12030" x="1193800" y="3094038"/>
          <p14:tracePt t="12038" x="1133475" y="3106738"/>
          <p14:tracePt t="12039" x="1108075" y="3117850"/>
          <p14:tracePt t="12046" x="1047750" y="3117850"/>
          <p14:tracePt t="12054" x="998538" y="3130550"/>
          <p14:tracePt t="12063" x="985838" y="3130550"/>
          <p14:tracePt t="12064" x="962025" y="3130550"/>
          <p14:tracePt t="12211" x="974725" y="3130550"/>
          <p14:tracePt t="12216" x="974725" y="3143250"/>
          <p14:tracePt t="12221" x="985838" y="3143250"/>
          <p14:tracePt t="12229" x="1011238" y="3154363"/>
          <p14:tracePt t="12238" x="1035050" y="3154363"/>
          <p14:tracePt t="12246" x="1071563" y="3167063"/>
          <p14:tracePt t="12254" x="1108075" y="3179763"/>
          <p14:tracePt t="12263" x="1133475" y="3190875"/>
          <p14:tracePt t="12271" x="1169988" y="3203575"/>
          <p14:tracePt t="12279" x="1230313" y="3203575"/>
          <p14:tracePt t="12288" x="1266825" y="3216275"/>
          <p14:tracePt t="12296" x="1303338" y="3216275"/>
          <p14:tracePt t="12297" x="1352550" y="3227388"/>
          <p14:tracePt t="12304" x="1389063" y="3227388"/>
          <p14:tracePt t="12313" x="1436688" y="3227388"/>
          <p14:tracePt t="12321" x="1485900" y="3227388"/>
          <p14:tracePt t="12329" x="1522413" y="3227388"/>
          <p14:tracePt t="12338" x="1608138" y="3227388"/>
          <p14:tracePt t="12346" x="1704975" y="3227388"/>
          <p14:tracePt t="12354" x="1741488" y="3227388"/>
          <p14:tracePt t="12363" x="1765300" y="3227388"/>
          <p14:tracePt t="12371" x="1790700" y="3227388"/>
          <p14:tracePt t="12372" x="1803400" y="3227388"/>
          <p14:tracePt t="12386" x="1814513" y="3227388"/>
          <p14:tracePt t="12414" x="1827213" y="3227388"/>
          <p14:tracePt t="12433" x="1839913" y="3227388"/>
          <p14:tracePt t="12446" x="1851025" y="3227388"/>
          <p14:tracePt t="12516" x="1863725" y="3227388"/>
          <p14:tracePt t="12591" x="1876425" y="3227388"/>
          <p14:tracePt t="12598" x="1887538" y="3227388"/>
          <p14:tracePt t="12605" x="1900238" y="3227388"/>
          <p14:tracePt t="12611" x="1912938" y="3227388"/>
          <p14:tracePt t="12618" x="1924050" y="3227388"/>
          <p14:tracePt t="12631" x="1936750" y="3227388"/>
          <p14:tracePt t="12638" x="1949450" y="3227388"/>
          <p14:tracePt t="12671" x="1960563" y="3227388"/>
          <p14:tracePt t="12679" x="1973263" y="3227388"/>
          <p14:tracePt t="12683" x="1985963" y="3227388"/>
          <p14:tracePt t="12694" x="1997075" y="3216275"/>
          <p14:tracePt t="12698" x="2009775" y="3216275"/>
          <p14:tracePt t="12705" x="2022475" y="3216275"/>
          <p14:tracePt t="12712" x="2033588" y="3216275"/>
          <p14:tracePt t="12720" x="2058988" y="3216275"/>
          <p14:tracePt t="12729" x="2082800" y="3203575"/>
          <p14:tracePt t="12737" x="2106613" y="3203575"/>
          <p14:tracePt t="12745" x="2143125" y="3203575"/>
          <p14:tracePt t="12766" x="2155825" y="3203575"/>
          <p14:tracePt t="12783" x="2168525" y="3203575"/>
          <p14:tracePt t="12806" x="2179638" y="3203575"/>
          <p14:tracePt t="12813" x="2205038" y="3203575"/>
          <p14:tracePt t="12823" x="2228850" y="3203575"/>
          <p14:tracePt t="12825" x="2265363" y="3203575"/>
          <p14:tracePt t="12831" x="2289175" y="3203575"/>
          <p14:tracePt t="12837" x="2314575" y="3203575"/>
          <p14:tracePt t="12846" x="2435225" y="3203575"/>
          <p14:tracePt t="12854" x="2508250" y="3203575"/>
          <p14:tracePt t="12862" x="2546350" y="3203575"/>
          <p14:tracePt t="12871" x="2619375" y="3203575"/>
          <p14:tracePt t="12879" x="2643188" y="3203575"/>
          <p14:tracePt t="12887" x="2667000" y="3203575"/>
          <p14:tracePt t="12898" x="2679700" y="3203575"/>
          <p14:tracePt t="12906" x="2679700" y="3190875"/>
          <p14:tracePt t="12918" x="2692400" y="3190875"/>
          <p14:tracePt t="13345" x="2703513" y="3190875"/>
          <p14:tracePt t="13346" x="2728913" y="3190875"/>
          <p14:tracePt t="13354" x="2740025" y="3190875"/>
          <p14:tracePt t="13355" x="2776538" y="3190875"/>
          <p14:tracePt t="13358" x="2801938" y="3179763"/>
          <p14:tracePt t="13363" x="2825750" y="3179763"/>
          <p14:tracePt t="13370" x="2849563" y="3179763"/>
          <p14:tracePt t="13379" x="2898775" y="3179763"/>
          <p14:tracePt t="13387" x="3008313" y="3179763"/>
          <p14:tracePt t="13395" x="3105150" y="3179763"/>
          <p14:tracePt t="13404" x="3130550" y="3179763"/>
          <p14:tracePt t="13411" x="3203575" y="3179763"/>
          <p14:tracePt t="13420" x="3289300" y="3179763"/>
          <p14:tracePt t="13428" x="3300413" y="3179763"/>
          <p14:tracePt t="13437" x="3325813" y="3179763"/>
          <p14:tracePt t="13445" x="3325813" y="3190875"/>
          <p14:tracePt t="13458" x="3336925" y="3190875"/>
          <p14:tracePt t="13466" x="3349625" y="3190875"/>
          <p14:tracePt t="13473" x="3362325" y="3190875"/>
          <p14:tracePt t="13479" x="3373438" y="3190875"/>
          <p14:tracePt t="13486" x="3398838" y="3190875"/>
          <p14:tracePt t="13495" x="3422650" y="3190875"/>
          <p14:tracePt t="13503" x="3446463" y="3190875"/>
          <p14:tracePt t="13511" x="3471863" y="3190875"/>
          <p14:tracePt t="13520" x="3495675" y="3190875"/>
          <p14:tracePt t="13528" x="3508375" y="3190875"/>
          <p14:tracePt t="13536" x="3519488" y="3190875"/>
          <p14:tracePt t="13573" x="3532188" y="3190875"/>
          <p14:tracePt t="13579" x="3544888" y="3190875"/>
          <p14:tracePt t="13583" x="3556000" y="3190875"/>
          <p14:tracePt t="13586" x="3568700" y="3190875"/>
          <p14:tracePt t="13595" x="3617913" y="3190875"/>
          <p14:tracePt t="13603" x="3654425" y="3190875"/>
          <p14:tracePt t="13604" x="3678238" y="3190875"/>
          <p14:tracePt t="13604" x="3690938" y="3190875"/>
          <p14:tracePt t="13612" x="3714750" y="3190875"/>
          <p14:tracePt t="13620" x="3727450" y="3190875"/>
          <p14:tracePt t="13628" x="3738563" y="3190875"/>
          <p14:tracePt t="13653" x="3751263" y="3190875"/>
          <p14:tracePt t="13683" x="3763963" y="3190875"/>
          <p14:tracePt t="13685" x="3775075" y="3190875"/>
          <p14:tracePt t="13693" x="3800475" y="3190875"/>
          <p14:tracePt t="13704" x="3836988" y="3190875"/>
          <p14:tracePt t="13705" x="3848100" y="3190875"/>
          <p14:tracePt t="13712" x="3873500" y="3190875"/>
          <p14:tracePt t="13720" x="3910013" y="3190875"/>
          <p14:tracePt t="13728" x="3959225" y="3203575"/>
          <p14:tracePt t="13736" x="3995738" y="3203575"/>
          <p14:tracePt t="13744" x="4032250" y="3203575"/>
          <p14:tracePt t="13753" x="4068763" y="3203575"/>
          <p14:tracePt t="13754" x="4092575" y="3203575"/>
          <p14:tracePt t="13761" x="4129088" y="3203575"/>
          <p14:tracePt t="13769" x="4165600" y="3216275"/>
          <p14:tracePt t="13779" x="4262438" y="3216275"/>
          <p14:tracePt t="13786" x="4324350" y="3216275"/>
          <p14:tracePt t="13795" x="4348163" y="3216275"/>
          <p14:tracePt t="13803" x="4397375" y="3216275"/>
          <p14:tracePt t="13804" x="4470400" y="3216275"/>
          <p14:tracePt t="13812" x="4518025" y="3216275"/>
          <p14:tracePt t="13819" x="4603750" y="3216275"/>
          <p14:tracePt t="13828" x="4676775" y="3216275"/>
          <p14:tracePt t="13836" x="4713288" y="3216275"/>
          <p14:tracePt t="13844" x="4835525" y="3227388"/>
          <p14:tracePt t="13853" x="4872038" y="3227388"/>
          <p14:tracePt t="13861" x="4932363" y="3227388"/>
          <p14:tracePt t="13869" x="5018088" y="3227388"/>
          <p14:tracePt t="13877" x="5140325" y="3227388"/>
          <p14:tracePt t="13886" x="5237163" y="3227388"/>
          <p14:tracePt t="13894" x="5334000" y="3227388"/>
          <p14:tracePt t="13903" x="5395913" y="3227388"/>
          <p14:tracePt t="13903" x="5468938" y="3227388"/>
          <p14:tracePt t="13904" x="5529263" y="3227388"/>
          <p14:tracePt t="13912" x="5591175" y="3227388"/>
          <p14:tracePt t="13919" x="5700713" y="3227388"/>
          <p14:tracePt t="13928" x="5748338" y="3227388"/>
          <p14:tracePt t="13936" x="5784850" y="3227388"/>
          <p14:tracePt t="13944" x="5810250" y="3227388"/>
          <p14:tracePt t="13953" x="5821363" y="3227388"/>
          <p14:tracePt t="13954" x="5834063" y="3227388"/>
          <p14:tracePt t="13963" x="5846763" y="3227388"/>
          <p14:tracePt t="13973" x="5857875" y="3227388"/>
          <p14:tracePt t="13979" x="5870575" y="3227388"/>
          <p14:tracePt t="13986" x="5894388" y="3227388"/>
          <p14:tracePt t="13994" x="5930900" y="3227388"/>
          <p14:tracePt t="14003" x="5967413" y="3227388"/>
          <p14:tracePt t="14003" x="5992813" y="3227388"/>
          <p14:tracePt t="14004" x="6016625" y="3227388"/>
          <p14:tracePt t="14012" x="6053138" y="3227388"/>
          <p14:tracePt t="14019" x="6126163" y="3227388"/>
          <p14:tracePt t="14028" x="6211888" y="3227388"/>
          <p14:tracePt t="14036" x="6272213" y="3227388"/>
          <p14:tracePt t="14044" x="6321425" y="3227388"/>
          <p14:tracePt t="14052" x="6357938" y="3227388"/>
          <p14:tracePt t="14061" x="6381750" y="3227388"/>
          <p14:tracePt t="14069" x="6394450" y="3227388"/>
          <p14:tracePt t="14078" x="6407150" y="3227388"/>
          <p14:tracePt t="14079" x="6418263" y="3227388"/>
          <p14:tracePt t="14095" x="6430963" y="3227388"/>
          <p14:tracePt t="14098" x="6443663" y="3227388"/>
          <p14:tracePt t="14103" x="6454775" y="3227388"/>
          <p14:tracePt t="14111" x="6467475" y="3227388"/>
          <p14:tracePt t="14112" x="6491288" y="3227388"/>
          <p14:tracePt t="14119" x="6553200" y="3227388"/>
          <p14:tracePt t="14127" x="6589713" y="3227388"/>
          <p14:tracePt t="14136" x="6686550" y="3227388"/>
          <p14:tracePt t="14144" x="6808788" y="3227388"/>
          <p14:tracePt t="14152" x="6894513" y="3227388"/>
          <p14:tracePt t="14161" x="7137400" y="3263900"/>
          <p14:tracePt t="14169" x="7270750" y="3263900"/>
          <p14:tracePt t="14177" x="7380288" y="3276600"/>
          <p14:tracePt t="14186" x="7489825" y="3289300"/>
          <p14:tracePt t="14194" x="7502525" y="3289300"/>
          <p14:tracePt t="14203" x="7515225" y="3289300"/>
          <p14:tracePt t="14211" x="7526338" y="3289300"/>
          <p14:tracePt t="14251" x="7539038" y="3289300"/>
          <p14:tracePt t="14257" x="7551738" y="3300413"/>
          <p14:tracePt t="14263" x="7564438" y="3300413"/>
          <p14:tracePt t="14271" x="7600950" y="3300413"/>
          <p14:tracePt t="14278" x="7612063" y="3313113"/>
          <p14:tracePt t="14286" x="7673975" y="3325813"/>
          <p14:tracePt t="14294" x="7685088" y="3325813"/>
          <p14:tracePt t="14302" x="7710488" y="3325813"/>
          <p14:tracePt t="14311" x="7734300" y="3325813"/>
          <p14:tracePt t="14338" x="7747000" y="3325813"/>
          <p14:tracePt t="14358" x="7758113" y="3325813"/>
          <p14:tracePt t="14366" x="7770813" y="3325813"/>
          <p14:tracePt t="14378" x="7794625" y="3325813"/>
          <p14:tracePt t="14383" x="7807325" y="3325813"/>
          <p14:tracePt t="14385" x="7820025" y="3325813"/>
          <p14:tracePt t="14394" x="7843838" y="3325813"/>
          <p14:tracePt t="14402" x="7893050" y="3325813"/>
          <p14:tracePt t="14411" x="7940675" y="3325813"/>
          <p14:tracePt t="14419" x="8013700" y="3325813"/>
          <p14:tracePt t="14427" x="8075613" y="3325813"/>
          <p14:tracePt t="14435" x="8148638" y="3325813"/>
          <p14:tracePt t="14444" x="8221663" y="3325813"/>
          <p14:tracePt t="14445" x="8270875" y="3325813"/>
          <p14:tracePt t="14452" x="8307388" y="3325813"/>
          <p14:tracePt t="14461" x="8391525" y="3325813"/>
          <p14:tracePt t="14469" x="8477250" y="3325813"/>
          <p14:tracePt t="14477" x="8586788" y="3325813"/>
          <p14:tracePt t="14486" x="8756650" y="3325813"/>
          <p14:tracePt t="14494" x="8805863" y="3325813"/>
          <p14:tracePt t="14502" x="8891588" y="3325813"/>
          <p14:tracePt t="14510" x="8988425" y="3325813"/>
          <p14:tracePt t="14519" x="9061450" y="3325813"/>
          <p14:tracePt t="14527" x="9086850" y="3336925"/>
          <p14:tracePt t="14535" x="9110663" y="3336925"/>
          <p14:tracePt t="14544" x="9123363" y="3336925"/>
          <p14:tracePt t="14552" x="9134475" y="3336925"/>
          <p14:tracePt t="14560" x="9159875" y="3336925"/>
          <p14:tracePt t="14569" x="9170988" y="3336925"/>
          <p14:tracePt t="14577" x="9196388" y="3336925"/>
          <p14:tracePt t="14578" x="9207500" y="3336925"/>
          <p14:tracePt t="14585" x="9232900" y="3336925"/>
          <p14:tracePt t="14593" x="9269413" y="3336925"/>
          <p14:tracePt t="14602" x="9293225" y="3336925"/>
          <p14:tracePt t="14610" x="9342438" y="3336925"/>
          <p14:tracePt t="14619" x="9415463" y="3336925"/>
          <p14:tracePt t="14627" x="9488488" y="3336925"/>
          <p14:tracePt t="14635" x="9572625" y="3336925"/>
          <p14:tracePt t="14644" x="9671050" y="3336925"/>
          <p14:tracePt t="14645" x="9707563" y="3336925"/>
          <p14:tracePt t="14652" x="9756775" y="3336925"/>
          <p14:tracePt t="14660" x="9840913" y="3336925"/>
          <p14:tracePt t="14669" x="9939338" y="3336925"/>
          <p14:tracePt t="14677" x="10048875" y="3336925"/>
          <p14:tracePt t="14685" x="10194925" y="3336925"/>
          <p14:tracePt t="14694" x="10255250" y="3336925"/>
          <p14:tracePt t="14702" x="10377488" y="3336925"/>
          <p14:tracePt t="14710" x="10487025" y="3336925"/>
          <p14:tracePt t="14718" x="10656888" y="3336925"/>
          <p14:tracePt t="14727" x="10766425" y="3336925"/>
          <p14:tracePt t="14735" x="10815638" y="3336925"/>
          <p14:tracePt t="14743" x="10961688" y="3336925"/>
          <p14:tracePt t="14752" x="11071225" y="3336925"/>
          <p14:tracePt t="14760" x="11169650" y="3336925"/>
          <p14:tracePt t="14769" x="11303000" y="3336925"/>
          <p14:tracePt t="14777" x="11388725" y="3336925"/>
          <p14:tracePt t="14778" x="11436350" y="3336925"/>
          <p14:tracePt t="14785" x="11509375" y="3336925"/>
          <p14:tracePt t="14793" x="11545888" y="3336925"/>
          <p14:tracePt t="14802" x="11571288" y="3336925"/>
          <p14:tracePt t="14810" x="11582400" y="3336925"/>
          <p14:tracePt t="14838" x="11595100" y="3336925"/>
          <p14:tracePt t="14873" x="11607800" y="3336925"/>
          <p14:tracePt t="14913" x="11595100" y="3336925"/>
          <p14:tracePt t="14918" x="11571288" y="3336925"/>
          <p14:tracePt t="14927" x="11534775" y="3336925"/>
          <p14:tracePt t="14935" x="11472863" y="3349625"/>
          <p14:tracePt t="14943" x="11436350" y="3349625"/>
          <p14:tracePt t="14952" x="11352213" y="3362325"/>
          <p14:tracePt t="14960" x="11279188" y="3373438"/>
          <p14:tracePt t="14968" x="11217275" y="3386138"/>
          <p14:tracePt t="14977" x="11169650" y="3386138"/>
          <p14:tracePt t="14985" x="11034713" y="3409950"/>
          <p14:tracePt t="14994" x="10974388" y="3422650"/>
          <p14:tracePt t="14995" x="10888663" y="3422650"/>
          <p14:tracePt t="15002" x="10802938" y="3435350"/>
          <p14:tracePt t="15010" x="10620375" y="3459163"/>
          <p14:tracePt t="15018" x="10364788" y="3495675"/>
          <p14:tracePt t="15027" x="9926638" y="3594100"/>
          <p14:tracePt t="15035" x="9585325" y="3654425"/>
          <p14:tracePt t="15043" x="9390063" y="3714750"/>
          <p14:tracePt t="15044" x="8988425" y="3800475"/>
          <p14:tracePt t="15051" x="8756650" y="3849688"/>
          <p14:tracePt t="15060" x="8307388" y="3959225"/>
          <p14:tracePt t="15068" x="7867650" y="4056063"/>
          <p14:tracePt t="15076" x="7429500" y="4154488"/>
          <p14:tracePt t="15085" x="6845300" y="4287838"/>
          <p14:tracePt t="15093" x="6662738" y="4324350"/>
          <p14:tracePt t="15102" x="6334125" y="4384675"/>
          <p14:tracePt t="15110" x="6040438" y="4433888"/>
          <p14:tracePt t="15118" x="5627688" y="4519613"/>
          <p14:tracePt t="15127" x="5395913" y="4543425"/>
          <p14:tracePt t="15135" x="5297488" y="4556125"/>
          <p14:tracePt t="15143" x="5078413" y="4603750"/>
          <p14:tracePt t="15151" x="4872038" y="4629150"/>
          <p14:tracePt t="15160" x="4579938" y="4678363"/>
          <p14:tracePt t="15168" x="4371975" y="4714875"/>
          <p14:tracePt t="15176" x="4262438" y="4725988"/>
          <p14:tracePt t="15185" x="3873500" y="4762500"/>
          <p14:tracePt t="15193" x="3763963" y="4762500"/>
          <p14:tracePt t="15201" x="3581400" y="4787900"/>
          <p14:tracePt t="15210" x="3435350" y="4799013"/>
          <p14:tracePt t="15218" x="3300413" y="4811713"/>
          <p14:tracePt t="15226" x="3178175" y="4835525"/>
          <p14:tracePt t="15235" x="3105150" y="4860925"/>
          <p14:tracePt t="15243" x="3068638" y="4872038"/>
          <p14:tracePt t="15251" x="3021013" y="4884738"/>
          <p14:tracePt t="15260" x="2947988" y="4921250"/>
          <p14:tracePt t="15268" x="2886075" y="4957763"/>
          <p14:tracePt t="15276" x="2849563" y="4981575"/>
          <p14:tracePt t="15285" x="2789238" y="5030788"/>
          <p14:tracePt t="15293" x="2776538" y="5030788"/>
          <p14:tracePt t="15301" x="2740025" y="5054600"/>
          <p14:tracePt t="15310" x="2703513" y="5067300"/>
          <p14:tracePt t="15318" x="2667000" y="5091113"/>
          <p14:tracePt t="15326" x="2593975" y="5127625"/>
          <p14:tracePt t="15335" x="2533650" y="5153025"/>
          <p14:tracePt t="15343" x="2520950" y="5164138"/>
          <p14:tracePt t="15351" x="2460625" y="5189538"/>
          <p14:tracePt t="15360" x="2411413" y="5213350"/>
          <p14:tracePt t="15368" x="2398713" y="5226050"/>
          <p14:tracePt t="15377" x="2398713" y="5237163"/>
          <p14:tracePt t="15384" x="2387600" y="5237163"/>
          <p14:tracePt t="15404" x="2387600" y="5249863"/>
          <p14:tracePt t="15405" x="2374900" y="5249863"/>
          <p14:tracePt t="15423" x="2362200" y="5262563"/>
          <p14:tracePt t="15425" x="2362200" y="5273675"/>
          <p14:tracePt t="15431" x="2351088" y="5273675"/>
          <p14:tracePt t="15435" x="2351088" y="5286375"/>
          <p14:tracePt t="15443" x="2338388" y="5299075"/>
          <p14:tracePt t="15444" x="2325688" y="5311775"/>
          <p14:tracePt t="15452" x="2314575" y="5322888"/>
          <p14:tracePt t="15460" x="2314575" y="5335588"/>
          <p14:tracePt t="15468" x="2314575" y="5348288"/>
          <p14:tracePt t="15523" x="2338388" y="5348288"/>
          <p14:tracePt t="15525" x="2351088" y="5348288"/>
          <p14:tracePt t="15534" x="2374900" y="5348288"/>
          <p14:tracePt t="15543" x="2424113" y="5359400"/>
          <p14:tracePt t="15544" x="2484438" y="5372100"/>
          <p14:tracePt t="15552" x="2508250" y="5372100"/>
          <p14:tracePt t="15559" x="2570163" y="5372100"/>
          <p14:tracePt t="15568" x="2679700" y="5384800"/>
          <p14:tracePt t="15576" x="2825750" y="5395913"/>
          <p14:tracePt t="15584" x="2911475" y="5408613"/>
          <p14:tracePt t="15593" x="3214688" y="5432425"/>
          <p14:tracePt t="15601" x="3459163" y="5445125"/>
          <p14:tracePt t="15609" x="3727450" y="5445125"/>
          <p14:tracePt t="15618" x="4032250" y="5445125"/>
          <p14:tracePt t="15619" x="4178300" y="5445125"/>
          <p14:tracePt t="15626" x="4481513" y="5445125"/>
          <p14:tracePt t="15634" x="4738688" y="5457825"/>
          <p14:tracePt t="15643" x="4884738" y="5457825"/>
          <p14:tracePt t="15643" x="5005388" y="5457825"/>
          <p14:tracePt t="15644" x="5114925" y="5457825"/>
          <p14:tracePt t="15652" x="5187950" y="5457825"/>
          <p14:tracePt t="15659" x="5322888" y="5457825"/>
          <p14:tracePt t="15668" x="5383213" y="5457825"/>
          <p14:tracePt t="15676" x="5432425" y="5457825"/>
          <p14:tracePt t="15684" x="5456238" y="5457825"/>
          <p14:tracePt t="15693" x="5481638" y="5457825"/>
          <p14:tracePt t="15701" x="5492750" y="5457825"/>
          <p14:tracePt t="15709" x="5518150" y="5457825"/>
          <p14:tracePt t="15717" x="5602288" y="5457825"/>
          <p14:tracePt t="15726" x="5664200" y="5457825"/>
          <p14:tracePt t="15734" x="5784850" y="5457825"/>
          <p14:tracePt t="15743" x="5870575" y="5457825"/>
          <p14:tracePt t="15744" x="6138863" y="5457825"/>
          <p14:tracePt t="15752" x="6272213" y="5457825"/>
          <p14:tracePt t="15760" x="6564313" y="5457825"/>
          <p14:tracePt t="15768" x="6821488" y="5457825"/>
          <p14:tracePt t="15776" x="7064375" y="5457825"/>
          <p14:tracePt t="15784" x="7283450" y="5494338"/>
          <p14:tracePt t="15793" x="7489825" y="5505450"/>
          <p14:tracePt t="15801" x="7661275" y="5530850"/>
          <p14:tracePt t="15809" x="7843838" y="5567363"/>
          <p14:tracePt t="15818" x="7989888" y="5578475"/>
          <p14:tracePt t="15826" x="8208963" y="5591175"/>
          <p14:tracePt t="15834" x="8294688" y="5603875"/>
          <p14:tracePt t="15842" x="8453438" y="5603875"/>
          <p14:tracePt t="15851" x="8805863" y="5640388"/>
          <p14:tracePt t="15859" x="9110663" y="5651500"/>
          <p14:tracePt t="15868" x="9463088" y="5688013"/>
          <p14:tracePt t="15876" x="9829800" y="5700713"/>
          <p14:tracePt t="15884" x="10169525" y="5724525"/>
          <p14:tracePt t="15892" x="10474325" y="5749925"/>
          <p14:tracePt t="15901" x="10766425" y="5786438"/>
          <p14:tracePt t="15909" x="10974388" y="5797550"/>
          <p14:tracePt t="15917" x="11156950" y="5810250"/>
          <p14:tracePt t="15926" x="11376025" y="5822950"/>
          <p14:tracePt t="15934" x="11461750" y="5834063"/>
          <p14:tracePt t="15942" x="11498263" y="5834063"/>
          <p14:tracePt t="15951" x="11522075" y="5834063"/>
          <p14:tracePt t="15952" x="11534775" y="5834063"/>
          <p14:tracePt t="15959" x="11558588" y="5834063"/>
          <p14:tracePt t="15968" x="11582400" y="5834063"/>
          <p14:tracePt t="15976" x="11631613" y="5834063"/>
          <p14:tracePt t="15984" x="11655425" y="5834063"/>
          <p14:tracePt t="15985" x="11668125" y="5834063"/>
          <p14:tracePt t="15992" x="11704638" y="5834063"/>
          <p14:tracePt t="16001" x="11741150" y="5834063"/>
          <p14:tracePt t="16009" x="11801475" y="5822950"/>
          <p14:tracePt t="16017" x="11839575" y="5810250"/>
          <p14:tracePt t="16026" x="11912600" y="5810250"/>
          <p14:tracePt t="16034" x="11936413" y="5810250"/>
          <p14:tracePt t="16042" x="11949113" y="5810250"/>
          <p14:tracePt t="16051" x="11960225" y="5810250"/>
          <p14:tracePt t="16059" x="11972925" y="5810250"/>
          <p14:tracePt t="16384" x="11960225" y="5810250"/>
          <p14:tracePt t="16391" x="11923713" y="5797550"/>
          <p14:tracePt t="16394" x="11912600" y="5786438"/>
          <p14:tracePt t="16401" x="11876088" y="5786438"/>
          <p14:tracePt t="16409" x="11839575" y="5773738"/>
          <p14:tracePt t="16417" x="11741150" y="5749925"/>
          <p14:tracePt t="16425" x="11534775" y="5737225"/>
          <p14:tracePt t="16434" x="11363325" y="5724525"/>
          <p14:tracePt t="16442" x="11253788" y="5713413"/>
          <p14:tracePt t="16450" x="11071225" y="5700713"/>
          <p14:tracePt t="16458" x="10779125" y="5651500"/>
          <p14:tracePt t="16467" x="10609263" y="5627688"/>
          <p14:tracePt t="16475" x="10414000" y="5591175"/>
          <p14:tracePt t="16483" x="10279063" y="5567363"/>
          <p14:tracePt t="16492" x="10145713" y="5541963"/>
          <p14:tracePt t="16500" x="9999663" y="5518150"/>
          <p14:tracePt t="16509" x="9840913" y="5481638"/>
          <p14:tracePt t="16517" x="9658350" y="5457825"/>
          <p14:tracePt t="16518" x="9548813" y="5445125"/>
          <p14:tracePt t="16525" x="9305925" y="5408613"/>
          <p14:tracePt t="16533" x="9183688" y="5395913"/>
          <p14:tracePt t="16542" x="8928100" y="5359400"/>
          <p14:tracePt t="16550" x="8647113" y="5335588"/>
          <p14:tracePt t="16558" x="8380413" y="5322888"/>
          <p14:tracePt t="16567" x="8026400" y="5273675"/>
          <p14:tracePt t="16575" x="7807325" y="5237163"/>
          <p14:tracePt t="16583" x="7721600" y="5226050"/>
          <p14:tracePt t="16592" x="7551738" y="5189538"/>
          <p14:tracePt t="16600" x="7466013" y="5164138"/>
          <p14:tracePt t="16608" x="7405688" y="5140325"/>
          <p14:tracePt t="16617" x="7343775" y="5127625"/>
          <p14:tracePt t="16625" x="7270750" y="5116513"/>
          <p14:tracePt t="16633" x="7234238" y="5103813"/>
          <p14:tracePt t="16642" x="7186613" y="5080000"/>
          <p14:tracePt t="16650" x="7088188" y="5067300"/>
          <p14:tracePt t="16658" x="6978650" y="5043488"/>
          <p14:tracePt t="16667" x="6759575" y="5006975"/>
          <p14:tracePt t="16675" x="6553200" y="4970463"/>
          <p14:tracePt t="16683" x="6443663" y="4945063"/>
          <p14:tracePt t="16692" x="6065838" y="4860925"/>
          <p14:tracePt t="16700" x="5784850" y="4799013"/>
          <p14:tracePt t="16708" x="5505450" y="4738688"/>
          <p14:tracePt t="16717" x="5237163" y="4665663"/>
          <p14:tracePt t="16725" x="4859338" y="4579938"/>
          <p14:tracePt t="16733" x="4725988" y="4543425"/>
          <p14:tracePt t="16742" x="4481513" y="4483100"/>
          <p14:tracePt t="16750" x="4225925" y="4421188"/>
          <p14:tracePt t="16758" x="3873500" y="4337050"/>
          <p14:tracePt t="16767" x="3641725" y="4287838"/>
          <p14:tracePt t="16775" x="3409950" y="4227513"/>
          <p14:tracePt t="16783" x="3300413" y="4202113"/>
          <p14:tracePt t="16791" x="3021013" y="4117975"/>
          <p14:tracePt t="16800" x="2825750" y="4056063"/>
          <p14:tracePt t="16808" x="2643188" y="3995738"/>
          <p14:tracePt t="16817" x="2484438" y="3922713"/>
          <p14:tracePt t="16825" x="2301875" y="3836988"/>
          <p14:tracePt t="16833" x="2252663" y="3813175"/>
          <p14:tracePt t="16834" x="2192338" y="3787775"/>
          <p14:tracePt t="16841" x="2168525" y="3763963"/>
          <p14:tracePt t="16850" x="2095500" y="3740150"/>
          <p14:tracePt t="16858" x="2070100" y="3714750"/>
          <p14:tracePt t="16866" x="2033588" y="3690938"/>
          <p14:tracePt t="16875" x="2033588" y="3678238"/>
          <p14:tracePt t="16883" x="2009775" y="3667125"/>
          <p14:tracePt t="16891" x="1985963" y="3654425"/>
          <p14:tracePt t="16900" x="1936750" y="3630613"/>
          <p14:tracePt t="16908" x="1900238" y="3605213"/>
          <p14:tracePt t="16916" x="1863725" y="3557588"/>
          <p14:tracePt t="16925" x="1765300" y="3484563"/>
          <p14:tracePt t="16933" x="1754188" y="3484563"/>
          <p14:tracePt t="16942" x="1692275" y="3435350"/>
          <p14:tracePt t="16950" x="1631950" y="3373438"/>
          <p14:tracePt t="16958" x="1582738" y="3336925"/>
          <p14:tracePt t="16966" x="1535113" y="3300413"/>
          <p14:tracePt t="16975" x="1509713" y="3276600"/>
          <p14:tracePt t="16983" x="1498600" y="3263900"/>
          <p14:tracePt t="16984" x="1485900" y="3263900"/>
          <p14:tracePt t="16992" x="1473200" y="3263900"/>
          <p14:tracePt t="17000" x="1473200" y="3252788"/>
          <p14:tracePt t="17008" x="1462088" y="3240088"/>
          <p14:tracePt t="17016" x="1449388" y="3240088"/>
          <p14:tracePt t="17025" x="1449388" y="3227388"/>
          <p14:tracePt t="17033" x="1436688" y="3227388"/>
          <p14:tracePt t="17041" x="1412875" y="3216275"/>
          <p14:tracePt t="17050" x="1400175" y="3203575"/>
          <p14:tracePt t="17058" x="1376363" y="3190875"/>
          <p14:tracePt t="17067" x="1327150" y="3154363"/>
          <p14:tracePt t="17075" x="1279525" y="3130550"/>
          <p14:tracePt t="17083" x="1279525" y="3117850"/>
          <p14:tracePt t="17084" x="1243013" y="3094038"/>
          <p14:tracePt t="17092" x="1230313" y="3094038"/>
          <p14:tracePt t="17100" x="1193800" y="3070225"/>
          <p14:tracePt t="17108" x="1157288" y="3057525"/>
          <p14:tracePt t="17116" x="1120775" y="3033713"/>
          <p14:tracePt t="17124" x="1096963" y="3008313"/>
          <p14:tracePt t="17133" x="1058863" y="2997200"/>
          <p14:tracePt t="17141" x="1047750" y="2984500"/>
          <p14:tracePt t="17150" x="1022350" y="2971800"/>
          <p14:tracePt t="17158" x="998538" y="2960688"/>
          <p14:tracePt t="17159" x="985838" y="2947988"/>
          <p14:tracePt t="17166" x="974725" y="2935288"/>
          <p14:tracePt t="17175" x="949325" y="2924175"/>
          <p14:tracePt t="17183" x="938213" y="2911475"/>
          <p14:tracePt t="17191" x="925513" y="2911475"/>
          <p14:tracePt t="17192" x="912813" y="2898775"/>
          <p14:tracePt t="17199" x="889000" y="2887663"/>
          <p14:tracePt t="17208" x="865188" y="2887663"/>
          <p14:tracePt t="17216" x="852488" y="2874963"/>
          <p14:tracePt t="17224" x="828675" y="2862263"/>
          <p14:tracePt t="17233" x="803275" y="2851150"/>
          <p14:tracePt t="17234" x="792163" y="2851150"/>
          <p14:tracePt t="17241" x="779463" y="2838450"/>
          <p14:tracePt t="17249" x="755650" y="2825750"/>
          <p14:tracePt t="17258" x="719138" y="2814638"/>
          <p14:tracePt t="17259" x="706438" y="2814638"/>
          <p14:tracePt t="17266" x="657225" y="2801938"/>
          <p14:tracePt t="17275" x="633413" y="2776538"/>
          <p14:tracePt t="17283" x="620713" y="2776538"/>
          <p14:tracePt t="17284" x="573088" y="2765425"/>
          <p14:tracePt t="17292" x="560388" y="2765425"/>
          <p14:tracePt t="17299" x="511175" y="2740025"/>
          <p14:tracePt t="17308" x="487363" y="2728913"/>
          <p14:tracePt t="17316" x="474663" y="2728913"/>
          <p14:tracePt t="17324" x="463550" y="2716213"/>
          <p14:tracePt t="17338" x="450850" y="2716213"/>
          <p14:tracePt t="17358" x="438150" y="2716213"/>
          <p14:tracePt t="17386" x="427038" y="2716213"/>
          <p14:tracePt t="17582" x="427038" y="2703513"/>
          <p14:tracePt t="17864" x="438150" y="2703513"/>
          <p14:tracePt t="17875" x="450850" y="2703513"/>
          <p14:tracePt t="17886" x="463550" y="2703513"/>
          <p14:tracePt t="17914" x="474663" y="2703513"/>
          <p14:tracePt t="17951" x="487363" y="2703513"/>
          <p14:tracePt t="17971" x="500063" y="2703513"/>
          <p14:tracePt t="17974" x="511175" y="2703513"/>
          <p14:tracePt t="17983" x="523875" y="2716213"/>
          <p14:tracePt t="17990" x="536575" y="2716213"/>
          <p14:tracePt t="17999" x="547688" y="2728913"/>
          <p14:tracePt t="18011" x="560388" y="2728913"/>
          <p14:tracePt t="18106" x="573088" y="2728913"/>
          <p14:tracePt t="18266" x="584200" y="2728913"/>
          <p14:tracePt t="18278" x="596900" y="2728913"/>
          <p14:tracePt t="18286" x="609600" y="2728913"/>
          <p14:tracePt t="18304" x="620713" y="2728913"/>
          <p14:tracePt t="18306" x="633413" y="2728913"/>
          <p14:tracePt t="18316" x="633413" y="2740025"/>
          <p14:tracePt t="18326" x="646113" y="2740025"/>
          <p14:tracePt t="18351" x="657225" y="2740025"/>
          <p14:tracePt t="18414" x="669925" y="2740025"/>
          <p14:tracePt t="18438" x="682625" y="2740025"/>
          <p14:tracePt t="18446" x="693738" y="2740025"/>
          <p14:tracePt t="18463" x="706438" y="2740025"/>
          <p14:tracePt t="18474" x="719138" y="2740025"/>
          <p14:tracePt t="18494" x="730250" y="2740025"/>
          <p14:tracePt t="18507" x="742950" y="2740025"/>
          <p14:tracePt t="18511" x="755650" y="2740025"/>
          <p14:tracePt t="18518" x="766763" y="2740025"/>
          <p14:tracePt t="18524" x="779463" y="2740025"/>
          <p14:tracePt t="18532" x="803275" y="2740025"/>
          <p14:tracePt t="18540" x="828675" y="2740025"/>
          <p14:tracePt t="18548" x="852488" y="2740025"/>
          <p14:tracePt t="18557" x="876300" y="2740025"/>
          <p14:tracePt t="18565" x="901700" y="2740025"/>
          <p14:tracePt t="18794" x="901700" y="2752725"/>
          <p14:tracePt t="18805" x="912813" y="2765425"/>
          <p14:tracePt t="18811" x="912813" y="2776538"/>
          <p14:tracePt t="18814" x="925513" y="2801938"/>
          <p14:tracePt t="18823" x="938213" y="2814638"/>
          <p14:tracePt t="18824" x="938213" y="2838450"/>
          <p14:tracePt t="18832" x="949325" y="2838450"/>
          <p14:tracePt t="18839" x="962025" y="2874963"/>
          <p14:tracePt t="18848" x="974725" y="2898775"/>
          <p14:tracePt t="18856" x="985838" y="2935288"/>
          <p14:tracePt t="18864" x="1011238" y="2971800"/>
          <p14:tracePt t="18873" x="1011238" y="2984500"/>
          <p14:tracePt t="18874" x="1022350" y="2997200"/>
          <p14:tracePt t="18883" x="1035050" y="3008313"/>
          <p14:tracePt t="18890" x="1035050" y="3021013"/>
          <p14:tracePt t="18899" x="1047750" y="3033713"/>
          <p14:tracePt t="18906" x="1058863" y="3044825"/>
          <p14:tracePt t="18915" x="1058863" y="3057525"/>
          <p14:tracePt t="18923" x="1071563" y="3057525"/>
          <p14:tracePt t="18924" x="1071563" y="3070225"/>
          <p14:tracePt t="18932" x="1071563" y="3081338"/>
          <p14:tracePt t="18940" x="1084263" y="3081338"/>
          <p14:tracePt t="18951" x="1096963" y="3081338"/>
          <p14:tracePt t="18956" x="1096963" y="3094038"/>
          <p14:tracePt t="18964" x="1096963" y="3106738"/>
          <p14:tracePt t="18973" x="1108075" y="3106738"/>
          <p14:tracePt t="18983" x="1120775" y="3117850"/>
          <p14:tracePt t="18991" x="1133475" y="3117850"/>
          <p14:tracePt t="19007" x="1144588" y="3130550"/>
          <p14:tracePt t="19018" x="1157288" y="3130550"/>
          <p14:tracePt t="19026" x="1157288" y="3143250"/>
          <p14:tracePt t="19034" x="1169988" y="3143250"/>
          <p14:tracePt t="19045" x="1181100" y="3143250"/>
          <p14:tracePt t="19051" x="1193800" y="3143250"/>
          <p14:tracePt t="19053" x="1206500" y="3143250"/>
          <p14:tracePt t="19063" x="1217613" y="3154363"/>
          <p14:tracePt t="19071" x="1243013" y="3167063"/>
          <p14:tracePt t="19074" x="1254125" y="3167063"/>
          <p14:tracePt t="19081" x="1266825" y="3167063"/>
          <p14:tracePt t="19089" x="1290638" y="3179763"/>
          <p14:tracePt t="19098" x="1339850" y="3179763"/>
          <p14:tracePt t="19106" x="1376363" y="3179763"/>
          <p14:tracePt t="19107" x="1400175" y="3179763"/>
          <p14:tracePt t="19115" x="1436688" y="3190875"/>
          <p14:tracePt t="19123" x="1462088" y="3190875"/>
          <p14:tracePt t="19131" x="1473200" y="3203575"/>
          <p14:tracePt t="19139" x="1498600" y="3203575"/>
          <p14:tracePt t="19148" x="1509713" y="3216275"/>
          <p14:tracePt t="19194" x="1522413" y="3216275"/>
          <p14:tracePt t="19214" x="1535113" y="3216275"/>
          <p14:tracePt t="19224" x="1546225" y="3216275"/>
          <p14:tracePt t="19238" x="1558925" y="3216275"/>
          <p14:tracePt t="19291" x="1571625" y="3216275"/>
          <p14:tracePt t="19306" x="1582738" y="3216275"/>
          <p14:tracePt t="19323" x="1595438" y="3216275"/>
          <p14:tracePt t="19333" x="1608138" y="3216275"/>
          <p14:tracePt t="19346" x="1619250" y="3216275"/>
          <p14:tracePt t="19379" x="1631950" y="3216275"/>
          <p14:tracePt t="19406" x="1644650" y="3216275"/>
          <p14:tracePt t="19424" x="1655763" y="3203575"/>
          <p14:tracePt t="19425" x="1668463" y="3203575"/>
          <p14:tracePt t="19433" x="1681163" y="3203575"/>
          <p14:tracePt t="19439" x="1692275" y="3190875"/>
          <p14:tracePt t="19447" x="1704975" y="3179763"/>
          <p14:tracePt t="19456" x="1728788" y="3179763"/>
          <p14:tracePt t="19464" x="1741488" y="3167063"/>
          <p14:tracePt t="19465" x="1754188" y="3167063"/>
          <p14:tracePt t="19474" x="1765300" y="3167063"/>
          <p14:tracePt t="19481" x="1765300" y="3154363"/>
          <p14:tracePt t="19571" x="1765300" y="3143250"/>
          <p14:tracePt t="19659" x="1778000" y="3143250"/>
          <p14:tracePt t="19672" x="1790700" y="3143250"/>
          <p14:tracePt t="19681" x="1803400" y="3143250"/>
          <p14:tracePt t="19686" x="1814513" y="3143250"/>
          <p14:tracePt t="19704" x="1827213" y="3143250"/>
          <p14:tracePt t="19720" x="1839913" y="3143250"/>
          <p14:tracePt t="19779" x="1851025" y="3143250"/>
          <p14:tracePt t="19785" x="1863725" y="3143250"/>
          <p14:tracePt t="19791" x="1876425" y="3143250"/>
          <p14:tracePt t="19797" x="1887538" y="3143250"/>
          <p14:tracePt t="19805" x="1936750" y="3143250"/>
          <p14:tracePt t="19814" x="1973263" y="3143250"/>
          <p14:tracePt t="19822" x="1985963" y="3143250"/>
          <p14:tracePt t="19830" x="2009775" y="3143250"/>
          <p14:tracePt t="19839" x="2033588" y="3143250"/>
          <p14:tracePt t="19847" x="2058988" y="3143250"/>
          <p14:tracePt t="19855" x="2070100" y="3154363"/>
          <p14:tracePt t="19864" x="2095500" y="3167063"/>
          <p14:tracePt t="19872" x="2119313" y="3167063"/>
          <p14:tracePt t="19880" x="2143125" y="3167063"/>
          <p14:tracePt t="19889" x="2192338" y="3167063"/>
          <p14:tracePt t="19897" x="2252663" y="3167063"/>
          <p14:tracePt t="19905" x="2314575" y="3167063"/>
          <p14:tracePt t="19913" x="2398713" y="3167063"/>
          <p14:tracePt t="19922" x="2411413" y="3167063"/>
          <p14:tracePt t="19983" x="2424113" y="3167063"/>
          <p14:tracePt t="19992" x="2435225" y="3167063"/>
          <p14:tracePt t="19994" x="2447925" y="3167063"/>
          <p14:tracePt t="20003" x="2471738" y="3167063"/>
          <p14:tracePt t="20005" x="2484438" y="3167063"/>
          <p14:tracePt t="20013" x="2508250" y="3167063"/>
          <p14:tracePt t="20022" x="2533650" y="3167063"/>
          <p14:tracePt t="20030" x="2570163" y="3167063"/>
          <p14:tracePt t="20051" x="2582863" y="3167063"/>
          <p14:tracePt t="20084" x="2593975" y="3167063"/>
          <p14:tracePt t="20094" x="2606675" y="3167063"/>
          <p14:tracePt t="20098" x="2619375" y="3167063"/>
          <p14:tracePt t="20106" x="2630488" y="3167063"/>
          <p14:tracePt t="20111" x="2643188" y="3167063"/>
          <p14:tracePt t="20114" x="2655888" y="3167063"/>
          <p14:tracePt t="20122" x="2667000" y="3167063"/>
          <p14:tracePt t="20130" x="2679700" y="3167063"/>
          <p14:tracePt t="20138" x="2692400" y="3167063"/>
          <p14:tracePt t="20191" x="2703513" y="3167063"/>
          <p14:tracePt t="20199" x="2716213" y="3167063"/>
          <p14:tracePt t="20204" x="2728913" y="3167063"/>
          <p14:tracePt t="20211" x="2752725" y="3167063"/>
          <p14:tracePt t="20219" x="2776538" y="3167063"/>
          <p14:tracePt t="20224" x="2789238" y="3167063"/>
          <p14:tracePt t="20230" x="2813050" y="3167063"/>
          <p14:tracePt t="20238" x="2862263" y="3167063"/>
          <p14:tracePt t="20247" x="2911475" y="3167063"/>
          <p14:tracePt t="20255" x="2935288" y="3167063"/>
          <p14:tracePt t="20264" x="2947988" y="3167063"/>
          <p14:tracePt t="20271" x="2971800" y="3167063"/>
          <p14:tracePt t="20284" x="2984500" y="3167063"/>
          <p14:tracePt t="20291" x="2995613" y="3167063"/>
          <p14:tracePt t="20304" x="3008313" y="3167063"/>
          <p14:tracePt t="20306" x="3021013" y="3167063"/>
          <p14:tracePt t="20313" x="3032125" y="3167063"/>
          <p14:tracePt t="20322" x="3057525" y="3167063"/>
          <p14:tracePt t="20330" x="3081338" y="3167063"/>
          <p14:tracePt t="20338" x="3117850" y="3167063"/>
          <p14:tracePt t="20347" x="3167063" y="3167063"/>
          <p14:tracePt t="20355" x="3190875" y="3167063"/>
          <p14:tracePt t="20366" x="3203575" y="3167063"/>
          <p14:tracePt t="20411" x="3214688" y="3167063"/>
          <p14:tracePt t="20431" x="3227388" y="3167063"/>
          <p14:tracePt t="20434" x="3240088" y="3167063"/>
          <p14:tracePt t="20439" x="3252788" y="3167063"/>
          <p14:tracePt t="20447" x="3263900" y="3167063"/>
          <p14:tracePt t="20455" x="3300413" y="3167063"/>
          <p14:tracePt t="20463" x="3325813" y="3167063"/>
          <p14:tracePt t="20471" x="3373438" y="3167063"/>
          <p14:tracePt t="20480" x="3471863" y="3179763"/>
          <p14:tracePt t="20488" x="3519488" y="3179763"/>
          <p14:tracePt t="20496" x="3592513" y="3190875"/>
          <p14:tracePt t="20505" x="3665538" y="3190875"/>
          <p14:tracePt t="20513" x="3690938" y="3190875"/>
          <p14:tracePt t="20521" x="3775075" y="3190875"/>
          <p14:tracePt t="20530" x="3848100" y="3190875"/>
          <p14:tracePt t="20538" x="3933825" y="3203575"/>
          <p14:tracePt t="20546" x="4032250" y="3203575"/>
          <p14:tracePt t="20555" x="4043363" y="3216275"/>
          <p14:tracePt t="20566" x="4056063" y="3216275"/>
          <p14:tracePt t="21731" x="4068763" y="3216275"/>
          <p14:tracePt t="21747" x="4079875" y="3216275"/>
          <p14:tracePt t="21759" x="4092575" y="3216275"/>
          <p14:tracePt t="21771" x="4105275" y="3216275"/>
          <p14:tracePt t="21774" x="4105275" y="3227388"/>
          <p14:tracePt t="21780" x="4116388" y="3227388"/>
          <p14:tracePt t="21794" x="4129088" y="3227388"/>
          <p14:tracePt t="21804" x="4141788" y="3227388"/>
          <p14:tracePt t="21812" x="4152900" y="3227388"/>
          <p14:tracePt t="21824" x="4165600" y="3227388"/>
          <p14:tracePt t="21825" x="4178300" y="3227388"/>
          <p14:tracePt t="21834" x="4189413" y="3227388"/>
          <p14:tracePt t="21839" x="4202113" y="3227388"/>
          <p14:tracePt t="21845" x="4214813" y="3227388"/>
          <p14:tracePt t="21853" x="4225925" y="3240088"/>
          <p14:tracePt t="21862" x="4238625" y="3240088"/>
          <p14:tracePt t="21870" x="4262438" y="3240088"/>
          <p14:tracePt t="21878" x="4275138" y="3240088"/>
          <p14:tracePt t="21887" x="4287838" y="3240088"/>
          <p14:tracePt t="21924" x="4287838" y="3252788"/>
          <p14:tracePt t="21934" x="4298950" y="3252788"/>
          <p14:tracePt t="21979" x="4311650" y="3252788"/>
          <p14:tracePt t="21994" x="4324350" y="3252788"/>
          <p14:tracePt t="22019" x="4335463" y="3252788"/>
          <p14:tracePt t="22046" x="4348163" y="3252788"/>
          <p14:tracePt t="22059" x="4360863" y="3252788"/>
          <p14:tracePt t="22084" x="4371975" y="3252788"/>
          <p14:tracePt t="22100" x="4384675" y="3252788"/>
          <p14:tracePt t="22106" x="4397375" y="3252788"/>
          <p14:tracePt t="22124" x="4408488" y="3252788"/>
          <p14:tracePt t="22125" x="4421188" y="3252788"/>
          <p14:tracePt t="22139" x="4433888" y="3252788"/>
          <p14:tracePt t="22144" x="4445000" y="3252788"/>
          <p14:tracePt t="22154" x="4457700" y="3252788"/>
          <p14:tracePt t="22159" x="4470400" y="3252788"/>
          <p14:tracePt t="22166" x="4481513" y="3252788"/>
          <p14:tracePt t="22186" x="4494213" y="3252788"/>
          <p14:tracePt t="22224" x="4506913" y="3252788"/>
          <p14:tracePt t="22246" x="4518025" y="3252788"/>
          <p14:tracePt t="22251" x="4530725" y="3252788"/>
          <p14:tracePt t="22259" x="4543425" y="3252788"/>
          <p14:tracePt t="22265" x="4554538" y="3252788"/>
          <p14:tracePt t="22271" x="4567238" y="3252788"/>
          <p14:tracePt t="22278" x="4579938" y="3252788"/>
          <p14:tracePt t="22286" x="4603750" y="3252788"/>
          <p14:tracePt t="22295" x="4627563" y="3252788"/>
          <p14:tracePt t="22303" x="4640263" y="3252788"/>
          <p14:tracePt t="22311" x="4652963" y="3252788"/>
          <p14:tracePt t="22320" x="4676775" y="3252788"/>
          <p14:tracePt t="22328" x="4689475" y="3252788"/>
          <p14:tracePt t="22337" x="4702175" y="3252788"/>
          <p14:tracePt t="22346" x="4713288" y="3252788"/>
          <p14:tracePt t="22359" x="4725988" y="3252788"/>
          <p14:tracePt t="22385" x="4738688" y="3252788"/>
          <p14:tracePt t="22391" x="4749800" y="3252788"/>
          <p14:tracePt t="22414" x="4762500" y="3252788"/>
          <p14:tracePt t="22451" x="4775200" y="3252788"/>
          <p14:tracePt t="22459" x="4786313" y="3252788"/>
          <p14:tracePt t="22474" x="4799013" y="3252788"/>
          <p14:tracePt t="22484" x="4811713" y="3252788"/>
          <p14:tracePt t="22491" x="4822825" y="3252788"/>
          <p14:tracePt t="22504" x="4835525" y="3252788"/>
          <p14:tracePt t="22505" x="4848225" y="3252788"/>
          <p14:tracePt t="22519" x="4859338" y="3252788"/>
          <p14:tracePt t="22526" x="4872038" y="3252788"/>
          <p14:tracePt t="22531" x="4884738" y="3252788"/>
          <p14:tracePt t="22539" x="4895850" y="3252788"/>
          <p14:tracePt t="22545" x="4908550" y="3252788"/>
          <p14:tracePt t="22553" x="4921250" y="3252788"/>
          <p14:tracePt t="22561" x="4945063" y="3252788"/>
          <p14:tracePt t="22570" x="4981575" y="3252788"/>
          <p14:tracePt t="22578" x="5005388" y="3252788"/>
          <p14:tracePt t="22586" x="5041900" y="3252788"/>
          <p14:tracePt t="22595" x="5054600" y="3252788"/>
          <p14:tracePt t="22604" x="5067300" y="3252788"/>
          <p14:tracePt t="22614" x="5078413" y="3252788"/>
          <p14:tracePt t="22644" x="5078413" y="3263900"/>
          <p14:tracePt t="22691" x="5091113" y="3263900"/>
          <p14:tracePt t="22699" x="5103813" y="3263900"/>
          <p14:tracePt t="22712" x="5114925" y="3263900"/>
          <p14:tracePt t="22714" x="5127625" y="3263900"/>
          <p14:tracePt t="22720" x="5140325" y="3263900"/>
          <p14:tracePt t="22728" x="5140325" y="3276600"/>
          <p14:tracePt t="22736" x="5151438" y="3276600"/>
          <p14:tracePt t="22744" x="5164138" y="3276600"/>
          <p14:tracePt t="22759" x="5176838" y="3276600"/>
          <p14:tracePt t="22779" x="5187950" y="3276600"/>
          <p14:tracePt t="22784" x="5200650" y="3276600"/>
          <p14:tracePt t="22795" x="5213350" y="3276600"/>
          <p14:tracePt t="22804" x="5224463" y="3276600"/>
          <p14:tracePt t="22805" x="5237163" y="3276600"/>
          <p14:tracePt t="22812" x="5249863" y="3276600"/>
          <p14:tracePt t="22819" x="5260975" y="3276600"/>
          <p14:tracePt t="22828" x="5297488" y="3276600"/>
          <p14:tracePt t="22836" x="5322888" y="3276600"/>
          <p14:tracePt t="22845" x="5359400" y="3276600"/>
          <p14:tracePt t="22857" x="5370513" y="3276600"/>
          <p14:tracePt t="22861" x="5383213" y="3276600"/>
          <p14:tracePt t="22869" x="5395913" y="3276600"/>
          <p14:tracePt t="22877" x="5419725" y="3276600"/>
          <p14:tracePt t="22886" x="5445125" y="3276600"/>
          <p14:tracePt t="22895" x="5456238" y="3276600"/>
          <p14:tracePt t="22902" x="5481638" y="3276600"/>
          <p14:tracePt t="22911" x="5505450" y="3276600"/>
          <p14:tracePt t="22912" x="5518150" y="3276600"/>
          <p14:tracePt t="22919" x="5518150" y="3289300"/>
          <p14:tracePt t="22927" x="5554663" y="3289300"/>
          <p14:tracePt t="22936" x="5565775" y="3289300"/>
          <p14:tracePt t="22979" x="5578475" y="3289300"/>
          <p14:tracePt t="23131" x="5591175" y="3289300"/>
          <p14:tracePt t="23206" x="5602288" y="3289300"/>
          <p14:tracePt t="23219" x="5614988" y="3289300"/>
          <p14:tracePt t="23244" x="5627688" y="3289300"/>
          <p14:tracePt t="23251" x="5638800" y="3289300"/>
          <p14:tracePt t="23286" x="5651500" y="3289300"/>
          <p14:tracePt t="23326" x="5664200" y="3289300"/>
          <p14:tracePt t="23339" x="5675313" y="3289300"/>
          <p14:tracePt t="23364" x="5688013" y="3289300"/>
          <p14:tracePt t="23371" x="5700713" y="3289300"/>
          <p14:tracePt t="23384" x="5711825" y="3289300"/>
          <p14:tracePt t="23399" x="5724525" y="3300413"/>
          <p14:tracePt t="23404" x="5737225" y="3300413"/>
          <p14:tracePt t="23414" x="5748338" y="3300413"/>
          <p14:tracePt t="23420" x="5761038" y="3300413"/>
          <p14:tracePt t="23424" x="5773738" y="3300413"/>
          <p14:tracePt t="23427" x="5784850" y="3300413"/>
          <p14:tracePt t="23435" x="5810250" y="3300413"/>
          <p14:tracePt t="23444" x="5821363" y="3300413"/>
          <p14:tracePt t="23452" x="5883275" y="3300413"/>
          <p14:tracePt t="23460" x="5907088" y="3300413"/>
          <p14:tracePt t="23469" x="5919788" y="3300413"/>
          <p14:tracePt t="23477" x="5930900" y="3313113"/>
          <p14:tracePt t="23485" x="5943600" y="3313113"/>
          <p14:tracePt t="23524" x="5956300" y="3313113"/>
          <p14:tracePt t="23539" x="5967413" y="3313113"/>
          <p14:tracePt t="23546" x="5980113" y="3313113"/>
          <p14:tracePt t="23557" x="5992813" y="3313113"/>
          <p14:tracePt t="23566" x="6003925" y="3313113"/>
          <p14:tracePt t="23574" x="6016625" y="3313113"/>
          <p14:tracePt t="23579" x="6029325" y="3313113"/>
          <p14:tracePt t="23586" x="6040438" y="3325813"/>
          <p14:tracePt t="23604" x="6053138" y="3325813"/>
          <p14:tracePt t="23627" x="6065838" y="3325813"/>
          <p14:tracePt t="23654" x="6065838" y="3336925"/>
          <p14:tracePt t="23694" x="6076950" y="3336925"/>
          <p14:tracePt t="23880" x="6089650" y="3336925"/>
          <p14:tracePt t="23886" x="6102350" y="3336925"/>
          <p14:tracePt t="23899" x="6115050" y="3336925"/>
          <p14:tracePt t="23904" x="6126163" y="3336925"/>
          <p14:tracePt t="23911" x="6138863" y="3336925"/>
          <p14:tracePt t="23914" x="6162675" y="3349625"/>
          <p14:tracePt t="23919" x="6175375" y="3349625"/>
          <p14:tracePt t="23926" x="6211888" y="3349625"/>
          <p14:tracePt t="23935" x="6284913" y="3362325"/>
          <p14:tracePt t="23943" x="6297613" y="3362325"/>
          <p14:tracePt t="23951" x="6381750" y="3362325"/>
          <p14:tracePt t="23960" x="6467475" y="3373438"/>
          <p14:tracePt t="23968" x="6553200" y="3373438"/>
          <p14:tracePt t="23976" x="6650038" y="3373438"/>
          <p14:tracePt t="23985" x="6735763" y="3373438"/>
          <p14:tracePt t="23986" x="6783388" y="3373438"/>
          <p14:tracePt t="23993" x="6832600" y="3373438"/>
          <p14:tracePt t="24001" x="6918325" y="3373438"/>
          <p14:tracePt t="24010" x="7004050" y="3386138"/>
          <p14:tracePt t="24018" x="7064375" y="3386138"/>
          <p14:tracePt t="24026" x="7100888" y="3386138"/>
          <p14:tracePt t="24035" x="7234238" y="3398838"/>
          <p14:tracePt t="24043" x="7259638" y="3398838"/>
          <p14:tracePt t="24051" x="7332663" y="3409950"/>
          <p14:tracePt t="24059" x="7429500" y="3422650"/>
          <p14:tracePt t="24068" x="7502525" y="3422650"/>
          <p14:tracePt t="24076" x="7600950" y="3435350"/>
          <p14:tracePt t="24085" x="7648575" y="3435350"/>
          <p14:tracePt t="24093" x="7758113" y="3448050"/>
          <p14:tracePt t="24101" x="7820025" y="3448050"/>
          <p14:tracePt t="24110" x="7856538" y="3448050"/>
          <p14:tracePt t="24118" x="7893050" y="3448050"/>
          <p14:tracePt t="24127" x="7953375" y="3448050"/>
          <p14:tracePt t="24134" x="8013700" y="3448050"/>
          <p14:tracePt t="24143" x="8039100" y="3448050"/>
          <p14:tracePt t="24151" x="8123238" y="3448050"/>
          <p14:tracePt t="24160" x="8270875" y="3448050"/>
          <p14:tracePt t="24168" x="8391525" y="3448050"/>
          <p14:tracePt t="24176" x="8537575" y="3448050"/>
          <p14:tracePt t="24184" x="8683625" y="3448050"/>
          <p14:tracePt t="24193" x="8829675" y="3448050"/>
          <p14:tracePt t="24201" x="8964613" y="3448050"/>
          <p14:tracePt t="24210" x="9110663" y="3448050"/>
          <p14:tracePt t="24218" x="9232900" y="3448050"/>
          <p14:tracePt t="24226" x="9415463" y="3448050"/>
          <p14:tracePt t="24234" x="9548813" y="3448050"/>
          <p14:tracePt t="24243" x="9609138" y="3448050"/>
          <p14:tracePt t="24251" x="9744075" y="3435350"/>
          <p14:tracePt t="24259" x="9926638" y="3435350"/>
          <p14:tracePt t="24268" x="10059988" y="3422650"/>
          <p14:tracePt t="24276" x="10145713" y="3409950"/>
          <p14:tracePt t="24285" x="10231438" y="3398838"/>
          <p14:tracePt t="24293" x="10291763" y="3386138"/>
          <p14:tracePt t="24301" x="10352088" y="3386138"/>
          <p14:tracePt t="24310" x="10401300" y="3373438"/>
          <p14:tracePt t="24318" x="10426700" y="3362325"/>
          <p14:tracePt t="24326" x="10474325" y="3362325"/>
          <p14:tracePt t="24334" x="10499725" y="3349625"/>
          <p14:tracePt t="24343" x="10510838" y="3336925"/>
          <p14:tracePt t="24351" x="10536238" y="3325813"/>
          <p14:tracePt t="24359" x="10560050" y="3325813"/>
          <p14:tracePt t="24368" x="10596563" y="3325813"/>
          <p14:tracePt t="24376" x="10609263" y="3313113"/>
          <p14:tracePt t="24384" x="10620375" y="3313113"/>
          <p14:tracePt t="24393" x="10633075" y="3300413"/>
          <p14:tracePt t="24401" x="10645775" y="3300413"/>
          <p14:tracePt t="24409" x="10656888" y="3300413"/>
          <p14:tracePt t="24418" x="10669588" y="3300413"/>
          <p14:tracePt t="24419" x="10682288" y="3300413"/>
          <p14:tracePt t="24426" x="10682288" y="3289300"/>
          <p14:tracePt t="24434" x="10693400" y="3289300"/>
          <p14:tracePt t="24443" x="10706100" y="3289300"/>
          <p14:tracePt t="24451" x="10718800" y="3289300"/>
          <p14:tracePt t="24684" x="10729913" y="3289300"/>
          <p14:tracePt t="24686" x="10729913" y="3276600"/>
          <p14:tracePt t="24693" x="10742613" y="3276600"/>
          <p14:tracePt t="24701" x="10755313" y="3263900"/>
          <p14:tracePt t="24709" x="10766425" y="3252788"/>
          <p14:tracePt t="24717" x="10779125" y="3240088"/>
          <p14:tracePt t="24726" x="10815638" y="3227388"/>
          <p14:tracePt t="24735" x="10815638" y="3216275"/>
          <p14:tracePt t="24736" x="10828338" y="3203575"/>
          <p14:tracePt t="24742" x="10839450" y="3203575"/>
          <p14:tracePt t="24751" x="10852150" y="3190875"/>
          <p14:tracePt t="24759" x="10864850" y="3167063"/>
          <p14:tracePt t="24767" x="10875963" y="3154363"/>
          <p14:tracePt t="24776" x="10901363" y="3143250"/>
          <p14:tracePt t="24785" x="10912475" y="3143250"/>
          <p14:tracePt t="24792" x="10925175" y="3130550"/>
          <p14:tracePt t="24801" x="10937875" y="3117850"/>
          <p14:tracePt t="24809" x="10937875" y="3106738"/>
          <p14:tracePt t="24817" x="10948988" y="3106738"/>
          <p14:tracePt t="24826" x="10961688" y="3106738"/>
          <p14:tracePt t="24834" x="10961688" y="3094038"/>
          <p14:tracePt t="24835" x="10974388" y="3094038"/>
          <p14:tracePt t="24842" x="10974388" y="3081338"/>
          <p14:tracePt t="24851" x="10985500" y="3081338"/>
          <p14:tracePt t="24851" x="10998200" y="3081338"/>
          <p14:tracePt t="24864" x="11010900" y="3081338"/>
          <p14:tracePt t="24867" x="11010900" y="3070225"/>
          <p14:tracePt t="24876" x="11022013" y="3070225"/>
          <p14:tracePt t="24884" x="11022013" y="3057525"/>
          <p14:tracePt t="24885" x="11034713" y="3057525"/>
          <p14:tracePt t="24894" x="11047413" y="3057525"/>
          <p14:tracePt t="24901" x="11058525" y="3044825"/>
          <p14:tracePt t="24919" x="11071225" y="3044825"/>
          <p14:tracePt t="24924" x="11083925" y="3044825"/>
          <p14:tracePt t="24926" x="11083925" y="3033713"/>
          <p14:tracePt t="24939" x="11083925" y="3021013"/>
          <p14:tracePt t="24946" x="11095038" y="3021013"/>
          <p14:tracePt t="24954" x="11107738" y="3021013"/>
          <p14:tracePt t="24964" x="11120438" y="3021013"/>
          <p14:tracePt t="24971" x="11120438" y="3008313"/>
          <p14:tracePt t="24984" x="11120438" y="2997200"/>
          <p14:tracePt t="24994" x="11133138" y="2984500"/>
          <p14:tracePt t="25004" x="11144250" y="2984500"/>
          <p14:tracePt t="25014" x="11144250" y="2971800"/>
          <p14:tracePt t="25024" x="11144250" y="2960688"/>
          <p14:tracePt t="25025" x="11156950" y="2960688"/>
          <p14:tracePt t="25044" x="11169650" y="2947988"/>
          <p14:tracePt t="25061" x="11169650" y="2935288"/>
          <p14:tracePt t="25084" x="11169650" y="2924175"/>
          <p14:tracePt t="25085" x="11180763" y="2924175"/>
          <p14:tracePt t="25092" x="11180763" y="2911475"/>
          <p14:tracePt t="25100" x="11180763" y="2898775"/>
          <p14:tracePt t="25111" x="11180763" y="2887663"/>
          <p14:tracePt t="25117" x="11193463" y="2887663"/>
          <p14:tracePt t="25126" x="11193463" y="2874963"/>
          <p14:tracePt t="25139" x="11193463" y="2862263"/>
          <p14:tracePt t="25146" x="11193463" y="2851150"/>
          <p14:tracePt t="25154" x="11193463" y="2838450"/>
          <p14:tracePt t="25165" x="11193463" y="2825750"/>
          <p14:tracePt t="25174" x="11206163" y="2814638"/>
          <p14:tracePt t="25186" x="11206163" y="2801938"/>
          <p14:tracePt t="25191" x="11206163" y="2789238"/>
          <p14:tracePt t="25199" x="11206163" y="2776538"/>
          <p14:tracePt t="25219" x="11206163" y="2765425"/>
          <p14:tracePt t="25239" x="11206163" y="2752725"/>
          <p14:tracePt t="25304" x="11193463" y="2752725"/>
          <p14:tracePt t="25324" x="11193463" y="2740025"/>
          <p14:tracePt t="25331" x="11193463" y="2728913"/>
          <p14:tracePt t="25334" x="11180763" y="2728913"/>
          <p14:tracePt t="25344" x="11180763" y="2716213"/>
          <p14:tracePt t="25371" x="11169650" y="2716213"/>
          <p14:tracePt t="25384" x="11169650" y="2703513"/>
          <p14:tracePt t="25391" x="11156950" y="2703513"/>
          <p14:tracePt t="25394" x="11156950" y="2692400"/>
          <p14:tracePt t="25405" x="11144250" y="2692400"/>
          <p14:tracePt t="25411" x="11133138" y="2692400"/>
          <p14:tracePt t="25419" x="11133138" y="2679700"/>
          <p14:tracePt t="25425" x="11120438" y="2679700"/>
          <p14:tracePt t="25426" x="11107738" y="2667000"/>
          <p14:tracePt t="25434" x="11095038" y="2655888"/>
          <p14:tracePt t="25442" x="11083925" y="2655888"/>
          <p14:tracePt t="25450" x="11058525" y="2655888"/>
          <p14:tracePt t="25459" x="11047413" y="2643188"/>
          <p14:tracePt t="25467" x="10985500" y="2630488"/>
          <p14:tracePt t="25475" x="10937875" y="2619375"/>
          <p14:tracePt t="25483" x="10901363" y="2619375"/>
          <p14:tracePt t="25491" x="10802938" y="2619375"/>
          <p14:tracePt t="25500" x="10755313" y="2606675"/>
          <p14:tracePt t="25508" x="10718800" y="2606675"/>
          <p14:tracePt t="25517" x="10669588" y="2606675"/>
          <p14:tracePt t="25525" x="10645775" y="2606675"/>
          <p14:tracePt t="25533" x="10633075" y="2606675"/>
          <p14:tracePt t="25591" x="10620375" y="2606675"/>
          <p14:tracePt t="25646" x="10609263" y="2606675"/>
          <p14:tracePt t="25979" x="10596563" y="2606675"/>
          <p14:tracePt t="25992" x="10583863" y="2606675"/>
          <p14:tracePt t="26006" x="10572750" y="2606675"/>
          <p14:tracePt t="26024" x="10560050" y="2606675"/>
          <p14:tracePt t="26026" x="10547350" y="2606675"/>
          <p14:tracePt t="26034" x="10523538" y="2606675"/>
          <p14:tracePt t="26041" x="10510838" y="2606675"/>
          <p14:tracePt t="26050" x="10487025" y="2606675"/>
          <p14:tracePt t="26058" x="10463213" y="2606675"/>
          <p14:tracePt t="26066" x="10426700" y="2593975"/>
          <p14:tracePt t="26075" x="10401300" y="2593975"/>
          <p14:tracePt t="26084" x="10388600" y="2593975"/>
          <p14:tracePt t="26092" x="10377488" y="2593975"/>
          <p14:tracePt t="26154" x="10364788" y="2593975"/>
          <p14:tracePt t="26346" x="10352088" y="2593975"/>
          <p14:tracePt t="26371" x="10340975" y="2593975"/>
          <p14:tracePt t="26384" x="10340975" y="2606675"/>
          <p14:tracePt t="26392" x="10328275" y="2606675"/>
          <p14:tracePt t="26394" x="10328275" y="2619375"/>
          <p14:tracePt t="26406" x="10328275" y="2630488"/>
          <p14:tracePt t="26411" x="10315575" y="2630488"/>
          <p14:tracePt t="26434" x="10315575" y="2643188"/>
          <p14:tracePt t="26439" x="10304463" y="2643188"/>
          <p14:tracePt t="26444" x="10304463" y="2655888"/>
          <p14:tracePt t="26454" x="10291763" y="2655888"/>
          <p14:tracePt t="26466" x="10291763" y="2667000"/>
          <p14:tracePt t="26471" x="10279063" y="2667000"/>
          <p14:tracePt t="26484" x="10279063" y="2679700"/>
          <p14:tracePt t="26514" x="10279063" y="2692400"/>
          <p14:tracePt t="26574" x="10267950" y="2692400"/>
          <p14:tracePt t="26586" x="10267950" y="2703513"/>
          <p14:tracePt t="26594" x="10267950" y="2716213"/>
          <p14:tracePt t="26606" x="10255250" y="2716213"/>
          <p14:tracePt t="26614" x="10255250" y="2728913"/>
          <p14:tracePt t="26631" x="10255250" y="2740025"/>
          <p14:tracePt t="26666" x="10255250" y="2752725"/>
          <p14:tracePt t="26685" x="10255250" y="2765425"/>
          <p14:tracePt t="26699" x="10255250" y="2776538"/>
          <p14:tracePt t="26705" x="10255250" y="2789238"/>
          <p14:tracePt t="26711" x="10255250" y="2801938"/>
          <p14:tracePt t="26725" x="10242550" y="2825750"/>
          <p14:tracePt t="26734" x="10242550" y="2838450"/>
          <p14:tracePt t="26754" x="10242550" y="2851150"/>
          <p14:tracePt t="26784" x="10242550" y="2862263"/>
          <p14:tracePt t="26806" x="10242550" y="2874963"/>
          <p14:tracePt t="26814" x="10242550" y="2887663"/>
          <p14:tracePt t="26825" x="10242550" y="2898775"/>
          <p14:tracePt t="26834" x="10242550" y="2911475"/>
          <p14:tracePt t="26839" x="10242550" y="2924175"/>
          <p14:tracePt t="26854" x="10242550" y="2935288"/>
          <p14:tracePt t="26859" x="10242550" y="2947988"/>
          <p14:tracePt t="26866" x="10242550" y="2960688"/>
          <p14:tracePt t="26875" x="10242550" y="2971800"/>
          <p14:tracePt t="26879" x="10242550" y="2984500"/>
          <p14:tracePt t="26891" x="10242550" y="3008313"/>
          <p14:tracePt t="26899" x="10242550" y="3021013"/>
          <p14:tracePt t="26904" x="10255250" y="3033713"/>
          <p14:tracePt t="26907" x="10255250" y="3044825"/>
          <p14:tracePt t="26915" x="10267950" y="3057525"/>
          <p14:tracePt t="26924" x="10267950" y="3070225"/>
          <p14:tracePt t="26932" x="10279063" y="3081338"/>
          <p14:tracePt t="26940" x="10291763" y="3094038"/>
          <p14:tracePt t="26949" x="10291763" y="3117850"/>
          <p14:tracePt t="26957" x="10304463" y="3117850"/>
          <p14:tracePt t="26965" x="10315575" y="3130550"/>
          <p14:tracePt t="26974" x="10315575" y="3143250"/>
          <p14:tracePt t="26982" x="10328275" y="3143250"/>
          <p14:tracePt t="26990" x="10328275" y="3154363"/>
          <p14:tracePt t="26999" x="10352088" y="3179763"/>
          <p14:tracePt t="27007" x="10364788" y="3179763"/>
          <p14:tracePt t="27015" x="10388600" y="3190875"/>
          <p14:tracePt t="27024" x="10401300" y="3203575"/>
          <p14:tracePt t="27032" x="10426700" y="3216275"/>
          <p14:tracePt t="27040" x="10450513" y="3216275"/>
          <p14:tracePt t="27048" x="10463213" y="3227388"/>
          <p14:tracePt t="27057" x="10499725" y="3240088"/>
          <p14:tracePt t="27065" x="10510838" y="3240088"/>
          <p14:tracePt t="27074" x="10523538" y="3252788"/>
          <p14:tracePt t="27082" x="10547350" y="3252788"/>
          <p14:tracePt t="27090" x="10560050" y="3263900"/>
          <p14:tracePt t="27098" x="10583863" y="3276600"/>
          <p14:tracePt t="27107" x="10620375" y="3276600"/>
          <p14:tracePt t="27115" x="10633075" y="3276600"/>
          <p14:tracePt t="27124" x="10645775" y="3276600"/>
          <p14:tracePt t="27132" x="10656888" y="3276600"/>
          <p14:tracePt t="27140" x="10682288" y="3289300"/>
          <p14:tracePt t="27148" x="10693400" y="3289300"/>
          <p14:tracePt t="27157" x="10718800" y="3289300"/>
          <p14:tracePt t="27165" x="10742613" y="3289300"/>
          <p14:tracePt t="27173" x="10755313" y="3289300"/>
          <p14:tracePt t="27182" x="10779125" y="3289300"/>
          <p14:tracePt t="27190" x="10802938" y="3289300"/>
          <p14:tracePt t="27199" x="10815638" y="3289300"/>
          <p14:tracePt t="27207" x="10852150" y="3300413"/>
          <p14:tracePt t="27224" x="10864850" y="3300413"/>
          <p14:tracePt t="27226" x="10875963" y="3300413"/>
          <p14:tracePt t="27239" x="10888663" y="3300413"/>
          <p14:tracePt t="27244" x="10901363" y="3300413"/>
          <p14:tracePt t="27251" x="10912475" y="3300413"/>
          <p14:tracePt t="27259" x="10925175" y="3300413"/>
          <p14:tracePt t="27266" x="10937875" y="3300413"/>
          <p14:tracePt t="27279" x="10937875" y="3289300"/>
          <p14:tracePt t="27286" x="10948988" y="3289300"/>
          <p14:tracePt t="27304" x="10961688" y="3289300"/>
          <p14:tracePt t="27320" x="10974388" y="3289300"/>
          <p14:tracePt t="27324" x="10974388" y="3276600"/>
          <p14:tracePt t="27325" x="10985500" y="3276600"/>
          <p14:tracePt t="27339" x="10998200" y="3276600"/>
          <p14:tracePt t="27344" x="10998200" y="3263900"/>
          <p14:tracePt t="27364" x="10998200" y="3252788"/>
          <p14:tracePt t="27366" x="11010900" y="3252788"/>
          <p14:tracePt t="27386" x="11022013" y="3252788"/>
          <p14:tracePt t="27431" x="11034713" y="3252788"/>
          <p14:tracePt t="27446" x="11034713" y="3240088"/>
          <p14:tracePt t="27526" x="11047413" y="3240088"/>
          <p14:tracePt t="27544" x="11058525" y="3240088"/>
          <p14:tracePt t="27551" x="11058525" y="3227388"/>
          <p14:tracePt t="27567" x="11071225" y="3227388"/>
          <p14:tracePt t="27579" x="11083925" y="3227388"/>
          <p14:tracePt t="27594" x="11083925" y="3216275"/>
          <p14:tracePt t="27599" x="11095038" y="3216275"/>
          <p14:tracePt t="27611" x="11107738" y="3216275"/>
          <p14:tracePt t="27619" x="11120438" y="3216275"/>
          <p14:tracePt t="27626" x="11120438" y="3203575"/>
          <p14:tracePt t="27666" x="11120438" y="3190875"/>
          <p14:tracePt t="27671" x="11133138" y="3190875"/>
          <p14:tracePt t="27699" x="11144250" y="3190875"/>
          <p14:tracePt t="27791" x="11144250" y="3179763"/>
          <p14:tracePt t="27804" x="11144250" y="3167063"/>
          <p14:tracePt t="27815" x="11144250" y="3154363"/>
          <p14:tracePt t="27819" x="11144250" y="3143250"/>
          <p14:tracePt t="27824" x="11144250" y="3130550"/>
          <p14:tracePt t="27833" x="11144250" y="3117850"/>
          <p14:tracePt t="27840" x="11144250" y="3106738"/>
          <p14:tracePt t="27848" x="11156950" y="3070225"/>
          <p14:tracePt t="27856" x="11169650" y="3044825"/>
          <p14:tracePt t="27865" x="11169650" y="3021013"/>
          <p14:tracePt t="27866" x="11180763" y="3008313"/>
          <p14:tracePt t="27874" x="11180763" y="2997200"/>
          <p14:tracePt t="27881" x="11180763" y="2984500"/>
          <p14:tracePt t="27889" x="11180763" y="2971800"/>
          <p14:tracePt t="27898" x="11180763" y="2947988"/>
          <p14:tracePt t="27906" x="11180763" y="2924175"/>
          <p14:tracePt t="27914" x="11180763" y="2911475"/>
          <p14:tracePt t="27923" x="11193463" y="2898775"/>
          <p14:tracePt t="27931" x="11193463" y="2887663"/>
          <p14:tracePt t="27939" x="11193463" y="2874963"/>
          <p14:tracePt t="27948" x="11193463" y="2851150"/>
          <p14:tracePt t="27959" x="11193463" y="2838450"/>
          <p14:tracePt t="27966" x="11193463" y="2825750"/>
          <p14:tracePt t="27979" x="11193463" y="2814638"/>
          <p14:tracePt t="27986" x="11193463" y="2801938"/>
          <p14:tracePt t="27994" x="11193463" y="2789238"/>
          <p14:tracePt t="28019" x="11193463" y="2776538"/>
          <p14:tracePt t="28031" x="11193463" y="2765425"/>
          <p14:tracePt t="28066" x="11193463" y="2752725"/>
          <p14:tracePt t="28085" x="11193463" y="2740025"/>
          <p14:tracePt t="28119" x="11193463" y="2728913"/>
          <p14:tracePt t="28146" x="11180763" y="2728913"/>
          <p14:tracePt t="28184" x="11169650" y="2728913"/>
          <p14:tracePt t="28214" x="11156950" y="2728913"/>
          <p14:tracePt t="28224" x="11156950" y="2716213"/>
          <p14:tracePt t="28240" x="11156950" y="2703513"/>
          <p14:tracePt t="28251" x="11144250" y="2703513"/>
          <p14:tracePt t="28264" x="11133138" y="2703513"/>
          <p14:tracePt t="28266" x="11133138" y="2692400"/>
          <p14:tracePt t="28286" x="11120438" y="2679700"/>
          <p14:tracePt t="28299" x="11107738" y="2679700"/>
          <p14:tracePt t="28304" x="11107738" y="2667000"/>
          <p14:tracePt t="28311" x="11095038" y="2667000"/>
          <p14:tracePt t="28325" x="11095038" y="2655888"/>
          <p14:tracePt t="28331" x="11083925" y="2655888"/>
          <p14:tracePt t="28340" x="11071225" y="2643188"/>
          <p14:tracePt t="28354" x="11058525" y="2630488"/>
          <p14:tracePt t="28359" x="11058525" y="2619375"/>
          <p14:tracePt t="28365" x="11047413" y="2619375"/>
          <p14:tracePt t="28373" x="11034713" y="2606675"/>
          <p14:tracePt t="28391" x="11022013" y="2606675"/>
          <p14:tracePt t="28394" x="11022013" y="2593975"/>
          <p14:tracePt t="28399" x="11010900" y="2593975"/>
          <p14:tracePt t="28419" x="11010900" y="2582863"/>
          <p14:tracePt t="28424" x="10998200" y="2582863"/>
          <p14:tracePt t="28439" x="10985500" y="2582863"/>
          <p14:tracePt t="28446" x="10974388" y="2582863"/>
          <p14:tracePt t="28464" x="10974388" y="2570163"/>
          <p14:tracePt t="28471" x="10961688" y="2570163"/>
          <p14:tracePt t="28479" x="10948988" y="2570163"/>
          <p14:tracePt t="28494" x="10948988" y="2557463"/>
          <p14:tracePt t="28519" x="10937875" y="2557463"/>
          <p14:tracePt t="28531" x="10925175" y="2557463"/>
          <p14:tracePt t="28534" x="10925175" y="2546350"/>
          <p14:tracePt t="28546" x="10912475" y="2546350"/>
          <p14:tracePt t="28584" x="10901363" y="2546350"/>
          <p14:tracePt t="28604" x="10888663" y="2546350"/>
          <p14:tracePt t="28631" x="10875963" y="2546350"/>
          <p14:tracePt t="28634" x="10864850" y="2546350"/>
          <p14:tracePt t="28651" x="10852150" y="2546350"/>
          <p14:tracePt t="28654" x="10839450" y="2546350"/>
          <p14:tracePt t="28664" x="10828338" y="2546350"/>
          <p14:tracePt t="28685" x="10828338" y="2533650"/>
          <p14:tracePt t="28706" x="10815638" y="2533650"/>
          <p14:tracePt t="28726" x="10802938" y="2533650"/>
          <p14:tracePt t="28945" x="10791825" y="2533650"/>
          <p14:tracePt t="28986" x="10779125" y="2533650"/>
          <p14:tracePt t="29019" x="10766425" y="2533650"/>
          <p14:tracePt t="29046" x="10755313" y="2533650"/>
          <p14:tracePt t="29059" x="10742613" y="2533650"/>
          <p14:tracePt t="29074" x="10729913" y="2533650"/>
          <p14:tracePt t="29084" x="10718800" y="2533650"/>
          <p14:tracePt t="29094" x="10706100" y="2533650"/>
          <p14:tracePt t="29291" x="10693400" y="2533650"/>
          <p14:tracePt t="29311" x="10682288" y="2533650"/>
          <p14:tracePt t="29339" x="10669588" y="2533650"/>
          <p14:tracePt t="29347" x="10656888" y="2533650"/>
          <p14:tracePt t="29359" x="10645775" y="2533650"/>
          <p14:tracePt t="29379" x="10633075" y="2533650"/>
          <p14:tracePt t="29384" x="10633075" y="2546350"/>
          <p14:tracePt t="29391" x="10620375" y="2546350"/>
          <p14:tracePt t="29434" x="10609263" y="2546350"/>
          <p14:tracePt t="29451" x="10596563" y="2546350"/>
          <p14:tracePt t="29464" x="10596563" y="2557463"/>
          <p14:tracePt t="29627" x="10583863" y="2557463"/>
          <p14:tracePt t="29725" x="10583863" y="2570163"/>
          <p14:tracePt t="29744" x="10572750" y="2570163"/>
          <p14:tracePt t="29791" x="10560050" y="2570163"/>
          <p14:tracePt t="29811" x="10560050" y="2582863"/>
          <p14:tracePt t="29819" x="10547350" y="2582863"/>
          <p14:tracePt t="29826" x="10536238" y="2593975"/>
          <p14:tracePt t="29844" x="10523538" y="2593975"/>
          <p14:tracePt t="29871" x="10523538" y="2606675"/>
          <p14:tracePt t="29892" x="10510838" y="2619375"/>
          <p14:tracePt t="29904" x="10499725" y="2619375"/>
          <p14:tracePt t="29906" x="10499725" y="2630488"/>
          <p14:tracePt t="29925" x="10499725" y="2643188"/>
          <p14:tracePt t="29931" x="10487025" y="2655888"/>
          <p14:tracePt t="29944" x="10474325" y="2655888"/>
          <p14:tracePt t="29945" x="10474325" y="2667000"/>
          <p14:tracePt t="29959" x="10474325" y="2679700"/>
          <p14:tracePt t="29974" x="10474325" y="2692400"/>
          <p14:tracePt t="29994" x="10463213" y="2692400"/>
          <p14:tracePt t="30005" x="10463213" y="2703513"/>
          <p14:tracePt t="30014" x="10463213" y="2716213"/>
          <p14:tracePt t="30031" x="10463213" y="2728913"/>
          <p14:tracePt t="30034" x="10450513" y="2728913"/>
          <p14:tracePt t="30045" x="10450513" y="2740025"/>
          <p14:tracePt t="30055" x="10450513" y="2752725"/>
          <p14:tracePt t="30074" x="10437813" y="2765425"/>
          <p14:tracePt t="30086" x="10437813" y="2776538"/>
          <p14:tracePt t="30104" x="10437813" y="2789238"/>
          <p14:tracePt t="30105" x="10437813" y="2801938"/>
          <p14:tracePt t="30119" x="10437813" y="2814638"/>
          <p14:tracePt t="30131" x="10437813" y="2825750"/>
          <p14:tracePt t="30139" x="10437813" y="2838450"/>
          <p14:tracePt t="30145" x="10437813" y="2851150"/>
          <p14:tracePt t="30155" x="10437813" y="2862263"/>
          <p14:tracePt t="30165" x="10437813" y="2874963"/>
          <p14:tracePt t="30171" x="10437813" y="2887663"/>
          <p14:tracePt t="30179" x="10437813" y="2898775"/>
          <p14:tracePt t="30194" x="10437813" y="2911475"/>
          <p14:tracePt t="30204" x="10450513" y="2924175"/>
          <p14:tracePt t="30214" x="10450513" y="2935288"/>
          <p14:tracePt t="30219" x="10463213" y="2947988"/>
          <p14:tracePt t="30224" x="10463213" y="2960688"/>
          <p14:tracePt t="30234" x="10463213" y="2971800"/>
          <p14:tracePt t="30244" x="10474325" y="2984500"/>
          <p14:tracePt t="30251" x="10487025" y="2984500"/>
          <p14:tracePt t="30254" x="10487025" y="2997200"/>
          <p14:tracePt t="30262" x="10487025" y="3008313"/>
          <p14:tracePt t="30270" x="10499725" y="3021013"/>
          <p14:tracePt t="30279" x="10523538" y="3044825"/>
          <p14:tracePt t="30280" x="10523538" y="3057525"/>
          <p14:tracePt t="30287" x="10536238" y="3081338"/>
          <p14:tracePt t="30295" x="10547350" y="3094038"/>
          <p14:tracePt t="30304" x="10560050" y="3094038"/>
          <p14:tracePt t="30305" x="10560050" y="3117850"/>
          <p14:tracePt t="30312" x="10572750" y="3130550"/>
          <p14:tracePt t="30321" x="10583863" y="3130550"/>
          <p14:tracePt t="30329" x="10583863" y="3154363"/>
          <p14:tracePt t="30337" x="10596563" y="3154363"/>
          <p14:tracePt t="30345" x="10609263" y="3167063"/>
          <p14:tracePt t="30346" x="10620375" y="3167063"/>
          <p14:tracePt t="30354" x="10620375" y="3179763"/>
          <p14:tracePt t="30362" x="10633075" y="3179763"/>
          <p14:tracePt t="30370" x="10645775" y="3179763"/>
          <p14:tracePt t="30379" x="10645775" y="3190875"/>
          <p14:tracePt t="30387" x="10669588" y="3203575"/>
          <p14:tracePt t="30395" x="10682288" y="3216275"/>
          <p14:tracePt t="30404" x="10693400" y="3216275"/>
          <p14:tracePt t="30405" x="10706100" y="3216275"/>
          <p14:tracePt t="30419" x="10718800" y="3227388"/>
          <p14:tracePt t="30424" x="10742613" y="3227388"/>
          <p14:tracePt t="30429" x="10742613" y="3240088"/>
          <p14:tracePt t="30437" x="10779125" y="3252788"/>
          <p14:tracePt t="30445" x="10802938" y="3252788"/>
          <p14:tracePt t="30454" x="10839450" y="3263900"/>
          <p14:tracePt t="30462" x="10864850" y="3276600"/>
          <p14:tracePt t="30470" x="10901363" y="3276600"/>
          <p14:tracePt t="30479" x="10912475" y="3276600"/>
          <p14:tracePt t="30479" x="10937875" y="3276600"/>
          <p14:tracePt t="30487" x="10948988" y="3276600"/>
          <p14:tracePt t="30495" x="10974388" y="3276600"/>
          <p14:tracePt t="30504" x="10985500" y="3276600"/>
          <p14:tracePt t="30512" x="10998200" y="3263900"/>
          <p14:tracePt t="30520" x="11022013" y="3263900"/>
          <p14:tracePt t="30529" x="11034713" y="3252788"/>
          <p14:tracePt t="30537" x="11047413" y="3240088"/>
          <p14:tracePt t="30545" x="11058525" y="3227388"/>
          <p14:tracePt t="30554" x="11071225" y="3227388"/>
          <p14:tracePt t="30562" x="11071225" y="3216275"/>
          <p14:tracePt t="30570" x="11083925" y="3203575"/>
          <p14:tracePt t="30584" x="11083925" y="3190875"/>
          <p14:tracePt t="30587" x="11095038" y="3179763"/>
          <p14:tracePt t="30595" x="11095038" y="3167063"/>
          <p14:tracePt t="30603" x="11095038" y="3154363"/>
          <p14:tracePt t="30612" x="11107738" y="3117850"/>
          <p14:tracePt t="30620" x="11107738" y="3106738"/>
          <p14:tracePt t="30629" x="11107738" y="3070225"/>
          <p14:tracePt t="30637" x="11120438" y="3044825"/>
          <p14:tracePt t="30645" x="11120438" y="3021013"/>
          <p14:tracePt t="30653" x="11120438" y="2997200"/>
          <p14:tracePt t="30662" x="11120438" y="2971800"/>
          <p14:tracePt t="30670" x="11120438" y="2960688"/>
          <p14:tracePt t="30679" x="11120438" y="2935288"/>
          <p14:tracePt t="30687" x="11107738" y="2898775"/>
          <p14:tracePt t="30695" x="11107738" y="2874963"/>
          <p14:tracePt t="30703" x="11095038" y="2862263"/>
          <p14:tracePt t="30712" x="11083925" y="2838450"/>
          <p14:tracePt t="30720" x="11071225" y="2801938"/>
          <p14:tracePt t="30728" x="11071225" y="2789238"/>
          <p14:tracePt t="30737" x="11071225" y="2776538"/>
          <p14:tracePt t="30745" x="11058525" y="2765425"/>
          <p14:tracePt t="30753" x="11058525" y="2752725"/>
          <p14:tracePt t="30766" x="11047413" y="2740025"/>
          <p14:tracePt t="30794" x="11034713" y="2740025"/>
          <p14:tracePt t="30799" x="11022013" y="2740025"/>
          <p14:tracePt t="30804" x="11010900" y="2728913"/>
          <p14:tracePt t="30811" x="10985500" y="2728913"/>
          <p14:tracePt t="30820" x="10961688" y="2716213"/>
          <p14:tracePt t="30828" x="10925175" y="2703513"/>
          <p14:tracePt t="30837" x="10875963" y="2703513"/>
          <p14:tracePt t="30845" x="10802938" y="2692400"/>
          <p14:tracePt t="30853" x="10791825" y="2679700"/>
          <p14:tracePt t="30862" x="10729913" y="2667000"/>
          <p14:tracePt t="30870" x="10706100" y="2655888"/>
          <p14:tracePt t="30878" x="10669588" y="2655888"/>
          <p14:tracePt t="30887" x="10596563" y="2630488"/>
          <p14:tracePt t="30895" x="10572750" y="2630488"/>
          <p14:tracePt t="30903" x="10560050" y="2630488"/>
          <p14:tracePt t="30912" x="10536238" y="2619375"/>
          <p14:tracePt t="30920" x="10510838" y="2606675"/>
          <p14:tracePt t="30928" x="10499725" y="2606675"/>
          <p14:tracePt t="30946" x="10487025" y="2606675"/>
          <p14:tracePt t="31126" x="10474325" y="2606675"/>
          <p14:tracePt t="31134" x="10463213" y="2606675"/>
          <p14:tracePt t="31139" x="10463213" y="2619375"/>
          <p14:tracePt t="31145" x="10450513" y="2630488"/>
          <p14:tracePt t="31153" x="10437813" y="2643188"/>
          <p14:tracePt t="31162" x="10426700" y="2655888"/>
          <p14:tracePt t="31170" x="10401300" y="2679700"/>
          <p14:tracePt t="31178" x="10377488" y="2716213"/>
          <p14:tracePt t="31186" x="10340975" y="2765425"/>
          <p14:tracePt t="31195" x="10315575" y="2814638"/>
          <p14:tracePt t="31203" x="10291763" y="2825750"/>
          <p14:tracePt t="31212" x="10279063" y="2862263"/>
          <p14:tracePt t="31213" x="10267950" y="2874963"/>
          <p14:tracePt t="31220" x="10231438" y="2911475"/>
          <p14:tracePt t="31228" x="10218738" y="2947988"/>
          <p14:tracePt t="31236" x="10182225" y="2997200"/>
          <p14:tracePt t="31245" x="10121900" y="3081338"/>
          <p14:tracePt t="31253" x="10109200" y="3106738"/>
          <p14:tracePt t="31261" x="10059988" y="3167063"/>
          <p14:tracePt t="31269" x="9999663" y="3240088"/>
          <p14:tracePt t="31278" x="9939338" y="3313113"/>
          <p14:tracePt t="31286" x="9890125" y="3386138"/>
          <p14:tracePt t="31294" x="9866313" y="3422650"/>
          <p14:tracePt t="31303" x="9817100" y="3521075"/>
          <p14:tracePt t="31311" x="9780588" y="3581400"/>
          <p14:tracePt t="31319" x="9731375" y="3667125"/>
          <p14:tracePt t="31328" x="9671050" y="3776663"/>
          <p14:tracePt t="31336" x="9621838" y="3824288"/>
          <p14:tracePt t="31344" x="9609138" y="3860800"/>
          <p14:tracePt t="31353" x="9561513" y="3910013"/>
          <p14:tracePt t="31361" x="9525000" y="3946525"/>
          <p14:tracePt t="31369" x="9499600" y="3983038"/>
          <p14:tracePt t="31378" x="9451975" y="4019550"/>
          <p14:tracePt t="31386" x="9402763" y="4056063"/>
          <p14:tracePt t="31394" x="9390063" y="4068763"/>
          <p14:tracePt t="31403" x="9342438" y="4105275"/>
          <p14:tracePt t="31411" x="9305925" y="4129088"/>
          <p14:tracePt t="31420" x="9256713" y="4165600"/>
          <p14:tracePt t="31421" x="9232900" y="4191000"/>
          <p14:tracePt t="31428" x="9196388" y="4214813"/>
          <p14:tracePt t="31436" x="9134475" y="4264025"/>
          <p14:tracePt t="31444" x="9110663" y="4287838"/>
          <p14:tracePt t="31453" x="9037638" y="4360863"/>
          <p14:tracePt t="31461" x="8977313" y="4421188"/>
          <p14:tracePt t="31469" x="8928100" y="4457700"/>
          <p14:tracePt t="31478" x="8866188" y="4519613"/>
          <p14:tracePt t="31486" x="8769350" y="4592638"/>
          <p14:tracePt t="31494" x="8732838" y="4616450"/>
          <p14:tracePt t="31503" x="8659813" y="4652963"/>
          <p14:tracePt t="31511" x="8623300" y="4689475"/>
          <p14:tracePt t="31519" x="8550275" y="4738688"/>
          <p14:tracePt t="31528" x="8416925" y="4824413"/>
          <p14:tracePt t="31536" x="8331200" y="4872038"/>
          <p14:tracePt t="31544" x="8281988" y="4908550"/>
          <p14:tracePt t="31553" x="8123238" y="4994275"/>
          <p14:tracePt t="31561" x="8026400" y="5043488"/>
          <p14:tracePt t="31569" x="7929563" y="5103813"/>
          <p14:tracePt t="31578" x="7820025" y="5153025"/>
          <p14:tracePt t="31586" x="7685088" y="5213350"/>
          <p14:tracePt t="31594" x="7612063" y="5249863"/>
          <p14:tracePt t="31603" x="7575550" y="5262563"/>
          <p14:tracePt t="31611" x="7489825" y="5299075"/>
          <p14:tracePt t="31612" x="7466013" y="5311775"/>
          <p14:tracePt t="31619" x="7442200" y="5322888"/>
          <p14:tracePt t="31628" x="7356475" y="5372100"/>
          <p14:tracePt t="31636" x="7307263" y="5384800"/>
          <p14:tracePt t="31644" x="7296150" y="5395913"/>
          <p14:tracePt t="31652" x="7234238" y="5408613"/>
          <p14:tracePt t="31661" x="7197725" y="5421313"/>
          <p14:tracePt t="31669" x="7186613" y="5421313"/>
          <p14:tracePt t="31677" x="7173913" y="5421313"/>
          <p14:tracePt t="31686" x="7137400" y="5421313"/>
          <p14:tracePt t="31694" x="7124700" y="5421313"/>
          <p14:tracePt t="31702" x="7088188" y="5421313"/>
          <p14:tracePt t="31711" x="7015163" y="5421313"/>
          <p14:tracePt t="31719" x="6978650" y="5421313"/>
          <p14:tracePt t="31727" x="6905625" y="5408613"/>
          <p14:tracePt t="31736" x="6845300" y="5395913"/>
          <p14:tracePt t="31744" x="6808788" y="5384800"/>
          <p14:tracePt t="31752" x="6710363" y="5348288"/>
          <p14:tracePt t="31761" x="6626225" y="5322888"/>
          <p14:tracePt t="31769" x="6564313" y="5299075"/>
          <p14:tracePt t="31777" x="6467475" y="5262563"/>
          <p14:tracePt t="31786" x="6321425" y="5213350"/>
          <p14:tracePt t="31794" x="6248400" y="5189538"/>
          <p14:tracePt t="31802" x="6138863" y="5153025"/>
          <p14:tracePt t="31811" x="6003925" y="5127625"/>
          <p14:tracePt t="31811" x="5919788" y="5116513"/>
          <p14:tracePt t="31819" x="5857875" y="5103813"/>
          <p14:tracePt t="31827" x="5638800" y="5054600"/>
          <p14:tracePt t="31836" x="5505450" y="5030788"/>
          <p14:tracePt t="31844" x="5432425" y="5018088"/>
          <p14:tracePt t="31852" x="5297488" y="4994275"/>
          <p14:tracePt t="31861" x="5213350" y="4981575"/>
          <p14:tracePt t="31869" x="5187950" y="4970463"/>
          <p14:tracePt t="31870" x="5127625" y="4970463"/>
          <p14:tracePt t="31878" x="5114925" y="4957763"/>
          <p14:tracePt t="31885" x="5067300" y="4957763"/>
          <p14:tracePt t="31894" x="5041900" y="4957763"/>
          <p14:tracePt t="31902" x="5005388" y="4957763"/>
          <p14:tracePt t="31911" x="4968875" y="4945063"/>
          <p14:tracePt t="31919" x="4945063" y="4933950"/>
          <p14:tracePt t="31927" x="4908550" y="4933950"/>
          <p14:tracePt t="31936" x="4859338" y="4921250"/>
          <p14:tracePt t="31944" x="4859338" y="4908550"/>
          <p14:tracePt t="31945" x="4822825" y="4908550"/>
          <p14:tracePt t="31952" x="4811713" y="4908550"/>
          <p14:tracePt t="31960" x="4786313" y="4908550"/>
          <p14:tracePt t="31969" x="4775200" y="4908550"/>
          <p14:tracePt t="31977" x="4762500" y="4908550"/>
          <p14:tracePt t="31985" x="4738688" y="4908550"/>
          <p14:tracePt t="31999" x="4725988" y="4908550"/>
          <p14:tracePt t="32051" x="4725988" y="4897438"/>
          <p14:tracePt t="32071" x="4725988" y="4884738"/>
          <p14:tracePt t="32084" x="4738688" y="4884738"/>
          <p14:tracePt t="32094" x="4738688" y="4872038"/>
          <p14:tracePt t="32099" x="4749800" y="4872038"/>
          <p14:tracePt t="32114" x="4749800" y="4860925"/>
          <p14:tracePt t="32131" x="4762500" y="4848225"/>
          <p14:tracePt t="32134" x="4775200" y="4848225"/>
          <p14:tracePt t="32145" x="4799013" y="4835525"/>
          <p14:tracePt t="32146" x="4811713" y="4835525"/>
          <p14:tracePt t="32152" x="4822825" y="4824413"/>
          <p14:tracePt t="32160" x="4859338" y="4811713"/>
          <p14:tracePt t="32169" x="4908550" y="4799013"/>
          <p14:tracePt t="32177" x="4957763" y="4775200"/>
          <p14:tracePt t="32185" x="5005388" y="4751388"/>
          <p14:tracePt t="32194" x="5018088" y="4751388"/>
          <p14:tracePt t="32195" x="5030788" y="4751388"/>
          <p14:tracePt t="32425" x="5018088" y="4738688"/>
          <p14:tracePt t="32444" x="5005388" y="4738688"/>
          <p14:tracePt t="32465" x="4994275" y="4738688"/>
          <p14:tracePt t="32511" x="4981575" y="4738688"/>
          <p14:tracePt t="32519" x="4968875" y="4738688"/>
          <p14:tracePt t="32527" x="4957763" y="4738688"/>
          <p14:tracePt t="32546" x="4945063" y="4738688"/>
          <p14:tracePt t="32559" x="4932363" y="4738688"/>
          <p14:tracePt t="32564" x="4932363" y="4725988"/>
          <p14:tracePt t="32574" x="4921250" y="4725988"/>
          <p14:tracePt t="32585" x="4908550" y="4725988"/>
          <p14:tracePt t="32586" x="4895850" y="4725988"/>
          <p14:tracePt t="32604" x="4884738" y="4725988"/>
          <p14:tracePt t="32611" x="4859338" y="4725988"/>
          <p14:tracePt t="32624" x="4848225" y="4725988"/>
          <p14:tracePt t="32626" x="4822825" y="4714875"/>
          <p14:tracePt t="32639" x="4799013" y="4714875"/>
          <p14:tracePt t="32645" x="4786313" y="4714875"/>
          <p14:tracePt t="32651" x="4775200" y="4714875"/>
          <p14:tracePt t="32660" x="4762500" y="4714875"/>
          <p14:tracePt t="32706" x="4749800" y="4714875"/>
          <p14:tracePt t="32954" x="4738688" y="4714875"/>
          <p14:tracePt t="33131" x="4725988" y="4714875"/>
          <p14:tracePt t="33151" x="4713288" y="4714875"/>
          <p14:tracePt t="33154" x="4702175" y="4714875"/>
          <p14:tracePt t="33211" x="4689475" y="4714875"/>
          <p14:tracePt t="33735" x="4676775" y="4714875"/>
          <p14:tracePt t="33754" x="4665663" y="4714875"/>
          <p14:tracePt t="33766" x="4652963" y="4714875"/>
          <p14:tracePt t="33784" x="4640263" y="4714875"/>
          <p14:tracePt t="33786" x="4640263" y="4725988"/>
          <p14:tracePt t="33804" x="4627563" y="4725988"/>
          <p14:tracePt t="33814" x="4616450" y="4725988"/>
          <p14:tracePt t="33847" x="4616450" y="4738688"/>
          <p14:tracePt t="33854" x="4603750" y="4738688"/>
          <p14:tracePt t="33866" x="4591050" y="4738688"/>
          <p14:tracePt t="33874" x="4579938" y="4738688"/>
          <p14:tracePt t="33911" x="4567238" y="4751388"/>
          <p14:tracePt t="33919" x="4554538" y="4751388"/>
          <p14:tracePt t="33939" x="4554538" y="4762500"/>
          <p14:tracePt t="33946" x="4543425" y="4762500"/>
          <p14:tracePt t="33959" x="4530725" y="4762500"/>
          <p14:tracePt t="33971" x="4518025" y="4775200"/>
          <p14:tracePt t="33986" x="4506913" y="4787900"/>
          <p14:tracePt t="33994" x="4494213" y="4787900"/>
          <p14:tracePt t="33999" x="4494213" y="4799013"/>
          <p14:tracePt t="34006" x="4481513" y="4799013"/>
          <p14:tracePt t="34019" x="4470400" y="4799013"/>
          <p14:tracePt t="34026" x="4470400" y="4811713"/>
          <p14:tracePt t="34044" x="4457700" y="4824413"/>
          <p14:tracePt t="34055" x="4445000" y="4824413"/>
          <p14:tracePt t="34064" x="4433888" y="4824413"/>
          <p14:tracePt t="34065" x="4433888" y="4835525"/>
          <p14:tracePt t="34079" x="4421188" y="4835525"/>
          <p14:tracePt t="34084" x="4421188" y="4848225"/>
          <p14:tracePt t="34091" x="4421188" y="4860925"/>
          <p14:tracePt t="34094" x="4408488" y="4860925"/>
          <p14:tracePt t="34126" x="4397375" y="4860925"/>
          <p14:tracePt t="34135" x="4397375" y="4872038"/>
          <p14:tracePt t="34144" x="4384675" y="4872038"/>
          <p14:tracePt t="34151" x="4384675" y="4884738"/>
          <p14:tracePt t="34165" x="4371975" y="4884738"/>
          <p14:tracePt t="34184" x="4371975" y="4897438"/>
          <p14:tracePt t="34194" x="4371975" y="4908550"/>
          <p14:tracePt t="34200" x="4360863" y="4908550"/>
          <p14:tracePt t="34206" x="4360863" y="4921250"/>
          <p14:tracePt t="34214" x="4348163" y="4921250"/>
          <p14:tracePt t="34224" x="4348163" y="4933950"/>
          <p14:tracePt t="34234" x="4348163" y="4945063"/>
          <p14:tracePt t="34246" x="4335463" y="4945063"/>
          <p14:tracePt t="34251" x="4335463" y="4957763"/>
          <p14:tracePt t="34254" x="4335463" y="4970463"/>
          <p14:tracePt t="34259" x="4324350" y="4970463"/>
          <p14:tracePt t="34267" x="4324350" y="4981575"/>
          <p14:tracePt t="34275" x="4324350" y="4994275"/>
          <p14:tracePt t="34283" x="4311650" y="5006975"/>
          <p14:tracePt t="34291" x="4311650" y="5018088"/>
          <p14:tracePt t="34300" x="4311650" y="5030788"/>
          <p14:tracePt t="34308" x="4311650" y="5054600"/>
          <p14:tracePt t="34317" x="4311650" y="5067300"/>
          <p14:tracePt t="34325" x="4311650" y="5103813"/>
          <p14:tracePt t="34333" x="4311650" y="5116513"/>
          <p14:tracePt t="34342" x="4311650" y="5127625"/>
          <p14:tracePt t="34350" x="4311650" y="5164138"/>
          <p14:tracePt t="34358" x="4311650" y="5176838"/>
          <p14:tracePt t="34367" x="4311650" y="5213350"/>
          <p14:tracePt t="34375" x="4311650" y="5237163"/>
          <p14:tracePt t="34383" x="4311650" y="5249863"/>
          <p14:tracePt t="34391" x="4311650" y="5262563"/>
          <p14:tracePt t="34400" x="4324350" y="5299075"/>
          <p14:tracePt t="34408" x="4324350" y="5322888"/>
          <p14:tracePt t="34417" x="4335463" y="5322888"/>
          <p14:tracePt t="34425" x="4335463" y="5348288"/>
          <p14:tracePt t="34433" x="4348163" y="5359400"/>
          <p14:tracePt t="34442" x="4360863" y="5384800"/>
          <p14:tracePt t="34450" x="4371975" y="5384800"/>
          <p14:tracePt t="34458" x="4371975" y="5408613"/>
          <p14:tracePt t="34466" x="4371975" y="5421313"/>
          <p14:tracePt t="34475" x="4384675" y="5445125"/>
          <p14:tracePt t="34484" x="4397375" y="5457825"/>
          <p14:tracePt t="34491" x="4397375" y="5468938"/>
          <p14:tracePt t="34500" x="4408488" y="5481638"/>
          <p14:tracePt t="34508" x="4421188" y="5505450"/>
          <p14:tracePt t="34516" x="4433888" y="5518150"/>
          <p14:tracePt t="34525" x="4433888" y="5530850"/>
          <p14:tracePt t="34526" x="4433888" y="5541963"/>
          <p14:tracePt t="34534" x="4445000" y="5541963"/>
          <p14:tracePt t="34544" x="4457700" y="5554663"/>
          <p14:tracePt t="34551" x="4457700" y="5567363"/>
          <p14:tracePt t="34564" x="4470400" y="5567363"/>
          <p14:tracePt t="34579" x="4481513" y="5578475"/>
          <p14:tracePt t="34592" x="4494213" y="5578475"/>
          <p14:tracePt t="34599" x="4494213" y="5591175"/>
          <p14:tracePt t="34611" x="4506913" y="5603875"/>
          <p14:tracePt t="34614" x="4518025" y="5603875"/>
          <p14:tracePt t="34624" x="4530725" y="5603875"/>
          <p14:tracePt t="34626" x="4554538" y="5614988"/>
          <p14:tracePt t="34634" x="4567238" y="5627688"/>
          <p14:tracePt t="34641" x="4579938" y="5627688"/>
          <p14:tracePt t="34650" x="4591050" y="5627688"/>
          <p14:tracePt t="34658" x="4603750" y="5627688"/>
          <p14:tracePt t="34666" x="4616450" y="5627688"/>
          <p14:tracePt t="34686" x="4616450" y="5640388"/>
          <p14:tracePt t="34699" x="4627563" y="5640388"/>
          <p14:tracePt t="34711" x="4640263" y="5640388"/>
          <p14:tracePt t="34724" x="4652963" y="5640388"/>
          <p14:tracePt t="34726" x="4665663" y="5640388"/>
          <p14:tracePt t="34733" x="4676775" y="5640388"/>
          <p14:tracePt t="34741" x="4702175" y="5640388"/>
          <p14:tracePt t="34750" x="4725988" y="5640388"/>
          <p14:tracePt t="34758" x="4749800" y="5640388"/>
          <p14:tracePt t="34766" x="4786313" y="5640388"/>
          <p14:tracePt t="34775" x="4799013" y="5640388"/>
          <p14:tracePt t="34783" x="4811713" y="5627688"/>
          <p14:tracePt t="34791" x="4835525" y="5614988"/>
          <p14:tracePt t="34799" x="4848225" y="5614988"/>
          <p14:tracePt t="34808" x="4872038" y="5614988"/>
          <p14:tracePt t="34816" x="4872038" y="5603875"/>
          <p14:tracePt t="34824" x="4884738" y="5591175"/>
          <p14:tracePt t="34833" x="4908550" y="5591175"/>
          <p14:tracePt t="34841" x="4921250" y="5578475"/>
          <p14:tracePt t="34849" x="4932363" y="5567363"/>
          <p14:tracePt t="34858" x="4957763" y="5554663"/>
          <p14:tracePt t="34866" x="4968875" y="5541963"/>
          <p14:tracePt t="34874" x="4981575" y="5530850"/>
          <p14:tracePt t="34883" x="4994275" y="5518150"/>
          <p14:tracePt t="34891" x="5005388" y="5505450"/>
          <p14:tracePt t="34899" x="5018088" y="5494338"/>
          <p14:tracePt t="34908" x="5030788" y="5468938"/>
          <p14:tracePt t="34916" x="5030788" y="5457825"/>
          <p14:tracePt t="34924" x="5030788" y="5445125"/>
          <p14:tracePt t="34933" x="5041900" y="5421313"/>
          <p14:tracePt t="34941" x="5041900" y="5408613"/>
          <p14:tracePt t="34950" x="5054600" y="5395913"/>
          <p14:tracePt t="34958" x="5054600" y="5372100"/>
          <p14:tracePt t="34966" x="5054600" y="5359400"/>
          <p14:tracePt t="34974" x="5054600" y="5348288"/>
          <p14:tracePt t="34982" x="5054600" y="5335588"/>
          <p14:tracePt t="34992" x="5054600" y="5322888"/>
          <p14:tracePt t="35000" x="5054600" y="5311775"/>
          <p14:tracePt t="35011" x="5054600" y="5299075"/>
          <p14:tracePt t="35016" x="5041900" y="5299075"/>
          <p14:tracePt t="35024" x="5041900" y="5286375"/>
          <p14:tracePt t="35033" x="5041900" y="5273675"/>
          <p14:tracePt t="35041" x="5030788" y="5262563"/>
          <p14:tracePt t="35049" x="5018088" y="5249863"/>
          <p14:tracePt t="35058" x="5005388" y="5226050"/>
          <p14:tracePt t="35066" x="4994275" y="5213350"/>
          <p14:tracePt t="35074" x="4981575" y="5200650"/>
          <p14:tracePt t="35083" x="4981575" y="5189538"/>
          <p14:tracePt t="35091" x="4968875" y="5176838"/>
          <p14:tracePt t="35099" x="4957763" y="5164138"/>
          <p14:tracePt t="35108" x="4945063" y="5153025"/>
          <p14:tracePt t="35116" x="4945063" y="5127625"/>
          <p14:tracePt t="35124" x="4932363" y="5127625"/>
          <p14:tracePt t="35125" x="4921250" y="5116513"/>
          <p14:tracePt t="35133" x="4921250" y="5103813"/>
          <p14:tracePt t="35144" x="4908550" y="5091113"/>
          <p14:tracePt t="35151" x="4908550" y="5080000"/>
          <p14:tracePt t="35159" x="4895850" y="5080000"/>
          <p14:tracePt t="35166" x="4895850" y="5067300"/>
          <p14:tracePt t="35179" x="4884738" y="5054600"/>
          <p14:tracePt t="35186" x="4884738" y="5043488"/>
          <p14:tracePt t="35204" x="4884738" y="5030788"/>
          <p14:tracePt t="35211" x="4872038" y="5018088"/>
          <p14:tracePt t="35214" x="4872038" y="5006975"/>
          <p14:tracePt t="35225" x="4859338" y="5006975"/>
          <p14:tracePt t="35234" x="4859338" y="4994275"/>
          <p14:tracePt t="35246" x="4859338" y="4981575"/>
          <p14:tracePt t="35254" x="4848225" y="4981575"/>
          <p14:tracePt t="35271" x="4848225" y="4970463"/>
          <p14:tracePt t="35275" x="4835525" y="4970463"/>
          <p14:tracePt t="35291" x="4822825" y="4957763"/>
          <p14:tracePt t="35311" x="4822825" y="4945063"/>
          <p14:tracePt t="35314" x="4811713" y="4945063"/>
          <p14:tracePt t="35326" x="4799013" y="4945063"/>
          <p14:tracePt t="35339" x="4786313" y="4945063"/>
          <p14:tracePt t="35346" x="4775200" y="4933950"/>
          <p14:tracePt t="35351" x="4762500" y="4933950"/>
          <p14:tracePt t="35357" x="4762500" y="4921250"/>
          <p14:tracePt t="35366" x="4738688" y="4921250"/>
          <p14:tracePt t="35375" x="4725988" y="4908550"/>
          <p14:tracePt t="35382" x="4713288" y="4908550"/>
          <p14:tracePt t="35391" x="4702175" y="4897438"/>
          <p14:tracePt t="35391" x="4676775" y="4884738"/>
          <p14:tracePt t="35399" x="4665663" y="4884738"/>
          <p14:tracePt t="35407" x="4640263" y="4884738"/>
          <p14:tracePt t="35416" x="4627563" y="4872038"/>
          <p14:tracePt t="35425" x="4603750" y="4872038"/>
          <p14:tracePt t="35425" x="4603750" y="4860925"/>
          <p14:tracePt t="35433" x="4591050" y="4860925"/>
          <p14:tracePt t="35441" x="4579938" y="4860925"/>
          <p14:tracePt t="35449" x="4567238" y="4860925"/>
          <p14:tracePt t="35457" x="4543425" y="4848225"/>
          <p14:tracePt t="35466" x="4530725" y="4848225"/>
          <p14:tracePt t="35474" x="4518025" y="4848225"/>
          <p14:tracePt t="35475" x="4506913" y="4848225"/>
          <p14:tracePt t="35491" x="4494213" y="4848225"/>
          <p14:tracePt t="35624" x="4481513" y="4848225"/>
          <p14:tracePt t="35694" x="4470400" y="4848225"/>
          <p14:tracePt t="35894" x="4457700" y="4848225"/>
          <p14:tracePt t="35906" x="4445000" y="4860925"/>
          <p14:tracePt t="35919" x="4445000" y="4872038"/>
          <p14:tracePt t="35934" x="4433888" y="4872038"/>
          <p14:tracePt t="35974" x="4421188" y="4872038"/>
          <p14:tracePt t="35984" x="4421188" y="4884738"/>
          <p14:tracePt t="35994" x="4408488" y="4884738"/>
          <p14:tracePt t="36005" x="4408488" y="4897438"/>
          <p14:tracePt t="36071" x="4397375" y="4897438"/>
          <p14:tracePt t="36094" x="4397375" y="4908550"/>
          <p14:tracePt t="36114" x="4384675" y="4908550"/>
          <p14:tracePt t="36132" x="4384675" y="4921250"/>
          <p14:tracePt t="36179" x="4384675" y="4933950"/>
          <p14:tracePt t="36214" x="4371975" y="4945063"/>
          <p14:tracePt t="36234" x="4360863" y="4957763"/>
          <p14:tracePt t="36244" x="4348163" y="4957763"/>
          <p14:tracePt t="36254" x="4348163" y="4970463"/>
          <p14:tracePt t="36265" x="4348163" y="4981575"/>
          <p14:tracePt t="36271" x="4348163" y="4994275"/>
          <p14:tracePt t="36274" x="4335463" y="4994275"/>
          <p14:tracePt t="36282" x="4335463" y="5006975"/>
          <p14:tracePt t="36290" x="4324350" y="5018088"/>
          <p14:tracePt t="36298" x="4311650" y="5054600"/>
          <p14:tracePt t="36307" x="4298950" y="5091113"/>
          <p14:tracePt t="36315" x="4287838" y="5127625"/>
          <p14:tracePt t="36323" x="4287838" y="5140325"/>
          <p14:tracePt t="36331" x="4275138" y="5164138"/>
          <p14:tracePt t="36340" x="4275138" y="5213350"/>
          <p14:tracePt t="36348" x="4275138" y="5226050"/>
          <p14:tracePt t="36356" x="4275138" y="5249863"/>
          <p14:tracePt t="36365" x="4275138" y="5273675"/>
          <p14:tracePt t="36373" x="4275138" y="5286375"/>
          <p14:tracePt t="36381" x="4275138" y="5299075"/>
          <p14:tracePt t="36390" x="4275138" y="5322888"/>
          <p14:tracePt t="36398" x="4275138" y="5335588"/>
          <p14:tracePt t="36406" x="4275138" y="5372100"/>
          <p14:tracePt t="36414" x="4287838" y="5395913"/>
          <p14:tracePt t="36423" x="4298950" y="5408613"/>
          <p14:tracePt t="36431" x="4298950" y="5432425"/>
          <p14:tracePt t="36439" x="4335463" y="5468938"/>
          <p14:tracePt t="36448" x="4360863" y="5494338"/>
          <p14:tracePt t="36456" x="4371975" y="5518150"/>
          <p14:tracePt t="36465" x="4421188" y="5554663"/>
          <p14:tracePt t="36473" x="4433888" y="5567363"/>
          <p14:tracePt t="36481" x="4457700" y="5591175"/>
          <p14:tracePt t="36489" x="4470400" y="5591175"/>
          <p14:tracePt t="36498" x="4481513" y="5614988"/>
          <p14:tracePt t="36506" x="4518025" y="5614988"/>
          <p14:tracePt t="36515" x="4518025" y="5627688"/>
          <p14:tracePt t="36523" x="4543425" y="5627688"/>
          <p14:tracePt t="36531" x="4554538" y="5640388"/>
          <p14:tracePt t="36532" x="4567238" y="5640388"/>
          <p14:tracePt t="36539" x="4591050" y="5651500"/>
          <p14:tracePt t="36548" x="4616450" y="5651500"/>
          <p14:tracePt t="36556" x="4665663" y="5664200"/>
          <p14:tracePt t="36564" x="4713288" y="5676900"/>
          <p14:tracePt t="36573" x="4762500" y="5688013"/>
          <p14:tracePt t="36581" x="4822825" y="5688013"/>
          <p14:tracePt t="36589" x="4884738" y="5688013"/>
          <p14:tracePt t="36598" x="4932363" y="5688013"/>
          <p14:tracePt t="36606" x="4994275" y="5688013"/>
          <p14:tracePt t="36614" x="5030788" y="5688013"/>
          <p14:tracePt t="36623" x="5041900" y="5688013"/>
          <p14:tracePt t="36631" x="5067300" y="5676900"/>
          <p14:tracePt t="36639" x="5091113" y="5676900"/>
          <p14:tracePt t="36648" x="5127625" y="5651500"/>
          <p14:tracePt t="36656" x="5151438" y="5640388"/>
          <p14:tracePt t="36664" x="5164138" y="5627688"/>
          <p14:tracePt t="36673" x="5200650" y="5591175"/>
          <p14:tracePt t="36681" x="5213350" y="5578475"/>
          <p14:tracePt t="36689" x="5249863" y="5530850"/>
          <p14:tracePt t="36698" x="5260975" y="5494338"/>
          <p14:tracePt t="36706" x="5286375" y="5445125"/>
          <p14:tracePt t="36714" x="5297488" y="5421313"/>
          <p14:tracePt t="36723" x="5310188" y="5395913"/>
          <p14:tracePt t="36731" x="5310188" y="5372100"/>
          <p14:tracePt t="36732" x="5310188" y="5359400"/>
          <p14:tracePt t="36739" x="5310188" y="5335588"/>
          <p14:tracePt t="36748" x="5322888" y="5299075"/>
          <p14:tracePt t="36756" x="5322888" y="5273675"/>
          <p14:tracePt t="36764" x="5322888" y="5262563"/>
          <p14:tracePt t="36773" x="5322888" y="5189538"/>
          <p14:tracePt t="36781" x="5322888" y="5140325"/>
          <p14:tracePt t="36789" x="5322888" y="5091113"/>
          <p14:tracePt t="36798" x="5322888" y="5054600"/>
          <p14:tracePt t="36806" x="5310188" y="4981575"/>
          <p14:tracePt t="36814" x="5310188" y="4945063"/>
          <p14:tracePt t="36822" x="5310188" y="4908550"/>
          <p14:tracePt t="36831" x="5297488" y="4884738"/>
          <p14:tracePt t="36832" x="5286375" y="4860925"/>
          <p14:tracePt t="36839" x="5286375" y="4848225"/>
          <p14:tracePt t="36848" x="5260975" y="4824413"/>
          <p14:tracePt t="36859" x="5260975" y="4811713"/>
          <p14:tracePt t="36865" x="5249863" y="4799013"/>
          <p14:tracePt t="36873" x="5237163" y="4799013"/>
          <p14:tracePt t="36881" x="5237163" y="4787900"/>
          <p14:tracePt t="36889" x="5224463" y="4775200"/>
          <p14:tracePt t="36897" x="5200650" y="4762500"/>
          <p14:tracePt t="36906" x="5176838" y="4751388"/>
          <p14:tracePt t="36914" x="5176838" y="4738688"/>
          <p14:tracePt t="36923" x="5140325" y="4725988"/>
          <p14:tracePt t="36931" x="5114925" y="4725988"/>
          <p14:tracePt t="36932" x="5103813" y="4714875"/>
          <p14:tracePt t="36940" x="5091113" y="4702175"/>
          <p14:tracePt t="36947" x="5078413" y="4702175"/>
          <p14:tracePt t="36956" x="5067300" y="4702175"/>
          <p14:tracePt t="36964" x="5054600" y="4702175"/>
          <p14:tracePt t="36972" x="5030788" y="4689475"/>
          <p14:tracePt t="36981" x="5018088" y="4689475"/>
          <p14:tracePt t="36989" x="5005388" y="4678363"/>
          <p14:tracePt t="36997" x="4981575" y="4678363"/>
          <p14:tracePt t="37006" x="4968875" y="4678363"/>
          <p14:tracePt t="37014" x="4957763" y="4678363"/>
          <p14:tracePt t="37022" x="4945063" y="4678363"/>
          <p14:tracePt t="37031" x="4921250" y="4678363"/>
          <p14:tracePt t="37039" x="4908550" y="4678363"/>
          <p14:tracePt t="37047" x="4872038" y="4665663"/>
          <p14:tracePt t="37056" x="4859338" y="4665663"/>
          <p14:tracePt t="37064" x="4848225" y="4665663"/>
          <p14:tracePt t="37072" x="4835525" y="4665663"/>
          <p14:tracePt t="37105" x="4822825" y="4665663"/>
          <p14:tracePt t="37121" x="4811713" y="4665663"/>
          <p14:tracePt t="37139" x="4799013" y="4665663"/>
          <p14:tracePt t="37144" x="4799013" y="4678363"/>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0AB7-8DE2-7979-DC9D-C898A32959F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11F9CD2B-4A8D-024E-A800-10A354E1207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DF6F52DC-6996-A99D-90BF-28A4F3C3AD7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0984DC-A1D9-07A8-8CAA-8B6F8F523FD7}"/>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4B899A2-D060-A615-172B-451EB2AA8E6F}"/>
              </a:ext>
            </a:extLst>
          </p:cNvPr>
          <p:cNvSpPr txBox="1"/>
          <p:nvPr/>
        </p:nvSpPr>
        <p:spPr>
          <a:xfrm>
            <a:off x="1176654" y="295910"/>
            <a:ext cx="2938145"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 Study Result</a:t>
            </a:r>
            <a:endParaRPr lang="zh-CN" altLang="en-US" sz="2800" b="1" dirty="0">
              <a:solidFill>
                <a:srgbClr val="005744"/>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3FFF9E0-CF41-68AA-2AEE-B22D63999C5B}"/>
              </a:ext>
            </a:extLst>
          </p:cNvPr>
          <p:cNvPicPr>
            <a:picLocks noChangeAspect="1"/>
          </p:cNvPicPr>
          <p:nvPr/>
        </p:nvPicPr>
        <p:blipFill>
          <a:blip r:embed="rId5"/>
          <a:stretch>
            <a:fillRect/>
          </a:stretch>
        </p:blipFill>
        <p:spPr>
          <a:xfrm>
            <a:off x="60958" y="1698942"/>
            <a:ext cx="5943600" cy="3523568"/>
          </a:xfrm>
          <a:prstGeom prst="rect">
            <a:avLst/>
          </a:prstGeom>
        </p:spPr>
      </p:pic>
      <p:pic>
        <p:nvPicPr>
          <p:cNvPr id="8" name="图片 7">
            <a:extLst>
              <a:ext uri="{FF2B5EF4-FFF2-40B4-BE49-F238E27FC236}">
                <a16:creationId xmlns:a16="http://schemas.microsoft.com/office/drawing/2014/main" id="{6B284AED-D564-3F4E-A606-CF0C7E6ABDCF}"/>
              </a:ext>
            </a:extLst>
          </p:cNvPr>
          <p:cNvPicPr>
            <a:picLocks noChangeAspect="1"/>
          </p:cNvPicPr>
          <p:nvPr/>
        </p:nvPicPr>
        <p:blipFill>
          <a:blip r:embed="rId6"/>
          <a:stretch>
            <a:fillRect/>
          </a:stretch>
        </p:blipFill>
        <p:spPr>
          <a:xfrm>
            <a:off x="6187443" y="1247844"/>
            <a:ext cx="5567678" cy="3795677"/>
          </a:xfrm>
          <a:prstGeom prst="rect">
            <a:avLst/>
          </a:prstGeom>
        </p:spPr>
      </p:pic>
      <p:sp>
        <p:nvSpPr>
          <p:cNvPr id="2" name="文本框 1">
            <a:extLst>
              <a:ext uri="{FF2B5EF4-FFF2-40B4-BE49-F238E27FC236}">
                <a16:creationId xmlns:a16="http://schemas.microsoft.com/office/drawing/2014/main" id="{E25556EA-5F8D-8F6E-A706-BCEE78C1BA6F}"/>
              </a:ext>
            </a:extLst>
          </p:cNvPr>
          <p:cNvSpPr txBox="1"/>
          <p:nvPr/>
        </p:nvSpPr>
        <p:spPr>
          <a:xfrm>
            <a:off x="1557633" y="5159058"/>
            <a:ext cx="4067663" cy="826637"/>
          </a:xfrm>
          <a:prstGeom prst="rect">
            <a:avLst/>
          </a:prstGeom>
          <a:noFill/>
        </p:spPr>
        <p:txBody>
          <a:bodyPr wrap="square">
            <a:spAutoFit/>
          </a:bodyPr>
          <a:lstStyle/>
          <a:p>
            <a:pPr algn="ctr">
              <a:lnSpc>
                <a:spcPct val="125000"/>
              </a:lnSpc>
              <a:buClr>
                <a:srgbClr val="000000"/>
              </a:buClr>
              <a:defRPr/>
            </a:pPr>
            <a:r>
              <a:rPr lang="en-US" altLang="zh-CN" sz="2000" dirty="0">
                <a:latin typeface="微软雅黑" panose="020B0503020204020204" pitchFamily="34" charset="-122"/>
                <a:ea typeface="微软雅黑" panose="020B0503020204020204" pitchFamily="34" charset="-122"/>
              </a:rPr>
              <a:t>The normalized parameter </a:t>
            </a:r>
            <a:r>
              <a:rPr lang="en-US" altLang="zh-CN" sz="2000" b="1" dirty="0">
                <a:solidFill>
                  <a:srgbClr val="FF0000"/>
                </a:solidFill>
                <a:latin typeface="微软雅黑" panose="020B0503020204020204" pitchFamily="34" charset="-122"/>
                <a:ea typeface="微软雅黑" panose="020B0503020204020204" pitchFamily="34" charset="-122"/>
              </a:rPr>
              <a:t>distributions is more similar</a:t>
            </a:r>
            <a:r>
              <a:rPr lang="en-US" altLang="zh-CN" sz="2000" dirty="0">
                <a:latin typeface="微软雅黑" panose="020B0503020204020204" pitchFamily="34" charset="-122"/>
                <a:ea typeface="微软雅黑" panose="020B0503020204020204" pitchFamily="34" charset="-122"/>
              </a:rPr>
              <a:t>.</a:t>
            </a:r>
            <a:endParaRPr lang="en-US" altLang="zh-CN" sz="2000" b="1" dirty="0">
              <a:solidFill>
                <a:srgbClr val="FF0000"/>
              </a:solidFill>
              <a:latin typeface="微软雅黑" panose="020B0503020204020204" pitchFamily="34" charset="-122"/>
              <a:ea typeface="微软雅黑" panose="020B0503020204020204" pitchFamily="34" charset="-122"/>
              <a:sym typeface="Arial"/>
            </a:endParaRPr>
          </a:p>
        </p:txBody>
      </p:sp>
      <p:sp>
        <p:nvSpPr>
          <p:cNvPr id="3" name="文本框 2">
            <a:extLst>
              <a:ext uri="{FF2B5EF4-FFF2-40B4-BE49-F238E27FC236}">
                <a16:creationId xmlns:a16="http://schemas.microsoft.com/office/drawing/2014/main" id="{1985CF8B-BF90-0F2C-BC82-2A6D3AB04956}"/>
              </a:ext>
            </a:extLst>
          </p:cNvPr>
          <p:cNvSpPr txBox="1"/>
          <p:nvPr/>
        </p:nvSpPr>
        <p:spPr>
          <a:xfrm>
            <a:off x="7338704" y="5159057"/>
            <a:ext cx="3874752" cy="826637"/>
          </a:xfrm>
          <a:prstGeom prst="rect">
            <a:avLst/>
          </a:prstGeom>
          <a:noFill/>
        </p:spPr>
        <p:txBody>
          <a:bodyPr wrap="square">
            <a:spAutoFit/>
          </a:bodyPr>
          <a:lstStyle>
            <a:defPPr>
              <a:defRPr lang="zh-CN"/>
            </a:defPPr>
            <a:lvl1pPr algn="ctr">
              <a:lnSpc>
                <a:spcPct val="125000"/>
              </a:lnSpc>
              <a:buClr>
                <a:srgbClr val="000000"/>
              </a:buClr>
              <a:defRPr sz="2000">
                <a:latin typeface="微软雅黑" panose="020B0503020204020204" pitchFamily="34" charset="-122"/>
                <a:ea typeface="微软雅黑" panose="020B0503020204020204" pitchFamily="34" charset="-122"/>
              </a:defRPr>
            </a:lvl1pPr>
          </a:lstStyle>
          <a:p>
            <a:r>
              <a:rPr lang="en-US" altLang="zh-CN" dirty="0">
                <a:sym typeface="Arial"/>
              </a:rPr>
              <a:t>Key parameter </a:t>
            </a:r>
            <a:r>
              <a:rPr lang="en-US" altLang="zh-CN" b="1" dirty="0">
                <a:solidFill>
                  <a:srgbClr val="FF0000"/>
                </a:solidFill>
                <a:sym typeface="Arial"/>
              </a:rPr>
              <a:t>retention rate is significantly improved</a:t>
            </a:r>
            <a:r>
              <a:rPr lang="en-US" altLang="zh-CN" dirty="0">
                <a:sym typeface="Arial"/>
              </a:rPr>
              <a:t>.</a:t>
            </a:r>
          </a:p>
        </p:txBody>
      </p:sp>
      <p:sp>
        <p:nvSpPr>
          <p:cNvPr id="5" name="文本框 4">
            <a:extLst>
              <a:ext uri="{FF2B5EF4-FFF2-40B4-BE49-F238E27FC236}">
                <a16:creationId xmlns:a16="http://schemas.microsoft.com/office/drawing/2014/main" id="{95F4D58E-C0B2-1DA7-18CA-9D4231648CAB}"/>
              </a:ext>
            </a:extLst>
          </p:cNvPr>
          <p:cNvSpPr txBox="1"/>
          <p:nvPr/>
        </p:nvSpPr>
        <p:spPr>
          <a:xfrm>
            <a:off x="348770" y="818748"/>
            <a:ext cx="8927310" cy="400110"/>
          </a:xfrm>
          <a:prstGeom prst="rect">
            <a:avLst/>
          </a:prstGeom>
          <a:noFill/>
        </p:spPr>
        <p:txBody>
          <a:bodyPr wrap="square" rtlCol="0">
            <a:spAutoFit/>
          </a:bodyPr>
          <a:lstStyle>
            <a:defPPr>
              <a:defRPr lang="zh-CN"/>
            </a:defPPr>
            <a:lvl1pPr indent="0">
              <a:buFont typeface="Wingdings" panose="05000000000000000000" pitchFamily="2" charset="2"/>
              <a:buNone/>
              <a:defRPr sz="2400" b="1">
                <a:solidFill>
                  <a:schemeClr val="bg1"/>
                </a:solidFill>
                <a:latin typeface="Times New Roman" panose="02020603050405020304" pitchFamily="18" charset="0"/>
                <a:ea typeface="Noto Sans SC" panose="020B0200000000000000" pitchFamily="34" charset="-122"/>
                <a:cs typeface="Times New Roman" panose="02020603050405020304" pitchFamily="18" charset="0"/>
              </a:defRPr>
            </a:lvl1pPr>
          </a:lstStyle>
          <a:p>
            <a:pPr marL="342900" indent="-342900">
              <a:buFont typeface="Wingdings" panose="05000000000000000000" pitchFamily="2" charset="2"/>
              <a:buChar char="Ø"/>
            </a:pPr>
            <a:r>
              <a:rPr lang="en-US" altLang="zh-CN" sz="2000" dirty="0">
                <a:solidFill>
                  <a:srgbClr val="005744"/>
                </a:solidFill>
                <a:latin typeface="微软雅黑" panose="020B0503020204020204" pitchFamily="34" charset="-122"/>
                <a:ea typeface="微软雅黑" panose="020B0503020204020204" pitchFamily="34" charset="-122"/>
              </a:rPr>
              <a:t>RQ4:</a:t>
            </a:r>
            <a:r>
              <a:rPr lang="zh-CN" altLang="en-US" sz="2000" dirty="0">
                <a:solidFill>
                  <a:srgbClr val="005744"/>
                </a:solidFill>
                <a:latin typeface="微软雅黑" panose="020B0503020204020204" pitchFamily="34" charset="-122"/>
                <a:ea typeface="微软雅黑" panose="020B0503020204020204" pitchFamily="34" charset="-122"/>
              </a:rPr>
              <a:t> </a:t>
            </a:r>
            <a:r>
              <a:rPr lang="en-US" altLang="zh-CN" sz="2000" dirty="0">
                <a:solidFill>
                  <a:srgbClr val="005744"/>
                </a:solidFill>
                <a:latin typeface="微软雅黑" panose="020B0503020204020204" pitchFamily="34" charset="-122"/>
                <a:ea typeface="微软雅黑" panose="020B0503020204020204" pitchFamily="34" charset="-122"/>
              </a:rPr>
              <a:t>Enhancement Strategy (Scaling-Masks)</a:t>
            </a:r>
          </a:p>
        </p:txBody>
      </p:sp>
      <p:pic>
        <p:nvPicPr>
          <p:cNvPr id="28" name="音频 27">
            <a:hlinkClick r:id="" action="ppaction://media"/>
            <a:extLst>
              <a:ext uri="{FF2B5EF4-FFF2-40B4-BE49-F238E27FC236}">
                <a16:creationId xmlns:a16="http://schemas.microsoft.com/office/drawing/2014/main" id="{A4435D74-39B9-7218-627B-9C01C340D578}"/>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30655379"/>
      </p:ext>
    </p:extLst>
  </p:cSld>
  <p:clrMapOvr>
    <a:masterClrMapping/>
  </p:clrMapOvr>
  <mc:AlternateContent xmlns:mc="http://schemas.openxmlformats.org/markup-compatibility/2006">
    <mc:Choice xmlns:p14="http://schemas.microsoft.com/office/powerpoint/2010/main" Requires="p14">
      <p:transition spd="slow" p14:dur="2000" advTm="22756"/>
    </mc:Choice>
    <mc:Fallback>
      <p:transition spd="slow" advTm="227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extLst>
    <p:ext uri="{3A86A75C-4F4B-4683-9AE1-C65F6400EC91}">
      <p14:laserTraceLst xmlns:p14="http://schemas.microsoft.com/office/powerpoint/2010/main">
        <p14:tracePtLst>
          <p14:tracePt t="1176" x="2886075" y="2814638"/>
          <p14:tracePt t="1187" x="2898775" y="2814638"/>
          <p14:tracePt t="1194" x="2911475" y="2814638"/>
          <p14:tracePt t="1196" x="2922588" y="2814638"/>
          <p14:tracePt t="1209" x="2935288" y="2814638"/>
          <p14:tracePt t="1226" x="2935288" y="2825750"/>
          <p14:tracePt t="1236" x="2947988" y="2825750"/>
          <p14:tracePt t="1269" x="2959100" y="2825750"/>
          <p14:tracePt t="1502" x="2971800" y="2825750"/>
          <p14:tracePt t="1510" x="2984500" y="2825750"/>
          <p14:tracePt t="1514" x="2995613" y="2825750"/>
          <p14:tracePt t="1518" x="3008313" y="2825750"/>
          <p14:tracePt t="1527" x="3044825" y="2825750"/>
          <p14:tracePt t="1535" x="3057525" y="2825750"/>
          <p14:tracePt t="1543" x="3105150" y="2838450"/>
          <p14:tracePt t="1551" x="3154363" y="2838450"/>
          <p14:tracePt t="1560" x="3190875" y="2838450"/>
          <p14:tracePt t="1568" x="3263900" y="2851150"/>
          <p14:tracePt t="1576" x="3289300" y="2851150"/>
          <p14:tracePt t="1585" x="3300413" y="2851150"/>
          <p14:tracePt t="1593" x="3313113" y="2862263"/>
          <p14:tracePt t="1601" x="3325813" y="2862263"/>
          <p14:tracePt t="1610" x="3336925" y="2862263"/>
          <p14:tracePt t="1621" x="3349625" y="2862263"/>
          <p14:tracePt t="1654" x="3362325" y="2874963"/>
          <p14:tracePt t="1656" x="3373438" y="2874963"/>
          <p14:tracePt t="1666" x="3386138" y="2874963"/>
          <p14:tracePt t="1668" x="3398838" y="2874963"/>
          <p14:tracePt t="1676" x="3409950" y="2874963"/>
          <p14:tracePt t="1685" x="3422650" y="2874963"/>
          <p14:tracePt t="1693" x="3435350" y="2887663"/>
          <p14:tracePt t="1701" x="3446463" y="2887663"/>
          <p14:tracePt t="1709" x="3459163" y="2887663"/>
          <p14:tracePt t="1718" x="3459163" y="2898775"/>
          <p14:tracePt t="1735" x="3471863" y="2898775"/>
          <p14:tracePt t="1741" x="3482975" y="2898775"/>
          <p14:tracePt t="1746" x="3495675" y="2898775"/>
          <p14:tracePt t="1751" x="3508375" y="2898775"/>
          <p14:tracePt t="1760" x="3532188" y="2911475"/>
          <p14:tracePt t="1768" x="3581400" y="2924175"/>
          <p14:tracePt t="1776" x="3617913" y="2935288"/>
          <p14:tracePt t="1785" x="3665538" y="2947988"/>
          <p14:tracePt t="1793" x="3702050" y="2960688"/>
          <p14:tracePt t="1801" x="3751263" y="2960688"/>
          <p14:tracePt t="1802" x="3751263" y="2971800"/>
          <p14:tracePt t="1809" x="3775075" y="2971800"/>
          <p14:tracePt t="1818" x="3787775" y="2971800"/>
          <p14:tracePt t="1827" x="3800475" y="2984500"/>
          <p14:tracePt t="1835" x="3811588" y="2984500"/>
          <p14:tracePt t="1843" x="3824288" y="2984500"/>
          <p14:tracePt t="1851" x="3848100" y="2997200"/>
          <p14:tracePt t="1859" x="3860800" y="2997200"/>
          <p14:tracePt t="1868" x="3897313" y="3008313"/>
          <p14:tracePt t="1876" x="3910013" y="3008313"/>
          <p14:tracePt t="1884" x="3933825" y="3021013"/>
          <p14:tracePt t="1892" x="3970338" y="3033713"/>
          <p14:tracePt t="1901" x="3995738" y="3033713"/>
          <p14:tracePt t="1909" x="4056063" y="3044825"/>
          <p14:tracePt t="1918" x="4105275" y="3057525"/>
          <p14:tracePt t="1926" x="4129088" y="3057525"/>
          <p14:tracePt t="1927" x="4152900" y="3070225"/>
          <p14:tracePt t="1935" x="4165600" y="3070225"/>
          <p14:tracePt t="1943" x="4225925" y="3081338"/>
          <p14:tracePt t="1951" x="4251325" y="3094038"/>
          <p14:tracePt t="1952" x="4275138" y="3094038"/>
          <p14:tracePt t="1959" x="4335463" y="3106738"/>
          <p14:tracePt t="1967" x="4408488" y="3117850"/>
          <p14:tracePt t="1976" x="4445000" y="3117850"/>
          <p14:tracePt t="1977" x="4481513" y="3130550"/>
          <p14:tracePt t="1984" x="4518025" y="3143250"/>
          <p14:tracePt t="1993" x="4591050" y="3154363"/>
          <p14:tracePt t="2001" x="4689475" y="3179763"/>
          <p14:tracePt t="2002" x="4738688" y="3190875"/>
          <p14:tracePt t="2009" x="4848225" y="3203575"/>
          <p14:tracePt t="2018" x="4921250" y="3227388"/>
          <p14:tracePt t="2026" x="4994275" y="3240088"/>
          <p14:tracePt t="2027" x="4994275" y="3252788"/>
          <p14:tracePt t="2035" x="5005388" y="3252788"/>
          <p14:tracePt t="2036" x="5018088" y="3252788"/>
          <p14:tracePt t="2046" x="5030788" y="3252788"/>
          <p14:tracePt t="2106" x="5041900" y="3252788"/>
          <p14:tracePt t="2114" x="5054600" y="3252788"/>
          <p14:tracePt t="2146" x="5067300" y="3252788"/>
          <p14:tracePt t="2156" x="5078413" y="3252788"/>
          <p14:tracePt t="2161" x="5078413" y="3263900"/>
          <p14:tracePt t="2169" x="5091113" y="3263900"/>
          <p14:tracePt t="2189" x="5103813" y="3263900"/>
          <p14:tracePt t="2196" x="5114925" y="3263900"/>
          <p14:tracePt t="2206" x="5127625" y="3263900"/>
          <p14:tracePt t="2207" x="5140325" y="3263900"/>
          <p14:tracePt t="2215" x="5151438" y="3263900"/>
          <p14:tracePt t="2217" x="5151438" y="3276600"/>
          <p14:tracePt t="2226" x="5176838" y="3276600"/>
          <p14:tracePt t="2227" x="5200650" y="3276600"/>
          <p14:tracePt t="2235" x="5213350" y="3276600"/>
          <p14:tracePt t="2242" x="5224463" y="3276600"/>
          <p14:tracePt t="2254" x="5237163" y="3276600"/>
          <p14:tracePt t="2274" x="5249863" y="3276600"/>
          <p14:tracePt t="2289" x="5260975" y="3276600"/>
          <p14:tracePt t="2296" x="5273675" y="3276600"/>
          <p14:tracePt t="2301" x="5286375" y="3276600"/>
          <p14:tracePt t="2307" x="5297488" y="3276600"/>
          <p14:tracePt t="2314" x="5310188" y="3276600"/>
          <p14:tracePt t="2321" x="5322888" y="3276600"/>
          <p14:tracePt t="2327" x="5334000" y="3276600"/>
          <p14:tracePt t="2336" x="5346700" y="3276600"/>
          <p14:tracePt t="2342" x="5359400" y="3276600"/>
          <p14:tracePt t="2350" x="5370513" y="3276600"/>
          <p14:tracePt t="2366" x="5383213" y="3276600"/>
          <p14:tracePt t="2368" x="5395913" y="3276600"/>
          <p14:tracePt t="2381" x="5408613" y="3276600"/>
          <p14:tracePt t="2389" x="5432425" y="3276600"/>
          <p14:tracePt t="2396" x="5445125" y="3276600"/>
          <p14:tracePt t="2401" x="5456238" y="3276600"/>
          <p14:tracePt t="2409" x="5481638" y="3289300"/>
          <p14:tracePt t="2417" x="5518150" y="3289300"/>
          <p14:tracePt t="2426" x="5541963" y="3289300"/>
          <p14:tracePt t="2434" x="5602288" y="3300413"/>
          <p14:tracePt t="2442" x="5638800" y="3300413"/>
          <p14:tracePt t="2450" x="5664200" y="3300413"/>
          <p14:tracePt t="2459" x="5675313" y="3300413"/>
          <p14:tracePt t="2467" x="5688013" y="3300413"/>
          <p14:tracePt t="2476" x="5700713" y="3300413"/>
          <p14:tracePt t="2486" x="5711825" y="3300413"/>
          <p14:tracePt t="2516" x="5724525" y="3300413"/>
          <p14:tracePt t="2526" x="5737225" y="3300413"/>
          <p14:tracePt t="2534" x="5748338" y="3300413"/>
          <p14:tracePt t="2536" x="5761038" y="3300413"/>
          <p14:tracePt t="2542" x="5773738" y="3300413"/>
          <p14:tracePt t="2551" x="5810250" y="3300413"/>
          <p14:tracePt t="2559" x="5846763" y="3300413"/>
          <p14:tracePt t="2568" x="5883275" y="3300413"/>
          <p14:tracePt t="2568" x="5907088" y="3300413"/>
          <p14:tracePt t="2575" x="5919788" y="3300413"/>
          <p14:tracePt t="2584" x="5943600" y="3300413"/>
          <p14:tracePt t="2592" x="5980113" y="3300413"/>
          <p14:tracePt t="2601" x="6016625" y="3300413"/>
          <p14:tracePt t="2609" x="6076950" y="3289300"/>
          <p14:tracePt t="2617" x="6126163" y="3276600"/>
          <p14:tracePt t="2625" x="6151563" y="3276600"/>
          <p14:tracePt t="2634" x="6199188" y="3276600"/>
          <p14:tracePt t="2642" x="6272213" y="3263900"/>
          <p14:tracePt t="2650" x="6334125" y="3252788"/>
          <p14:tracePt t="2659" x="6370638" y="3240088"/>
          <p14:tracePt t="2667" x="6418263" y="3216275"/>
          <p14:tracePt t="2675" x="6430963" y="3216275"/>
          <p14:tracePt t="2683" x="6443663" y="3216275"/>
          <p14:tracePt t="2692" x="6454775" y="3216275"/>
          <p14:tracePt t="2700" x="6454775" y="3203575"/>
          <p14:tracePt t="2709" x="6480175" y="3190875"/>
          <p14:tracePt t="2717" x="6491288" y="3179763"/>
          <p14:tracePt t="2727" x="6503988" y="3179763"/>
          <p14:tracePt t="2736" x="6516688" y="3167063"/>
          <p14:tracePt t="2746" x="6516688" y="3154363"/>
          <p14:tracePt t="2750" x="6527800" y="3154363"/>
          <p14:tracePt t="2759" x="6553200" y="3143250"/>
          <p14:tracePt t="2767" x="6564313" y="3130550"/>
          <p14:tracePt t="2768" x="6577013" y="3117850"/>
          <p14:tracePt t="2776" x="6589713" y="3117850"/>
          <p14:tracePt t="2786" x="6600825" y="3117850"/>
          <p14:tracePt t="2792" x="6600825" y="3106738"/>
          <p14:tracePt t="2800" x="6613525" y="3094038"/>
          <p14:tracePt t="2809" x="6613525" y="3081338"/>
          <p14:tracePt t="2817" x="6626225" y="3081338"/>
          <p14:tracePt t="2829" x="6637338" y="3081338"/>
          <p14:tracePt t="2833" x="6637338" y="3070225"/>
          <p14:tracePt t="2842" x="6650038" y="3057525"/>
          <p14:tracePt t="2850" x="6662738" y="3044825"/>
          <p14:tracePt t="2859" x="6673850" y="3033713"/>
          <p14:tracePt t="2867" x="6673850" y="3021013"/>
          <p14:tracePt t="2876" x="6686550" y="3008313"/>
          <p14:tracePt t="2886" x="6686550" y="2997200"/>
          <p14:tracePt t="2892" x="6699250" y="2997200"/>
          <p14:tracePt t="2906" x="6699250" y="2984500"/>
          <p14:tracePt t="2908" x="6699250" y="2971800"/>
          <p14:tracePt t="2917" x="6710363" y="2971800"/>
          <p14:tracePt t="2925" x="6710363" y="2960688"/>
          <p14:tracePt t="2933" x="6710363" y="2935288"/>
          <p14:tracePt t="2942" x="6723063" y="2924175"/>
          <p14:tracePt t="2950" x="6723063" y="2911475"/>
          <p14:tracePt t="2958" x="6735763" y="2898775"/>
          <p14:tracePt t="2967" x="6735763" y="2887663"/>
          <p14:tracePt t="2975" x="6735763" y="2874963"/>
          <p14:tracePt t="2983" x="6735763" y="2862263"/>
          <p14:tracePt t="2992" x="6735763" y="2851150"/>
          <p14:tracePt t="3074" x="6735763" y="2838450"/>
          <p14:tracePt t="3141" x="6735763" y="2825750"/>
          <p14:tracePt t="3287" x="6723063" y="2825750"/>
          <p14:tracePt t="3288" x="6710363" y="2825750"/>
          <p14:tracePt t="3296" x="6699250" y="2825750"/>
          <p14:tracePt t="3301" x="6686550" y="2825750"/>
          <p14:tracePt t="3308" x="6673850" y="2825750"/>
          <p14:tracePt t="3376" x="6662738" y="2825750"/>
          <p14:tracePt t="3454" x="6650038" y="2825750"/>
          <p14:tracePt t="3466" x="6637338" y="2825750"/>
          <p14:tracePt t="3468" x="6626225" y="2825750"/>
          <p14:tracePt t="3474" x="6613525" y="2825750"/>
          <p14:tracePt t="3483" x="6589713" y="2814638"/>
          <p14:tracePt t="3521" x="6577013" y="2814638"/>
          <p14:tracePt t="3526" x="6564313" y="2814638"/>
          <p14:tracePt t="3534" x="6564313" y="2801938"/>
          <p14:tracePt t="3546" x="6553200" y="2789238"/>
          <p14:tracePt t="3554" x="6540500" y="2789238"/>
          <p14:tracePt t="3556" x="6527800" y="2789238"/>
          <p14:tracePt t="3586" x="6516688" y="2789238"/>
          <p14:tracePt t="3594" x="6516688" y="2776538"/>
          <p14:tracePt t="3596" x="6503988" y="2776538"/>
          <p14:tracePt t="3606" x="6503988" y="2765425"/>
          <p14:tracePt t="3614" x="6491288" y="2765425"/>
          <p14:tracePt t="3617" x="6491288" y="2752725"/>
          <p14:tracePt t="3626" x="6480175" y="2752725"/>
          <p14:tracePt t="3636" x="6467475" y="2752725"/>
          <p14:tracePt t="3650" x="6467475" y="2740025"/>
          <p14:tracePt t="3856" x="6454775" y="2740025"/>
          <p14:tracePt t="3876" x="6454775" y="2728913"/>
          <p14:tracePt t="3889" x="6443663" y="2728913"/>
          <p14:tracePt t="3946" x="6430963" y="2728913"/>
          <p14:tracePt t="3948" x="6430963" y="2716213"/>
          <p14:tracePt t="3957" x="6418263" y="2703513"/>
          <p14:tracePt t="3966" x="6407150" y="2692400"/>
          <p14:tracePt t="3975" x="6394450" y="2679700"/>
          <p14:tracePt t="3982" x="6394450" y="2667000"/>
          <p14:tracePt t="3991" x="6381750" y="2655888"/>
          <p14:tracePt t="3999" x="6370638" y="2643188"/>
          <p14:tracePt t="4016" x="6357938" y="2619375"/>
          <p14:tracePt t="4024" x="6357938" y="2606675"/>
          <p14:tracePt t="4032" x="6345238" y="2606675"/>
          <p14:tracePt t="4041" x="6345238" y="2593975"/>
          <p14:tracePt t="4041" x="6345238" y="2582863"/>
          <p14:tracePt t="4049" x="6345238" y="2557463"/>
          <p14:tracePt t="4057" x="6345238" y="2546350"/>
          <p14:tracePt t="4066" x="6345238" y="2520950"/>
          <p14:tracePt t="4074" x="6345238" y="2509838"/>
          <p14:tracePt t="4082" x="6345238" y="2497138"/>
          <p14:tracePt t="4091" x="6345238" y="2484438"/>
          <p14:tracePt t="4099" x="6345238" y="2473325"/>
          <p14:tracePt t="4107" x="6345238" y="2460625"/>
          <p14:tracePt t="4116" x="6334125" y="2447925"/>
          <p14:tracePt t="4181" x="6321425" y="2447925"/>
          <p14:tracePt t="4207" x="6321425" y="2436813"/>
          <p14:tracePt t="4216" x="6308725" y="2436813"/>
          <p14:tracePt t="4221" x="6297613" y="2436813"/>
          <p14:tracePt t="4226" x="6297613" y="2424113"/>
          <p14:tracePt t="4232" x="6284913" y="2424113"/>
          <p14:tracePt t="4240" x="6248400" y="2411413"/>
          <p14:tracePt t="4249" x="6199188" y="2411413"/>
          <p14:tracePt t="4257" x="6138863" y="2400300"/>
          <p14:tracePt t="4266" x="6115050" y="2387600"/>
          <p14:tracePt t="4274" x="6040438" y="2374900"/>
          <p14:tracePt t="4282" x="5992813" y="2363788"/>
          <p14:tracePt t="4290" x="5943600" y="2351088"/>
          <p14:tracePt t="4299" x="5883275" y="2338388"/>
          <p14:tracePt t="4308" x="5846763" y="2338388"/>
          <p14:tracePt t="4308" x="5821363" y="2327275"/>
          <p14:tracePt t="4316" x="5810250" y="2327275"/>
          <p14:tracePt t="4324" x="5797550" y="2327275"/>
          <p14:tracePt t="4332" x="5784850" y="2314575"/>
          <p14:tracePt t="4340" x="5773738" y="2314575"/>
          <p14:tracePt t="4349" x="5761038" y="2314575"/>
          <p14:tracePt t="4366" x="5748338" y="2314575"/>
          <p14:tracePt t="4367" x="5748338" y="2301875"/>
          <p14:tracePt t="4374" x="5737225" y="2301875"/>
          <p14:tracePt t="4386" x="5724525" y="2301875"/>
          <p14:tracePt t="4394" x="5711825" y="2301875"/>
          <p14:tracePt t="4401" x="5700713" y="2290763"/>
          <p14:tracePt t="4416" x="5700713" y="2278063"/>
          <p14:tracePt t="4426" x="5688013" y="2265363"/>
          <p14:tracePt t="4434" x="5675313" y="2265363"/>
          <p14:tracePt t="4446" x="5664200" y="2254250"/>
          <p14:tracePt t="4447" x="5651500" y="2254250"/>
          <p14:tracePt t="4454" x="5651500" y="2241550"/>
          <p14:tracePt t="4457" x="5638800" y="2241550"/>
          <p14:tracePt t="4467" x="5627688" y="2228850"/>
          <p14:tracePt t="4474" x="5614988" y="2228850"/>
          <p14:tracePt t="4482" x="5614988" y="2205038"/>
          <p14:tracePt t="4490" x="5591175" y="2205038"/>
          <p14:tracePt t="4499" x="5578475" y="2192338"/>
          <p14:tracePt t="4507" x="5554663" y="2179638"/>
          <p14:tracePt t="4515" x="5529263" y="2168525"/>
          <p14:tracePt t="4523" x="5529263" y="2155825"/>
          <p14:tracePt t="4532" x="5505450" y="2143125"/>
          <p14:tracePt t="4541" x="5481638" y="2132013"/>
          <p14:tracePt t="4548" x="5456238" y="2106613"/>
          <p14:tracePt t="4557" x="5432425" y="2095500"/>
          <p14:tracePt t="4565" x="5419725" y="2082800"/>
          <p14:tracePt t="4574" x="5395913" y="2070100"/>
          <p14:tracePt t="4582" x="5346700" y="2033588"/>
          <p14:tracePt t="4590" x="5322888" y="2022475"/>
          <p14:tracePt t="4598" x="5310188" y="2022475"/>
          <p14:tracePt t="4607" x="5286375" y="2009775"/>
          <p14:tracePt t="4608" x="5286375" y="1997075"/>
          <p14:tracePt t="4616" x="5273675" y="1997075"/>
          <p14:tracePt t="4623" x="5260975" y="1997075"/>
          <p14:tracePt t="4632" x="5249863" y="1997075"/>
          <p14:tracePt t="4640" x="5249863" y="1985963"/>
          <p14:tracePt t="4666" x="5237163" y="1985963"/>
          <p14:tracePt t="4676" x="5224463" y="1985963"/>
          <p14:tracePt t="4686" x="5224463" y="1973263"/>
          <p14:tracePt t="4694" x="5213350" y="1973263"/>
          <p14:tracePt t="4701" x="5200650" y="1973263"/>
          <p14:tracePt t="4709" x="5187950" y="1973263"/>
          <p14:tracePt t="4721" x="5176838" y="1973263"/>
          <p14:tracePt t="4726" x="5176838" y="1960563"/>
          <p14:tracePt t="4736" x="5164138" y="1960563"/>
          <p14:tracePt t="4774" x="5151438" y="1960563"/>
          <p14:tracePt t="4776" x="5151438" y="1949450"/>
          <p14:tracePt t="4790" x="5140325" y="1949450"/>
          <p14:tracePt t="4821" x="5127625" y="1936750"/>
          <p14:tracePt t="4846" x="5114925" y="1936750"/>
          <p14:tracePt t="4857" x="5103813" y="1924050"/>
          <p14:tracePt t="4901" x="5091113" y="1924050"/>
          <p14:tracePt t="4906" x="5091113" y="1912938"/>
          <p14:tracePt t="4915" x="5078413" y="1912938"/>
          <p14:tracePt t="4926" x="5067300" y="1912938"/>
          <p14:tracePt t="4931" x="5054600" y="1900238"/>
          <p14:tracePt t="4940" x="5041900" y="1887538"/>
          <p14:tracePt t="4954" x="5030788" y="1876425"/>
          <p14:tracePt t="4966" x="5018088" y="1876425"/>
          <p14:tracePt t="4986" x="5005388" y="1876425"/>
          <p14:tracePt t="4994" x="4994275" y="1863725"/>
          <p14:tracePt t="5009" x="4981575" y="1863725"/>
          <p14:tracePt t="5029" x="4968875" y="1863725"/>
          <p14:tracePt t="5034" x="4968875" y="1851025"/>
          <p14:tracePt t="5041" x="4957763" y="1851025"/>
          <p14:tracePt t="5081" x="4945063" y="1851025"/>
          <p14:tracePt t="5346" x="4932363" y="1851025"/>
          <p14:tracePt t="5482" x="4945063" y="1851025"/>
          <p14:tracePt t="5486" x="4957763" y="1851025"/>
          <p14:tracePt t="5489" x="4968875" y="1851025"/>
          <p14:tracePt t="5498" x="4981575" y="1863725"/>
          <p14:tracePt t="5499" x="5018088" y="1863725"/>
          <p14:tracePt t="5507" x="5054600" y="1887538"/>
          <p14:tracePt t="5507" x="5078413" y="1887538"/>
          <p14:tracePt t="5515" x="5103813" y="1887538"/>
          <p14:tracePt t="5516" x="5127625" y="1887538"/>
          <p14:tracePt t="5523" x="5164138" y="1900238"/>
          <p14:tracePt t="5531" x="5260975" y="1912938"/>
          <p14:tracePt t="5539" x="5370513" y="1936750"/>
          <p14:tracePt t="5547" x="5541963" y="1960563"/>
          <p14:tracePt t="5556" x="5591175" y="1973263"/>
          <p14:tracePt t="5557" x="5638800" y="1985963"/>
          <p14:tracePt t="5564" x="5675313" y="1985963"/>
          <p14:tracePt t="5572" x="5711825" y="1997075"/>
          <p14:tracePt t="5581" x="5737225" y="2009775"/>
          <p14:tracePt t="5589" x="5761038" y="2009775"/>
          <p14:tracePt t="5627" x="5773738" y="2009775"/>
          <p14:tracePt t="5654" x="5773738" y="2022475"/>
          <p14:tracePt t="5689" x="5784850" y="2022475"/>
          <p14:tracePt t="5706" x="5797550" y="2022475"/>
          <p14:tracePt t="5926" x="5810250" y="2022475"/>
          <p14:tracePt t="5928" x="5821363" y="2022475"/>
          <p14:tracePt t="5941" x="5834063" y="2022475"/>
          <p14:tracePt t="5947" x="5846763" y="2022475"/>
          <p14:tracePt t="5948" x="5857875" y="2022475"/>
          <p14:tracePt t="5966" x="5870575" y="2022475"/>
          <p14:tracePt t="5981" x="5883275" y="2022475"/>
          <p14:tracePt t="6029" x="5894388" y="2022475"/>
          <p14:tracePt t="6034" x="5907088" y="2022475"/>
          <p14:tracePt t="6041" x="5919788" y="2022475"/>
          <p14:tracePt t="6048" x="5943600" y="2022475"/>
          <p14:tracePt t="6055" x="5956300" y="2022475"/>
          <p14:tracePt t="6064" x="5980113" y="2009775"/>
          <p14:tracePt t="6072" x="6016625" y="1997075"/>
          <p14:tracePt t="6154" x="6029325" y="1997075"/>
          <p14:tracePt t="6166" x="6040438" y="1997075"/>
          <p14:tracePt t="6176" x="6040438" y="1985963"/>
          <p14:tracePt t="6256" x="6040438" y="1973263"/>
          <p14:tracePt t="6301" x="6053138" y="1973263"/>
          <p14:tracePt t="6316" x="6053138" y="1960563"/>
          <p14:tracePt t="6334" x="6053138" y="1949450"/>
          <p14:tracePt t="6346" x="6053138" y="1936750"/>
          <p14:tracePt t="6366" x="6053138" y="1924050"/>
          <p14:tracePt t="6374" x="6053138" y="1912938"/>
          <p14:tracePt t="6386" x="6053138" y="1900238"/>
          <p14:tracePt t="6394" x="6053138" y="1887538"/>
          <p14:tracePt t="6401" x="6053138" y="1876425"/>
          <p14:tracePt t="6414" x="6040438" y="1863725"/>
          <p14:tracePt t="6416" x="6040438" y="1851025"/>
          <p14:tracePt t="6426" x="6029325" y="1851025"/>
          <p14:tracePt t="6434" x="6029325" y="1839913"/>
          <p14:tracePt t="6438" x="6029325" y="1827213"/>
          <p14:tracePt t="6447" x="6016625" y="1814513"/>
          <p14:tracePt t="6456" x="6003925" y="1814513"/>
          <p14:tracePt t="6463" x="6003925" y="1803400"/>
          <p14:tracePt t="6472" x="6003925" y="1790700"/>
          <p14:tracePt t="6486" x="5992813" y="1790700"/>
          <p14:tracePt t="6488" x="5992813" y="1778000"/>
          <p14:tracePt t="6496" x="5980113" y="1766888"/>
          <p14:tracePt t="6509" x="5967413" y="1766888"/>
          <p14:tracePt t="6516" x="5956300" y="1754188"/>
          <p14:tracePt t="6526" x="5943600" y="1754188"/>
          <p14:tracePt t="6534" x="5943600" y="1741488"/>
          <p14:tracePt t="6538" x="5930900" y="1741488"/>
          <p14:tracePt t="6546" x="5919788" y="1730375"/>
          <p14:tracePt t="6555" x="5907088" y="1730375"/>
          <p14:tracePt t="6563" x="5894388" y="1717675"/>
          <p14:tracePt t="6572" x="5883275" y="1704975"/>
          <p14:tracePt t="6580" x="5857875" y="1704975"/>
          <p14:tracePt t="6588" x="5821363" y="1681163"/>
          <p14:tracePt t="6596" x="5810250" y="1668463"/>
          <p14:tracePt t="6605" x="5773738" y="1668463"/>
          <p14:tracePt t="6613" x="5737225" y="1657350"/>
          <p14:tracePt t="6621" x="5700713" y="1644650"/>
          <p14:tracePt t="6630" x="5627688" y="1620838"/>
          <p14:tracePt t="6638" x="5565775" y="1608138"/>
          <p14:tracePt t="6646" x="5554663" y="1608138"/>
          <p14:tracePt t="6647" x="5492750" y="1595438"/>
          <p14:tracePt t="6655" x="5468938" y="1595438"/>
          <p14:tracePt t="6663" x="5432425" y="1595438"/>
          <p14:tracePt t="6671" x="5408613" y="1595438"/>
          <p14:tracePt t="6680" x="5395913" y="1584325"/>
          <p14:tracePt t="6688" x="5359400" y="1584325"/>
          <p14:tracePt t="6701" x="5346700" y="1584325"/>
          <p14:tracePt t="6709" x="5322888" y="1584325"/>
          <p14:tracePt t="6714" x="5322888" y="1571625"/>
          <p14:tracePt t="6726" x="5310188" y="1571625"/>
          <p14:tracePt t="6730" x="5297488" y="1571625"/>
          <p14:tracePt t="6738" x="5286375" y="1571625"/>
          <p14:tracePt t="6747" x="5273675" y="1571625"/>
          <p14:tracePt t="6747" x="5260975" y="1571625"/>
          <p14:tracePt t="6755" x="5249863" y="1571625"/>
          <p14:tracePt t="6763" x="5237163" y="1571625"/>
          <p14:tracePt t="6771" x="5213350" y="1571625"/>
          <p14:tracePt t="6781" x="5200650" y="1571625"/>
          <p14:tracePt t="6788" x="5187950" y="1571625"/>
          <p14:tracePt t="6797" x="5176838" y="1571625"/>
          <p14:tracePt t="6809" x="5164138" y="1571625"/>
          <p14:tracePt t="6814" x="5151438" y="1571625"/>
          <p14:tracePt t="6826" x="5140325" y="1571625"/>
          <p14:tracePt t="6841" x="5127625" y="1571625"/>
          <p14:tracePt t="7035" x="5140325" y="1571625"/>
          <p14:tracePt t="7047" x="5176838" y="1571625"/>
          <p14:tracePt t="7055" x="5187950" y="1558925"/>
          <p14:tracePt t="7056" x="5213350" y="1558925"/>
          <p14:tracePt t="7063" x="5224463" y="1546225"/>
          <p14:tracePt t="7072" x="5286375" y="1546225"/>
          <p14:tracePt t="7080" x="5322888" y="1535113"/>
          <p14:tracePt t="7088" x="5346700" y="1535113"/>
          <p14:tracePt t="7116" x="5359400" y="1535113"/>
          <p14:tracePt t="7141" x="5370513" y="1535113"/>
          <p14:tracePt t="7155" x="5383213" y="1535113"/>
          <p14:tracePt t="7161" x="5395913" y="1535113"/>
          <p14:tracePt t="7166" x="5408613" y="1546225"/>
          <p14:tracePt t="7176" x="5419725" y="1546225"/>
          <p14:tracePt t="7181" x="5432425" y="1546225"/>
          <p14:tracePt t="7187" x="5445125" y="1558925"/>
          <p14:tracePt t="7197" x="5456238" y="1571625"/>
          <p14:tracePt t="7206" x="5468938" y="1571625"/>
          <p14:tracePt t="7214" x="5468938" y="1584325"/>
          <p14:tracePt t="7369" x="5468938" y="1595438"/>
          <p14:tracePt t="7396" x="5481638" y="1595438"/>
          <p14:tracePt t="7436" x="5481638" y="1608138"/>
          <p14:tracePt t="7496" x="5481638" y="1620838"/>
          <p14:tracePt t="7506" x="5481638" y="1631950"/>
          <p14:tracePt t="7516" x="5481638" y="1644650"/>
          <p14:tracePt t="7526" x="5468938" y="1644650"/>
          <p14:tracePt t="7534" x="5456238" y="1657350"/>
          <p14:tracePt t="7541" x="5456238" y="1668463"/>
          <p14:tracePt t="7547" x="5445125" y="1681163"/>
          <p14:tracePt t="7556" x="5432425" y="1693863"/>
          <p14:tracePt t="7561" x="5432425" y="1704975"/>
          <p14:tracePt t="7566" x="5419725" y="1704975"/>
          <p14:tracePt t="7579" x="5419725" y="1717675"/>
          <p14:tracePt t="7587" x="5419725" y="1730375"/>
          <p14:tracePt t="7596" x="5408613" y="1730375"/>
          <p14:tracePt t="7606" x="5408613" y="1741488"/>
          <p14:tracePt t="7614" x="5395913" y="1741488"/>
          <p14:tracePt t="7622" x="5395913" y="1754188"/>
          <p14:tracePt t="7936" x="5395913" y="1741488"/>
          <p14:tracePt t="8041" x="5383213" y="1741488"/>
          <p14:tracePt t="8047" x="5370513" y="1741488"/>
          <p14:tracePt t="8047" x="5359400" y="1741488"/>
          <p14:tracePt t="8056" x="5346700" y="1741488"/>
          <p14:tracePt t="8061" x="5334000" y="1730375"/>
          <p14:tracePt t="8067" x="5322888" y="1730375"/>
          <p14:tracePt t="8074" x="5310188" y="1730375"/>
          <p14:tracePt t="8078" x="5297488" y="1717675"/>
          <p14:tracePt t="8087" x="5273675" y="1717675"/>
          <p14:tracePt t="8095" x="5260975" y="1717675"/>
          <p14:tracePt t="8104" x="5237163" y="1717675"/>
          <p14:tracePt t="8112" x="5224463" y="1704975"/>
          <p14:tracePt t="8121" x="5200650" y="1693863"/>
          <p14:tracePt t="8128" x="5176838" y="1681163"/>
          <p14:tracePt t="8141" x="5164138" y="1681163"/>
          <p14:tracePt t="8146" x="5151438" y="1681163"/>
          <p14:tracePt t="8153" x="5140325" y="1681163"/>
          <p14:tracePt t="8161" x="5114925" y="1668463"/>
          <p14:tracePt t="8170" x="5114925" y="1657350"/>
          <p14:tracePt t="8179" x="5091113" y="1657350"/>
          <p14:tracePt t="8187" x="5078413" y="1657350"/>
          <p14:tracePt t="8195" x="5067300" y="1657350"/>
          <p14:tracePt t="8196" x="5054600" y="1657350"/>
          <p14:tracePt t="8216" x="5041900" y="1657350"/>
          <p14:tracePt t="8234" x="5030788" y="1657350"/>
          <p14:tracePt t="8246" x="5018088" y="1644650"/>
          <p14:tracePt t="8266" x="5005388" y="1644650"/>
          <p14:tracePt t="8274" x="4994275" y="1644650"/>
          <p14:tracePt t="8281" x="4994275" y="1631950"/>
          <p14:tracePt t="8286" x="4981575" y="1631950"/>
          <p14:tracePt t="8288" x="4968875" y="1631950"/>
          <p14:tracePt t="8296" x="4957763" y="1631950"/>
          <p14:tracePt t="8306" x="4945063" y="1631950"/>
          <p14:tracePt t="8312" x="4945063" y="1620838"/>
          <p14:tracePt t="8320" x="4932363" y="1620838"/>
          <p14:tracePt t="8328" x="4895850" y="1620838"/>
          <p14:tracePt t="8341" x="4884738" y="1620838"/>
          <p14:tracePt t="8346" x="4872038" y="1620838"/>
          <p14:tracePt t="8356" x="4859338" y="1620838"/>
          <p14:tracePt t="8361" x="4859338" y="1608138"/>
          <p14:tracePt t="8370" x="4848225" y="1608138"/>
          <p14:tracePt t="8379" x="4835525" y="1608138"/>
          <p14:tracePt t="8386" x="4822825" y="1608138"/>
          <p14:tracePt t="8395" x="4799013" y="1595438"/>
          <p14:tracePt t="8403" x="4786313" y="1595438"/>
          <p14:tracePt t="8411" x="4762500" y="1595438"/>
          <p14:tracePt t="8420" x="4749800" y="1595438"/>
          <p14:tracePt t="8428" x="4738688" y="1595438"/>
          <p14:tracePt t="8441" x="4725988" y="1595438"/>
          <p14:tracePt t="8456" x="4713288" y="1595438"/>
          <p14:tracePt t="8467" x="4702175" y="1595438"/>
          <p14:tracePt t="8481" x="4689475" y="1584325"/>
          <p14:tracePt t="8496" x="4676775" y="1584325"/>
          <p14:tracePt t="8501" x="4665663" y="1584325"/>
          <p14:tracePt t="8506" x="4652963" y="1584325"/>
          <p14:tracePt t="8516" x="4640263" y="1584325"/>
          <p14:tracePt t="8521" x="4616450" y="1584325"/>
          <p14:tracePt t="8529" x="4603750" y="1584325"/>
          <p14:tracePt t="8537" x="4579938" y="1584325"/>
          <p14:tracePt t="8546" x="4567238" y="1584325"/>
          <p14:tracePt t="8554" x="4554538" y="1584325"/>
          <p14:tracePt t="8561" x="4543425" y="1584325"/>
          <p14:tracePt t="8570" x="4530725" y="1584325"/>
          <p14:tracePt t="8578" x="4518025" y="1584325"/>
          <p14:tracePt t="8587" x="4494213" y="1584325"/>
          <p14:tracePt t="8595" x="4481513" y="1584325"/>
          <p14:tracePt t="8603" x="4470400" y="1571625"/>
          <p14:tracePt t="8611" x="4445000" y="1571625"/>
          <p14:tracePt t="8620" x="4421188" y="1571625"/>
          <p14:tracePt t="8628" x="4384675" y="1571625"/>
          <p14:tracePt t="8636" x="4348163" y="1571625"/>
          <p14:tracePt t="8645" x="4324350" y="1571625"/>
          <p14:tracePt t="8653" x="4287838" y="1571625"/>
          <p14:tracePt t="8661" x="4251325" y="1571625"/>
          <p14:tracePt t="8669" x="4189413" y="1558925"/>
          <p14:tracePt t="8678" x="4152900" y="1558925"/>
          <p14:tracePt t="8686" x="4129088" y="1558925"/>
          <p14:tracePt t="8687" x="4092575" y="1558925"/>
          <p14:tracePt t="8694" x="4056063" y="1558925"/>
          <p14:tracePt t="8703" x="4006850" y="1558925"/>
          <p14:tracePt t="8711" x="3959225" y="1558925"/>
          <p14:tracePt t="8719" x="3897313" y="1558925"/>
          <p14:tracePt t="8728" x="3787775" y="1558925"/>
          <p14:tracePt t="8736" x="3738563" y="1558925"/>
          <p14:tracePt t="8744" x="3654425" y="1558925"/>
          <p14:tracePt t="8753" x="3556000" y="1558925"/>
          <p14:tracePt t="8761" x="3482975" y="1558925"/>
          <p14:tracePt t="8769" x="3446463" y="1558925"/>
          <p14:tracePt t="8778" x="3276600" y="1546225"/>
          <p14:tracePt t="8786" x="3252788" y="1546225"/>
          <p14:tracePt t="8787" x="3167063" y="1546225"/>
          <p14:tracePt t="8795" x="3141663" y="1546225"/>
          <p14:tracePt t="8803" x="3068638" y="1546225"/>
          <p14:tracePt t="8811" x="3008313" y="1546225"/>
          <p14:tracePt t="8820" x="2959100" y="1546225"/>
          <p14:tracePt t="8828" x="2911475" y="1546225"/>
          <p14:tracePt t="8836" x="2898775" y="1546225"/>
          <p14:tracePt t="8837" x="2886075" y="1546225"/>
          <p14:tracePt t="8847" x="2874963" y="1546225"/>
          <p14:tracePt t="8862" x="2862263" y="1546225"/>
          <p14:tracePt t="8886" x="2849563" y="1546225"/>
          <p14:tracePt t="8887" x="2838450" y="1546225"/>
          <p14:tracePt t="8901" x="2825750" y="1546225"/>
          <p14:tracePt t="8914" x="2813050" y="1546225"/>
          <p14:tracePt t="8916" x="2801938" y="1546225"/>
          <p14:tracePt t="8934" x="2789238" y="1546225"/>
          <p14:tracePt t="8936" x="2776538" y="1546225"/>
          <p14:tracePt t="8946" x="2765425" y="1546225"/>
          <p14:tracePt t="9006" x="2752725" y="1546225"/>
          <p14:tracePt t="9166" x="2740025" y="1546225"/>
          <p14:tracePt t="9206" x="2728913" y="1546225"/>
          <p14:tracePt t="9208" x="2728913" y="1558925"/>
          <p14:tracePt t="9214" x="2716213" y="1558925"/>
          <p14:tracePt t="9226" x="2703513" y="1558925"/>
          <p14:tracePt t="9228" x="2703513" y="1571625"/>
          <p14:tracePt t="9241" x="2692400" y="1571625"/>
          <p14:tracePt t="9249" x="2679700" y="1571625"/>
          <p14:tracePt t="9266" x="2667000" y="1571625"/>
          <p14:tracePt t="9276" x="2667000" y="1584325"/>
          <p14:tracePt t="9281" x="2655888" y="1584325"/>
          <p14:tracePt t="9296" x="2643188" y="1584325"/>
          <p14:tracePt t="9314" x="2643188" y="1595438"/>
          <p14:tracePt t="9334" x="2630488" y="1595438"/>
          <p14:tracePt t="9369" x="2619375" y="1595438"/>
          <p14:tracePt t="10101" x="2606675" y="1595438"/>
          <p14:tracePt t="10106" x="2593975" y="1595438"/>
          <p14:tracePt t="10110" x="2582863" y="1595438"/>
          <p14:tracePt t="10118" x="2570163" y="1608138"/>
          <p14:tracePt t="10127" x="2557463" y="1608138"/>
          <p14:tracePt t="10135" x="2533650" y="1608138"/>
          <p14:tracePt t="10143" x="2508250" y="1608138"/>
          <p14:tracePt t="10152" x="2497138" y="1620838"/>
          <p14:tracePt t="10160" x="2471738" y="1620838"/>
          <p14:tracePt t="10168" x="2447925" y="1620838"/>
          <p14:tracePt t="10176" x="2435225" y="1620838"/>
          <p14:tracePt t="10185" x="2424113" y="1631950"/>
          <p14:tracePt t="10193" x="2398713" y="1631950"/>
          <p14:tracePt t="10201" x="2374900" y="1644650"/>
          <p14:tracePt t="10210" x="2338388" y="1657350"/>
          <p14:tracePt t="10218" x="2314575" y="1657350"/>
          <p14:tracePt t="10227" x="2301875" y="1657350"/>
          <p14:tracePt t="10235" x="2278063" y="1668463"/>
          <p14:tracePt t="10243" x="2252663" y="1668463"/>
          <p14:tracePt t="10251" x="2241550" y="1681163"/>
          <p14:tracePt t="10260" x="2216150" y="1681163"/>
          <p14:tracePt t="10268" x="2192338" y="1681163"/>
          <p14:tracePt t="10276" x="2179638" y="1693863"/>
          <p14:tracePt t="10285" x="2155825" y="1704975"/>
          <p14:tracePt t="10293" x="2143125" y="1704975"/>
          <p14:tracePt t="10301" x="2119313" y="1704975"/>
          <p14:tracePt t="10310" x="2106613" y="1704975"/>
          <p14:tracePt t="10318" x="2082800" y="1717675"/>
          <p14:tracePt t="10329" x="2070100" y="1717675"/>
          <p14:tracePt t="10334" x="2058988" y="1717675"/>
          <p14:tracePt t="10343" x="2046288" y="1717675"/>
          <p14:tracePt t="10351" x="2022475" y="1730375"/>
          <p14:tracePt t="10359" x="2009775" y="1741488"/>
          <p14:tracePt t="10368" x="1997075" y="1741488"/>
          <p14:tracePt t="10376" x="1985963" y="1741488"/>
          <p14:tracePt t="10385" x="1973263" y="1741488"/>
          <p14:tracePt t="10393" x="1960563" y="1754188"/>
          <p14:tracePt t="10401" x="1949450" y="1754188"/>
          <p14:tracePt t="10410" x="1936750" y="1766888"/>
          <p14:tracePt t="10421" x="1924050" y="1778000"/>
          <p14:tracePt t="10429" x="1912938" y="1778000"/>
          <p14:tracePt t="10436" x="1900238" y="1778000"/>
          <p14:tracePt t="10454" x="1887538" y="1790700"/>
          <p14:tracePt t="10456" x="1876425" y="1790700"/>
          <p14:tracePt t="10466" x="1876425" y="1803400"/>
          <p14:tracePt t="10468" x="1863725" y="1803400"/>
          <p14:tracePt t="10481" x="1851025" y="1803400"/>
          <p14:tracePt t="10486" x="1851025" y="1814513"/>
          <p14:tracePt t="10494" x="1839913" y="1814513"/>
          <p14:tracePt t="10501" x="1839913" y="1827213"/>
          <p14:tracePt t="10509" x="1814513" y="1839913"/>
          <p14:tracePt t="10521" x="1814513" y="1851025"/>
          <p14:tracePt t="10527" x="1790700" y="1863725"/>
          <p14:tracePt t="10541" x="1778000" y="1863725"/>
          <p14:tracePt t="10546" x="1778000" y="1876425"/>
          <p14:tracePt t="10551" x="1778000" y="1887538"/>
          <p14:tracePt t="10560" x="1754188" y="1887538"/>
          <p14:tracePt t="10568" x="1754188" y="1900238"/>
          <p14:tracePt t="10576" x="1741488" y="1900238"/>
          <p14:tracePt t="10585" x="1741488" y="1912938"/>
          <p14:tracePt t="10596" x="1728788" y="1924050"/>
          <p14:tracePt t="10614" x="1717675" y="1936750"/>
          <p14:tracePt t="10616" x="1717675" y="1949450"/>
          <p14:tracePt t="10621" x="1704975" y="1949450"/>
          <p14:tracePt t="10627" x="1692275" y="1960563"/>
          <p14:tracePt t="10636" x="1692275" y="1973263"/>
          <p14:tracePt t="10643" x="1692275" y="1985963"/>
          <p14:tracePt t="10651" x="1668463" y="1985963"/>
          <p14:tracePt t="10659" x="1668463" y="2009775"/>
          <p14:tracePt t="10668" x="1655763" y="2033588"/>
          <p14:tracePt t="10676" x="1644650" y="2046288"/>
          <p14:tracePt t="10685" x="1631950" y="2058988"/>
          <p14:tracePt t="10693" x="1631950" y="2070100"/>
          <p14:tracePt t="10701" x="1619250" y="2095500"/>
          <p14:tracePt t="10702" x="1608138" y="2106613"/>
          <p14:tracePt t="10714" x="1608138" y="2119313"/>
          <p14:tracePt t="10718" x="1608138" y="2132013"/>
          <p14:tracePt t="10726" x="1595438" y="2132013"/>
          <p14:tracePt t="10734" x="1595438" y="2143125"/>
          <p14:tracePt t="10743" x="1582738" y="2168525"/>
          <p14:tracePt t="10751" x="1571625" y="2168525"/>
          <p14:tracePt t="10761" x="1571625" y="2179638"/>
          <p14:tracePt t="10769" x="1571625" y="2192338"/>
          <p14:tracePt t="10786" x="1571625" y="2205038"/>
          <p14:tracePt t="10787" x="1558925" y="2217738"/>
          <p14:tracePt t="10794" x="1558925" y="2228850"/>
          <p14:tracePt t="10801" x="1546225" y="2228850"/>
          <p14:tracePt t="10809" x="1546225" y="2254250"/>
          <p14:tracePt t="10818" x="1535113" y="2278063"/>
          <p14:tracePt t="10826" x="1535113" y="2290763"/>
          <p14:tracePt t="10827" x="1535113" y="2301875"/>
          <p14:tracePt t="10835" x="1522413" y="2327275"/>
          <p14:tracePt t="10842" x="1509713" y="2327275"/>
          <p14:tracePt t="10851" x="1509713" y="2363788"/>
          <p14:tracePt t="10859" x="1509713" y="2374900"/>
          <p14:tracePt t="10867" x="1485900" y="2411413"/>
          <p14:tracePt t="10876" x="1473200" y="2436813"/>
          <p14:tracePt t="10884" x="1473200" y="2460625"/>
          <p14:tracePt t="10892" x="1462088" y="2473325"/>
          <p14:tracePt t="10901" x="1449388" y="2497138"/>
          <p14:tracePt t="10901" x="1449388" y="2509838"/>
          <p14:tracePt t="10909" x="1436688" y="2533650"/>
          <p14:tracePt t="10917" x="1436688" y="2570163"/>
          <p14:tracePt t="10926" x="1436688" y="2582863"/>
          <p14:tracePt t="10934" x="1425575" y="2606675"/>
          <p14:tracePt t="10942" x="1412875" y="2630488"/>
          <p14:tracePt t="10951" x="1400175" y="2643188"/>
          <p14:tracePt t="10959" x="1400175" y="2679700"/>
          <p14:tracePt t="10967" x="1400175" y="2692400"/>
          <p14:tracePt t="10976" x="1400175" y="2716213"/>
          <p14:tracePt t="10976" x="1400175" y="2728913"/>
          <p14:tracePt t="10984" x="1400175" y="2740025"/>
          <p14:tracePt t="10992" x="1389063" y="2752725"/>
          <p14:tracePt t="11001" x="1389063" y="2765425"/>
          <p14:tracePt t="11002" x="1389063" y="2776538"/>
          <p14:tracePt t="11022" x="1389063" y="2789238"/>
          <p14:tracePt t="11041" x="1389063" y="2801938"/>
          <p14:tracePt t="11357" x="1376363" y="2814638"/>
          <p14:tracePt t="11361" x="1376363" y="2825750"/>
          <p14:tracePt t="11367" x="1376363" y="2838450"/>
          <p14:tracePt t="11376" x="1363663" y="2862263"/>
          <p14:tracePt t="11384" x="1363663" y="2874963"/>
          <p14:tracePt t="11392" x="1352550" y="2898775"/>
          <p14:tracePt t="11401" x="1339850" y="2924175"/>
          <p14:tracePt t="11409" x="1327150" y="2960688"/>
          <p14:tracePt t="11417" x="1327150" y="2984500"/>
          <p14:tracePt t="11426" x="1327150" y="2997200"/>
          <p14:tracePt t="11434" x="1327150" y="3021013"/>
          <p14:tracePt t="11442" x="1327150" y="3044825"/>
          <p14:tracePt t="11450" x="1327150" y="3057525"/>
          <p14:tracePt t="11458" x="1327150" y="3081338"/>
          <p14:tracePt t="11469" x="1327150" y="3094038"/>
          <p14:tracePt t="11475" x="1327150" y="3106738"/>
          <p14:tracePt t="11483" x="1327150" y="3117850"/>
          <p14:tracePt t="11492" x="1327150" y="3130550"/>
          <p14:tracePt t="11500" x="1327150" y="3143250"/>
          <p14:tracePt t="11509" x="1327150" y="3167063"/>
          <p14:tracePt t="11517" x="1327150" y="3179763"/>
          <p14:tracePt t="11526" x="1327150" y="3190875"/>
          <p14:tracePt t="11534" x="1339850" y="3190875"/>
          <p14:tracePt t="11542" x="1339850" y="3203575"/>
          <p14:tracePt t="11550" x="1339850" y="3227388"/>
          <p14:tracePt t="11558" x="1352550" y="3227388"/>
          <p14:tracePt t="11567" x="1352550" y="3240088"/>
          <p14:tracePt t="11575" x="1352550" y="3252788"/>
          <p14:tracePt t="11583" x="1352550" y="3263900"/>
          <p14:tracePt t="11592" x="1363663" y="3289300"/>
          <p14:tracePt t="11600" x="1376363" y="3313113"/>
          <p14:tracePt t="11608" x="1376363" y="3349625"/>
          <p14:tracePt t="11617" x="1400175" y="3373438"/>
          <p14:tracePt t="11625" x="1400175" y="3398838"/>
          <p14:tracePt t="11633" x="1425575" y="3435350"/>
          <p14:tracePt t="11642" x="1449388" y="3495675"/>
          <p14:tracePt t="11650" x="1473200" y="3532188"/>
          <p14:tracePt t="11658" x="1498600" y="3581400"/>
          <p14:tracePt t="11667" x="1522413" y="3630613"/>
          <p14:tracePt t="11675" x="1558925" y="3690938"/>
          <p14:tracePt t="11683" x="1582738" y="3727450"/>
          <p14:tracePt t="11692" x="1619250" y="3776663"/>
          <p14:tracePt t="11700" x="1655763" y="3813175"/>
          <p14:tracePt t="11708" x="1704975" y="3873500"/>
          <p14:tracePt t="11717" x="1754188" y="3910013"/>
          <p14:tracePt t="11725" x="1765300" y="3933825"/>
          <p14:tracePt t="11733" x="1814513" y="3959225"/>
          <p14:tracePt t="11742" x="1863725" y="4019550"/>
          <p14:tracePt t="11750" x="1900238" y="4043363"/>
          <p14:tracePt t="11758" x="1924050" y="4081463"/>
          <p14:tracePt t="11766" x="1960563" y="4105275"/>
          <p14:tracePt t="11775" x="1985963" y="4129088"/>
          <p14:tracePt t="11783" x="2009775" y="4141788"/>
          <p14:tracePt t="11792" x="2033588" y="4178300"/>
          <p14:tracePt t="11800" x="2058988" y="4191000"/>
          <p14:tracePt t="11808" x="2132013" y="4251325"/>
          <p14:tracePt t="11816" x="2168525" y="4275138"/>
          <p14:tracePt t="11825" x="2179638" y="4300538"/>
          <p14:tracePt t="11833" x="2228850" y="4324350"/>
          <p14:tracePt t="11834" x="2252663" y="4337050"/>
          <p14:tracePt t="11841" x="2278063" y="4384675"/>
          <p14:tracePt t="11850" x="2325688" y="4410075"/>
          <p14:tracePt t="11858" x="2362200" y="4433888"/>
          <p14:tracePt t="11866" x="2411413" y="4470400"/>
          <p14:tracePt t="11875" x="2435225" y="4483100"/>
          <p14:tracePt t="11883" x="2447925" y="4494213"/>
          <p14:tracePt t="11891" x="2471738" y="4506913"/>
          <p14:tracePt t="11900" x="2484438" y="4519613"/>
          <p14:tracePt t="11908" x="2533650" y="4530725"/>
          <p14:tracePt t="11916" x="2582863" y="4543425"/>
          <p14:tracePt t="11925" x="2606675" y="4556125"/>
          <p14:tracePt t="11934" x="2692400" y="4579938"/>
          <p14:tracePt t="11941" x="2728913" y="4592638"/>
          <p14:tracePt t="11950" x="2874963" y="4616450"/>
          <p14:tracePt t="11958" x="2959100" y="4640263"/>
          <p14:tracePt t="11967" x="3081338" y="4678363"/>
          <p14:tracePt t="11975" x="3105150" y="4689475"/>
          <p14:tracePt t="11983" x="3178175" y="4702175"/>
          <p14:tracePt t="11991" x="3227388" y="4725988"/>
          <p14:tracePt t="12000" x="3276600" y="4738688"/>
          <p14:tracePt t="12008" x="3349625" y="4751388"/>
          <p14:tracePt t="12016" x="3398838" y="4762500"/>
          <p14:tracePt t="12025" x="3435350" y="4775200"/>
          <p14:tracePt t="12033" x="3508375" y="4799013"/>
          <p14:tracePt t="12041" x="3605213" y="4811713"/>
          <p14:tracePt t="12050" x="3800475" y="4824413"/>
          <p14:tracePt t="12058" x="3946525" y="4835525"/>
          <p14:tracePt t="12066" x="4006850" y="4835525"/>
          <p14:tracePt t="12067" x="4141788" y="4848225"/>
          <p14:tracePt t="12074" x="4178300" y="4848225"/>
          <p14:tracePt t="12083" x="4275138" y="4848225"/>
          <p14:tracePt t="12091" x="4335463" y="4848225"/>
          <p14:tracePt t="12100" x="4384675" y="4848225"/>
          <p14:tracePt t="12108" x="4445000" y="4848225"/>
          <p14:tracePt t="12116" x="4457700" y="4848225"/>
          <p14:tracePt t="12125" x="4494213" y="4824413"/>
          <p14:tracePt t="12133" x="4543425" y="4799013"/>
          <p14:tracePt t="12141" x="4579938" y="4775200"/>
          <p14:tracePt t="12142" x="4616450" y="4751388"/>
          <p14:tracePt t="12149" x="4689475" y="4702175"/>
          <p14:tracePt t="12158" x="4749800" y="4652963"/>
          <p14:tracePt t="12166" x="4775200" y="4640263"/>
          <p14:tracePt t="12174" x="4835525" y="4592638"/>
          <p14:tracePt t="12183" x="4872038" y="4567238"/>
          <p14:tracePt t="12191" x="4895850" y="4530725"/>
          <p14:tracePt t="12200" x="4908550" y="4519613"/>
          <p14:tracePt t="12208" x="4932363" y="4494213"/>
          <p14:tracePt t="12216" x="4932363" y="4483100"/>
          <p14:tracePt t="12224" x="4945063" y="4457700"/>
          <p14:tracePt t="12233" x="4968875" y="4421188"/>
          <p14:tracePt t="12241" x="5005388" y="4360863"/>
          <p14:tracePt t="12250" x="5018088" y="4311650"/>
          <p14:tracePt t="12258" x="5041900" y="4238625"/>
          <p14:tracePt t="12266" x="5054600" y="4202113"/>
          <p14:tracePt t="12274" x="5067300" y="4129088"/>
          <p14:tracePt t="12283" x="5091113" y="4006850"/>
          <p14:tracePt t="12291" x="5103813" y="3933825"/>
          <p14:tracePt t="12299" x="5114925" y="3849688"/>
          <p14:tracePt t="12308" x="5127625" y="3751263"/>
          <p14:tracePt t="12316" x="5140325" y="3714750"/>
          <p14:tracePt t="12324" x="5164138" y="3654425"/>
          <p14:tracePt t="12333" x="5187950" y="3581400"/>
          <p14:tracePt t="12341" x="5224463" y="3508375"/>
          <p14:tracePt t="12342" x="5249863" y="3471863"/>
          <p14:tracePt t="12350" x="5297488" y="3386138"/>
          <p14:tracePt t="12358" x="5322888" y="3313113"/>
          <p14:tracePt t="12366" x="5322888" y="3289300"/>
          <p14:tracePt t="12374" x="5322888" y="3216275"/>
          <p14:tracePt t="12383" x="5334000" y="3130550"/>
          <p14:tracePt t="12391" x="5334000" y="3070225"/>
          <p14:tracePt t="12399" x="5334000" y="2997200"/>
          <p14:tracePt t="12408" x="5334000" y="2887663"/>
          <p14:tracePt t="12416" x="5334000" y="2851150"/>
          <p14:tracePt t="12424" x="5322888" y="2765425"/>
          <p14:tracePt t="12433" x="5286375" y="2703513"/>
          <p14:tracePt t="12441" x="5237163" y="2630488"/>
          <p14:tracePt t="12442" x="5213350" y="2593975"/>
          <p14:tracePt t="12449" x="5151438" y="2533650"/>
          <p14:tracePt t="12458" x="5091113" y="2473325"/>
          <p14:tracePt t="12466" x="5030788" y="2436813"/>
          <p14:tracePt t="12467" x="4932363" y="2351088"/>
          <p14:tracePt t="12475" x="4884738" y="2327275"/>
          <p14:tracePt t="12483" x="4762500" y="2241550"/>
          <p14:tracePt t="12491" x="4616450" y="2179638"/>
          <p14:tracePt t="12499" x="4457700" y="2106613"/>
          <p14:tracePt t="12507" x="4225925" y="2009775"/>
          <p14:tracePt t="12516" x="4141788" y="1973263"/>
          <p14:tracePt t="12517" x="4068763" y="1949450"/>
          <p14:tracePt t="12524" x="4006850" y="1936750"/>
          <p14:tracePt t="12533" x="3873500" y="1912938"/>
          <p14:tracePt t="12541" x="3738563" y="1876425"/>
          <p14:tracePt t="12549" x="3581400" y="1863725"/>
          <p14:tracePt t="12558" x="3495675" y="1863725"/>
          <p14:tracePt t="12566" x="3446463" y="1863725"/>
          <p14:tracePt t="12567" x="3373438" y="1863725"/>
          <p14:tracePt t="12575" x="3336925" y="1863725"/>
          <p14:tracePt t="12582" x="3252788" y="1863725"/>
          <p14:tracePt t="12591" x="3130550" y="1887538"/>
          <p14:tracePt t="12599" x="3008313" y="1949450"/>
          <p14:tracePt t="12607" x="2789238" y="2033588"/>
          <p14:tracePt t="12616" x="2606675" y="2106613"/>
          <p14:tracePt t="12624" x="2520950" y="2143125"/>
          <p14:tracePt t="12632" x="2338388" y="2241550"/>
          <p14:tracePt t="12641" x="2143125" y="2327275"/>
          <p14:tracePt t="12642" x="2033588" y="2374900"/>
          <p14:tracePt t="12649" x="1839913" y="2484438"/>
          <p14:tracePt t="12658" x="1631950" y="2593975"/>
          <p14:tracePt t="12666" x="1546225" y="2655888"/>
          <p14:tracePt t="12666" x="1449388" y="2716213"/>
          <p14:tracePt t="12674" x="1363663" y="2765425"/>
          <p14:tracePt t="12682" x="1133475" y="2911475"/>
          <p14:tracePt t="12691" x="1022350" y="2997200"/>
          <p14:tracePt t="12699" x="949325" y="3070225"/>
          <p14:tracePt t="12707" x="901700" y="3143250"/>
          <p14:tracePt t="12716" x="852488" y="3203575"/>
          <p14:tracePt t="12716" x="839788" y="3240088"/>
          <p14:tracePt t="12724" x="839788" y="3263900"/>
          <p14:tracePt t="12732" x="815975" y="3313113"/>
          <p14:tracePt t="12741" x="803275" y="3336925"/>
          <p14:tracePt t="12741" x="803275" y="3373438"/>
          <p14:tracePt t="12749" x="803275" y="3409950"/>
          <p14:tracePt t="12757" x="803275" y="3435350"/>
          <p14:tracePt t="12766" x="803275" y="3459163"/>
          <p14:tracePt t="12766" x="815975" y="3495675"/>
          <p14:tracePt t="12767" x="828675" y="3521075"/>
          <p14:tracePt t="12774" x="852488" y="3532188"/>
          <p14:tracePt t="12782" x="889000" y="3594100"/>
          <p14:tracePt t="12791" x="949325" y="3630613"/>
          <p14:tracePt t="12799" x="1071563" y="3690938"/>
          <p14:tracePt t="12807" x="1279525" y="3763963"/>
          <p14:tracePt t="12808" x="1412875" y="3813175"/>
          <p14:tracePt t="12816" x="1741488" y="3897313"/>
          <p14:tracePt t="12824" x="1949450" y="3946525"/>
          <p14:tracePt t="12832" x="2362200" y="4032250"/>
          <p14:tracePt t="12840" x="2849563" y="4105275"/>
          <p14:tracePt t="12849" x="3592513" y="4227513"/>
          <p14:tracePt t="12857" x="4019550" y="4275138"/>
          <p14:tracePt t="12866" x="4214813" y="4287838"/>
          <p14:tracePt t="12874" x="4652963" y="4337050"/>
          <p14:tracePt t="12882" x="4799013" y="4337050"/>
          <p14:tracePt t="12891" x="4835525" y="4337050"/>
          <p14:tracePt t="12954" x="4835525" y="4324350"/>
          <p14:tracePt t="12956" x="4835525" y="4311650"/>
          <p14:tracePt t="12969" x="4835525" y="4300538"/>
          <p14:tracePt t="12974" x="4822825" y="4300538"/>
          <p14:tracePt t="12982" x="4811713" y="4275138"/>
          <p14:tracePt t="12990" x="4799013" y="4264025"/>
          <p14:tracePt t="12999" x="4786313" y="4251325"/>
          <p14:tracePt t="13007" x="4762500" y="4227513"/>
          <p14:tracePt t="13015" x="4725988" y="4202113"/>
          <p14:tracePt t="13024" x="4702175" y="4191000"/>
          <p14:tracePt t="13032" x="4665663" y="4165600"/>
          <p14:tracePt t="13040" x="4627563" y="4154488"/>
          <p14:tracePt t="13049" x="4579938" y="4117975"/>
          <p14:tracePt t="13057" x="4554538" y="4105275"/>
          <p14:tracePt t="13065" x="4543425" y="4105275"/>
          <p14:tracePt t="13074" x="4518025" y="4092575"/>
          <p14:tracePt t="13075" x="4506913" y="4092575"/>
          <p14:tracePt t="13086" x="4494213" y="4092575"/>
          <p14:tracePt t="13096" x="4481513" y="4092575"/>
          <p14:tracePt t="13181" x="4470400" y="4092575"/>
          <p14:tracePt t="13352" x="4481513" y="4092575"/>
          <p14:tracePt t="13357" x="4494213" y="4092575"/>
          <p14:tracePt t="13361" x="4518025" y="4092575"/>
          <p14:tracePt t="13366" x="4543425" y="4092575"/>
          <p14:tracePt t="13374" x="4567238" y="4092575"/>
          <p14:tracePt t="13382" x="4652963" y="4092575"/>
          <p14:tracePt t="13390" x="4775200" y="4092575"/>
          <p14:tracePt t="13399" x="4908550" y="4105275"/>
          <p14:tracePt t="13407" x="5091113" y="4117975"/>
          <p14:tracePt t="13408" x="5176838" y="4117975"/>
          <p14:tracePt t="13415" x="5286375" y="4129088"/>
          <p14:tracePt t="13423" x="5468938" y="4154488"/>
          <p14:tracePt t="13432" x="5614988" y="4165600"/>
          <p14:tracePt t="13440" x="5737225" y="4178300"/>
          <p14:tracePt t="13448" x="5810250" y="4191000"/>
          <p14:tracePt t="13456" x="5821363" y="4191000"/>
          <p14:tracePt t="13506" x="5834063" y="4191000"/>
          <p14:tracePt t="13516" x="5857875" y="4191000"/>
          <p14:tracePt t="13523" x="5870575" y="4191000"/>
          <p14:tracePt t="13531" x="5894388" y="4191000"/>
          <p14:tracePt t="13540" x="5919788" y="4191000"/>
          <p14:tracePt t="13548" x="5943600" y="4191000"/>
          <p14:tracePt t="13557" x="5956300" y="4191000"/>
          <p14:tracePt t="13614" x="5967413" y="4191000"/>
          <p14:tracePt t="13634" x="5980113" y="4191000"/>
          <p14:tracePt t="13636" x="5992813" y="4191000"/>
          <p14:tracePt t="13641" x="6003925" y="4191000"/>
          <p14:tracePt t="13648" x="6029325" y="4191000"/>
          <p14:tracePt t="13657" x="6040438" y="4191000"/>
          <p14:tracePt t="13658" x="6053138" y="4191000"/>
          <p14:tracePt t="13665" x="6065838" y="4191000"/>
          <p14:tracePt t="13674" x="6076950" y="4191000"/>
          <p14:tracePt t="13682" x="6076950" y="4202113"/>
          <p14:tracePt t="13698" x="6102350" y="4202113"/>
          <p14:tracePt t="13707" x="6126163" y="4202113"/>
          <p14:tracePt t="13715" x="6126163" y="4214813"/>
          <p14:tracePt t="13723" x="6162675" y="4214813"/>
          <p14:tracePt t="13731" x="6211888" y="4227513"/>
          <p14:tracePt t="13740" x="6261100" y="4227513"/>
          <p14:tracePt t="13748" x="6381750" y="4238625"/>
          <p14:tracePt t="13756" x="6527800" y="4238625"/>
          <p14:tracePt t="13765" x="6613525" y="4238625"/>
          <p14:tracePt t="13773" x="6808788" y="4238625"/>
          <p14:tracePt t="13781" x="7077075" y="4251325"/>
          <p14:tracePt t="13790" x="7564438" y="4264025"/>
          <p14:tracePt t="13798" x="7929563" y="4287838"/>
          <p14:tracePt t="13806" x="8135938" y="4300538"/>
          <p14:tracePt t="13815" x="8756650" y="4337050"/>
          <p14:tracePt t="13823" x="9183688" y="4348163"/>
          <p14:tracePt t="13832" x="9609138" y="4360863"/>
          <p14:tracePt t="13840" x="10048875" y="4384675"/>
          <p14:tracePt t="13848" x="10682288" y="4433888"/>
          <p14:tracePt t="13856" x="10864850" y="4433888"/>
          <p14:tracePt t="13865" x="11242675" y="4446588"/>
          <p14:tracePt t="13873" x="11571288" y="4470400"/>
          <p14:tracePt t="13881" x="11850688" y="4470400"/>
          <p14:tracePt t="13890" x="12142788" y="4483100"/>
          <p14:tracePt t="14007" x="12131675" y="4384675"/>
          <p14:tracePt t="14007" x="12095163" y="4360863"/>
          <p14:tracePt t="14014" x="12058650" y="4337050"/>
          <p14:tracePt t="14016" x="12045950" y="4337050"/>
          <p14:tracePt t="14023" x="12022138" y="4324350"/>
          <p14:tracePt t="14031" x="11960225" y="4300538"/>
          <p14:tracePt t="14039" x="11936413" y="4264025"/>
          <p14:tracePt t="14048" x="11923713" y="4227513"/>
          <p14:tracePt t="14056" x="11912600" y="4227513"/>
          <p14:tracePt t="14057" x="11912600" y="4202113"/>
          <p14:tracePt t="14064" x="11899900" y="4191000"/>
          <p14:tracePt t="14073" x="11899900" y="4178300"/>
          <p14:tracePt t="14081" x="11899900" y="4154488"/>
          <p14:tracePt t="14090" x="11899900" y="4105275"/>
          <p14:tracePt t="14098" x="11887200" y="4056063"/>
          <p14:tracePt t="14106" x="11887200" y="4032250"/>
          <p14:tracePt t="14114" x="11876088" y="3983038"/>
          <p14:tracePt t="14123" x="11863388" y="3897313"/>
          <p14:tracePt t="14131" x="11850688" y="3824288"/>
          <p14:tracePt t="14139" x="11850688" y="3763963"/>
          <p14:tracePt t="14147" x="11814175" y="3678238"/>
          <p14:tracePt t="14156" x="11814175" y="3641725"/>
          <p14:tracePt t="14164" x="11790363" y="3605213"/>
          <p14:tracePt t="14173" x="11777663" y="3557588"/>
          <p14:tracePt t="14181" x="11764963" y="3508375"/>
          <p14:tracePt t="14189" x="11764963" y="3495675"/>
          <p14:tracePt t="14198" x="11753850" y="3471863"/>
          <p14:tracePt t="14206" x="11741150" y="3471863"/>
          <p14:tracePt t="14215" x="11741150" y="3459163"/>
          <p14:tracePt t="14222" x="11741150" y="3448050"/>
          <p14:tracePt t="14231" x="11704638" y="3435350"/>
          <p14:tracePt t="14239" x="11680825" y="3422650"/>
          <p14:tracePt t="14248" x="11631613" y="3398838"/>
          <p14:tracePt t="14256" x="11607800" y="3373438"/>
          <p14:tracePt t="14257" x="11582400" y="3362325"/>
          <p14:tracePt t="14264" x="11558588" y="3336925"/>
          <p14:tracePt t="14273" x="11534775" y="3313113"/>
          <p14:tracePt t="14281" x="11485563" y="3289300"/>
          <p14:tracePt t="14289" x="11425238" y="3240088"/>
          <p14:tracePt t="14298" x="11412538" y="3216275"/>
          <p14:tracePt t="14306" x="11399838" y="3216275"/>
          <p14:tracePt t="14307" x="11376025" y="3179763"/>
          <p14:tracePt t="14315" x="11363325" y="3179763"/>
          <p14:tracePt t="14323" x="11352213" y="3143250"/>
          <p14:tracePt t="14331" x="11315700" y="3117850"/>
          <p14:tracePt t="14339" x="11303000" y="3106738"/>
          <p14:tracePt t="14347" x="11266488" y="3070225"/>
          <p14:tracePt t="14356" x="11242675" y="3044825"/>
          <p14:tracePt t="14364" x="11229975" y="3033713"/>
          <p14:tracePt t="14372" x="11217275" y="3008313"/>
          <p14:tracePt t="14381" x="11193463" y="2971800"/>
          <p14:tracePt t="14389" x="11180763" y="2960688"/>
          <p14:tracePt t="14398" x="11180763" y="2935288"/>
          <p14:tracePt t="14406" x="11180763" y="2924175"/>
          <p14:tracePt t="14407" x="11180763" y="2911475"/>
          <p14:tracePt t="14416" x="11169650" y="2898775"/>
          <p14:tracePt t="14422" x="11169650" y="2887663"/>
          <p14:tracePt t="14431" x="11169650" y="2874963"/>
          <p14:tracePt t="14439" x="11169650" y="2862263"/>
          <p14:tracePt t="14447" x="11169650" y="2851150"/>
          <p14:tracePt t="14456" x="11169650" y="2838450"/>
          <p14:tracePt t="14466" x="11169650" y="2825750"/>
          <p14:tracePt t="14474" x="11169650" y="2814638"/>
          <p14:tracePt t="14481" x="11169650" y="2801938"/>
          <p14:tracePt t="14481" x="11169650" y="2789238"/>
          <p14:tracePt t="14501" x="11169650" y="2776538"/>
          <p14:tracePt t="14516" x="11169650" y="2765425"/>
          <p14:tracePt t="14541" x="11169650" y="2752725"/>
          <p14:tracePt t="14556" x="11169650" y="2740025"/>
          <p14:tracePt t="14601" x="11169650" y="2728913"/>
          <p14:tracePt t="14621" x="11169650" y="2716213"/>
          <p14:tracePt t="14629" x="11169650" y="2703513"/>
          <p14:tracePt t="14641" x="11169650" y="2692400"/>
          <p14:tracePt t="14646" x="11169650" y="2679700"/>
          <p14:tracePt t="14654" x="11169650" y="2667000"/>
          <p14:tracePt t="14661" x="11169650" y="2655888"/>
          <p14:tracePt t="14666" x="11169650" y="2643188"/>
          <p14:tracePt t="14674" x="11180763" y="2643188"/>
          <p14:tracePt t="14681" x="11206163" y="2630488"/>
          <p14:tracePt t="14689" x="11229975" y="2606675"/>
          <p14:tracePt t="14697" x="11266488" y="2606675"/>
          <p14:tracePt t="14705" x="11279188" y="2593975"/>
          <p14:tracePt t="14714" x="11303000" y="2582863"/>
          <p14:tracePt t="14736" x="11315700" y="2582863"/>
          <p14:tracePt t="14846" x="11315700" y="2570163"/>
          <p14:tracePt t="14874" x="11326813" y="2570163"/>
          <p14:tracePt t="14961" x="11326813" y="2557463"/>
          <p14:tracePt t="14969" x="11339513" y="2557463"/>
          <p14:tracePt t="14981" x="11352213" y="2557463"/>
          <p14:tracePt t="14986" x="11352213" y="2546350"/>
          <p14:tracePt t="14996" x="11363325" y="2546350"/>
          <p14:tracePt t="15029" x="11363325" y="2533650"/>
          <p14:tracePt t="15094" x="11363325" y="2520950"/>
          <p14:tracePt t="15121" x="11363325" y="2509838"/>
          <p14:tracePt t="15209" x="11363325" y="2497138"/>
          <p14:tracePt t="15221" x="11363325" y="2484438"/>
          <p14:tracePt t="15234" x="11376025" y="2484438"/>
          <p14:tracePt t="15246" x="11376025" y="2473325"/>
          <p14:tracePt t="15269" x="11376025" y="2460625"/>
          <p14:tracePt t="15296" x="11376025" y="2447925"/>
          <p14:tracePt t="15354" x="11376025" y="2436813"/>
          <p14:tracePt t="15834" x="11388725" y="2436813"/>
          <p14:tracePt t="15846" x="11388725" y="2424113"/>
          <p14:tracePt t="15874" x="11399838" y="2424113"/>
          <p14:tracePt t="15896" x="11412538" y="2424113"/>
          <p14:tracePt t="15916" x="11425238" y="2424113"/>
          <p14:tracePt t="15934" x="11425238" y="2411413"/>
          <p14:tracePt t="15936" x="11436350" y="2411413"/>
          <p14:tracePt t="15954" x="11449050" y="2411413"/>
          <p14:tracePt t="15956" x="11449050" y="2400300"/>
          <p14:tracePt t="15969" x="11461750" y="2400300"/>
          <p14:tracePt t="15986" x="11472863" y="2400300"/>
          <p14:tracePt t="16221" x="11472863" y="2387600"/>
          <p14:tracePt t="16762" x="11461750" y="2387600"/>
          <p14:tracePt t="16796" x="11449050" y="2387600"/>
          <p14:tracePt t="16809" x="11436350" y="2387600"/>
          <p14:tracePt t="16834" x="11425238" y="2387600"/>
          <p14:tracePt t="16841" x="11412538" y="2387600"/>
          <p14:tracePt t="16849" x="11399838" y="2387600"/>
          <p14:tracePt t="16861" x="11388725" y="2387600"/>
          <p14:tracePt t="16866" x="11376025" y="2387600"/>
          <p14:tracePt t="16874" x="11363325" y="2387600"/>
          <p14:tracePt t="16878" x="11352213" y="2387600"/>
          <p14:tracePt t="16887" x="11339513" y="2387600"/>
          <p14:tracePt t="16888" x="11326813" y="2387600"/>
          <p14:tracePt t="16895" x="11315700" y="2387600"/>
          <p14:tracePt t="16906" x="11303000" y="2387600"/>
          <p14:tracePt t="16914" x="11290300" y="2387600"/>
          <p14:tracePt t="16920" x="11279188" y="2374900"/>
          <p14:tracePt t="16936" x="11266488" y="2374900"/>
          <p14:tracePt t="16941" x="11253788" y="2374900"/>
          <p14:tracePt t="16966" x="11242675" y="2374900"/>
          <p14:tracePt t="16974" x="11229975" y="2374900"/>
          <p14:tracePt t="16976" x="11217275" y="2363788"/>
          <p14:tracePt t="17001" x="11206163" y="2363788"/>
          <p14:tracePt t="17009" x="11193463" y="2363788"/>
          <p14:tracePt t="17030" x="11180763" y="2363788"/>
          <p14:tracePt t="17036" x="11169650" y="2363788"/>
          <p14:tracePt t="17046" x="11156950" y="2363788"/>
          <p14:tracePt t="17062" x="11144250" y="2363788"/>
          <p14:tracePt t="17066" x="11133138" y="2363788"/>
          <p14:tracePt t="17086" x="11120438" y="2363788"/>
          <p14:tracePt t="17094" x="11107738" y="2363788"/>
          <p14:tracePt t="17101" x="11095038" y="2363788"/>
          <p14:tracePt t="17114" x="11083925" y="2363788"/>
          <p14:tracePt t="17121" x="11071225" y="2363788"/>
          <p14:tracePt t="17127" x="11058525" y="2351088"/>
          <p14:tracePt t="17136" x="11047413" y="2351088"/>
          <p14:tracePt t="17146" x="11034713" y="2351088"/>
          <p14:tracePt t="17147" x="11022013" y="2351088"/>
          <p14:tracePt t="17154" x="11010900" y="2351088"/>
          <p14:tracePt t="17161" x="10998200" y="2351088"/>
          <p14:tracePt t="17170" x="10948988" y="2351088"/>
          <p14:tracePt t="17178" x="10925175" y="2351088"/>
          <p14:tracePt t="17186" x="10912475" y="2351088"/>
          <p14:tracePt t="17195" x="10875963" y="2351088"/>
          <p14:tracePt t="17203" x="10864850" y="2351088"/>
          <p14:tracePt t="17212" x="10839450" y="2351088"/>
          <p14:tracePt t="17220" x="10828338" y="2351088"/>
          <p14:tracePt t="17228" x="10815638" y="2351088"/>
          <p14:tracePt t="17256" x="10802938" y="2351088"/>
          <p14:tracePt t="17274" x="10791825" y="2351088"/>
          <p14:tracePt t="17286" x="10779125" y="2351088"/>
          <p14:tracePt t="17301" x="10766425" y="2351088"/>
          <p14:tracePt t="17314" x="10755313" y="2351088"/>
          <p14:tracePt t="17354" x="10742613" y="2351088"/>
          <p14:tracePt t="17369" x="10729913" y="2351088"/>
          <p14:tracePt t="17389" x="10718800" y="2351088"/>
          <p14:tracePt t="17414" x="10706100" y="2351088"/>
          <p14:tracePt t="17429" x="10693400" y="2351088"/>
          <p14:tracePt t="17449" x="10682288" y="2351088"/>
          <p14:tracePt t="17456" x="10669588" y="2351088"/>
          <p14:tracePt t="17466" x="10656888" y="2351088"/>
          <p14:tracePt t="17476" x="10645775" y="2351088"/>
          <p14:tracePt t="17481" x="10633075" y="2351088"/>
          <p14:tracePt t="17496" x="10620375" y="2351088"/>
          <p14:tracePt t="17497" x="10609263" y="2351088"/>
          <p14:tracePt t="17509" x="10596563" y="2351088"/>
          <p14:tracePt t="17514" x="10583863" y="2351088"/>
          <p14:tracePt t="17521" x="10572750" y="2351088"/>
          <p14:tracePt t="17537" x="10560050" y="2351088"/>
          <p14:tracePt t="17542" x="10547350" y="2351088"/>
          <p14:tracePt t="17554" x="10536238" y="2351088"/>
          <p14:tracePt t="17570" x="10523538" y="2351088"/>
          <p14:tracePt t="17596" x="10510838" y="2351088"/>
          <p14:tracePt t="17670" x="10499725" y="2351088"/>
          <p14:tracePt t="17674" x="10499725" y="2363788"/>
          <p14:tracePt t="17726" x="10487025" y="2374900"/>
          <p14:tracePt t="17746" x="10474325" y="2374900"/>
          <p14:tracePt t="17748" x="10474325" y="2387600"/>
          <p14:tracePt t="17756" x="10463213" y="2387600"/>
          <p14:tracePt t="17767" x="10463213" y="2400300"/>
          <p14:tracePt t="17778" x="10450513" y="2400300"/>
          <p14:tracePt t="17787" x="10450513" y="2411413"/>
          <p14:tracePt t="17809" x="10437813" y="2411413"/>
          <p14:tracePt t="17814" x="10437813" y="2424113"/>
          <p14:tracePt t="17821" x="10426700" y="2436813"/>
          <p14:tracePt t="17834" x="10426700" y="2447925"/>
          <p14:tracePt t="17836" x="10414000" y="2460625"/>
          <p14:tracePt t="17846" x="10401300" y="2473325"/>
          <p14:tracePt t="17854" x="10388600" y="2484438"/>
          <p14:tracePt t="17861" x="10388600" y="2497138"/>
          <p14:tracePt t="17869" x="10377488" y="2509838"/>
          <p14:tracePt t="17878" x="10364788" y="2520950"/>
          <p14:tracePt t="17886" x="10364788" y="2533650"/>
          <p14:tracePt t="17894" x="10352088" y="2533650"/>
          <p14:tracePt t="17902" x="10340975" y="2557463"/>
          <p14:tracePt t="17914" x="10328275" y="2557463"/>
          <p14:tracePt t="17919" x="10328275" y="2570163"/>
          <p14:tracePt t="17928" x="10328275" y="2582863"/>
          <p14:tracePt t="17936" x="10315575" y="2593975"/>
          <p14:tracePt t="17946" x="10304463" y="2593975"/>
          <p14:tracePt t="17952" x="10304463" y="2606675"/>
          <p14:tracePt t="17961" x="10304463" y="2619375"/>
          <p14:tracePt t="17961" x="10291763" y="2619375"/>
          <p14:tracePt t="17969" x="10291763" y="2655888"/>
          <p14:tracePt t="17977" x="10279063" y="2655888"/>
          <p14:tracePt t="17986" x="10267950" y="2692400"/>
          <p14:tracePt t="18002" x="10242550" y="2728913"/>
          <p14:tracePt t="18010" x="10231438" y="2740025"/>
          <p14:tracePt t="18019" x="10231438" y="2752725"/>
          <p14:tracePt t="18027" x="10231438" y="2765425"/>
          <p14:tracePt t="18028" x="10231438" y="2776538"/>
          <p14:tracePt t="18036" x="10218738" y="2789238"/>
          <p14:tracePt t="18044" x="10206038" y="2789238"/>
          <p14:tracePt t="18052" x="10206038" y="2801938"/>
          <p14:tracePt t="18061" x="10194925" y="2825750"/>
          <p14:tracePt t="18069" x="10182225" y="2838450"/>
          <p14:tracePt t="18077" x="10169525" y="2851150"/>
          <p14:tracePt t="18086" x="10169525" y="2874963"/>
          <p14:tracePt t="18094" x="10169525" y="2887663"/>
          <p14:tracePt t="18102" x="10158413" y="2911475"/>
          <p14:tracePt t="18110" x="10145713" y="2924175"/>
          <p14:tracePt t="18119" x="10145713" y="2935288"/>
          <p14:tracePt t="18127" x="10133013" y="2960688"/>
          <p14:tracePt t="18136" x="10121900" y="2984500"/>
          <p14:tracePt t="18144" x="10121900" y="2997200"/>
          <p14:tracePt t="18152" x="10109200" y="2997200"/>
          <p14:tracePt t="18161" x="10109200" y="3033713"/>
          <p14:tracePt t="18169" x="10096500" y="3057525"/>
          <p14:tracePt t="18177" x="10085388" y="3070225"/>
          <p14:tracePt t="18186" x="10085388" y="3081338"/>
          <p14:tracePt t="18194" x="10085388" y="3106738"/>
          <p14:tracePt t="18202" x="10072688" y="3130550"/>
          <p14:tracePt t="18210" x="10048875" y="3154363"/>
          <p14:tracePt t="18219" x="10048875" y="3167063"/>
          <p14:tracePt t="18227" x="10036175" y="3190875"/>
          <p14:tracePt t="18235" x="10023475" y="3216275"/>
          <p14:tracePt t="18244" x="10023475" y="3240088"/>
          <p14:tracePt t="18252" x="9999663" y="3263900"/>
          <p14:tracePt t="18260" x="9986963" y="3289300"/>
          <p14:tracePt t="18269" x="9975850" y="3325813"/>
          <p14:tracePt t="18277" x="9963150" y="3349625"/>
          <p14:tracePt t="18286" x="9950450" y="3373438"/>
          <p14:tracePt t="18294" x="9939338" y="3409950"/>
          <p14:tracePt t="18302" x="9939338" y="3435350"/>
          <p14:tracePt t="18310" x="9913938" y="3459163"/>
          <p14:tracePt t="18319" x="9902825" y="3484563"/>
          <p14:tracePt t="18327" x="9902825" y="3532188"/>
          <p14:tracePt t="18328" x="9890125" y="3544888"/>
          <p14:tracePt t="18335" x="9877425" y="3557588"/>
          <p14:tracePt t="18344" x="9866313" y="3594100"/>
          <p14:tracePt t="18352" x="9853613" y="3641725"/>
          <p14:tracePt t="18361" x="9853613" y="3667125"/>
          <p14:tracePt t="18369" x="9829800" y="3714750"/>
          <p14:tracePt t="18377" x="9829800" y="3727450"/>
          <p14:tracePt t="18385" x="9829800" y="3751263"/>
          <p14:tracePt t="18394" x="9817100" y="3787775"/>
          <p14:tracePt t="18402" x="9817100" y="3800475"/>
          <p14:tracePt t="18410" x="9817100" y="3813175"/>
          <p14:tracePt t="18419" x="9817100" y="3824288"/>
          <p14:tracePt t="18427" x="9817100" y="3849688"/>
          <p14:tracePt t="18435" x="9817100" y="3860800"/>
          <p14:tracePt t="18444" x="9817100" y="3873500"/>
          <p14:tracePt t="18452" x="9817100" y="3886200"/>
          <p14:tracePt t="18461" x="9817100" y="3897313"/>
          <p14:tracePt t="18469" x="9817100" y="3910013"/>
          <p14:tracePt t="18477" x="9817100" y="3922713"/>
          <p14:tracePt t="18485" x="9817100" y="3933825"/>
          <p14:tracePt t="18493" x="9817100" y="3946525"/>
          <p14:tracePt t="18502" x="9817100" y="3959225"/>
          <p14:tracePt t="18510" x="9817100" y="3983038"/>
          <p14:tracePt t="18518" x="9817100" y="3995738"/>
          <p14:tracePt t="18527" x="9817100" y="4006850"/>
          <p14:tracePt t="18535" x="9817100" y="4019550"/>
          <p14:tracePt t="18543" x="9817100" y="4043363"/>
          <p14:tracePt t="18560" x="9817100" y="4068763"/>
          <p14:tracePt t="18569" x="9817100" y="4092575"/>
          <p14:tracePt t="18577" x="9817100" y="4117975"/>
          <p14:tracePt t="18585" x="9817100" y="4129088"/>
          <p14:tracePt t="18593" x="9817100" y="4141788"/>
          <p14:tracePt t="18602" x="9817100" y="4178300"/>
          <p14:tracePt t="18610" x="9817100" y="4202113"/>
          <p14:tracePt t="18627" x="9829800" y="4264025"/>
          <p14:tracePt t="18635" x="9829800" y="4275138"/>
          <p14:tracePt t="18643" x="9840913" y="4311650"/>
          <p14:tracePt t="18652" x="9840913" y="4337050"/>
          <p14:tracePt t="18660" x="9840913" y="4348163"/>
          <p14:tracePt t="18668" x="9853613" y="4384675"/>
          <p14:tracePt t="18677" x="9853613" y="4410075"/>
          <p14:tracePt t="18694" x="9866313" y="4446588"/>
          <p14:tracePt t="18695" x="9866313" y="4457700"/>
          <p14:tracePt t="18702" x="9877425" y="4470400"/>
          <p14:tracePt t="18718" x="9890125" y="4519613"/>
          <p14:tracePt t="18727" x="9902825" y="4543425"/>
          <p14:tracePt t="18735" x="9902825" y="4556125"/>
          <p14:tracePt t="18743" x="9913938" y="4567238"/>
          <p14:tracePt t="18752" x="9913938" y="4579938"/>
          <p14:tracePt t="18760" x="9926638" y="4603750"/>
          <p14:tracePt t="18768" x="9939338" y="4629150"/>
          <p14:tracePt t="18777" x="9950450" y="4652963"/>
          <p14:tracePt t="18785" x="9950450" y="4665663"/>
          <p14:tracePt t="18793" x="9963150" y="4689475"/>
          <p14:tracePt t="18801" x="9986963" y="4714875"/>
          <p14:tracePt t="18818" x="9999663" y="4751388"/>
          <p14:tracePt t="18826" x="10012363" y="4762500"/>
          <p14:tracePt t="18835" x="10023475" y="4762500"/>
          <p14:tracePt t="18843" x="10023475" y="4787900"/>
          <p14:tracePt t="18852" x="10048875" y="4787900"/>
          <p14:tracePt t="18860" x="10072688" y="4799013"/>
          <p14:tracePt t="18868" x="10109200" y="4824413"/>
          <p14:tracePt t="18876" x="10133013" y="4835525"/>
          <p14:tracePt t="18893" x="10169525" y="4848225"/>
          <p14:tracePt t="18902" x="10206038" y="4860925"/>
          <p14:tracePt t="18910" x="10242550" y="4872038"/>
          <p14:tracePt t="18918" x="10267950" y="4897438"/>
          <p14:tracePt t="18926" x="10279063" y="4897438"/>
          <p14:tracePt t="18943" x="10328275" y="4908550"/>
          <p14:tracePt t="18951" x="10340975" y="4921250"/>
          <p14:tracePt t="18960" x="10377488" y="4921250"/>
          <p14:tracePt t="18968" x="10388600" y="4933950"/>
          <p14:tracePt t="18976" x="10401300" y="4933950"/>
          <p14:tracePt t="18985" x="10414000" y="4933950"/>
          <p14:tracePt t="18993" x="10426700" y="4933950"/>
          <p14:tracePt t="19001" x="10450513" y="4945063"/>
          <p14:tracePt t="19010" x="10474325" y="4945063"/>
          <p14:tracePt t="19018" x="10487025" y="4945063"/>
          <p14:tracePt t="19026" x="10499725" y="4957763"/>
          <p14:tracePt t="19036" x="10510838" y="4957763"/>
          <p14:tracePt t="19036" x="10523538" y="4957763"/>
          <p14:tracePt t="19043" x="10536238" y="4957763"/>
          <p14:tracePt t="19054" x="10547350" y="4957763"/>
          <p14:tracePt t="19060" x="10560050" y="4957763"/>
          <p14:tracePt t="19068" x="10583863" y="4970463"/>
          <p14:tracePt t="19076" x="10596563" y="4970463"/>
          <p14:tracePt t="19085" x="10620375" y="4970463"/>
          <p14:tracePt t="19093" x="10656888" y="4970463"/>
          <p14:tracePt t="19101" x="10693400" y="4970463"/>
          <p14:tracePt t="19110" x="10766425" y="4970463"/>
          <p14:tracePt t="19118" x="10802938" y="4970463"/>
          <p14:tracePt t="19126" x="10828338" y="4970463"/>
          <p14:tracePt t="19134" x="10875963" y="4970463"/>
          <p14:tracePt t="19146" x="10888663" y="4970463"/>
          <p14:tracePt t="19151" x="10901363" y="4970463"/>
          <p14:tracePt t="19166" x="10912475" y="4970463"/>
          <p14:tracePt t="19168" x="10925175" y="4970463"/>
          <p14:tracePt t="19185" x="10937875" y="4970463"/>
          <p14:tracePt t="19193" x="10961688" y="4970463"/>
          <p14:tracePt t="19201" x="10974388" y="4970463"/>
          <p14:tracePt t="19210" x="11022013" y="4970463"/>
          <p14:tracePt t="19218" x="11058525" y="4981575"/>
          <p14:tracePt t="19226" x="11095038" y="4981575"/>
          <p14:tracePt t="19234" x="11144250" y="4981575"/>
          <p14:tracePt t="19243" x="11169650" y="4981575"/>
          <p14:tracePt t="19251" x="11180763" y="4981575"/>
          <p14:tracePt t="19261" x="11193463" y="4981575"/>
          <p14:tracePt t="19277" x="11206163" y="4981575"/>
          <p14:tracePt t="19296" x="11217275" y="4981575"/>
          <p14:tracePt t="19306" x="11229975" y="4981575"/>
          <p14:tracePt t="19314" x="11242675" y="4981575"/>
          <p14:tracePt t="19327" x="11266488" y="4981575"/>
          <p14:tracePt t="19341" x="11279188" y="4981575"/>
          <p14:tracePt t="19346" x="11279188" y="4970463"/>
          <p14:tracePt t="19351" x="11290300" y="4970463"/>
          <p14:tracePt t="19359" x="11303000" y="4957763"/>
          <p14:tracePt t="19381" x="11315700" y="4957763"/>
          <p14:tracePt t="19386" x="11315700" y="4945063"/>
          <p14:tracePt t="19387" x="11326813" y="4945063"/>
          <p14:tracePt t="19394" x="11326813" y="4933950"/>
          <p14:tracePt t="19402" x="11326813" y="4921250"/>
          <p14:tracePt t="19409" x="11339513" y="4921250"/>
          <p14:tracePt t="19418" x="11352213" y="4921250"/>
          <p14:tracePt t="19426" x="11363325" y="4908550"/>
          <p14:tracePt t="19434" x="11363325" y="4897438"/>
          <p14:tracePt t="19443" x="11388725" y="4897438"/>
          <p14:tracePt t="19451" x="11388725" y="4872038"/>
          <p14:tracePt t="19459" x="11399838" y="4872038"/>
          <p14:tracePt t="19468" x="11412538" y="4860925"/>
          <p14:tracePt t="19476" x="11425238" y="4860925"/>
          <p14:tracePt t="19486" x="11425238" y="4848225"/>
          <p14:tracePt t="19496" x="11436350" y="4835525"/>
          <p14:tracePt t="19507" x="11449050" y="4835525"/>
          <p14:tracePt t="19514" x="11449050" y="4824413"/>
          <p14:tracePt t="19521" x="11449050" y="4811713"/>
          <p14:tracePt t="19527" x="11461750" y="4799013"/>
          <p14:tracePt t="19535" x="11472863" y="4799013"/>
          <p14:tracePt t="19542" x="11485563" y="4775200"/>
          <p14:tracePt t="19554" x="11485563" y="4762500"/>
          <p14:tracePt t="19561" x="11485563" y="4751388"/>
          <p14:tracePt t="19568" x="11485563" y="4738688"/>
          <p14:tracePt t="19576" x="11498263" y="4738688"/>
          <p14:tracePt t="19586" x="11498263" y="4725988"/>
          <p14:tracePt t="19594" x="11498263" y="4714875"/>
          <p14:tracePt t="19601" x="11509375" y="4714875"/>
          <p14:tracePt t="19614" x="11509375" y="4702175"/>
          <p14:tracePt t="19617" x="11509375" y="4689475"/>
          <p14:tracePt t="19626" x="11509375" y="4678363"/>
          <p14:tracePt t="19634" x="11509375" y="4665663"/>
          <p14:tracePt t="19643" x="11509375" y="4640263"/>
          <p14:tracePt t="19651" x="11522075" y="4616450"/>
          <p14:tracePt t="19659" x="11522075" y="4603750"/>
          <p14:tracePt t="19667" x="11522075" y="4579938"/>
          <p14:tracePt t="19677" x="11522075" y="4567238"/>
          <p14:tracePt t="19684" x="11522075" y="4556125"/>
          <p14:tracePt t="19696" x="11522075" y="4543425"/>
          <p14:tracePt t="19701" x="11522075" y="4530725"/>
          <p14:tracePt t="19721" x="11522075" y="4519613"/>
          <p14:tracePt t="19726" x="11522075" y="4506913"/>
          <p14:tracePt t="19727" x="11522075" y="4494213"/>
          <p14:tracePt t="19744" x="11522075" y="4483100"/>
          <p14:tracePt t="19745" x="11522075" y="4470400"/>
          <p14:tracePt t="19756" x="11522075" y="4457700"/>
          <p14:tracePt t="19761" x="11522075" y="4446588"/>
          <p14:tracePt t="19767" x="11522075" y="4433888"/>
          <p14:tracePt t="19776" x="11522075" y="4421188"/>
          <p14:tracePt t="19784" x="11522075" y="4410075"/>
          <p14:tracePt t="19792" x="11522075" y="4397375"/>
          <p14:tracePt t="19801" x="11522075" y="4384675"/>
          <p14:tracePt t="19809" x="11522075" y="4373563"/>
          <p14:tracePt t="19817" x="11522075" y="4348163"/>
          <p14:tracePt t="19836" x="11522075" y="4337050"/>
          <p14:tracePt t="19841" x="11522075" y="4324350"/>
          <p14:tracePt t="19854" x="11522075" y="4311650"/>
          <p14:tracePt t="19856" x="11522075" y="4300538"/>
          <p14:tracePt t="19861" x="11522075" y="4287838"/>
          <p14:tracePt t="19868" x="11522075" y="4275138"/>
          <p14:tracePt t="19876" x="11522075" y="4264025"/>
          <p14:tracePt t="19884" x="11522075" y="4251325"/>
          <p14:tracePt t="19892" x="11522075" y="4238625"/>
          <p14:tracePt t="19901" x="11534775" y="4214813"/>
          <p14:tracePt t="19909" x="11545888" y="4191000"/>
          <p14:tracePt t="19917" x="11545888" y="4178300"/>
          <p14:tracePt t="19926" x="11545888" y="4154488"/>
          <p14:tracePt t="19934" x="11545888" y="4141788"/>
          <p14:tracePt t="19934" x="11545888" y="4129088"/>
          <p14:tracePt t="19942" x="11545888" y="4117975"/>
          <p14:tracePt t="19950" x="11558588" y="4092575"/>
          <p14:tracePt t="19959" x="11558588" y="4081463"/>
          <p14:tracePt t="19967" x="11558588" y="4056063"/>
          <p14:tracePt t="19975" x="11571288" y="4043363"/>
          <p14:tracePt t="19984" x="11571288" y="4019550"/>
          <p14:tracePt t="19992" x="11582400" y="4006850"/>
          <p14:tracePt t="20000" x="11582400" y="3995738"/>
          <p14:tracePt t="20009" x="11582400" y="3959225"/>
          <p14:tracePt t="20017" x="11582400" y="3946525"/>
          <p14:tracePt t="20026" x="11582400" y="3933825"/>
          <p14:tracePt t="20034" x="11582400" y="3910013"/>
          <p14:tracePt t="20035" x="11582400" y="3897313"/>
          <p14:tracePt t="20042" x="11582400" y="3860800"/>
          <p14:tracePt t="20050" x="11582400" y="3836988"/>
          <p14:tracePt t="20059" x="11582400" y="3800475"/>
          <p14:tracePt t="20067" x="11582400" y="3763963"/>
          <p14:tracePt t="20075" x="11582400" y="3714750"/>
          <p14:tracePt t="20084" x="11571288" y="3678238"/>
          <p14:tracePt t="20092" x="11558588" y="3630613"/>
          <p14:tracePt t="20100" x="11545888" y="3581400"/>
          <p14:tracePt t="20109" x="11522075" y="3521075"/>
          <p14:tracePt t="20117" x="11522075" y="3484563"/>
          <p14:tracePt t="20125" x="11522075" y="3459163"/>
          <p14:tracePt t="20134" x="11498263" y="3422650"/>
          <p14:tracePt t="20142" x="11485563" y="3386138"/>
          <p14:tracePt t="20150" x="11472863" y="3349625"/>
          <p14:tracePt t="20159" x="11472863" y="3325813"/>
          <p14:tracePt t="20167" x="11449050" y="3276600"/>
          <p14:tracePt t="20168" x="11436350" y="3263900"/>
          <p14:tracePt t="20175" x="11436350" y="3240088"/>
          <p14:tracePt t="20184" x="11412538" y="3190875"/>
          <p14:tracePt t="20192" x="11388725" y="3154363"/>
          <p14:tracePt t="20200" x="11376025" y="3106738"/>
          <p14:tracePt t="20209" x="11352213" y="3070225"/>
          <p14:tracePt t="20218" x="11315700" y="3021013"/>
          <p14:tracePt t="20225" x="11315700" y="3008313"/>
          <p14:tracePt t="20234" x="11290300" y="2971800"/>
          <p14:tracePt t="20234" x="11290300" y="2960688"/>
          <p14:tracePt t="20243" x="11266488" y="2935288"/>
          <p14:tracePt t="20250" x="11253788" y="2924175"/>
          <p14:tracePt t="20259" x="11229975" y="2887663"/>
          <p14:tracePt t="20267" x="11229975" y="2862263"/>
          <p14:tracePt t="20267" x="11229975" y="2851150"/>
          <p14:tracePt t="20275" x="11217275" y="2838450"/>
          <p14:tracePt t="20283" x="11217275" y="2814638"/>
          <p14:tracePt t="20292" x="11193463" y="2776538"/>
          <p14:tracePt t="20300" x="11193463" y="2765425"/>
          <p14:tracePt t="20309" x="11169650" y="2716213"/>
          <p14:tracePt t="20317" x="11156950" y="2679700"/>
          <p14:tracePt t="20329" x="11156950" y="2667000"/>
          <p14:tracePt t="20333" x="11144250" y="2643188"/>
          <p14:tracePt t="20342" x="11120438" y="2619375"/>
          <p14:tracePt t="20350" x="11120438" y="2606675"/>
          <p14:tracePt t="20358" x="11095038" y="2582863"/>
          <p14:tracePt t="20367" x="11083925" y="2557463"/>
          <p14:tracePt t="20375" x="11071225" y="2557463"/>
          <p14:tracePt t="20384" x="11047413" y="2520950"/>
          <p14:tracePt t="20392" x="11010900" y="2509838"/>
          <p14:tracePt t="20400" x="10985500" y="2497138"/>
          <p14:tracePt t="20408" x="10948988" y="2473325"/>
          <p14:tracePt t="20417" x="10925175" y="2460625"/>
          <p14:tracePt t="20425" x="10912475" y="2447925"/>
          <p14:tracePt t="20433" x="10901363" y="2447925"/>
          <p14:tracePt t="20441" x="10875963" y="2424113"/>
          <p14:tracePt t="20450" x="10839450" y="2411413"/>
          <p14:tracePt t="20458" x="10815638" y="2387600"/>
          <p14:tracePt t="20467" x="10802938" y="2374900"/>
          <p14:tracePt t="20467" x="10779125" y="2374900"/>
          <p14:tracePt t="20475" x="10766425" y="2374900"/>
          <p14:tracePt t="20483" x="10755313" y="2363788"/>
          <p14:tracePt t="20492" x="10729913" y="2351088"/>
          <p14:tracePt t="20500" x="10718800" y="2351088"/>
          <p14:tracePt t="20508" x="10693400" y="2338388"/>
          <p14:tracePt t="20516" x="10669588" y="2338388"/>
          <p14:tracePt t="20525" x="10669588" y="2327275"/>
          <p14:tracePt t="20533" x="10656888" y="2327275"/>
          <p14:tracePt t="20541" x="10645775" y="2327275"/>
          <p14:tracePt t="20561" x="10633075" y="2327275"/>
          <p14:tracePt t="20576" x="10620375" y="2314575"/>
          <p14:tracePt t="20581" x="10609263" y="2314575"/>
          <p14:tracePt t="20594" x="10596563" y="2314575"/>
          <p14:tracePt t="20596" x="10583863" y="2314575"/>
          <p14:tracePt t="20607" x="10572750" y="2314575"/>
          <p14:tracePt t="20614" x="10560050" y="2314575"/>
          <p14:tracePt t="20626" x="10547350" y="2314575"/>
          <p14:tracePt t="20634" x="10536238" y="2314575"/>
          <p14:tracePt t="20649" x="10523538" y="2314575"/>
          <p14:tracePt t="20674" x="10510838" y="2314575"/>
          <p14:tracePt t="20689" x="10499725" y="2314575"/>
          <p14:tracePt t="20701" x="10474325" y="2314575"/>
          <p14:tracePt t="20707" x="10450513" y="2314575"/>
          <p14:tracePt t="20714" x="10437813" y="2314575"/>
          <p14:tracePt t="20716" x="10426700" y="2327275"/>
          <p14:tracePt t="20725" x="10414000" y="2327275"/>
          <p14:tracePt t="20733" x="10377488" y="2338388"/>
          <p14:tracePt t="20741" x="10352088" y="2351088"/>
          <p14:tracePt t="20750" x="10304463" y="2374900"/>
          <p14:tracePt t="20758" x="10291763" y="2374900"/>
          <p14:tracePt t="20766" x="10291763" y="2387600"/>
          <p14:tracePt t="20775" x="10267950" y="2400300"/>
          <p14:tracePt t="20783" x="10255250" y="2411413"/>
          <p14:tracePt t="20791" x="10242550" y="2436813"/>
          <p14:tracePt t="20800" x="10231438" y="2447925"/>
          <p14:tracePt t="20808" x="10206038" y="2473325"/>
          <p14:tracePt t="20816" x="10194925" y="2497138"/>
          <p14:tracePt t="20825" x="10182225" y="2509838"/>
          <p14:tracePt t="20833" x="10169525" y="2533650"/>
          <p14:tracePt t="20841" x="10145713" y="2582863"/>
          <p14:tracePt t="20849" x="10109200" y="2655888"/>
          <p14:tracePt t="20858" x="10072688" y="2716213"/>
          <p14:tracePt t="20866" x="10072688" y="2740025"/>
          <p14:tracePt t="20874" x="10036175" y="2825750"/>
          <p14:tracePt t="20883" x="10012363" y="2887663"/>
          <p14:tracePt t="20891" x="9975850" y="2971800"/>
          <p14:tracePt t="20900" x="9939338" y="3057525"/>
          <p14:tracePt t="20908" x="9877425" y="3190875"/>
          <p14:tracePt t="20916" x="9866313" y="3227388"/>
          <p14:tracePt t="20925" x="9840913" y="3325813"/>
          <p14:tracePt t="20933" x="9817100" y="3409950"/>
          <p14:tracePt t="20934" x="9804400" y="3459163"/>
          <p14:tracePt t="20941" x="9793288" y="3495675"/>
          <p14:tracePt t="20950" x="9767888" y="3630613"/>
          <p14:tracePt t="20958" x="9756775" y="3703638"/>
          <p14:tracePt t="20966" x="9756775" y="3740150"/>
          <p14:tracePt t="20967" x="9756775" y="3800475"/>
          <p14:tracePt t="20975" x="9756775" y="3836988"/>
          <p14:tracePt t="20983" x="9756775" y="3897313"/>
          <p14:tracePt t="20991" x="9756775" y="3983038"/>
          <p14:tracePt t="20999" x="9756775" y="4043363"/>
          <p14:tracePt t="21008" x="9756775" y="4165600"/>
          <p14:tracePt t="21016" x="9756775" y="4202113"/>
          <p14:tracePt t="21024" x="9767888" y="4264025"/>
          <p14:tracePt t="21033" x="9793288" y="4337050"/>
          <p14:tracePt t="21041" x="9817100" y="4397375"/>
          <p14:tracePt t="21049" x="9840913" y="4470400"/>
          <p14:tracePt t="21058" x="9853613" y="4494213"/>
          <p14:tracePt t="21066" x="9877425" y="4519613"/>
          <p14:tracePt t="21074" x="9890125" y="4543425"/>
          <p14:tracePt t="21075" x="9890125" y="4556125"/>
          <p14:tracePt t="21083" x="9902825" y="4567238"/>
          <p14:tracePt t="21091" x="9913938" y="4592638"/>
          <p14:tracePt t="21099" x="9926638" y="4629150"/>
          <p14:tracePt t="21108" x="9963150" y="4665663"/>
          <p14:tracePt t="21116" x="9975850" y="4678363"/>
          <p14:tracePt t="21124" x="9986963" y="4714875"/>
          <p14:tracePt t="21133" x="10012363" y="4738688"/>
          <p14:tracePt t="21141" x="10036175" y="4775200"/>
          <p14:tracePt t="21149" x="10072688" y="4811713"/>
          <p14:tracePt t="21158" x="10085388" y="4824413"/>
          <p14:tracePt t="21166" x="10109200" y="4835525"/>
          <p14:tracePt t="21174" x="10145713" y="4860925"/>
          <p14:tracePt t="21183" x="10169525" y="4884738"/>
          <p14:tracePt t="21191" x="10194925" y="4933950"/>
          <p14:tracePt t="21199" x="10242550" y="4957763"/>
          <p14:tracePt t="21208" x="10304463" y="5030788"/>
          <p14:tracePt t="21216" x="10328275" y="5054600"/>
          <p14:tracePt t="21224" x="10352088" y="5080000"/>
          <p14:tracePt t="21233" x="10401300" y="5103813"/>
          <p14:tracePt t="21241" x="10426700" y="5127625"/>
          <p14:tracePt t="21249" x="10474325" y="5153025"/>
          <p14:tracePt t="21258" x="10499725" y="5176838"/>
          <p14:tracePt t="21266" x="10523538" y="5189538"/>
          <p14:tracePt t="21274" x="10536238" y="5189538"/>
          <p14:tracePt t="21283" x="10572750" y="5213350"/>
          <p14:tracePt t="21291" x="10609263" y="5226050"/>
          <p14:tracePt t="21299" x="10669588" y="5226050"/>
          <p14:tracePt t="21307" x="10755313" y="5237163"/>
          <p14:tracePt t="21316" x="10802938" y="5249863"/>
          <p14:tracePt t="21324" x="10828338" y="5249863"/>
          <p14:tracePt t="21333" x="10901363" y="5249863"/>
          <p14:tracePt t="21341" x="10974388" y="5249863"/>
          <p14:tracePt t="21342" x="11022013" y="5249863"/>
          <p14:tracePt t="21349" x="11120438" y="5249863"/>
          <p14:tracePt t="21358" x="11180763" y="5226050"/>
          <p14:tracePt t="21366" x="11253788" y="5213350"/>
          <p14:tracePt t="21367" x="11266488" y="5200650"/>
          <p14:tracePt t="21375" x="11290300" y="5189538"/>
          <p14:tracePt t="21383" x="11339513" y="5153025"/>
          <p14:tracePt t="21391" x="11376025" y="5116513"/>
          <p14:tracePt t="21399" x="11425238" y="5054600"/>
          <p14:tracePt t="21407" x="11461750" y="4981575"/>
          <p14:tracePt t="21416" x="11498263" y="4908550"/>
          <p14:tracePt t="21417" x="11522075" y="4860925"/>
          <p14:tracePt t="21424" x="11558588" y="4787900"/>
          <p14:tracePt t="21432" x="11607800" y="4665663"/>
          <p14:tracePt t="21441" x="11691938" y="4457700"/>
          <p14:tracePt t="21449" x="11728450" y="4324350"/>
          <p14:tracePt t="21457" x="11777663" y="4191000"/>
          <p14:tracePt t="21466" x="11790363" y="4129088"/>
          <p14:tracePt t="21466" x="11801475" y="4081463"/>
          <p14:tracePt t="21467" x="11814175" y="4032250"/>
          <p14:tracePt t="21475" x="11826875" y="3983038"/>
          <p14:tracePt t="21482" x="11826875" y="3886200"/>
          <p14:tracePt t="21491" x="11826875" y="3824288"/>
          <p14:tracePt t="21499" x="11826875" y="3763963"/>
          <p14:tracePt t="21507" x="11826875" y="3690938"/>
          <p14:tracePt t="21508" x="11826875" y="3667125"/>
          <p14:tracePt t="21516" x="11826875" y="3630613"/>
          <p14:tracePt t="21524" x="11826875" y="3568700"/>
          <p14:tracePt t="21532" x="11826875" y="3532188"/>
          <p14:tracePt t="21540" x="11826875" y="3484563"/>
          <p14:tracePt t="21549" x="11826875" y="3448050"/>
          <p14:tracePt t="21557" x="11826875" y="3422650"/>
          <p14:tracePt t="21566" x="11814175" y="3398838"/>
          <p14:tracePt t="21567" x="11814175" y="3373438"/>
          <p14:tracePt t="21575" x="11801475" y="3373438"/>
          <p14:tracePt t="21582" x="11777663" y="3336925"/>
          <p14:tracePt t="21591" x="11764963" y="3313113"/>
          <p14:tracePt t="21599" x="11741150" y="3289300"/>
          <p14:tracePt t="21607" x="11704638" y="3240088"/>
          <p14:tracePt t="21616" x="11644313" y="3190875"/>
          <p14:tracePt t="21624" x="11607800" y="3154363"/>
          <p14:tracePt t="21632" x="11545888" y="3117850"/>
          <p14:tracePt t="21641" x="11412538" y="3021013"/>
          <p14:tracePt t="21649" x="11266488" y="2935288"/>
          <p14:tracePt t="21657" x="11169650" y="2874963"/>
          <p14:tracePt t="21666" x="11095038" y="2838450"/>
          <p14:tracePt t="21666" x="11022013" y="2801938"/>
          <p14:tracePt t="21667" x="10974388" y="2776538"/>
          <p14:tracePt t="21674" x="10925175" y="2752725"/>
          <p14:tracePt t="21682" x="10828338" y="2716213"/>
          <p14:tracePt t="21691" x="10766425" y="2692400"/>
          <p14:tracePt t="21699" x="10718800" y="2667000"/>
          <p14:tracePt t="21707" x="10693400" y="2655888"/>
          <p14:tracePt t="21716" x="10669588" y="2655888"/>
          <p14:tracePt t="21724" x="10633075" y="2655888"/>
          <p14:tracePt t="21732" x="10583863" y="2643188"/>
          <p14:tracePt t="21740" x="10536238" y="2643188"/>
          <p14:tracePt t="21749" x="10450513" y="2643188"/>
          <p14:tracePt t="21757" x="10364788" y="2643188"/>
          <p14:tracePt t="21765" x="10340975" y="2643188"/>
          <p14:tracePt t="21774" x="10267950" y="2643188"/>
          <p14:tracePt t="21775" x="10242550" y="2643188"/>
          <p14:tracePt t="21782" x="10182225" y="2643188"/>
          <p14:tracePt t="21790" x="10169525" y="2643188"/>
          <p14:tracePt t="21799" x="10158413" y="2643188"/>
          <p14:tracePt t="21886" x="10158413" y="2655888"/>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975304" y="496202"/>
            <a:ext cx="10314417" cy="2383925"/>
          </a:xfrm>
        </p:spPr>
        <p:txBody>
          <a:bodyPr/>
          <a:lstStyle/>
          <a:p>
            <a:pPr algn="ctr"/>
            <a:r>
              <a:rPr lang="en-US" altLang="zh-CN" dirty="0">
                <a:solidFill>
                  <a:schemeClr val="accent4">
                    <a:lumMod val="60000"/>
                    <a:lumOff val="40000"/>
                  </a:schemeClr>
                </a:solidFill>
              </a:rPr>
              <a:t>Q &amp; A</a:t>
            </a:r>
            <a:endParaRPr lang="zh-CN" altLang="en-US" dirty="0">
              <a:solidFill>
                <a:schemeClr val="accent4">
                  <a:lumMod val="60000"/>
                  <a:lumOff val="40000"/>
                </a:schemeClr>
              </a:solidFill>
            </a:endParaRP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
        <p:nvSpPr>
          <p:cNvPr id="7" name="文本框 6">
            <a:extLst>
              <a:ext uri="{FF2B5EF4-FFF2-40B4-BE49-F238E27FC236}">
                <a16:creationId xmlns:a16="http://schemas.microsoft.com/office/drawing/2014/main" id="{D483D23E-1FA5-8F42-46F0-BCE7717D47FC}"/>
              </a:ext>
            </a:extLst>
          </p:cNvPr>
          <p:cNvSpPr txBox="1"/>
          <p:nvPr/>
        </p:nvSpPr>
        <p:spPr>
          <a:xfrm>
            <a:off x="2910840" y="4084623"/>
            <a:ext cx="6370320" cy="83099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source code of </a:t>
            </a:r>
            <a:r>
              <a:rPr lang="en-US" altLang="zh-CN" sz="2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this work</a:t>
            </a: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is available at </a:t>
            </a:r>
            <a:r>
              <a:rPr lang="en-US" altLang="zh-CN" sz="2400" dirty="0">
                <a:solidFill>
                  <a:schemeClr val="accent4">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https://doi.org/10.5281/zenodo.19491719</a:t>
            </a:r>
            <a:endParaRPr kumimoji="0" lang="zh-CN" altLang="en-US" sz="2000" b="0" i="0" u="none" strike="noStrike" kern="1200" cap="none" spc="0" normalizeH="0" baseline="0" noProof="0" dirty="0">
              <a:ln>
                <a:noFill/>
              </a:ln>
              <a:solidFill>
                <a:schemeClr val="accent4">
                  <a:lumMod val="60000"/>
                  <a:lumOff val="40000"/>
                </a:scheme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8E129730-E939-EB3B-E280-D2E21BD4FDBF}"/>
              </a:ext>
            </a:extLst>
          </p:cNvPr>
          <p:cNvSpPr txBox="1"/>
          <p:nvPr/>
        </p:nvSpPr>
        <p:spPr>
          <a:xfrm>
            <a:off x="1025705" y="1982450"/>
            <a:ext cx="10190991" cy="1446550"/>
          </a:xfrm>
          <a:prstGeom prst="rect">
            <a:avLst/>
          </a:prstGeom>
          <a:noFill/>
        </p:spPr>
        <p:txBody>
          <a:bodyPr wrap="square">
            <a:spAutoFit/>
          </a:bodyPr>
          <a:lstStyle/>
          <a:p>
            <a:pPr algn="ctr"/>
            <a:r>
              <a:rPr lang="en-US" altLang="zh-CN" sz="4400" dirty="0">
                <a:solidFill>
                  <a:schemeClr val="bg1"/>
                </a:solidFill>
                <a:latin typeface="微软雅黑" panose="020B0503020204020204" pitchFamily="34" charset="-122"/>
                <a:ea typeface="微软雅黑" panose="020B0503020204020204" pitchFamily="34" charset="-122"/>
              </a:rPr>
              <a:t>Please email </a:t>
            </a:r>
            <a:r>
              <a:rPr lang="en-US" altLang="zh-CN" sz="4400" b="1" u="sng" dirty="0">
                <a:solidFill>
                  <a:schemeClr val="accent4">
                    <a:lumMod val="60000"/>
                    <a:lumOff val="40000"/>
                  </a:schemeClr>
                </a:solidFill>
                <a:latin typeface="微软雅黑" panose="020B0503020204020204" pitchFamily="34" charset="-122"/>
                <a:ea typeface="微软雅黑" panose="020B0503020204020204" pitchFamily="34" charset="-122"/>
              </a:rPr>
              <a:t>qyg@nudt.edu.cn </a:t>
            </a:r>
            <a:r>
              <a:rPr lang="en-US" altLang="zh-CN" sz="4400" dirty="0">
                <a:solidFill>
                  <a:schemeClr val="bg1"/>
                </a:solidFill>
                <a:latin typeface="微软雅黑" panose="020B0503020204020204" pitchFamily="34" charset="-122"/>
                <a:ea typeface="微软雅黑" panose="020B0503020204020204" pitchFamily="34" charset="-122"/>
              </a:rPr>
              <a:t>with your questions</a:t>
            </a:r>
            <a:endParaRPr lang="zh-CN" altLang="en-US" sz="4400" dirty="0">
              <a:solidFill>
                <a:schemeClr val="bg1"/>
              </a:solidFill>
              <a:latin typeface="微软雅黑" panose="020B0503020204020204" pitchFamily="34" charset="-122"/>
              <a:ea typeface="微软雅黑" panose="020B0503020204020204" pitchFamily="34" charset="-122"/>
            </a:endParaRPr>
          </a:p>
        </p:txBody>
      </p:sp>
      <p:pic>
        <p:nvPicPr>
          <p:cNvPr id="11" name="音频 10">
            <a:hlinkClick r:id="" action="ppaction://media"/>
            <a:extLst>
              <a:ext uri="{FF2B5EF4-FFF2-40B4-BE49-F238E27FC236}">
                <a16:creationId xmlns:a16="http://schemas.microsoft.com/office/drawing/2014/main" id="{6AC2170F-6AF7-8FA4-A4DA-7AE7B3BA407E}"/>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205"/>
    </mc:Choice>
    <mc:Fallback>
      <p:transition spd="slow" advTm="42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extLst>
    <p:ext uri="{3A86A75C-4F4B-4683-9AE1-C65F6400EC91}">
      <p14:laserTraceLst xmlns:p14="http://schemas.microsoft.com/office/powerpoint/2010/main">
        <p14:tracePtLst>
          <p14:tracePt t="1695" x="10145713" y="2655888"/>
          <p14:tracePt t="1702" x="10121900" y="2630488"/>
          <p14:tracePt t="1706" x="10096500" y="2606675"/>
          <p14:tracePt t="1713" x="10048875" y="2570163"/>
          <p14:tracePt t="1721" x="9877425" y="2447925"/>
          <p14:tracePt t="1730" x="9720263" y="2338388"/>
          <p14:tracePt t="1738" x="9598025" y="2254250"/>
          <p14:tracePt t="1746" x="9585325" y="2241550"/>
          <p14:tracePt t="2034" x="9572625" y="2241550"/>
          <p14:tracePt t="2042" x="9548813" y="2241550"/>
          <p14:tracePt t="2044" x="9512300" y="2254250"/>
          <p14:tracePt t="2049" x="9499600" y="2265363"/>
          <p14:tracePt t="2055" x="9439275" y="2278063"/>
          <p14:tracePt t="2063" x="9415463" y="2290763"/>
          <p14:tracePt t="2064" x="9366250" y="2301875"/>
          <p14:tracePt t="2071" x="9317038" y="2314575"/>
          <p14:tracePt t="2079" x="9220200" y="2338388"/>
          <p14:tracePt t="2087" x="9086850" y="2363788"/>
          <p14:tracePt t="2096" x="8902700" y="2411413"/>
          <p14:tracePt t="2104" x="8842375" y="2447925"/>
          <p14:tracePt t="2112" x="8709025" y="2484438"/>
          <p14:tracePt t="2121" x="8550275" y="2509838"/>
          <p14:tracePt t="2129" x="8404225" y="2546350"/>
          <p14:tracePt t="2131" x="8318500" y="2557463"/>
          <p14:tracePt t="2137" x="8148638" y="2557463"/>
          <p14:tracePt t="2145" x="8026400" y="2570163"/>
          <p14:tracePt t="2154" x="7953375" y="2570163"/>
          <p14:tracePt t="2155" x="7856538" y="2570163"/>
          <p14:tracePt t="2163" x="7807325" y="2570163"/>
          <p14:tracePt t="2170" x="7710488" y="2570163"/>
          <p14:tracePt t="2179" x="7637463" y="2570163"/>
          <p14:tracePt t="2187" x="7575550" y="2570163"/>
          <p14:tracePt t="2195" x="7478713" y="2570163"/>
          <p14:tracePt t="2204" x="7429500" y="2582863"/>
          <p14:tracePt t="2212" x="7416800" y="2582863"/>
          <p14:tracePt t="2221" x="7369175" y="2582863"/>
          <p14:tracePt t="2229" x="7356475" y="2582863"/>
          <p14:tracePt t="2289" x="7343775" y="2582863"/>
          <p14:tracePt t="2294" x="7343775" y="2593975"/>
          <p14:tracePt t="2296" x="7332663" y="2593975"/>
          <p14:tracePt t="2304" x="7319963" y="2593975"/>
          <p14:tracePt t="2304" x="7307263" y="2593975"/>
          <p14:tracePt t="2312" x="7283450" y="2606675"/>
          <p14:tracePt t="2320" x="7259638" y="2619375"/>
          <p14:tracePt t="2329" x="7234238" y="2619375"/>
          <p14:tracePt t="2329" x="7223125" y="2619375"/>
          <p14:tracePt t="2337" x="7197725" y="2630488"/>
          <p14:tracePt t="2345" x="7197725" y="2643188"/>
          <p14:tracePt t="2354" x="7186613" y="2643188"/>
          <p14:tracePt t="2354" x="7186613" y="2655888"/>
          <p14:tracePt t="2364" x="7173913" y="2655888"/>
          <p14:tracePt t="2374" x="7161213" y="2655888"/>
          <p14:tracePt t="2384" x="7150100" y="2667000"/>
          <p14:tracePt t="2394" x="7137400" y="2667000"/>
          <p14:tracePt t="2396" x="7137400" y="2679700"/>
          <p14:tracePt t="2404" x="7113588" y="2679700"/>
          <p14:tracePt t="2412" x="7100888" y="2679700"/>
          <p14:tracePt t="2420" x="7088188" y="2692400"/>
          <p14:tracePt t="2429" x="7064375" y="2703513"/>
          <p14:tracePt t="2430" x="7051675" y="2703513"/>
          <p14:tracePt t="2437" x="7040563" y="2716213"/>
          <p14:tracePt t="2445" x="7027863" y="2716213"/>
          <p14:tracePt t="2453" x="7015163" y="2728913"/>
          <p14:tracePt t="2462" x="6978650" y="2740025"/>
          <p14:tracePt t="2470" x="6954838" y="2740025"/>
          <p14:tracePt t="2479" x="6931025" y="2752725"/>
          <p14:tracePt t="2487" x="6881813" y="2765425"/>
          <p14:tracePt t="2495" x="6858000" y="2765425"/>
          <p14:tracePt t="2503" x="6821488" y="2765425"/>
          <p14:tracePt t="2512" x="6772275" y="2776538"/>
          <p14:tracePt t="2520" x="6699250" y="2776538"/>
          <p14:tracePt t="2529" x="6662738" y="2776538"/>
          <p14:tracePt t="2537" x="6553200" y="2776538"/>
          <p14:tracePt t="2545" x="6467475" y="2776538"/>
          <p14:tracePt t="2553" x="6430963" y="2776538"/>
          <p14:tracePt t="2562" x="6297613" y="2789238"/>
          <p14:tracePt t="2570" x="6211888" y="2789238"/>
          <p14:tracePt t="2578" x="6138863" y="2789238"/>
          <p14:tracePt t="2587" x="6053138" y="2789238"/>
          <p14:tracePt t="2595" x="5980113" y="2789238"/>
          <p14:tracePt t="2603" x="5919788" y="2789238"/>
          <p14:tracePt t="2612" x="5846763" y="2789238"/>
          <p14:tracePt t="2620" x="5810250" y="2789238"/>
          <p14:tracePt t="2628" x="5761038" y="2789238"/>
          <p14:tracePt t="2637" x="5664200" y="2789238"/>
          <p14:tracePt t="2645" x="5602288" y="2789238"/>
          <p14:tracePt t="2653" x="5578475" y="2789238"/>
          <p14:tracePt t="2662" x="5505450" y="2789238"/>
          <p14:tracePt t="2663" x="5481638" y="2789238"/>
          <p14:tracePt t="2670" x="5395913" y="2776538"/>
          <p14:tracePt t="2678" x="5322888" y="2776538"/>
          <p14:tracePt t="2687" x="5224463" y="2776538"/>
          <p14:tracePt t="2695" x="5151438" y="2776538"/>
          <p14:tracePt t="2703" x="5091113" y="2776538"/>
          <p14:tracePt t="2712" x="5018088" y="2776538"/>
          <p14:tracePt t="2720" x="4968875" y="2776538"/>
          <p14:tracePt t="2728" x="4921250" y="2776538"/>
          <p14:tracePt t="2737" x="4859338" y="2776538"/>
          <p14:tracePt t="2745" x="4811713" y="2776538"/>
          <p14:tracePt t="2753" x="4786313" y="2776538"/>
          <p14:tracePt t="2762" x="4725988" y="2776538"/>
          <p14:tracePt t="2762" x="4689475" y="2776538"/>
          <p14:tracePt t="2770" x="4627563" y="2776538"/>
          <p14:tracePt t="2778" x="4554538" y="2776538"/>
          <p14:tracePt t="2787" x="4494213" y="2776538"/>
          <p14:tracePt t="2795" x="4445000" y="2776538"/>
          <p14:tracePt t="2803" x="4433888" y="2776538"/>
          <p14:tracePt t="2812" x="4421188" y="2776538"/>
          <p14:tracePt t="2820" x="4397375" y="2776538"/>
          <p14:tracePt t="2828" x="4384675" y="2776538"/>
          <p14:tracePt t="2837" x="4371975" y="2776538"/>
          <p14:tracePt t="2845" x="4360863" y="2776538"/>
          <p14:tracePt t="2962" x="4371975" y="2789238"/>
          <p14:tracePt t="2964" x="4384675" y="2789238"/>
          <p14:tracePt t="2971" x="4408488" y="2801938"/>
          <p14:tracePt t="2978" x="4470400" y="2838450"/>
          <p14:tracePt t="2987" x="4506913" y="2851150"/>
          <p14:tracePt t="2995" x="4603750" y="2874963"/>
          <p14:tracePt t="3003" x="4713288" y="2911475"/>
          <p14:tracePt t="3011" x="4872038" y="2960688"/>
          <p14:tracePt t="3020" x="5030788" y="2997200"/>
          <p14:tracePt t="3028" x="5164138" y="3033713"/>
          <p14:tracePt t="3029" x="5224463" y="3044825"/>
          <p14:tracePt t="3037" x="5310188" y="3070225"/>
          <p14:tracePt t="3044" x="5334000" y="3081338"/>
          <p14:tracePt t="3054" x="5346700" y="3081338"/>
          <p14:tracePt t="3102" x="5359400" y="3094038"/>
          <p14:tracePt t="3104" x="5370513" y="3094038"/>
          <p14:tracePt t="3114" x="5383213" y="3106738"/>
          <p14:tracePt t="3119" x="5395913" y="3106738"/>
          <p14:tracePt t="3128" x="5408613" y="3106738"/>
          <p14:tracePt t="3136" x="5419725" y="3106738"/>
          <p14:tracePt t="3145" x="5432425" y="3106738"/>
          <p14:tracePt t="3164" x="5445125" y="3106738"/>
          <p14:tracePt t="3169" x="5456238" y="3106738"/>
          <p14:tracePt t="3174" x="5468938" y="3106738"/>
          <p14:tracePt t="3178" x="5481638" y="3106738"/>
          <p14:tracePt t="3186" x="5518150" y="3117850"/>
          <p14:tracePt t="3195" x="5591175" y="3117850"/>
          <p14:tracePt t="3195" x="5602288" y="3117850"/>
          <p14:tracePt t="3203" x="5638800" y="3130550"/>
          <p14:tracePt t="3211" x="5748338" y="3154363"/>
          <p14:tracePt t="3219" x="5894388" y="3167063"/>
          <p14:tracePt t="3228" x="6089650" y="3190875"/>
          <p14:tracePt t="3236" x="6407150" y="3227388"/>
          <p14:tracePt t="3244" x="6577013" y="3263900"/>
          <p14:tracePt t="3253" x="6637338" y="3276600"/>
          <p14:tracePt t="3261" x="6723063" y="3300413"/>
          <p14:tracePt t="3269" x="6735763" y="3300413"/>
          <p14:tracePt t="3278" x="6759575" y="3313113"/>
          <p14:tracePt t="3286" x="6796088" y="3325813"/>
          <p14:tracePt t="3294" x="6845300" y="3336925"/>
          <p14:tracePt t="3303" x="6894513" y="3349625"/>
          <p14:tracePt t="3311" x="6954838" y="3349625"/>
          <p14:tracePt t="3319" x="7051675" y="3362325"/>
          <p14:tracePt t="3328" x="7173913" y="3373438"/>
          <p14:tracePt t="3336" x="7429500" y="3409950"/>
          <p14:tracePt t="3344" x="7515225" y="3409950"/>
          <p14:tracePt t="3353" x="7637463" y="3409950"/>
          <p14:tracePt t="3361" x="7747000" y="3422650"/>
          <p14:tracePt t="3369" x="7843838" y="3435350"/>
          <p14:tracePt t="3378" x="7966075" y="3448050"/>
          <p14:tracePt t="3386" x="8050213" y="3471863"/>
          <p14:tracePt t="3394" x="8099425" y="3484563"/>
          <p14:tracePt t="3402" x="8232775" y="3521075"/>
          <p14:tracePt t="3411" x="8318500" y="3544888"/>
          <p14:tracePt t="3419" x="8380413" y="3581400"/>
          <p14:tracePt t="3428" x="8404225" y="3605213"/>
          <p14:tracePt t="3436" x="8428038" y="3617913"/>
          <p14:tracePt t="3444" x="8440738" y="3630613"/>
          <p14:tracePt t="3453" x="8453438" y="3641725"/>
          <p14:tracePt t="3461" x="8464550" y="3641725"/>
          <p14:tracePt t="3470" x="8477250" y="3654425"/>
          <p14:tracePt t="3477" x="8477250" y="3667125"/>
        </p14:tracePtLst>
      </p14:laserTraceLst>
    </p:ext>
  </p:extLs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RhODgwMGNjMzY5NTBlMzdlOTU5MGI3ZWZkNWUyYjIifQ=="/>
  <p:tag name="KSO_WPP_MARK_KEY" val="a5d287d2-1b8e-43e9-a27b-099d6764124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3634</TotalTime>
  <Words>2804</Words>
  <Application>Microsoft Office PowerPoint</Application>
  <PresentationFormat>宽屏</PresentationFormat>
  <Paragraphs>295</Paragraphs>
  <Slides>19</Slides>
  <Notes>19</Notes>
  <HiddenSlides>0</HiddenSlides>
  <MMClips>19</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Adobe Devanagari</vt:lpstr>
      <vt:lpstr>Noto Sans SC</vt:lpstr>
      <vt:lpstr>微软雅黑</vt:lpstr>
      <vt:lpstr>Arial</vt:lpstr>
      <vt:lpstr>Calibri</vt:lpstr>
      <vt:lpstr>Calibri Light</vt:lpstr>
      <vt:lpstr>Cambria Math</vt:lpstr>
      <vt:lpstr>Times New Roman</vt:lpstr>
      <vt:lpstr>Wingdings</vt:lpstr>
      <vt:lpstr>Office 主题</vt:lpstr>
      <vt:lpstr>One Size Does Fit All: Exploring Model Fusion for Software Engineering Tasks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dc:creator>
  <cp:lastModifiedBy>盈钢 邱</cp:lastModifiedBy>
  <cp:revision>563</cp:revision>
  <dcterms:created xsi:type="dcterms:W3CDTF">2022-06-24T11:23:00Z</dcterms:created>
  <dcterms:modified xsi:type="dcterms:W3CDTF">2026-07-03T14:09:03Z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46EFE42EC40D4905AF667EC2CD5F8DF7</vt:lpwstr>
  </property>
  <property fmtid="{D5CDD505-2E9C-101B-9397-08002B2CF9AE}" pid="3" name="KSOProductBuildVer">
    <vt:lpwstr>2052-11.1.0.12970</vt:lpwstr>
  </property>
</Properties>
</file>