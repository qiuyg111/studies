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sldIdLst>
    <p:sldId id="256" r:id="rId2"/>
  </p:sldIdLst>
  <p:sldSz cx="8996363" cy="5673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4634" autoAdjust="0"/>
  </p:normalViewPr>
  <p:slideViewPr>
    <p:cSldViewPr snapToGrid="0">
      <p:cViewPr>
        <p:scale>
          <a:sx n="75" d="100"/>
          <a:sy n="75" d="100"/>
        </p:scale>
        <p:origin x="1382" y="39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818E7D-F896-4615-9BA5-D789AF9C647C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82663" y="1143000"/>
            <a:ext cx="4892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E675E9-D4F2-4F5A-A3B4-A8F44061BE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691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77494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1pPr>
    <a:lvl2pPr marL="388747" algn="l" defTabSz="777494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2pPr>
    <a:lvl3pPr marL="777494" algn="l" defTabSz="777494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3pPr>
    <a:lvl4pPr marL="1166241" algn="l" defTabSz="777494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4pPr>
    <a:lvl5pPr marL="1554990" algn="l" defTabSz="777494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5pPr>
    <a:lvl6pPr marL="1943736" algn="l" defTabSz="777494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6pPr>
    <a:lvl7pPr marL="2332484" algn="l" defTabSz="777494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7pPr>
    <a:lvl8pPr marL="2721231" algn="l" defTabSz="777494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8pPr>
    <a:lvl9pPr marL="3109979" algn="l" defTabSz="777494" rtl="0" eaLnBrk="1" latinLnBrk="0" hangingPunct="1">
      <a:defRPr sz="10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82663" y="1143000"/>
            <a:ext cx="48926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E675E9-D4F2-4F5A-A3B4-A8F44061BE8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324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4546" y="928547"/>
            <a:ext cx="6747272" cy="1975297"/>
          </a:xfrm>
        </p:spPr>
        <p:txBody>
          <a:bodyPr anchor="b"/>
          <a:lstStyle>
            <a:lvl1pPr algn="ctr">
              <a:defRPr sz="442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546" y="2980020"/>
            <a:ext cx="6747272" cy="1369836"/>
          </a:xfrm>
        </p:spPr>
        <p:txBody>
          <a:bodyPr/>
          <a:lstStyle>
            <a:lvl1pPr marL="0" indent="0" algn="ctr">
              <a:buNone/>
              <a:defRPr sz="1771"/>
            </a:lvl1pPr>
            <a:lvl2pPr marL="337368" indent="0" algn="ctr">
              <a:buNone/>
              <a:defRPr sz="1476"/>
            </a:lvl2pPr>
            <a:lvl3pPr marL="674736" indent="0" algn="ctr">
              <a:buNone/>
              <a:defRPr sz="1328"/>
            </a:lvl3pPr>
            <a:lvl4pPr marL="1012104" indent="0" algn="ctr">
              <a:buNone/>
              <a:defRPr sz="1181"/>
            </a:lvl4pPr>
            <a:lvl5pPr marL="1349472" indent="0" algn="ctr">
              <a:buNone/>
              <a:defRPr sz="1181"/>
            </a:lvl5pPr>
            <a:lvl6pPr marL="1686839" indent="0" algn="ctr">
              <a:buNone/>
              <a:defRPr sz="1181"/>
            </a:lvl6pPr>
            <a:lvl7pPr marL="2024207" indent="0" algn="ctr">
              <a:buNone/>
              <a:defRPr sz="1181"/>
            </a:lvl7pPr>
            <a:lvl8pPr marL="2361575" indent="0" algn="ctr">
              <a:buNone/>
              <a:defRPr sz="1181"/>
            </a:lvl8pPr>
            <a:lvl9pPr marL="2698943" indent="0" algn="ctr">
              <a:buNone/>
              <a:defRPr sz="1181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11FA-632A-4911-A68F-4F41D86D3C66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D738C-5F46-4DDD-8878-8F7D27DFD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187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11FA-632A-4911-A68F-4F41D86D3C66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D738C-5F46-4DDD-8878-8F7D27DFD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148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14" y="1414492"/>
            <a:ext cx="7759363" cy="2360112"/>
          </a:xfrm>
        </p:spPr>
        <p:txBody>
          <a:bodyPr anchor="b"/>
          <a:lstStyle>
            <a:lvl1pPr>
              <a:defRPr sz="442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3814" y="3796931"/>
            <a:ext cx="7759363" cy="1241127"/>
          </a:xfrm>
        </p:spPr>
        <p:txBody>
          <a:bodyPr/>
          <a:lstStyle>
            <a:lvl1pPr marL="0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1pPr>
            <a:lvl2pPr marL="337368" indent="0">
              <a:buNone/>
              <a:defRPr sz="1476">
                <a:solidFill>
                  <a:schemeClr val="tx1">
                    <a:tint val="82000"/>
                  </a:schemeClr>
                </a:solidFill>
              </a:defRPr>
            </a:lvl2pPr>
            <a:lvl3pPr marL="674736" indent="0">
              <a:buNone/>
              <a:defRPr sz="1328">
                <a:solidFill>
                  <a:schemeClr val="tx1">
                    <a:tint val="82000"/>
                  </a:schemeClr>
                </a:solidFill>
              </a:defRPr>
            </a:lvl3pPr>
            <a:lvl4pPr marL="1012104" indent="0">
              <a:buNone/>
              <a:defRPr sz="1181">
                <a:solidFill>
                  <a:schemeClr val="tx1">
                    <a:tint val="82000"/>
                  </a:schemeClr>
                </a:solidFill>
              </a:defRPr>
            </a:lvl4pPr>
            <a:lvl5pPr marL="1349472" indent="0">
              <a:buNone/>
              <a:defRPr sz="1181">
                <a:solidFill>
                  <a:schemeClr val="tx1">
                    <a:tint val="82000"/>
                  </a:schemeClr>
                </a:solidFill>
              </a:defRPr>
            </a:lvl5pPr>
            <a:lvl6pPr marL="1686839" indent="0">
              <a:buNone/>
              <a:defRPr sz="1181">
                <a:solidFill>
                  <a:schemeClr val="tx1">
                    <a:tint val="82000"/>
                  </a:schemeClr>
                </a:solidFill>
              </a:defRPr>
            </a:lvl6pPr>
            <a:lvl7pPr marL="2024207" indent="0">
              <a:buNone/>
              <a:defRPr sz="1181">
                <a:solidFill>
                  <a:schemeClr val="tx1">
                    <a:tint val="82000"/>
                  </a:schemeClr>
                </a:solidFill>
              </a:defRPr>
            </a:lvl7pPr>
            <a:lvl8pPr marL="2361575" indent="0">
              <a:buNone/>
              <a:defRPr sz="1181">
                <a:solidFill>
                  <a:schemeClr val="tx1">
                    <a:tint val="82000"/>
                  </a:schemeClr>
                </a:solidFill>
              </a:defRPr>
            </a:lvl8pPr>
            <a:lvl9pPr marL="2698943" indent="0">
              <a:buNone/>
              <a:defRPr sz="118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11FA-632A-4911-A68F-4F41D86D3C66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D738C-5F46-4DDD-8878-8F7D27DFD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382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500" y="1510367"/>
            <a:ext cx="3823454" cy="359992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4409" y="1510367"/>
            <a:ext cx="3823454" cy="359992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11FA-632A-4911-A68F-4F41D86D3C66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D738C-5F46-4DDD-8878-8F7D27DFD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204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672" y="302074"/>
            <a:ext cx="7759363" cy="109665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672" y="1390851"/>
            <a:ext cx="3805883" cy="681635"/>
          </a:xfrm>
        </p:spPr>
        <p:txBody>
          <a:bodyPr anchor="b"/>
          <a:lstStyle>
            <a:lvl1pPr marL="0" indent="0">
              <a:buNone/>
              <a:defRPr sz="1771" b="1"/>
            </a:lvl1pPr>
            <a:lvl2pPr marL="337368" indent="0">
              <a:buNone/>
              <a:defRPr sz="1476" b="1"/>
            </a:lvl2pPr>
            <a:lvl3pPr marL="674736" indent="0">
              <a:buNone/>
              <a:defRPr sz="1328" b="1"/>
            </a:lvl3pPr>
            <a:lvl4pPr marL="1012104" indent="0">
              <a:buNone/>
              <a:defRPr sz="1181" b="1"/>
            </a:lvl4pPr>
            <a:lvl5pPr marL="1349472" indent="0">
              <a:buNone/>
              <a:defRPr sz="1181" b="1"/>
            </a:lvl5pPr>
            <a:lvl6pPr marL="1686839" indent="0">
              <a:buNone/>
              <a:defRPr sz="1181" b="1"/>
            </a:lvl6pPr>
            <a:lvl7pPr marL="2024207" indent="0">
              <a:buNone/>
              <a:defRPr sz="1181" b="1"/>
            </a:lvl7pPr>
            <a:lvl8pPr marL="2361575" indent="0">
              <a:buNone/>
              <a:defRPr sz="1181" b="1"/>
            </a:lvl8pPr>
            <a:lvl9pPr marL="2698943" indent="0">
              <a:buNone/>
              <a:defRPr sz="118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72" y="2072486"/>
            <a:ext cx="3805883" cy="30483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4409" y="1390851"/>
            <a:ext cx="3824626" cy="681635"/>
          </a:xfrm>
        </p:spPr>
        <p:txBody>
          <a:bodyPr anchor="b"/>
          <a:lstStyle>
            <a:lvl1pPr marL="0" indent="0">
              <a:buNone/>
              <a:defRPr sz="1771" b="1"/>
            </a:lvl1pPr>
            <a:lvl2pPr marL="337368" indent="0">
              <a:buNone/>
              <a:defRPr sz="1476" b="1"/>
            </a:lvl2pPr>
            <a:lvl3pPr marL="674736" indent="0">
              <a:buNone/>
              <a:defRPr sz="1328" b="1"/>
            </a:lvl3pPr>
            <a:lvl4pPr marL="1012104" indent="0">
              <a:buNone/>
              <a:defRPr sz="1181" b="1"/>
            </a:lvl4pPr>
            <a:lvl5pPr marL="1349472" indent="0">
              <a:buNone/>
              <a:defRPr sz="1181" b="1"/>
            </a:lvl5pPr>
            <a:lvl6pPr marL="1686839" indent="0">
              <a:buNone/>
              <a:defRPr sz="1181" b="1"/>
            </a:lvl6pPr>
            <a:lvl7pPr marL="2024207" indent="0">
              <a:buNone/>
              <a:defRPr sz="1181" b="1"/>
            </a:lvl7pPr>
            <a:lvl8pPr marL="2361575" indent="0">
              <a:buNone/>
              <a:defRPr sz="1181" b="1"/>
            </a:lvl8pPr>
            <a:lvl9pPr marL="2698943" indent="0">
              <a:buNone/>
              <a:defRPr sz="118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4409" y="2072486"/>
            <a:ext cx="3824626" cy="30483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11FA-632A-4911-A68F-4F41D86D3C66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D738C-5F46-4DDD-8878-8F7D27DFD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226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11FA-632A-4911-A68F-4F41D86D3C66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D738C-5F46-4DDD-8878-8F7D27DFD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20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11FA-632A-4911-A68F-4F41D86D3C66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D738C-5F46-4DDD-8878-8F7D27DFD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883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672" y="378248"/>
            <a:ext cx="2901561" cy="1323869"/>
          </a:xfrm>
        </p:spPr>
        <p:txBody>
          <a:bodyPr anchor="b"/>
          <a:lstStyle>
            <a:lvl1pPr>
              <a:defRPr sz="236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4626" y="816912"/>
            <a:ext cx="4554409" cy="4032022"/>
          </a:xfrm>
        </p:spPr>
        <p:txBody>
          <a:bodyPr/>
          <a:lstStyle>
            <a:lvl1pPr>
              <a:defRPr sz="2361"/>
            </a:lvl1pPr>
            <a:lvl2pPr>
              <a:defRPr sz="2066"/>
            </a:lvl2pPr>
            <a:lvl3pPr>
              <a:defRPr sz="1771"/>
            </a:lvl3pPr>
            <a:lvl4pPr>
              <a:defRPr sz="1476"/>
            </a:lvl4pPr>
            <a:lvl5pPr>
              <a:defRPr sz="1476"/>
            </a:lvl5pPr>
            <a:lvl6pPr>
              <a:defRPr sz="1476"/>
            </a:lvl6pPr>
            <a:lvl7pPr>
              <a:defRPr sz="1476"/>
            </a:lvl7pPr>
            <a:lvl8pPr>
              <a:defRPr sz="1476"/>
            </a:lvl8pPr>
            <a:lvl9pPr>
              <a:defRPr sz="147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672" y="1702118"/>
            <a:ext cx="2901561" cy="3153383"/>
          </a:xfrm>
        </p:spPr>
        <p:txBody>
          <a:bodyPr/>
          <a:lstStyle>
            <a:lvl1pPr marL="0" indent="0">
              <a:buNone/>
              <a:defRPr sz="1181"/>
            </a:lvl1pPr>
            <a:lvl2pPr marL="337368" indent="0">
              <a:buNone/>
              <a:defRPr sz="1033"/>
            </a:lvl2pPr>
            <a:lvl3pPr marL="674736" indent="0">
              <a:buNone/>
              <a:defRPr sz="885"/>
            </a:lvl3pPr>
            <a:lvl4pPr marL="1012104" indent="0">
              <a:buNone/>
              <a:defRPr sz="738"/>
            </a:lvl4pPr>
            <a:lvl5pPr marL="1349472" indent="0">
              <a:buNone/>
              <a:defRPr sz="738"/>
            </a:lvl5pPr>
            <a:lvl6pPr marL="1686839" indent="0">
              <a:buNone/>
              <a:defRPr sz="738"/>
            </a:lvl6pPr>
            <a:lvl7pPr marL="2024207" indent="0">
              <a:buNone/>
              <a:defRPr sz="738"/>
            </a:lvl7pPr>
            <a:lvl8pPr marL="2361575" indent="0">
              <a:buNone/>
              <a:defRPr sz="738"/>
            </a:lvl8pPr>
            <a:lvl9pPr marL="2698943" indent="0">
              <a:buNone/>
              <a:defRPr sz="73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11FA-632A-4911-A68F-4F41D86D3C66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D738C-5F46-4DDD-8878-8F7D27DFD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042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672" y="378248"/>
            <a:ext cx="2901561" cy="1323869"/>
          </a:xfrm>
        </p:spPr>
        <p:txBody>
          <a:bodyPr anchor="b"/>
          <a:lstStyle>
            <a:lvl1pPr>
              <a:defRPr sz="236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4626" y="816912"/>
            <a:ext cx="4554409" cy="4032022"/>
          </a:xfrm>
        </p:spPr>
        <p:txBody>
          <a:bodyPr anchor="t"/>
          <a:lstStyle>
            <a:lvl1pPr marL="0" indent="0">
              <a:buNone/>
              <a:defRPr sz="2361"/>
            </a:lvl1pPr>
            <a:lvl2pPr marL="337368" indent="0">
              <a:buNone/>
              <a:defRPr sz="2066"/>
            </a:lvl2pPr>
            <a:lvl3pPr marL="674736" indent="0">
              <a:buNone/>
              <a:defRPr sz="1771"/>
            </a:lvl3pPr>
            <a:lvl4pPr marL="1012104" indent="0">
              <a:buNone/>
              <a:defRPr sz="1476"/>
            </a:lvl4pPr>
            <a:lvl5pPr marL="1349472" indent="0">
              <a:buNone/>
              <a:defRPr sz="1476"/>
            </a:lvl5pPr>
            <a:lvl6pPr marL="1686839" indent="0">
              <a:buNone/>
              <a:defRPr sz="1476"/>
            </a:lvl6pPr>
            <a:lvl7pPr marL="2024207" indent="0">
              <a:buNone/>
              <a:defRPr sz="1476"/>
            </a:lvl7pPr>
            <a:lvl8pPr marL="2361575" indent="0">
              <a:buNone/>
              <a:defRPr sz="1476"/>
            </a:lvl8pPr>
            <a:lvl9pPr marL="2698943" indent="0">
              <a:buNone/>
              <a:defRPr sz="1476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672" y="1702118"/>
            <a:ext cx="2901561" cy="3153383"/>
          </a:xfrm>
        </p:spPr>
        <p:txBody>
          <a:bodyPr/>
          <a:lstStyle>
            <a:lvl1pPr marL="0" indent="0">
              <a:buNone/>
              <a:defRPr sz="1181"/>
            </a:lvl1pPr>
            <a:lvl2pPr marL="337368" indent="0">
              <a:buNone/>
              <a:defRPr sz="1033"/>
            </a:lvl2pPr>
            <a:lvl3pPr marL="674736" indent="0">
              <a:buNone/>
              <a:defRPr sz="885"/>
            </a:lvl3pPr>
            <a:lvl4pPr marL="1012104" indent="0">
              <a:buNone/>
              <a:defRPr sz="738"/>
            </a:lvl4pPr>
            <a:lvl5pPr marL="1349472" indent="0">
              <a:buNone/>
              <a:defRPr sz="738"/>
            </a:lvl5pPr>
            <a:lvl6pPr marL="1686839" indent="0">
              <a:buNone/>
              <a:defRPr sz="738"/>
            </a:lvl6pPr>
            <a:lvl7pPr marL="2024207" indent="0">
              <a:buNone/>
              <a:defRPr sz="738"/>
            </a:lvl7pPr>
            <a:lvl8pPr marL="2361575" indent="0">
              <a:buNone/>
              <a:defRPr sz="738"/>
            </a:lvl8pPr>
            <a:lvl9pPr marL="2698943" indent="0">
              <a:buNone/>
              <a:defRPr sz="73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11FA-632A-4911-A68F-4F41D86D3C66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D738C-5F46-4DDD-8878-8F7D27DFD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008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11FA-632A-4911-A68F-4F41D86D3C66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D738C-5F46-4DDD-8878-8F7D27DFD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838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022" y="302073"/>
            <a:ext cx="1939841" cy="480822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500" y="302073"/>
            <a:ext cx="5707068" cy="480822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11FA-632A-4911-A68F-4F41D86D3C66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D738C-5F46-4DDD-8878-8F7D27DFD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075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500" y="302074"/>
            <a:ext cx="7759363" cy="1096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500" y="1510367"/>
            <a:ext cx="7759363" cy="3599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500" y="5258703"/>
            <a:ext cx="2024182" cy="3020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0211FA-632A-4911-A68F-4F41D86D3C66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0045" y="5258703"/>
            <a:ext cx="3036273" cy="3020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3681" y="5258703"/>
            <a:ext cx="2024182" cy="3020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0D738C-5F46-4DDD-8878-8F7D27DFD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107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74736" rtl="0" eaLnBrk="1" latinLnBrk="0" hangingPunct="1">
        <a:lnSpc>
          <a:spcPct val="90000"/>
        </a:lnSpc>
        <a:spcBef>
          <a:spcPct val="0"/>
        </a:spcBef>
        <a:buNone/>
        <a:defRPr sz="32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684" indent="-168684" algn="l" defTabSz="674736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066" kern="1200">
          <a:solidFill>
            <a:schemeClr val="tx1"/>
          </a:solidFill>
          <a:latin typeface="+mn-lt"/>
          <a:ea typeface="+mn-ea"/>
          <a:cs typeface="+mn-cs"/>
        </a:defRPr>
      </a:lvl1pPr>
      <a:lvl2pPr marL="506052" indent="-168684" algn="l" defTabSz="674736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771" kern="1200">
          <a:solidFill>
            <a:schemeClr val="tx1"/>
          </a:solidFill>
          <a:latin typeface="+mn-lt"/>
          <a:ea typeface="+mn-ea"/>
          <a:cs typeface="+mn-cs"/>
        </a:defRPr>
      </a:lvl2pPr>
      <a:lvl3pPr marL="843420" indent="-168684" algn="l" defTabSz="674736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3pPr>
      <a:lvl4pPr marL="1180788" indent="-168684" algn="l" defTabSz="674736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4pPr>
      <a:lvl5pPr marL="1518155" indent="-168684" algn="l" defTabSz="674736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5pPr>
      <a:lvl6pPr marL="1855523" indent="-168684" algn="l" defTabSz="674736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6pPr>
      <a:lvl7pPr marL="2192891" indent="-168684" algn="l" defTabSz="674736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7pPr>
      <a:lvl8pPr marL="2530259" indent="-168684" algn="l" defTabSz="674736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8pPr>
      <a:lvl9pPr marL="2867627" indent="-168684" algn="l" defTabSz="674736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4736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1pPr>
      <a:lvl2pPr marL="337368" algn="l" defTabSz="674736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2pPr>
      <a:lvl3pPr marL="674736" algn="l" defTabSz="674736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3pPr>
      <a:lvl4pPr marL="1012104" algn="l" defTabSz="674736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4pPr>
      <a:lvl5pPr marL="1349472" algn="l" defTabSz="674736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5pPr>
      <a:lvl6pPr marL="1686839" algn="l" defTabSz="674736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6pPr>
      <a:lvl7pPr marL="2024207" algn="l" defTabSz="674736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7pPr>
      <a:lvl8pPr marL="2361575" algn="l" defTabSz="674736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8pPr>
      <a:lvl9pPr marL="2698943" algn="l" defTabSz="674736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组合 258">
            <a:extLst>
              <a:ext uri="{FF2B5EF4-FFF2-40B4-BE49-F238E27FC236}">
                <a16:creationId xmlns:a16="http://schemas.microsoft.com/office/drawing/2014/main" id="{23045F6F-DB4D-CC29-9896-D2764419ECDA}"/>
              </a:ext>
            </a:extLst>
          </p:cNvPr>
          <p:cNvGrpSpPr/>
          <p:nvPr/>
        </p:nvGrpSpPr>
        <p:grpSpPr>
          <a:xfrm>
            <a:off x="-256" y="-1254"/>
            <a:ext cx="8996619" cy="5674979"/>
            <a:chOff x="782424" y="349734"/>
            <a:chExt cx="8996619" cy="5626451"/>
          </a:xfrm>
        </p:grpSpPr>
        <p:grpSp>
          <p:nvGrpSpPr>
            <p:cNvPr id="260" name="组合 259">
              <a:extLst>
                <a:ext uri="{FF2B5EF4-FFF2-40B4-BE49-F238E27FC236}">
                  <a16:creationId xmlns:a16="http://schemas.microsoft.com/office/drawing/2014/main" id="{117AEDF1-52E9-1CF3-6E0E-9FD37056C900}"/>
                </a:ext>
              </a:extLst>
            </p:cNvPr>
            <p:cNvGrpSpPr/>
            <p:nvPr/>
          </p:nvGrpSpPr>
          <p:grpSpPr>
            <a:xfrm>
              <a:off x="880926" y="1608438"/>
              <a:ext cx="1862154" cy="720000"/>
              <a:chOff x="1347019" y="1258529"/>
              <a:chExt cx="636197" cy="208692"/>
            </a:xfrm>
            <a:solidFill>
              <a:schemeClr val="tx2">
                <a:lumMod val="50000"/>
                <a:lumOff val="50000"/>
              </a:schemeClr>
            </a:solidFill>
          </p:grpSpPr>
          <p:sp>
            <p:nvSpPr>
              <p:cNvPr id="298" name="椭圆 297">
                <a:extLst>
                  <a:ext uri="{FF2B5EF4-FFF2-40B4-BE49-F238E27FC236}">
                    <a16:creationId xmlns:a16="http://schemas.microsoft.com/office/drawing/2014/main" id="{7FAF8F74-FCB9-D6AA-D2B6-4D2F9F6CB91A}"/>
                  </a:ext>
                </a:extLst>
              </p:cNvPr>
              <p:cNvSpPr/>
              <p:nvPr/>
            </p:nvSpPr>
            <p:spPr>
              <a:xfrm>
                <a:off x="1347019" y="1258529"/>
                <a:ext cx="245985" cy="208692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66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334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500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668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834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002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168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336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/>
              </a:p>
            </p:txBody>
          </p:sp>
          <p:sp>
            <p:nvSpPr>
              <p:cNvPr id="299" name="椭圆 298">
                <a:extLst>
                  <a:ext uri="{FF2B5EF4-FFF2-40B4-BE49-F238E27FC236}">
                    <a16:creationId xmlns:a16="http://schemas.microsoft.com/office/drawing/2014/main" id="{A30FA501-1746-79A0-7BF9-BE42E3F1365B}"/>
                  </a:ext>
                </a:extLst>
              </p:cNvPr>
              <p:cNvSpPr/>
              <p:nvPr/>
            </p:nvSpPr>
            <p:spPr>
              <a:xfrm>
                <a:off x="1737231" y="1258529"/>
                <a:ext cx="245985" cy="208692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66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334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500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668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834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002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168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336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/>
              </a:p>
            </p:txBody>
          </p:sp>
        </p:grpSp>
        <p:sp>
          <p:nvSpPr>
            <p:cNvPr id="261" name="椭圆 260">
              <a:extLst>
                <a:ext uri="{FF2B5EF4-FFF2-40B4-BE49-F238E27FC236}">
                  <a16:creationId xmlns:a16="http://schemas.microsoft.com/office/drawing/2014/main" id="{5229AC21-FCBF-F669-1244-B81936CE91B3}"/>
                </a:ext>
              </a:extLst>
            </p:cNvPr>
            <p:cNvSpPr/>
            <p:nvPr/>
          </p:nvSpPr>
          <p:spPr>
            <a:xfrm>
              <a:off x="4187535" y="1608438"/>
              <a:ext cx="720000" cy="7200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66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34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500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668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834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002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168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336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262" name="文本框 12">
              <a:extLst>
                <a:ext uri="{FF2B5EF4-FFF2-40B4-BE49-F238E27FC236}">
                  <a16:creationId xmlns:a16="http://schemas.microsoft.com/office/drawing/2014/main" id="{93E7CD26-E6D0-B5E2-9B9D-43E2A39B4FF7}"/>
                </a:ext>
              </a:extLst>
            </p:cNvPr>
            <p:cNvSpPr txBox="1"/>
            <p:nvPr/>
          </p:nvSpPr>
          <p:spPr>
            <a:xfrm>
              <a:off x="2817777" y="1676051"/>
              <a:ext cx="1295061" cy="54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66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34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00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668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834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002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168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336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3200" b="1" dirty="0"/>
                <a:t>···</a:t>
              </a:r>
              <a:endParaRPr lang="zh-CN" altLang="en-US" sz="3200" b="1" dirty="0"/>
            </a:p>
          </p:txBody>
        </p:sp>
        <p:grpSp>
          <p:nvGrpSpPr>
            <p:cNvPr id="263" name="组合 262">
              <a:extLst>
                <a:ext uri="{FF2B5EF4-FFF2-40B4-BE49-F238E27FC236}">
                  <a16:creationId xmlns:a16="http://schemas.microsoft.com/office/drawing/2014/main" id="{99E7FACB-009E-F557-6DD4-DBA3C360B2C8}"/>
                </a:ext>
              </a:extLst>
            </p:cNvPr>
            <p:cNvGrpSpPr/>
            <p:nvPr/>
          </p:nvGrpSpPr>
          <p:grpSpPr>
            <a:xfrm>
              <a:off x="880926" y="4744648"/>
              <a:ext cx="1862154" cy="720000"/>
              <a:chOff x="1347019" y="1258529"/>
              <a:chExt cx="636197" cy="208692"/>
            </a:xfrm>
            <a:solidFill>
              <a:srgbClr val="00B050"/>
            </a:solidFill>
          </p:grpSpPr>
          <p:sp>
            <p:nvSpPr>
              <p:cNvPr id="296" name="椭圆 295">
                <a:extLst>
                  <a:ext uri="{FF2B5EF4-FFF2-40B4-BE49-F238E27FC236}">
                    <a16:creationId xmlns:a16="http://schemas.microsoft.com/office/drawing/2014/main" id="{62CE0D34-98FB-F68F-E205-E430F74945FD}"/>
                  </a:ext>
                </a:extLst>
              </p:cNvPr>
              <p:cNvSpPr/>
              <p:nvPr/>
            </p:nvSpPr>
            <p:spPr>
              <a:xfrm>
                <a:off x="1347019" y="1258529"/>
                <a:ext cx="245985" cy="208692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66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334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500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668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834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002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168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336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97" name="椭圆 296">
                <a:extLst>
                  <a:ext uri="{FF2B5EF4-FFF2-40B4-BE49-F238E27FC236}">
                    <a16:creationId xmlns:a16="http://schemas.microsoft.com/office/drawing/2014/main" id="{476303D4-8B4C-D80D-0AA0-228C538DD52C}"/>
                  </a:ext>
                </a:extLst>
              </p:cNvPr>
              <p:cNvSpPr/>
              <p:nvPr/>
            </p:nvSpPr>
            <p:spPr>
              <a:xfrm>
                <a:off x="1737231" y="1258529"/>
                <a:ext cx="245985" cy="208692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66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334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500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668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834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002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168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336" algn="l" defTabSz="914334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sp>
          <p:nvSpPr>
            <p:cNvPr id="264" name="椭圆 263">
              <a:extLst>
                <a:ext uri="{FF2B5EF4-FFF2-40B4-BE49-F238E27FC236}">
                  <a16:creationId xmlns:a16="http://schemas.microsoft.com/office/drawing/2014/main" id="{4B07BC57-2B3D-C6DC-AD2E-AABD3C174861}"/>
                </a:ext>
              </a:extLst>
            </p:cNvPr>
            <p:cNvSpPr/>
            <p:nvPr/>
          </p:nvSpPr>
          <p:spPr>
            <a:xfrm>
              <a:off x="6353954" y="4744648"/>
              <a:ext cx="720000" cy="720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66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34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500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668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834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002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168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336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265" name="文本框 20">
              <a:extLst>
                <a:ext uri="{FF2B5EF4-FFF2-40B4-BE49-F238E27FC236}">
                  <a16:creationId xmlns:a16="http://schemas.microsoft.com/office/drawing/2014/main" id="{07EEBF93-610A-6E3E-E2EF-DFB1791E7B15}"/>
                </a:ext>
              </a:extLst>
            </p:cNvPr>
            <p:cNvSpPr txBox="1"/>
            <p:nvPr/>
          </p:nvSpPr>
          <p:spPr>
            <a:xfrm>
              <a:off x="4983705" y="4812260"/>
              <a:ext cx="1295061" cy="54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66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34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00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668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834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002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168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336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3200" b="1" dirty="0"/>
                <a:t>···</a:t>
              </a:r>
              <a:endParaRPr lang="zh-CN" altLang="en-US" sz="3200" b="1" dirty="0"/>
            </a:p>
          </p:txBody>
        </p: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CF008DBC-44B2-FF80-495B-699D77CF2046}"/>
                </a:ext>
              </a:extLst>
            </p:cNvPr>
            <p:cNvCxnSpPr>
              <a:cxnSpLocks/>
              <a:stCxn id="298" idx="4"/>
              <a:endCxn id="296" idx="0"/>
            </p:cNvCxnSpPr>
            <p:nvPr/>
          </p:nvCxnSpPr>
          <p:spPr>
            <a:xfrm>
              <a:off x="1240926" y="2328437"/>
              <a:ext cx="0" cy="241620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>
              <a:extLst>
                <a:ext uri="{FF2B5EF4-FFF2-40B4-BE49-F238E27FC236}">
                  <a16:creationId xmlns:a16="http://schemas.microsoft.com/office/drawing/2014/main" id="{D3BB7507-6B1F-48D0-88E0-D5360872C8DB}"/>
                </a:ext>
              </a:extLst>
            </p:cNvPr>
            <p:cNvCxnSpPr>
              <a:cxnSpLocks/>
              <a:stCxn id="298" idx="4"/>
              <a:endCxn id="297" idx="0"/>
            </p:cNvCxnSpPr>
            <p:nvPr/>
          </p:nvCxnSpPr>
          <p:spPr>
            <a:xfrm>
              <a:off x="1240926" y="2328437"/>
              <a:ext cx="1142154" cy="241620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>
              <a:extLst>
                <a:ext uri="{FF2B5EF4-FFF2-40B4-BE49-F238E27FC236}">
                  <a16:creationId xmlns:a16="http://schemas.microsoft.com/office/drawing/2014/main" id="{9F74258E-F5A6-9EAE-64E5-7A10775F07BB}"/>
                </a:ext>
              </a:extLst>
            </p:cNvPr>
            <p:cNvCxnSpPr>
              <a:cxnSpLocks/>
              <a:stCxn id="298" idx="4"/>
              <a:endCxn id="264" idx="0"/>
            </p:cNvCxnSpPr>
            <p:nvPr/>
          </p:nvCxnSpPr>
          <p:spPr>
            <a:xfrm>
              <a:off x="1240926" y="2328437"/>
              <a:ext cx="5473028" cy="241620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>
              <a:extLst>
                <a:ext uri="{FF2B5EF4-FFF2-40B4-BE49-F238E27FC236}">
                  <a16:creationId xmlns:a16="http://schemas.microsoft.com/office/drawing/2014/main" id="{D65B53F9-10F5-F887-4BE4-BB9D28675455}"/>
                </a:ext>
              </a:extLst>
            </p:cNvPr>
            <p:cNvCxnSpPr>
              <a:cxnSpLocks/>
              <a:stCxn id="299" idx="4"/>
              <a:endCxn id="296" idx="0"/>
            </p:cNvCxnSpPr>
            <p:nvPr/>
          </p:nvCxnSpPr>
          <p:spPr>
            <a:xfrm flipH="1">
              <a:off x="1240926" y="2328437"/>
              <a:ext cx="1142154" cy="241620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722A9FB2-6F04-5BBF-10F9-C6CC4702C2F4}"/>
                </a:ext>
              </a:extLst>
            </p:cNvPr>
            <p:cNvCxnSpPr>
              <a:cxnSpLocks/>
              <a:stCxn id="299" idx="4"/>
              <a:endCxn id="297" idx="0"/>
            </p:cNvCxnSpPr>
            <p:nvPr/>
          </p:nvCxnSpPr>
          <p:spPr>
            <a:xfrm>
              <a:off x="2383080" y="2328437"/>
              <a:ext cx="0" cy="241620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>
              <a:extLst>
                <a:ext uri="{FF2B5EF4-FFF2-40B4-BE49-F238E27FC236}">
                  <a16:creationId xmlns:a16="http://schemas.microsoft.com/office/drawing/2014/main" id="{BF9FE928-5631-E027-DAD8-1FFEA4E7A21D}"/>
                </a:ext>
              </a:extLst>
            </p:cNvPr>
            <p:cNvCxnSpPr>
              <a:cxnSpLocks/>
              <a:stCxn id="299" idx="4"/>
              <a:endCxn id="264" idx="0"/>
            </p:cNvCxnSpPr>
            <p:nvPr/>
          </p:nvCxnSpPr>
          <p:spPr>
            <a:xfrm>
              <a:off x="2383080" y="2328437"/>
              <a:ext cx="4330874" cy="241620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椭圆 271">
              <a:extLst>
                <a:ext uri="{FF2B5EF4-FFF2-40B4-BE49-F238E27FC236}">
                  <a16:creationId xmlns:a16="http://schemas.microsoft.com/office/drawing/2014/main" id="{3CDBC3C6-09E8-35C3-6FA3-27179BF53FB2}"/>
                </a:ext>
              </a:extLst>
            </p:cNvPr>
            <p:cNvSpPr/>
            <p:nvPr/>
          </p:nvSpPr>
          <p:spPr>
            <a:xfrm>
              <a:off x="6351990" y="1608438"/>
              <a:ext cx="720000" cy="7200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66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34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500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668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834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002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168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336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273" name="文本框 76">
              <a:extLst>
                <a:ext uri="{FF2B5EF4-FFF2-40B4-BE49-F238E27FC236}">
                  <a16:creationId xmlns:a16="http://schemas.microsoft.com/office/drawing/2014/main" id="{70211F39-8093-630E-8E69-89CB9F7F0B61}"/>
                </a:ext>
              </a:extLst>
            </p:cNvPr>
            <p:cNvSpPr txBox="1"/>
            <p:nvPr/>
          </p:nvSpPr>
          <p:spPr>
            <a:xfrm>
              <a:off x="4982232" y="1676051"/>
              <a:ext cx="1295061" cy="54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66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34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00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668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834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002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168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336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3200" b="1" dirty="0"/>
                <a:t>···</a:t>
              </a:r>
              <a:endParaRPr lang="zh-CN" altLang="en-US" sz="3200" b="1" dirty="0"/>
            </a:p>
          </p:txBody>
        </p:sp>
        <p:sp>
          <p:nvSpPr>
            <p:cNvPr id="274" name="椭圆 273">
              <a:extLst>
                <a:ext uri="{FF2B5EF4-FFF2-40B4-BE49-F238E27FC236}">
                  <a16:creationId xmlns:a16="http://schemas.microsoft.com/office/drawing/2014/main" id="{95690429-8545-8991-0BE1-355A19369F4C}"/>
                </a:ext>
              </a:extLst>
            </p:cNvPr>
            <p:cNvSpPr/>
            <p:nvPr/>
          </p:nvSpPr>
          <p:spPr>
            <a:xfrm>
              <a:off x="4188517" y="4744648"/>
              <a:ext cx="720000" cy="720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66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34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500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668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834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002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168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336" algn="l" defTabSz="914334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275" name="文本框 78">
              <a:extLst>
                <a:ext uri="{FF2B5EF4-FFF2-40B4-BE49-F238E27FC236}">
                  <a16:creationId xmlns:a16="http://schemas.microsoft.com/office/drawing/2014/main" id="{AC9071F4-86D5-2AE7-E8CE-B657BF72F9FB}"/>
                </a:ext>
              </a:extLst>
            </p:cNvPr>
            <p:cNvSpPr txBox="1"/>
            <p:nvPr/>
          </p:nvSpPr>
          <p:spPr>
            <a:xfrm>
              <a:off x="2818268" y="4812260"/>
              <a:ext cx="1295061" cy="54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66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34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00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668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834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002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168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336" algn="l" defTabSz="91433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3200" b="1" dirty="0"/>
                <a:t>···</a:t>
              </a:r>
              <a:endParaRPr lang="zh-CN" altLang="en-US" sz="3200" b="1" dirty="0"/>
            </a:p>
          </p:txBody>
        </p:sp>
        <p:cxnSp>
          <p:nvCxnSpPr>
            <p:cNvPr id="276" name="直接连接符 275">
              <a:extLst>
                <a:ext uri="{FF2B5EF4-FFF2-40B4-BE49-F238E27FC236}">
                  <a16:creationId xmlns:a16="http://schemas.microsoft.com/office/drawing/2014/main" id="{1819F6B3-090C-1FEB-1DB8-30C1B74F33AE}"/>
                </a:ext>
              </a:extLst>
            </p:cNvPr>
            <p:cNvCxnSpPr>
              <a:cxnSpLocks/>
              <a:stCxn id="261" idx="4"/>
              <a:endCxn id="274" idx="0"/>
            </p:cNvCxnSpPr>
            <p:nvPr/>
          </p:nvCxnSpPr>
          <p:spPr>
            <a:xfrm>
              <a:off x="4547535" y="2328437"/>
              <a:ext cx="982" cy="241620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>
              <a:extLst>
                <a:ext uri="{FF2B5EF4-FFF2-40B4-BE49-F238E27FC236}">
                  <a16:creationId xmlns:a16="http://schemas.microsoft.com/office/drawing/2014/main" id="{AB3F4771-8E63-858B-34D6-339033F615CF}"/>
                </a:ext>
              </a:extLst>
            </p:cNvPr>
            <p:cNvCxnSpPr>
              <a:cxnSpLocks/>
              <a:stCxn id="261" idx="4"/>
              <a:endCxn id="264" idx="0"/>
            </p:cNvCxnSpPr>
            <p:nvPr/>
          </p:nvCxnSpPr>
          <p:spPr>
            <a:xfrm>
              <a:off x="4547535" y="2328437"/>
              <a:ext cx="2166419" cy="241620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连接符 277">
              <a:extLst>
                <a:ext uri="{FF2B5EF4-FFF2-40B4-BE49-F238E27FC236}">
                  <a16:creationId xmlns:a16="http://schemas.microsoft.com/office/drawing/2014/main" id="{258E0C80-2A50-1200-B453-BEDD26F9184A}"/>
                </a:ext>
              </a:extLst>
            </p:cNvPr>
            <p:cNvCxnSpPr>
              <a:cxnSpLocks/>
              <a:stCxn id="261" idx="4"/>
              <a:endCxn id="297" idx="0"/>
            </p:cNvCxnSpPr>
            <p:nvPr/>
          </p:nvCxnSpPr>
          <p:spPr>
            <a:xfrm flipH="1">
              <a:off x="2383080" y="2328437"/>
              <a:ext cx="2164455" cy="241620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直接连接符 278">
              <a:extLst>
                <a:ext uri="{FF2B5EF4-FFF2-40B4-BE49-F238E27FC236}">
                  <a16:creationId xmlns:a16="http://schemas.microsoft.com/office/drawing/2014/main" id="{050AF667-00F5-CAED-6471-E797E696BCEA}"/>
                </a:ext>
              </a:extLst>
            </p:cNvPr>
            <p:cNvCxnSpPr>
              <a:cxnSpLocks/>
              <a:stCxn id="261" idx="4"/>
              <a:endCxn id="296" idx="0"/>
            </p:cNvCxnSpPr>
            <p:nvPr/>
          </p:nvCxnSpPr>
          <p:spPr>
            <a:xfrm flipH="1">
              <a:off x="1240926" y="2328437"/>
              <a:ext cx="3306609" cy="241620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直接连接符 279">
              <a:extLst>
                <a:ext uri="{FF2B5EF4-FFF2-40B4-BE49-F238E27FC236}">
                  <a16:creationId xmlns:a16="http://schemas.microsoft.com/office/drawing/2014/main" id="{5B446717-ADBB-980B-C5F8-77C2ABBD1CA1}"/>
                </a:ext>
              </a:extLst>
            </p:cNvPr>
            <p:cNvCxnSpPr>
              <a:cxnSpLocks/>
              <a:stCxn id="272" idx="4"/>
              <a:endCxn id="296" idx="0"/>
            </p:cNvCxnSpPr>
            <p:nvPr/>
          </p:nvCxnSpPr>
          <p:spPr>
            <a:xfrm flipH="1">
              <a:off x="1240926" y="2328437"/>
              <a:ext cx="5471064" cy="241620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连接符 280">
              <a:extLst>
                <a:ext uri="{FF2B5EF4-FFF2-40B4-BE49-F238E27FC236}">
                  <a16:creationId xmlns:a16="http://schemas.microsoft.com/office/drawing/2014/main" id="{50C66145-F108-7369-D6C9-24A0A0FB612F}"/>
                </a:ext>
              </a:extLst>
            </p:cNvPr>
            <p:cNvCxnSpPr>
              <a:cxnSpLocks/>
              <a:stCxn id="272" idx="4"/>
              <a:endCxn id="274" idx="0"/>
            </p:cNvCxnSpPr>
            <p:nvPr/>
          </p:nvCxnSpPr>
          <p:spPr>
            <a:xfrm flipH="1">
              <a:off x="4548517" y="2328437"/>
              <a:ext cx="2163473" cy="241620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直接连接符 281">
              <a:extLst>
                <a:ext uri="{FF2B5EF4-FFF2-40B4-BE49-F238E27FC236}">
                  <a16:creationId xmlns:a16="http://schemas.microsoft.com/office/drawing/2014/main" id="{E2094EA3-175F-F405-C677-3846D983FBBD}"/>
                </a:ext>
              </a:extLst>
            </p:cNvPr>
            <p:cNvCxnSpPr>
              <a:cxnSpLocks/>
              <a:stCxn id="272" idx="4"/>
              <a:endCxn id="297" idx="0"/>
            </p:cNvCxnSpPr>
            <p:nvPr/>
          </p:nvCxnSpPr>
          <p:spPr>
            <a:xfrm flipH="1">
              <a:off x="2383080" y="2328437"/>
              <a:ext cx="4328910" cy="241620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直接连接符 282">
              <a:extLst>
                <a:ext uri="{FF2B5EF4-FFF2-40B4-BE49-F238E27FC236}">
                  <a16:creationId xmlns:a16="http://schemas.microsoft.com/office/drawing/2014/main" id="{CE46A267-3581-B7E3-BC7D-64925220525E}"/>
                </a:ext>
              </a:extLst>
            </p:cNvPr>
            <p:cNvCxnSpPr>
              <a:cxnSpLocks/>
              <a:stCxn id="272" idx="4"/>
              <a:endCxn id="264" idx="0"/>
            </p:cNvCxnSpPr>
            <p:nvPr/>
          </p:nvCxnSpPr>
          <p:spPr>
            <a:xfrm>
              <a:off x="6711990" y="2328437"/>
              <a:ext cx="1964" cy="241620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4" name="文本框 105">
                  <a:extLst>
                    <a:ext uri="{FF2B5EF4-FFF2-40B4-BE49-F238E27FC236}">
                      <a16:creationId xmlns:a16="http://schemas.microsoft.com/office/drawing/2014/main" id="{0F39ADB8-18D0-D09F-5708-D30EC5E81B34}"/>
                    </a:ext>
                  </a:extLst>
                </p:cNvPr>
                <p:cNvSpPr txBox="1"/>
                <p:nvPr/>
              </p:nvSpPr>
              <p:spPr>
                <a:xfrm>
                  <a:off x="7102800" y="1750745"/>
                  <a:ext cx="1501790" cy="4265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66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334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500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668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834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002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168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336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49" name="文本框 105">
                  <a:extLst>
                    <a:ext uri="{FF2B5EF4-FFF2-40B4-BE49-F238E27FC236}">
                      <a16:creationId xmlns:a16="http://schemas.microsoft.com/office/drawing/2014/main" id="{0CB17EF0-8AF4-6267-5E12-B639ACCA43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2800" y="1750745"/>
                  <a:ext cx="1501790" cy="426524"/>
                </a:xfrm>
                <a:prstGeom prst="rect">
                  <a:avLst/>
                </a:prstGeom>
                <a:blipFill>
                  <a:blip r:embed="rId3"/>
                  <a:stretch>
                    <a:fillRect b="-253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5" name="文本框 106">
                  <a:extLst>
                    <a:ext uri="{FF2B5EF4-FFF2-40B4-BE49-F238E27FC236}">
                      <a16:creationId xmlns:a16="http://schemas.microsoft.com/office/drawing/2014/main" id="{1CE3C1CF-23A2-F9B0-73BA-C6C614EC88DA}"/>
                    </a:ext>
                  </a:extLst>
                </p:cNvPr>
                <p:cNvSpPr txBox="1"/>
                <p:nvPr/>
              </p:nvSpPr>
              <p:spPr>
                <a:xfrm>
                  <a:off x="7193025" y="4873811"/>
                  <a:ext cx="1501790" cy="4265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66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334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500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668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834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002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168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336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50" name="文本框 106">
                  <a:extLst>
                    <a:ext uri="{FF2B5EF4-FFF2-40B4-BE49-F238E27FC236}">
                      <a16:creationId xmlns:a16="http://schemas.microsoft.com/office/drawing/2014/main" id="{BF2B8B1E-38BF-8F99-92D2-B4F4F3415E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3025" y="4873811"/>
                  <a:ext cx="1501790" cy="426524"/>
                </a:xfrm>
                <a:prstGeom prst="rect">
                  <a:avLst/>
                </a:prstGeom>
                <a:blipFill>
                  <a:blip r:embed="rId4"/>
                  <a:stretch>
                    <a:fillRect b="-2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6" name="文本框 107">
                  <a:extLst>
                    <a:ext uri="{FF2B5EF4-FFF2-40B4-BE49-F238E27FC236}">
                      <a16:creationId xmlns:a16="http://schemas.microsoft.com/office/drawing/2014/main" id="{699CC3CA-31C8-7527-8CDD-7FE5AAD02715}"/>
                    </a:ext>
                  </a:extLst>
                </p:cNvPr>
                <p:cNvSpPr txBox="1"/>
                <p:nvPr/>
              </p:nvSpPr>
              <p:spPr>
                <a:xfrm>
                  <a:off x="827912" y="1126086"/>
                  <a:ext cx="826028" cy="4265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66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334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500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668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834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002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168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336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4800" dirty="0"/>
                </a:p>
              </p:txBody>
            </p:sp>
          </mc:Choice>
          <mc:Fallback xmlns="">
            <p:sp>
              <p:nvSpPr>
                <p:cNvPr id="151" name="文本框 107">
                  <a:extLst>
                    <a:ext uri="{FF2B5EF4-FFF2-40B4-BE49-F238E27FC236}">
                      <a16:creationId xmlns:a16="http://schemas.microsoft.com/office/drawing/2014/main" id="{C12E4AA0-00F7-2D06-6403-F95D10D7E7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912" y="1126086"/>
                  <a:ext cx="826028" cy="426524"/>
                </a:xfrm>
                <a:prstGeom prst="rect">
                  <a:avLst/>
                </a:prstGeom>
                <a:blipFill>
                  <a:blip r:embed="rId5"/>
                  <a:stretch>
                    <a:fillRect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7" name="文本框 108">
                  <a:extLst>
                    <a:ext uri="{FF2B5EF4-FFF2-40B4-BE49-F238E27FC236}">
                      <a16:creationId xmlns:a16="http://schemas.microsoft.com/office/drawing/2014/main" id="{1162ECD5-2263-ACF9-BFD6-569E9BC9BF04}"/>
                    </a:ext>
                  </a:extLst>
                </p:cNvPr>
                <p:cNvSpPr txBox="1"/>
                <p:nvPr/>
              </p:nvSpPr>
              <p:spPr>
                <a:xfrm>
                  <a:off x="1970066" y="1124401"/>
                  <a:ext cx="826028" cy="4265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66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334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500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668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834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002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168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336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52" name="文本框 108">
                  <a:extLst>
                    <a:ext uri="{FF2B5EF4-FFF2-40B4-BE49-F238E27FC236}">
                      <a16:creationId xmlns:a16="http://schemas.microsoft.com/office/drawing/2014/main" id="{71558246-8C9B-2BE9-CC33-E3B02A8AC1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0066" y="1124401"/>
                  <a:ext cx="826028" cy="426524"/>
                </a:xfrm>
                <a:prstGeom prst="rect">
                  <a:avLst/>
                </a:prstGeom>
                <a:blipFill>
                  <a:blip r:embed="rId6"/>
                  <a:stretch>
                    <a:fillRect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8" name="文本框 109">
                  <a:extLst>
                    <a:ext uri="{FF2B5EF4-FFF2-40B4-BE49-F238E27FC236}">
                      <a16:creationId xmlns:a16="http://schemas.microsoft.com/office/drawing/2014/main" id="{DC0D38CB-6CF0-F397-C63D-0CA8B266F8EF}"/>
                    </a:ext>
                  </a:extLst>
                </p:cNvPr>
                <p:cNvSpPr txBox="1"/>
                <p:nvPr/>
              </p:nvSpPr>
              <p:spPr>
                <a:xfrm>
                  <a:off x="3259703" y="1122054"/>
                  <a:ext cx="2575663" cy="4442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66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334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500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668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834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002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168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336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=(</m:t>
                        </m:r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53" name="文本框 109">
                  <a:extLst>
                    <a:ext uri="{FF2B5EF4-FFF2-40B4-BE49-F238E27FC236}">
                      <a16:creationId xmlns:a16="http://schemas.microsoft.com/office/drawing/2014/main" id="{747C07C4-57E9-156A-4BE1-E4E1436369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9703" y="1122054"/>
                  <a:ext cx="2575663" cy="444295"/>
                </a:xfrm>
                <a:prstGeom prst="rect">
                  <a:avLst/>
                </a:prstGeom>
                <a:blipFill>
                  <a:blip r:embed="rId7"/>
                  <a:stretch>
                    <a:fillRect b="-2602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9" name="文本框 110">
                  <a:extLst>
                    <a:ext uri="{FF2B5EF4-FFF2-40B4-BE49-F238E27FC236}">
                      <a16:creationId xmlns:a16="http://schemas.microsoft.com/office/drawing/2014/main" id="{1BD1EBCF-5A1E-9BF2-2F76-105B84E61B14}"/>
                    </a:ext>
                  </a:extLst>
                </p:cNvPr>
                <p:cNvSpPr txBox="1"/>
                <p:nvPr/>
              </p:nvSpPr>
              <p:spPr>
                <a:xfrm>
                  <a:off x="6315424" y="1131142"/>
                  <a:ext cx="826028" cy="4265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66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334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500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668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834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002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168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336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54" name="文本框 110">
                  <a:extLst>
                    <a:ext uri="{FF2B5EF4-FFF2-40B4-BE49-F238E27FC236}">
                      <a16:creationId xmlns:a16="http://schemas.microsoft.com/office/drawing/2014/main" id="{BB1E7B42-F4D8-41A4-4909-628D13F549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424" y="1131142"/>
                  <a:ext cx="826028" cy="42652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0" name="文本框 115">
                  <a:extLst>
                    <a:ext uri="{FF2B5EF4-FFF2-40B4-BE49-F238E27FC236}">
                      <a16:creationId xmlns:a16="http://schemas.microsoft.com/office/drawing/2014/main" id="{2A261EDB-9298-6E31-4BA9-53C4D3BFC1D1}"/>
                    </a:ext>
                  </a:extLst>
                </p:cNvPr>
                <p:cNvSpPr txBox="1"/>
                <p:nvPr/>
              </p:nvSpPr>
              <p:spPr>
                <a:xfrm>
                  <a:off x="782424" y="5504373"/>
                  <a:ext cx="826028" cy="4265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66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334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500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668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834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002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168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336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4800" dirty="0"/>
                </a:p>
              </p:txBody>
            </p:sp>
          </mc:Choice>
          <mc:Fallback xmlns="">
            <p:sp>
              <p:nvSpPr>
                <p:cNvPr id="155" name="文本框 115">
                  <a:extLst>
                    <a:ext uri="{FF2B5EF4-FFF2-40B4-BE49-F238E27FC236}">
                      <a16:creationId xmlns:a16="http://schemas.microsoft.com/office/drawing/2014/main" id="{F5BB9CFF-E0B4-C265-03FF-59D61C5977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424" y="5504373"/>
                  <a:ext cx="826028" cy="426524"/>
                </a:xfrm>
                <a:prstGeom prst="rect">
                  <a:avLst/>
                </a:prstGeom>
                <a:blipFill>
                  <a:blip r:embed="rId9"/>
                  <a:stretch>
                    <a:fillRect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1" name="文本框 116">
                  <a:extLst>
                    <a:ext uri="{FF2B5EF4-FFF2-40B4-BE49-F238E27FC236}">
                      <a16:creationId xmlns:a16="http://schemas.microsoft.com/office/drawing/2014/main" id="{9FCDAE2B-EF36-27FD-CAC0-763F7FC1A825}"/>
                    </a:ext>
                  </a:extLst>
                </p:cNvPr>
                <p:cNvSpPr txBox="1"/>
                <p:nvPr/>
              </p:nvSpPr>
              <p:spPr>
                <a:xfrm>
                  <a:off x="1910400" y="5504373"/>
                  <a:ext cx="826028" cy="4265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66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334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500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668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834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002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168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336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56" name="文本框 116">
                  <a:extLst>
                    <a:ext uri="{FF2B5EF4-FFF2-40B4-BE49-F238E27FC236}">
                      <a16:creationId xmlns:a16="http://schemas.microsoft.com/office/drawing/2014/main" id="{523F22BE-208C-F795-90E2-8C70C6BCA0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0400" y="5504373"/>
                  <a:ext cx="826028" cy="426524"/>
                </a:xfrm>
                <a:prstGeom prst="rect">
                  <a:avLst/>
                </a:prstGeom>
                <a:blipFill>
                  <a:blip r:embed="rId10"/>
                  <a:stretch>
                    <a:fillRect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2" name="文本框 118">
                  <a:extLst>
                    <a:ext uri="{FF2B5EF4-FFF2-40B4-BE49-F238E27FC236}">
                      <a16:creationId xmlns:a16="http://schemas.microsoft.com/office/drawing/2014/main" id="{6F00A8C5-BE79-A3FB-117B-2D437FBD4656}"/>
                    </a:ext>
                  </a:extLst>
                </p:cNvPr>
                <p:cNvSpPr txBox="1"/>
                <p:nvPr/>
              </p:nvSpPr>
              <p:spPr>
                <a:xfrm>
                  <a:off x="6253692" y="5504373"/>
                  <a:ext cx="826028" cy="4265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66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334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500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668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834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002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168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336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57" name="文本框 118">
                  <a:extLst>
                    <a:ext uri="{FF2B5EF4-FFF2-40B4-BE49-F238E27FC236}">
                      <a16:creationId xmlns:a16="http://schemas.microsoft.com/office/drawing/2014/main" id="{2F0894D4-2EDE-0CD6-AC34-C163990BA0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3692" y="5504373"/>
                  <a:ext cx="826028" cy="42652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3" name="文本框 119">
                  <a:extLst>
                    <a:ext uri="{FF2B5EF4-FFF2-40B4-BE49-F238E27FC236}">
                      <a16:creationId xmlns:a16="http://schemas.microsoft.com/office/drawing/2014/main" id="{71ED455A-A1BA-6B3E-A0FC-DFB6D6E031A4}"/>
                    </a:ext>
                  </a:extLst>
                </p:cNvPr>
                <p:cNvSpPr txBox="1"/>
                <p:nvPr/>
              </p:nvSpPr>
              <p:spPr>
                <a:xfrm>
                  <a:off x="3371873" y="5475612"/>
                  <a:ext cx="2575663" cy="5005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66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334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500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668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834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002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168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336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=(</m:t>
                        </m:r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58" name="文本框 119">
                  <a:extLst>
                    <a:ext uri="{FF2B5EF4-FFF2-40B4-BE49-F238E27FC236}">
                      <a16:creationId xmlns:a16="http://schemas.microsoft.com/office/drawing/2014/main" id="{1097E2D6-4148-AC4D-C8C3-E48314A7C8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1873" y="5475612"/>
                  <a:ext cx="2575663" cy="50057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4" name="直接箭头连接符 293">
              <a:extLst>
                <a:ext uri="{FF2B5EF4-FFF2-40B4-BE49-F238E27FC236}">
                  <a16:creationId xmlns:a16="http://schemas.microsoft.com/office/drawing/2014/main" id="{3354460A-CE39-E130-CCC1-FDCAC367518C}"/>
                </a:ext>
              </a:extLst>
            </p:cNvPr>
            <p:cNvCxnSpPr>
              <a:cxnSpLocks/>
              <a:endCxn id="295" idx="2"/>
            </p:cNvCxnSpPr>
            <p:nvPr/>
          </p:nvCxnSpPr>
          <p:spPr>
            <a:xfrm flipV="1">
              <a:off x="4545571" y="986596"/>
              <a:ext cx="1806419" cy="182840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5" name="文本框 122">
                  <a:extLst>
                    <a:ext uri="{FF2B5EF4-FFF2-40B4-BE49-F238E27FC236}">
                      <a16:creationId xmlns:a16="http://schemas.microsoft.com/office/drawing/2014/main" id="{26B0FBC9-DF13-FC9E-3B4C-47D63DADCA3B}"/>
                    </a:ext>
                  </a:extLst>
                </p:cNvPr>
                <p:cNvSpPr txBox="1"/>
                <p:nvPr/>
              </p:nvSpPr>
              <p:spPr>
                <a:xfrm>
                  <a:off x="2924937" y="349734"/>
                  <a:ext cx="6854106" cy="6368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66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334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500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668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834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002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168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336" algn="l" defTabSz="914334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⁡_</m:t>
                            </m:r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𝑠𝑖𝑚</m:t>
                            </m:r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p>
                            </m:sSubSup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⁡_</m:t>
                            </m:r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𝑠𝑖𝑚</m:t>
                            </m:r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p>
                            </m:sSubSup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295" name="文本框 122">
                  <a:extLst>
                    <a:ext uri="{FF2B5EF4-FFF2-40B4-BE49-F238E27FC236}">
                      <a16:creationId xmlns:a16="http://schemas.microsoft.com/office/drawing/2014/main" id="{26B0FBC9-DF13-FC9E-3B4C-47D63DADCA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4937" y="349734"/>
                  <a:ext cx="6854106" cy="63686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20564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948</TotalTime>
  <Words>38</Words>
  <Application>Microsoft Office PowerPoint</Application>
  <PresentationFormat>自定义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Aptos</vt:lpstr>
      <vt:lpstr>Aptos Display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3</cp:revision>
  <dcterms:created xsi:type="dcterms:W3CDTF">2025-06-10T07:08:04Z</dcterms:created>
  <dcterms:modified xsi:type="dcterms:W3CDTF">2025-06-11T14:44:30Z</dcterms:modified>
</cp:coreProperties>
</file>