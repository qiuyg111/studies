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7369175" cy="2819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0" d="100"/>
          <a:sy n="160" d="100"/>
        </p:scale>
        <p:origin x="115" y="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E5FCF-CDDD-4C6B-8C8F-A86E87C6F5D7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603250" y="1143000"/>
            <a:ext cx="8064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A053C5-29FB-4C99-A6C8-D571F47E7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7280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A053C5-29FB-4C99-A6C8-D571F47E7D2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609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1147" y="461416"/>
            <a:ext cx="5526881" cy="981569"/>
          </a:xfrm>
        </p:spPr>
        <p:txBody>
          <a:bodyPr anchor="b"/>
          <a:lstStyle>
            <a:lvl1pPr algn="ctr">
              <a:defRPr sz="24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1147" y="1480838"/>
            <a:ext cx="5526881" cy="680702"/>
          </a:xfrm>
        </p:spPr>
        <p:txBody>
          <a:bodyPr/>
          <a:lstStyle>
            <a:lvl1pPr marL="0" indent="0" algn="ctr">
              <a:buNone/>
              <a:defRPr sz="987"/>
            </a:lvl1pPr>
            <a:lvl2pPr marL="187955" indent="0" algn="ctr">
              <a:buNone/>
              <a:defRPr sz="822"/>
            </a:lvl2pPr>
            <a:lvl3pPr marL="375910" indent="0" algn="ctr">
              <a:buNone/>
              <a:defRPr sz="740"/>
            </a:lvl3pPr>
            <a:lvl4pPr marL="563865" indent="0" algn="ctr">
              <a:buNone/>
              <a:defRPr sz="658"/>
            </a:lvl4pPr>
            <a:lvl5pPr marL="751820" indent="0" algn="ctr">
              <a:buNone/>
              <a:defRPr sz="658"/>
            </a:lvl5pPr>
            <a:lvl6pPr marL="939775" indent="0" algn="ctr">
              <a:buNone/>
              <a:defRPr sz="658"/>
            </a:lvl6pPr>
            <a:lvl7pPr marL="1127730" indent="0" algn="ctr">
              <a:buNone/>
              <a:defRPr sz="658"/>
            </a:lvl7pPr>
            <a:lvl8pPr marL="1315684" indent="0" algn="ctr">
              <a:buNone/>
              <a:defRPr sz="658"/>
            </a:lvl8pPr>
            <a:lvl9pPr marL="1503639" indent="0" algn="ctr">
              <a:buNone/>
              <a:defRPr sz="65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3282F-7E4E-40E9-B7CC-DE5F5B3C2831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8900-B0D5-4B2C-A209-FCB6B6AD73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620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3282F-7E4E-40E9-B7CC-DE5F5B3C2831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8900-B0D5-4B2C-A209-FCB6B6AD73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967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793" y="702892"/>
            <a:ext cx="6355913" cy="1172792"/>
          </a:xfrm>
        </p:spPr>
        <p:txBody>
          <a:bodyPr anchor="b"/>
          <a:lstStyle>
            <a:lvl1pPr>
              <a:defRPr sz="24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793" y="1886779"/>
            <a:ext cx="6355913" cy="616744"/>
          </a:xfrm>
        </p:spPr>
        <p:txBody>
          <a:bodyPr/>
          <a:lstStyle>
            <a:lvl1pPr marL="0" indent="0">
              <a:buNone/>
              <a:defRPr sz="987">
                <a:solidFill>
                  <a:schemeClr val="tx1">
                    <a:tint val="82000"/>
                  </a:schemeClr>
                </a:solidFill>
              </a:defRPr>
            </a:lvl1pPr>
            <a:lvl2pPr marL="187955" indent="0">
              <a:buNone/>
              <a:defRPr sz="822">
                <a:solidFill>
                  <a:schemeClr val="tx1">
                    <a:tint val="82000"/>
                  </a:schemeClr>
                </a:solidFill>
              </a:defRPr>
            </a:lvl2pPr>
            <a:lvl3pPr marL="375910" indent="0">
              <a:buNone/>
              <a:defRPr sz="740">
                <a:solidFill>
                  <a:schemeClr val="tx1">
                    <a:tint val="82000"/>
                  </a:schemeClr>
                </a:solidFill>
              </a:defRPr>
            </a:lvl3pPr>
            <a:lvl4pPr marL="563865" indent="0">
              <a:buNone/>
              <a:defRPr sz="658">
                <a:solidFill>
                  <a:schemeClr val="tx1">
                    <a:tint val="82000"/>
                  </a:schemeClr>
                </a:solidFill>
              </a:defRPr>
            </a:lvl4pPr>
            <a:lvl5pPr marL="751820" indent="0">
              <a:buNone/>
              <a:defRPr sz="658">
                <a:solidFill>
                  <a:schemeClr val="tx1">
                    <a:tint val="82000"/>
                  </a:schemeClr>
                </a:solidFill>
              </a:defRPr>
            </a:lvl5pPr>
            <a:lvl6pPr marL="939775" indent="0">
              <a:buNone/>
              <a:defRPr sz="658">
                <a:solidFill>
                  <a:schemeClr val="tx1">
                    <a:tint val="82000"/>
                  </a:schemeClr>
                </a:solidFill>
              </a:defRPr>
            </a:lvl6pPr>
            <a:lvl7pPr marL="1127730" indent="0">
              <a:buNone/>
              <a:defRPr sz="658">
                <a:solidFill>
                  <a:schemeClr val="tx1">
                    <a:tint val="82000"/>
                  </a:schemeClr>
                </a:solidFill>
              </a:defRPr>
            </a:lvl7pPr>
            <a:lvl8pPr marL="1315684" indent="0">
              <a:buNone/>
              <a:defRPr sz="658">
                <a:solidFill>
                  <a:schemeClr val="tx1">
                    <a:tint val="82000"/>
                  </a:schemeClr>
                </a:solidFill>
              </a:defRPr>
            </a:lvl8pPr>
            <a:lvl9pPr marL="1503639" indent="0">
              <a:buNone/>
              <a:defRPr sz="65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3282F-7E4E-40E9-B7CC-DE5F5B3C2831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8900-B0D5-4B2C-A209-FCB6B6AD73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9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6631" y="750535"/>
            <a:ext cx="3131899" cy="17888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30645" y="750535"/>
            <a:ext cx="3131899" cy="17888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3282F-7E4E-40E9-B7CC-DE5F5B3C2831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8900-B0D5-4B2C-A209-FCB6B6AD73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571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591" y="150107"/>
            <a:ext cx="6355913" cy="54495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591" y="691145"/>
            <a:ext cx="3117506" cy="338719"/>
          </a:xfrm>
        </p:spPr>
        <p:txBody>
          <a:bodyPr anchor="b"/>
          <a:lstStyle>
            <a:lvl1pPr marL="0" indent="0">
              <a:buNone/>
              <a:defRPr sz="987" b="1"/>
            </a:lvl1pPr>
            <a:lvl2pPr marL="187955" indent="0">
              <a:buNone/>
              <a:defRPr sz="822" b="1"/>
            </a:lvl2pPr>
            <a:lvl3pPr marL="375910" indent="0">
              <a:buNone/>
              <a:defRPr sz="740" b="1"/>
            </a:lvl3pPr>
            <a:lvl4pPr marL="563865" indent="0">
              <a:buNone/>
              <a:defRPr sz="658" b="1"/>
            </a:lvl4pPr>
            <a:lvl5pPr marL="751820" indent="0">
              <a:buNone/>
              <a:defRPr sz="658" b="1"/>
            </a:lvl5pPr>
            <a:lvl6pPr marL="939775" indent="0">
              <a:buNone/>
              <a:defRPr sz="658" b="1"/>
            </a:lvl6pPr>
            <a:lvl7pPr marL="1127730" indent="0">
              <a:buNone/>
              <a:defRPr sz="658" b="1"/>
            </a:lvl7pPr>
            <a:lvl8pPr marL="1315684" indent="0">
              <a:buNone/>
              <a:defRPr sz="658" b="1"/>
            </a:lvl8pPr>
            <a:lvl9pPr marL="1503639" indent="0">
              <a:buNone/>
              <a:defRPr sz="65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591" y="1029864"/>
            <a:ext cx="3117506" cy="15147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30645" y="691145"/>
            <a:ext cx="3132859" cy="338719"/>
          </a:xfrm>
        </p:spPr>
        <p:txBody>
          <a:bodyPr anchor="b"/>
          <a:lstStyle>
            <a:lvl1pPr marL="0" indent="0">
              <a:buNone/>
              <a:defRPr sz="987" b="1"/>
            </a:lvl1pPr>
            <a:lvl2pPr marL="187955" indent="0">
              <a:buNone/>
              <a:defRPr sz="822" b="1"/>
            </a:lvl2pPr>
            <a:lvl3pPr marL="375910" indent="0">
              <a:buNone/>
              <a:defRPr sz="740" b="1"/>
            </a:lvl3pPr>
            <a:lvl4pPr marL="563865" indent="0">
              <a:buNone/>
              <a:defRPr sz="658" b="1"/>
            </a:lvl4pPr>
            <a:lvl5pPr marL="751820" indent="0">
              <a:buNone/>
              <a:defRPr sz="658" b="1"/>
            </a:lvl5pPr>
            <a:lvl6pPr marL="939775" indent="0">
              <a:buNone/>
              <a:defRPr sz="658" b="1"/>
            </a:lvl6pPr>
            <a:lvl7pPr marL="1127730" indent="0">
              <a:buNone/>
              <a:defRPr sz="658" b="1"/>
            </a:lvl7pPr>
            <a:lvl8pPr marL="1315684" indent="0">
              <a:buNone/>
              <a:defRPr sz="658" b="1"/>
            </a:lvl8pPr>
            <a:lvl9pPr marL="1503639" indent="0">
              <a:buNone/>
              <a:defRPr sz="65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30645" y="1029864"/>
            <a:ext cx="3132859" cy="15147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3282F-7E4E-40E9-B7CC-DE5F5B3C2831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8900-B0D5-4B2C-A209-FCB6B6AD73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10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3282F-7E4E-40E9-B7CC-DE5F5B3C2831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8900-B0D5-4B2C-A209-FCB6B6AD73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022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3282F-7E4E-40E9-B7CC-DE5F5B3C2831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8900-B0D5-4B2C-A209-FCB6B6AD73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677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591" y="187960"/>
            <a:ext cx="2376751" cy="657860"/>
          </a:xfrm>
        </p:spPr>
        <p:txBody>
          <a:bodyPr anchor="b"/>
          <a:lstStyle>
            <a:lvl1pPr>
              <a:defRPr sz="131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2859" y="405942"/>
            <a:ext cx="3730645" cy="2003601"/>
          </a:xfrm>
        </p:spPr>
        <p:txBody>
          <a:bodyPr/>
          <a:lstStyle>
            <a:lvl1pPr>
              <a:defRPr sz="1316"/>
            </a:lvl1pPr>
            <a:lvl2pPr>
              <a:defRPr sz="1151"/>
            </a:lvl2pPr>
            <a:lvl3pPr>
              <a:defRPr sz="987"/>
            </a:lvl3pPr>
            <a:lvl4pPr>
              <a:defRPr sz="822"/>
            </a:lvl4pPr>
            <a:lvl5pPr>
              <a:defRPr sz="822"/>
            </a:lvl5pPr>
            <a:lvl6pPr>
              <a:defRPr sz="822"/>
            </a:lvl6pPr>
            <a:lvl7pPr>
              <a:defRPr sz="822"/>
            </a:lvl7pPr>
            <a:lvl8pPr>
              <a:defRPr sz="822"/>
            </a:lvl8pPr>
            <a:lvl9pPr>
              <a:defRPr sz="82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591" y="845820"/>
            <a:ext cx="2376751" cy="1566986"/>
          </a:xfrm>
        </p:spPr>
        <p:txBody>
          <a:bodyPr/>
          <a:lstStyle>
            <a:lvl1pPr marL="0" indent="0">
              <a:buNone/>
              <a:defRPr sz="658"/>
            </a:lvl1pPr>
            <a:lvl2pPr marL="187955" indent="0">
              <a:buNone/>
              <a:defRPr sz="576"/>
            </a:lvl2pPr>
            <a:lvl3pPr marL="375910" indent="0">
              <a:buNone/>
              <a:defRPr sz="493"/>
            </a:lvl3pPr>
            <a:lvl4pPr marL="563865" indent="0">
              <a:buNone/>
              <a:defRPr sz="411"/>
            </a:lvl4pPr>
            <a:lvl5pPr marL="751820" indent="0">
              <a:buNone/>
              <a:defRPr sz="411"/>
            </a:lvl5pPr>
            <a:lvl6pPr marL="939775" indent="0">
              <a:buNone/>
              <a:defRPr sz="411"/>
            </a:lvl6pPr>
            <a:lvl7pPr marL="1127730" indent="0">
              <a:buNone/>
              <a:defRPr sz="411"/>
            </a:lvl7pPr>
            <a:lvl8pPr marL="1315684" indent="0">
              <a:buNone/>
              <a:defRPr sz="411"/>
            </a:lvl8pPr>
            <a:lvl9pPr marL="1503639" indent="0">
              <a:buNone/>
              <a:defRPr sz="4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3282F-7E4E-40E9-B7CC-DE5F5B3C2831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8900-B0D5-4B2C-A209-FCB6B6AD73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7454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591" y="187960"/>
            <a:ext cx="2376751" cy="657860"/>
          </a:xfrm>
        </p:spPr>
        <p:txBody>
          <a:bodyPr anchor="b"/>
          <a:lstStyle>
            <a:lvl1pPr>
              <a:defRPr sz="131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32859" y="405942"/>
            <a:ext cx="3730645" cy="2003601"/>
          </a:xfrm>
        </p:spPr>
        <p:txBody>
          <a:bodyPr anchor="t"/>
          <a:lstStyle>
            <a:lvl1pPr marL="0" indent="0">
              <a:buNone/>
              <a:defRPr sz="1316"/>
            </a:lvl1pPr>
            <a:lvl2pPr marL="187955" indent="0">
              <a:buNone/>
              <a:defRPr sz="1151"/>
            </a:lvl2pPr>
            <a:lvl3pPr marL="375910" indent="0">
              <a:buNone/>
              <a:defRPr sz="987"/>
            </a:lvl3pPr>
            <a:lvl4pPr marL="563865" indent="0">
              <a:buNone/>
              <a:defRPr sz="822"/>
            </a:lvl4pPr>
            <a:lvl5pPr marL="751820" indent="0">
              <a:buNone/>
              <a:defRPr sz="822"/>
            </a:lvl5pPr>
            <a:lvl6pPr marL="939775" indent="0">
              <a:buNone/>
              <a:defRPr sz="822"/>
            </a:lvl6pPr>
            <a:lvl7pPr marL="1127730" indent="0">
              <a:buNone/>
              <a:defRPr sz="822"/>
            </a:lvl7pPr>
            <a:lvl8pPr marL="1315684" indent="0">
              <a:buNone/>
              <a:defRPr sz="822"/>
            </a:lvl8pPr>
            <a:lvl9pPr marL="1503639" indent="0">
              <a:buNone/>
              <a:defRPr sz="822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591" y="845820"/>
            <a:ext cx="2376751" cy="1566986"/>
          </a:xfrm>
        </p:spPr>
        <p:txBody>
          <a:bodyPr/>
          <a:lstStyle>
            <a:lvl1pPr marL="0" indent="0">
              <a:buNone/>
              <a:defRPr sz="658"/>
            </a:lvl1pPr>
            <a:lvl2pPr marL="187955" indent="0">
              <a:buNone/>
              <a:defRPr sz="576"/>
            </a:lvl2pPr>
            <a:lvl3pPr marL="375910" indent="0">
              <a:buNone/>
              <a:defRPr sz="493"/>
            </a:lvl3pPr>
            <a:lvl4pPr marL="563865" indent="0">
              <a:buNone/>
              <a:defRPr sz="411"/>
            </a:lvl4pPr>
            <a:lvl5pPr marL="751820" indent="0">
              <a:buNone/>
              <a:defRPr sz="411"/>
            </a:lvl5pPr>
            <a:lvl6pPr marL="939775" indent="0">
              <a:buNone/>
              <a:defRPr sz="411"/>
            </a:lvl6pPr>
            <a:lvl7pPr marL="1127730" indent="0">
              <a:buNone/>
              <a:defRPr sz="411"/>
            </a:lvl7pPr>
            <a:lvl8pPr marL="1315684" indent="0">
              <a:buNone/>
              <a:defRPr sz="411"/>
            </a:lvl8pPr>
            <a:lvl9pPr marL="1503639" indent="0">
              <a:buNone/>
              <a:defRPr sz="4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3282F-7E4E-40E9-B7CC-DE5F5B3C2831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8900-B0D5-4B2C-A209-FCB6B6AD73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541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3282F-7E4E-40E9-B7CC-DE5F5B3C2831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8900-B0D5-4B2C-A209-FCB6B6AD73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940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73566" y="150107"/>
            <a:ext cx="1588978" cy="238931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6631" y="150107"/>
            <a:ext cx="4674820" cy="238931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3282F-7E4E-40E9-B7CC-DE5F5B3C2831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8900-B0D5-4B2C-A209-FCB6B6AD73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004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6631" y="150107"/>
            <a:ext cx="6355913" cy="5449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631" y="750535"/>
            <a:ext cx="6355913" cy="17888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6631" y="2613166"/>
            <a:ext cx="1658064" cy="1501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9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E3282F-7E4E-40E9-B7CC-DE5F5B3C2831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41039" y="2613166"/>
            <a:ext cx="2487097" cy="1501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9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04480" y="2613166"/>
            <a:ext cx="1658064" cy="1501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9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688900-B0D5-4B2C-A209-FCB6B6AD73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349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75910" rtl="0" eaLnBrk="1" latinLnBrk="0" hangingPunct="1">
        <a:lnSpc>
          <a:spcPct val="90000"/>
        </a:lnSpc>
        <a:spcBef>
          <a:spcPct val="0"/>
        </a:spcBef>
        <a:buNone/>
        <a:defRPr sz="180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3977" indent="-93977" algn="l" defTabSz="375910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151" kern="1200">
          <a:solidFill>
            <a:schemeClr val="tx1"/>
          </a:solidFill>
          <a:latin typeface="+mn-lt"/>
          <a:ea typeface="+mn-ea"/>
          <a:cs typeface="+mn-cs"/>
        </a:defRPr>
      </a:lvl1pPr>
      <a:lvl2pPr marL="281932" indent="-93977" algn="l" defTabSz="37591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987" kern="1200">
          <a:solidFill>
            <a:schemeClr val="tx1"/>
          </a:solidFill>
          <a:latin typeface="+mn-lt"/>
          <a:ea typeface="+mn-ea"/>
          <a:cs typeface="+mn-cs"/>
        </a:defRPr>
      </a:lvl2pPr>
      <a:lvl3pPr marL="469887" indent="-93977" algn="l" defTabSz="37591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822" kern="1200">
          <a:solidFill>
            <a:schemeClr val="tx1"/>
          </a:solidFill>
          <a:latin typeface="+mn-lt"/>
          <a:ea typeface="+mn-ea"/>
          <a:cs typeface="+mn-cs"/>
        </a:defRPr>
      </a:lvl3pPr>
      <a:lvl4pPr marL="657842" indent="-93977" algn="l" defTabSz="37591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740" kern="1200">
          <a:solidFill>
            <a:schemeClr val="tx1"/>
          </a:solidFill>
          <a:latin typeface="+mn-lt"/>
          <a:ea typeface="+mn-ea"/>
          <a:cs typeface="+mn-cs"/>
        </a:defRPr>
      </a:lvl4pPr>
      <a:lvl5pPr marL="845797" indent="-93977" algn="l" defTabSz="37591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740" kern="1200">
          <a:solidFill>
            <a:schemeClr val="tx1"/>
          </a:solidFill>
          <a:latin typeface="+mn-lt"/>
          <a:ea typeface="+mn-ea"/>
          <a:cs typeface="+mn-cs"/>
        </a:defRPr>
      </a:lvl5pPr>
      <a:lvl6pPr marL="1033752" indent="-93977" algn="l" defTabSz="37591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740" kern="1200">
          <a:solidFill>
            <a:schemeClr val="tx1"/>
          </a:solidFill>
          <a:latin typeface="+mn-lt"/>
          <a:ea typeface="+mn-ea"/>
          <a:cs typeface="+mn-cs"/>
        </a:defRPr>
      </a:lvl6pPr>
      <a:lvl7pPr marL="1221707" indent="-93977" algn="l" defTabSz="37591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740" kern="1200">
          <a:solidFill>
            <a:schemeClr val="tx1"/>
          </a:solidFill>
          <a:latin typeface="+mn-lt"/>
          <a:ea typeface="+mn-ea"/>
          <a:cs typeface="+mn-cs"/>
        </a:defRPr>
      </a:lvl7pPr>
      <a:lvl8pPr marL="1409662" indent="-93977" algn="l" defTabSz="37591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740" kern="1200">
          <a:solidFill>
            <a:schemeClr val="tx1"/>
          </a:solidFill>
          <a:latin typeface="+mn-lt"/>
          <a:ea typeface="+mn-ea"/>
          <a:cs typeface="+mn-cs"/>
        </a:defRPr>
      </a:lvl8pPr>
      <a:lvl9pPr marL="1597617" indent="-93977" algn="l" defTabSz="375910" rtl="0" eaLnBrk="1" latinLnBrk="0" hangingPunct="1">
        <a:lnSpc>
          <a:spcPct val="90000"/>
        </a:lnSpc>
        <a:spcBef>
          <a:spcPts val="206"/>
        </a:spcBef>
        <a:buFont typeface="Arial" panose="020B0604020202020204" pitchFamily="34" charset="0"/>
        <a:buChar char="•"/>
        <a:defRPr sz="7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5910" rtl="0" eaLnBrk="1" latinLnBrk="0" hangingPunct="1">
        <a:defRPr sz="740" kern="1200">
          <a:solidFill>
            <a:schemeClr val="tx1"/>
          </a:solidFill>
          <a:latin typeface="+mn-lt"/>
          <a:ea typeface="+mn-ea"/>
          <a:cs typeface="+mn-cs"/>
        </a:defRPr>
      </a:lvl1pPr>
      <a:lvl2pPr marL="187955" algn="l" defTabSz="375910" rtl="0" eaLnBrk="1" latinLnBrk="0" hangingPunct="1">
        <a:defRPr sz="740" kern="1200">
          <a:solidFill>
            <a:schemeClr val="tx1"/>
          </a:solidFill>
          <a:latin typeface="+mn-lt"/>
          <a:ea typeface="+mn-ea"/>
          <a:cs typeface="+mn-cs"/>
        </a:defRPr>
      </a:lvl2pPr>
      <a:lvl3pPr marL="375910" algn="l" defTabSz="375910" rtl="0" eaLnBrk="1" latinLnBrk="0" hangingPunct="1">
        <a:defRPr sz="740" kern="1200">
          <a:solidFill>
            <a:schemeClr val="tx1"/>
          </a:solidFill>
          <a:latin typeface="+mn-lt"/>
          <a:ea typeface="+mn-ea"/>
          <a:cs typeface="+mn-cs"/>
        </a:defRPr>
      </a:lvl3pPr>
      <a:lvl4pPr marL="563865" algn="l" defTabSz="375910" rtl="0" eaLnBrk="1" latinLnBrk="0" hangingPunct="1">
        <a:defRPr sz="740" kern="1200">
          <a:solidFill>
            <a:schemeClr val="tx1"/>
          </a:solidFill>
          <a:latin typeface="+mn-lt"/>
          <a:ea typeface="+mn-ea"/>
          <a:cs typeface="+mn-cs"/>
        </a:defRPr>
      </a:lvl4pPr>
      <a:lvl5pPr marL="751820" algn="l" defTabSz="375910" rtl="0" eaLnBrk="1" latinLnBrk="0" hangingPunct="1">
        <a:defRPr sz="740" kern="1200">
          <a:solidFill>
            <a:schemeClr val="tx1"/>
          </a:solidFill>
          <a:latin typeface="+mn-lt"/>
          <a:ea typeface="+mn-ea"/>
          <a:cs typeface="+mn-cs"/>
        </a:defRPr>
      </a:lvl5pPr>
      <a:lvl6pPr marL="939775" algn="l" defTabSz="375910" rtl="0" eaLnBrk="1" latinLnBrk="0" hangingPunct="1">
        <a:defRPr sz="740" kern="1200">
          <a:solidFill>
            <a:schemeClr val="tx1"/>
          </a:solidFill>
          <a:latin typeface="+mn-lt"/>
          <a:ea typeface="+mn-ea"/>
          <a:cs typeface="+mn-cs"/>
        </a:defRPr>
      </a:lvl6pPr>
      <a:lvl7pPr marL="1127730" algn="l" defTabSz="375910" rtl="0" eaLnBrk="1" latinLnBrk="0" hangingPunct="1">
        <a:defRPr sz="740" kern="1200">
          <a:solidFill>
            <a:schemeClr val="tx1"/>
          </a:solidFill>
          <a:latin typeface="+mn-lt"/>
          <a:ea typeface="+mn-ea"/>
          <a:cs typeface="+mn-cs"/>
        </a:defRPr>
      </a:lvl7pPr>
      <a:lvl8pPr marL="1315684" algn="l" defTabSz="375910" rtl="0" eaLnBrk="1" latinLnBrk="0" hangingPunct="1">
        <a:defRPr sz="740" kern="1200">
          <a:solidFill>
            <a:schemeClr val="tx1"/>
          </a:solidFill>
          <a:latin typeface="+mn-lt"/>
          <a:ea typeface="+mn-ea"/>
          <a:cs typeface="+mn-cs"/>
        </a:defRPr>
      </a:lvl8pPr>
      <a:lvl9pPr marL="1503639" algn="l" defTabSz="375910" rtl="0" eaLnBrk="1" latinLnBrk="0" hangingPunct="1">
        <a:defRPr sz="7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>
            <a:extLst>
              <a:ext uri="{FF2B5EF4-FFF2-40B4-BE49-F238E27FC236}">
                <a16:creationId xmlns:a16="http://schemas.microsoft.com/office/drawing/2014/main" id="{A1655B26-25E6-6AA2-B667-DAB611601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8709"/>
            <a:ext cx="7369175" cy="280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1363</TotalTime>
  <Words>1</Words>
  <Application>Microsoft Office PowerPoint</Application>
  <PresentationFormat>自定义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13</cp:revision>
  <dcterms:created xsi:type="dcterms:W3CDTF">2025-07-23T06:23:40Z</dcterms:created>
  <dcterms:modified xsi:type="dcterms:W3CDTF">2026-04-10T14:01:23Z</dcterms:modified>
</cp:coreProperties>
</file>