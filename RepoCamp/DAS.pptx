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CF47B-EFFB-9140-0C4C-8F80096E9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09F63A-8644-7803-56EF-38706CDCD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7D78B-33D6-2303-DD78-CC15E24B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383C0-266A-40C6-78D3-16C70BEA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413054-9F68-76DE-0016-92937334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60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5BEB7-329A-AB44-5199-80A3165E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F6902-6D40-681C-218E-FAE82D64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C281F-182C-A412-80EE-25124D4F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6A5D85-6063-397A-5D19-50594581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30E690-95D9-739C-9461-838E3BF0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20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F6C7B-3472-7D4F-F3A6-55367328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75683-4ACF-D613-D3F1-7DFAFDBEC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B926C-A94B-12A0-D4AC-0D355E37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A999B-7774-BC3C-7ECE-EB43381A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6EF9F-505B-D6A6-FE78-D55F4EA5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81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86723-2304-BA3F-5725-36F1B612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D9AD3-CAC5-47A4-EB70-F32F17A2F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6EB12E-60AA-A9BF-3562-C66B3F0A1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4D3DD-A736-CA67-C2F7-925A7320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3A227C-E4E9-EA0E-A3C8-3F68F842D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2DF2D-84BB-222E-CEC1-0A097C79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98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E1BB8-CCA9-6EDC-6DC9-BC94BCB9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09C91C-1D72-8A93-E6F6-FE56B948F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5A2F4D-2403-A417-088D-657DCEDF1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7DEA51-5428-0C01-403C-C973F7972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B35E4B-D5C4-B1E9-376C-237F75485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C3B10A-319E-B7C8-E8A1-6C3A31307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8A94E6-10BB-6578-1A07-1A3E025C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5C4200-46B3-B72B-52C4-7EE23C9A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31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9CA5CD-1736-7520-3298-D3E83851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4E2092-6B45-B78B-7B20-8460E80D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8AEE7B-BA32-B4E8-D782-E383FFD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4042A1-9E13-5344-76F0-FDE2FB02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97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07C3FC-DD47-D38D-579F-9E5054CE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40EDCE-D7E2-DEB0-C5B3-CB28384C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50949-4EBB-F316-02CC-8110215F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28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41266-6BD2-30F7-BBB4-27257FF9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E9889-206B-5B5B-3D22-8C3551CE1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E7422D-5071-5BDC-9E3F-65724BCBD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389565-F969-7CED-C80F-3CD045B3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F659D-91EB-E14A-1964-30E59994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A8258-4165-E3F5-7DBF-54BA34B2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6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77E15-D7C2-182D-0E28-1DD61CBE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1BBA48-9F15-6B5D-384B-60A726A7B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AD0A1-E367-64AE-106C-D1237B88F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490A3E-70E3-EB42-43C0-2C60D793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907A8-E41E-FE53-5064-BC31B5DC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EC908-91A7-CD25-3C22-E05C8493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0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18BAE-EABA-F706-745D-E32B77A3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1F2025-8ABF-AB2E-54ED-464D53B81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DFB98-C13E-5C1F-8AAC-B4372911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933A5-46F4-6284-51C5-4C19B699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FDA145-CA12-EEF5-D573-B355E40B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62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2AE253-5BFA-2EEA-19D7-B3277BEB2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E7B8E5-1DC0-25AA-9120-05CB683AD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29BD76-DA2F-A66D-A016-10A05CA2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57CADD-0D89-1810-7C8F-FFC1C8A0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4CC65-022D-4436-CE4E-A3DCFE4F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00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D8D2B9-F041-E723-CAF1-9CAA9F6B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B05272-3770-A363-F092-5A82F0EF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72C7E3-9F8A-4C68-A943-B3BEBFD25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682F-51CD-411F-937C-99B28381D7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431F2-2F69-F760-10D0-33F0176F5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DFD64-9275-9B28-1797-1B0F79D00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B4293-20F3-40E8-81BD-934780AFE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19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BD54BE75-62A0-8D14-50C4-F04DEC0815AC}"/>
              </a:ext>
            </a:extLst>
          </p:cNvPr>
          <p:cNvGrpSpPr/>
          <p:nvPr/>
        </p:nvGrpSpPr>
        <p:grpSpPr>
          <a:xfrm>
            <a:off x="2885497" y="1132652"/>
            <a:ext cx="5707897" cy="1686564"/>
            <a:chOff x="2885497" y="1132652"/>
            <a:chExt cx="5707897" cy="1686564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91179EE2-A213-C423-0D8C-16969CFE0408}"/>
                </a:ext>
              </a:extLst>
            </p:cNvPr>
            <p:cNvGrpSpPr/>
            <p:nvPr/>
          </p:nvGrpSpPr>
          <p:grpSpPr>
            <a:xfrm>
              <a:off x="4454602" y="1132652"/>
              <a:ext cx="2686607" cy="1686564"/>
              <a:chOff x="4513613" y="1132652"/>
              <a:chExt cx="2686607" cy="1686564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2F7D5A4C-6800-8BF1-66A2-A11C7E6C97BB}"/>
                  </a:ext>
                </a:extLst>
              </p:cNvPr>
              <p:cNvSpPr/>
              <p:nvPr/>
            </p:nvSpPr>
            <p:spPr>
              <a:xfrm>
                <a:off x="5624600" y="1132652"/>
                <a:ext cx="850451" cy="390374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Root</a:t>
                </a:r>
                <a:endPara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1F637B0E-7BE5-5ADD-EA93-2C348545C251}"/>
                  </a:ext>
                </a:extLst>
              </p:cNvPr>
              <p:cNvSpPr/>
              <p:nvPr/>
            </p:nvSpPr>
            <p:spPr>
              <a:xfrm>
                <a:off x="4991782" y="1795930"/>
                <a:ext cx="849600" cy="3903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Dep.</a:t>
                </a:r>
                <a:endPara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816096FD-BFEA-376B-E683-78B5F0ABCB74}"/>
                  </a:ext>
                </a:extLst>
              </p:cNvPr>
              <p:cNvSpPr/>
              <p:nvPr/>
            </p:nvSpPr>
            <p:spPr>
              <a:xfrm>
                <a:off x="6350620" y="1795930"/>
                <a:ext cx="849600" cy="39037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Dep.</a:t>
                </a:r>
                <a:endPara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3599B649-51E4-0C54-B3E2-EF8990CF7E42}"/>
                  </a:ext>
                </a:extLst>
              </p:cNvPr>
              <p:cNvSpPr/>
              <p:nvPr/>
            </p:nvSpPr>
            <p:spPr>
              <a:xfrm>
                <a:off x="4513613" y="2426829"/>
                <a:ext cx="849600" cy="39037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Dep.</a:t>
                </a:r>
                <a:endPara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6F5D9BB7-B49C-4D13-5E60-14A4CD80AFC3}"/>
                  </a:ext>
                </a:extLst>
              </p:cNvPr>
              <p:cNvSpPr/>
              <p:nvPr/>
            </p:nvSpPr>
            <p:spPr>
              <a:xfrm>
                <a:off x="5529197" y="2428842"/>
                <a:ext cx="849600" cy="39037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Dep.</a:t>
                </a:r>
                <a:endPara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1108EB63-0F50-778D-EC37-EAB60C916B58}"/>
                  </a:ext>
                </a:extLst>
              </p:cNvPr>
              <p:cNvCxnSpPr>
                <a:cxnSpLocks/>
                <a:stCxn id="18" idx="2"/>
                <a:endCxn id="20" idx="0"/>
              </p:cNvCxnSpPr>
              <p:nvPr/>
            </p:nvCxnSpPr>
            <p:spPr>
              <a:xfrm flipH="1">
                <a:off x="5416582" y="1523026"/>
                <a:ext cx="633244" cy="2729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0406E5AC-28AF-080F-893E-EECE5C47ED75}"/>
                  </a:ext>
                </a:extLst>
              </p:cNvPr>
              <p:cNvCxnSpPr>
                <a:cxnSpLocks/>
                <a:stCxn id="18" idx="2"/>
                <a:endCxn id="22" idx="0"/>
              </p:cNvCxnSpPr>
              <p:nvPr/>
            </p:nvCxnSpPr>
            <p:spPr>
              <a:xfrm>
                <a:off x="6049826" y="1523026"/>
                <a:ext cx="725594" cy="2729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457F14EF-6CEB-0439-2E74-92647356ECE4}"/>
                  </a:ext>
                </a:extLst>
              </p:cNvPr>
              <p:cNvCxnSpPr>
                <a:cxnSpLocks/>
                <a:stCxn id="20" idx="2"/>
                <a:endCxn id="24" idx="0"/>
              </p:cNvCxnSpPr>
              <p:nvPr/>
            </p:nvCxnSpPr>
            <p:spPr>
              <a:xfrm flipH="1">
                <a:off x="4938413" y="2186304"/>
                <a:ext cx="478169" cy="2405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77FF063-BF8A-34F9-68C7-C916467D2A18}"/>
                  </a:ext>
                </a:extLst>
              </p:cNvPr>
              <p:cNvCxnSpPr>
                <a:cxnSpLocks/>
                <a:stCxn id="20" idx="2"/>
                <a:endCxn id="26" idx="0"/>
              </p:cNvCxnSpPr>
              <p:nvPr/>
            </p:nvCxnSpPr>
            <p:spPr>
              <a:xfrm>
                <a:off x="5416582" y="2186304"/>
                <a:ext cx="537415" cy="2425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AC08509-C8ED-FE3A-7BD2-21ED06B583AF}"/>
                  </a:ext>
                </a:extLst>
              </p:cNvPr>
              <p:cNvSpPr txBox="1"/>
              <p:nvPr/>
            </p:nvSpPr>
            <p:spPr>
              <a:xfrm>
                <a:off x="5893862" y="1691005"/>
                <a:ext cx="404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3292F13-2F72-FFA5-5499-7C7AF7C664CE}"/>
                  </a:ext>
                </a:extLst>
              </p:cNvPr>
              <p:cNvSpPr txBox="1"/>
              <p:nvPr/>
            </p:nvSpPr>
            <p:spPr>
              <a:xfrm>
                <a:off x="6618494" y="2306566"/>
                <a:ext cx="3684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7" name="箭头: 下 46">
              <a:extLst>
                <a:ext uri="{FF2B5EF4-FFF2-40B4-BE49-F238E27FC236}">
                  <a16:creationId xmlns:a16="http://schemas.microsoft.com/office/drawing/2014/main" id="{0A9A1C6F-0B76-C2C3-048E-6104F98FB8B1}"/>
                </a:ext>
              </a:extLst>
            </p:cNvPr>
            <p:cNvSpPr/>
            <p:nvPr/>
          </p:nvSpPr>
          <p:spPr>
            <a:xfrm>
              <a:off x="4187502" y="1303429"/>
              <a:ext cx="225231" cy="1345010"/>
            </a:xfrm>
            <a:prstGeom prst="down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474152F-3EF6-CA1B-B687-83B711319B03}"/>
                </a:ext>
              </a:extLst>
            </p:cNvPr>
            <p:cNvSpPr txBox="1"/>
            <p:nvPr/>
          </p:nvSpPr>
          <p:spPr>
            <a:xfrm>
              <a:off x="2885497" y="1683547"/>
              <a:ext cx="12601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Dependency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Finding</a:t>
              </a:r>
              <a:endParaRPr lang="zh-CN" alt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箭头: 下 50">
              <a:extLst>
                <a:ext uri="{FF2B5EF4-FFF2-40B4-BE49-F238E27FC236}">
                  <a16:creationId xmlns:a16="http://schemas.microsoft.com/office/drawing/2014/main" id="{C520DA16-C816-410C-1862-9A0CD0A9CC36}"/>
                </a:ext>
              </a:extLst>
            </p:cNvPr>
            <p:cNvSpPr/>
            <p:nvPr/>
          </p:nvSpPr>
          <p:spPr>
            <a:xfrm rot="10800000">
              <a:off x="7183078" y="1303429"/>
              <a:ext cx="225231" cy="1345010"/>
            </a:xfrm>
            <a:prstGeom prst="down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AE12B117-F6AF-9BE1-8201-7674EF902215}"/>
                </a:ext>
              </a:extLst>
            </p:cNvPr>
            <p:cNvSpPr txBox="1"/>
            <p:nvPr/>
          </p:nvSpPr>
          <p:spPr>
            <a:xfrm>
              <a:off x="7450177" y="1683547"/>
              <a:ext cx="114321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altLang="zh-CN" dirty="0"/>
                <a:t>Sum</a:t>
              </a:r>
              <a:r>
                <a:rPr lang="en-US" altLang="zh-CN"/>
                <a:t>. G</a:t>
              </a:r>
              <a:r>
                <a:rPr lang="en-US" altLang="zh-CN" dirty="0"/>
                <a:t>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67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16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2026-10-13T13:37:03Z</dcterms:created>
  <dcterms:modified xsi:type="dcterms:W3CDTF">2026-10-13T16:40:12Z</dcterms:modified>
</cp:coreProperties>
</file>