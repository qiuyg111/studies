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1513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660"/>
  </p:normalViewPr>
  <p:slideViewPr>
    <p:cSldViewPr snapToGrid="0">
      <p:cViewPr varScale="1">
        <p:scale>
          <a:sx n="57" d="100"/>
          <a:sy n="57" d="100"/>
        </p:scale>
        <p:origin x="24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349" y="1122363"/>
            <a:ext cx="3528616" cy="2387600"/>
          </a:xfrm>
        </p:spPr>
        <p:txBody>
          <a:bodyPr anchor="b"/>
          <a:lstStyle>
            <a:lvl1pPr algn="ctr">
              <a:defRPr sz="2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914" y="3602038"/>
            <a:ext cx="3113485" cy="1655762"/>
          </a:xfrm>
        </p:spPr>
        <p:txBody>
          <a:bodyPr/>
          <a:lstStyle>
            <a:lvl1pPr marL="0" indent="0" algn="ctr">
              <a:buNone/>
              <a:defRPr sz="1090"/>
            </a:lvl1pPr>
            <a:lvl2pPr marL="207569" indent="0" algn="ctr">
              <a:buNone/>
              <a:defRPr sz="908"/>
            </a:lvl2pPr>
            <a:lvl3pPr marL="415138" indent="0" algn="ctr">
              <a:buNone/>
              <a:defRPr sz="817"/>
            </a:lvl3pPr>
            <a:lvl4pPr marL="622706" indent="0" algn="ctr">
              <a:buNone/>
              <a:defRPr sz="726"/>
            </a:lvl4pPr>
            <a:lvl5pPr marL="830275" indent="0" algn="ctr">
              <a:buNone/>
              <a:defRPr sz="726"/>
            </a:lvl5pPr>
            <a:lvl6pPr marL="1037844" indent="0" algn="ctr">
              <a:buNone/>
              <a:defRPr sz="726"/>
            </a:lvl6pPr>
            <a:lvl7pPr marL="1245413" indent="0" algn="ctr">
              <a:buNone/>
              <a:defRPr sz="726"/>
            </a:lvl7pPr>
            <a:lvl8pPr marL="1452982" indent="0" algn="ctr">
              <a:buNone/>
              <a:defRPr sz="726"/>
            </a:lvl8pPr>
            <a:lvl9pPr marL="1660550" indent="0" algn="ctr">
              <a:buNone/>
              <a:defRPr sz="72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29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5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241" y="1709740"/>
            <a:ext cx="3580507" cy="2852737"/>
          </a:xfrm>
        </p:spPr>
        <p:txBody>
          <a:bodyPr anchor="b"/>
          <a:lstStyle>
            <a:lvl1pPr>
              <a:defRPr sz="2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241" y="4589465"/>
            <a:ext cx="3580507" cy="1500187"/>
          </a:xfrm>
        </p:spPr>
        <p:txBody>
          <a:bodyPr/>
          <a:lstStyle>
            <a:lvl1pPr marL="0" indent="0">
              <a:buNone/>
              <a:defRPr sz="1090">
                <a:solidFill>
                  <a:schemeClr val="tx1">
                    <a:tint val="82000"/>
                  </a:schemeClr>
                </a:solidFill>
              </a:defRPr>
            </a:lvl1pPr>
            <a:lvl2pPr marL="207569" indent="0">
              <a:buNone/>
              <a:defRPr sz="908">
                <a:solidFill>
                  <a:schemeClr val="tx1">
                    <a:tint val="82000"/>
                  </a:schemeClr>
                </a:solidFill>
              </a:defRPr>
            </a:lvl2pPr>
            <a:lvl3pPr marL="415138" indent="0">
              <a:buNone/>
              <a:defRPr sz="817">
                <a:solidFill>
                  <a:schemeClr val="tx1">
                    <a:tint val="82000"/>
                  </a:schemeClr>
                </a:solidFill>
              </a:defRPr>
            </a:lvl3pPr>
            <a:lvl4pPr marL="622706" indent="0">
              <a:buNone/>
              <a:defRPr sz="726">
                <a:solidFill>
                  <a:schemeClr val="tx1">
                    <a:tint val="82000"/>
                  </a:schemeClr>
                </a:solidFill>
              </a:defRPr>
            </a:lvl4pPr>
            <a:lvl5pPr marL="830275" indent="0">
              <a:buNone/>
              <a:defRPr sz="726">
                <a:solidFill>
                  <a:schemeClr val="tx1">
                    <a:tint val="82000"/>
                  </a:schemeClr>
                </a:solidFill>
              </a:defRPr>
            </a:lvl5pPr>
            <a:lvl6pPr marL="1037844" indent="0">
              <a:buNone/>
              <a:defRPr sz="726">
                <a:solidFill>
                  <a:schemeClr val="tx1">
                    <a:tint val="82000"/>
                  </a:schemeClr>
                </a:solidFill>
              </a:defRPr>
            </a:lvl6pPr>
            <a:lvl7pPr marL="1245413" indent="0">
              <a:buNone/>
              <a:defRPr sz="726">
                <a:solidFill>
                  <a:schemeClr val="tx1">
                    <a:tint val="82000"/>
                  </a:schemeClr>
                </a:solidFill>
              </a:defRPr>
            </a:lvl7pPr>
            <a:lvl8pPr marL="1452982" indent="0">
              <a:buNone/>
              <a:defRPr sz="726">
                <a:solidFill>
                  <a:schemeClr val="tx1">
                    <a:tint val="82000"/>
                  </a:schemeClr>
                </a:solidFill>
              </a:defRPr>
            </a:lvl8pPr>
            <a:lvl9pPr marL="1660550" indent="0">
              <a:buNone/>
              <a:defRPr sz="72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60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403" y="1825625"/>
            <a:ext cx="1764308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1602" y="1825625"/>
            <a:ext cx="1764308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0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44" y="365127"/>
            <a:ext cx="358050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944" y="1681163"/>
            <a:ext cx="1756200" cy="823912"/>
          </a:xfrm>
        </p:spPr>
        <p:txBody>
          <a:bodyPr anchor="b"/>
          <a:lstStyle>
            <a:lvl1pPr marL="0" indent="0">
              <a:buNone/>
              <a:defRPr sz="1090" b="1"/>
            </a:lvl1pPr>
            <a:lvl2pPr marL="207569" indent="0">
              <a:buNone/>
              <a:defRPr sz="908" b="1"/>
            </a:lvl2pPr>
            <a:lvl3pPr marL="415138" indent="0">
              <a:buNone/>
              <a:defRPr sz="817" b="1"/>
            </a:lvl3pPr>
            <a:lvl4pPr marL="622706" indent="0">
              <a:buNone/>
              <a:defRPr sz="726" b="1"/>
            </a:lvl4pPr>
            <a:lvl5pPr marL="830275" indent="0">
              <a:buNone/>
              <a:defRPr sz="726" b="1"/>
            </a:lvl5pPr>
            <a:lvl6pPr marL="1037844" indent="0">
              <a:buNone/>
              <a:defRPr sz="726" b="1"/>
            </a:lvl6pPr>
            <a:lvl7pPr marL="1245413" indent="0">
              <a:buNone/>
              <a:defRPr sz="726" b="1"/>
            </a:lvl7pPr>
            <a:lvl8pPr marL="1452982" indent="0">
              <a:buNone/>
              <a:defRPr sz="726" b="1"/>
            </a:lvl8pPr>
            <a:lvl9pPr marL="1660550" indent="0">
              <a:buNone/>
              <a:defRPr sz="72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944" y="2505075"/>
            <a:ext cx="175620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01602" y="1681163"/>
            <a:ext cx="1764849" cy="823912"/>
          </a:xfrm>
        </p:spPr>
        <p:txBody>
          <a:bodyPr anchor="b"/>
          <a:lstStyle>
            <a:lvl1pPr marL="0" indent="0">
              <a:buNone/>
              <a:defRPr sz="1090" b="1"/>
            </a:lvl1pPr>
            <a:lvl2pPr marL="207569" indent="0">
              <a:buNone/>
              <a:defRPr sz="908" b="1"/>
            </a:lvl2pPr>
            <a:lvl3pPr marL="415138" indent="0">
              <a:buNone/>
              <a:defRPr sz="817" b="1"/>
            </a:lvl3pPr>
            <a:lvl4pPr marL="622706" indent="0">
              <a:buNone/>
              <a:defRPr sz="726" b="1"/>
            </a:lvl4pPr>
            <a:lvl5pPr marL="830275" indent="0">
              <a:buNone/>
              <a:defRPr sz="726" b="1"/>
            </a:lvl5pPr>
            <a:lvl6pPr marL="1037844" indent="0">
              <a:buNone/>
              <a:defRPr sz="726" b="1"/>
            </a:lvl6pPr>
            <a:lvl7pPr marL="1245413" indent="0">
              <a:buNone/>
              <a:defRPr sz="726" b="1"/>
            </a:lvl7pPr>
            <a:lvl8pPr marL="1452982" indent="0">
              <a:buNone/>
              <a:defRPr sz="726" b="1"/>
            </a:lvl8pPr>
            <a:lvl9pPr marL="1660550" indent="0">
              <a:buNone/>
              <a:defRPr sz="72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01602" y="2505075"/>
            <a:ext cx="1764849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6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7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240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44" y="457200"/>
            <a:ext cx="1338906" cy="1600200"/>
          </a:xfrm>
        </p:spPr>
        <p:txBody>
          <a:bodyPr anchor="b"/>
          <a:lstStyle>
            <a:lvl1pPr>
              <a:defRPr sz="14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849" y="987427"/>
            <a:ext cx="2101602" cy="4873625"/>
          </a:xfrm>
        </p:spPr>
        <p:txBody>
          <a:bodyPr/>
          <a:lstStyle>
            <a:lvl1pPr>
              <a:defRPr sz="1453"/>
            </a:lvl1pPr>
            <a:lvl2pPr>
              <a:defRPr sz="1271"/>
            </a:lvl2pPr>
            <a:lvl3pPr>
              <a:defRPr sz="1090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944" y="2057400"/>
            <a:ext cx="1338906" cy="3811588"/>
          </a:xfrm>
        </p:spPr>
        <p:txBody>
          <a:bodyPr/>
          <a:lstStyle>
            <a:lvl1pPr marL="0" indent="0">
              <a:buNone/>
              <a:defRPr sz="726"/>
            </a:lvl1pPr>
            <a:lvl2pPr marL="207569" indent="0">
              <a:buNone/>
              <a:defRPr sz="636"/>
            </a:lvl2pPr>
            <a:lvl3pPr marL="415138" indent="0">
              <a:buNone/>
              <a:defRPr sz="545"/>
            </a:lvl3pPr>
            <a:lvl4pPr marL="622706" indent="0">
              <a:buNone/>
              <a:defRPr sz="454"/>
            </a:lvl4pPr>
            <a:lvl5pPr marL="830275" indent="0">
              <a:buNone/>
              <a:defRPr sz="454"/>
            </a:lvl5pPr>
            <a:lvl6pPr marL="1037844" indent="0">
              <a:buNone/>
              <a:defRPr sz="454"/>
            </a:lvl6pPr>
            <a:lvl7pPr marL="1245413" indent="0">
              <a:buNone/>
              <a:defRPr sz="454"/>
            </a:lvl7pPr>
            <a:lvl8pPr marL="1452982" indent="0">
              <a:buNone/>
              <a:defRPr sz="454"/>
            </a:lvl8pPr>
            <a:lvl9pPr marL="1660550" indent="0">
              <a:buNone/>
              <a:defRPr sz="45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90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44" y="457200"/>
            <a:ext cx="1338906" cy="1600200"/>
          </a:xfrm>
        </p:spPr>
        <p:txBody>
          <a:bodyPr anchor="b"/>
          <a:lstStyle>
            <a:lvl1pPr>
              <a:defRPr sz="14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4849" y="987427"/>
            <a:ext cx="2101602" cy="4873625"/>
          </a:xfrm>
        </p:spPr>
        <p:txBody>
          <a:bodyPr anchor="t"/>
          <a:lstStyle>
            <a:lvl1pPr marL="0" indent="0">
              <a:buNone/>
              <a:defRPr sz="1453"/>
            </a:lvl1pPr>
            <a:lvl2pPr marL="207569" indent="0">
              <a:buNone/>
              <a:defRPr sz="1271"/>
            </a:lvl2pPr>
            <a:lvl3pPr marL="415138" indent="0">
              <a:buNone/>
              <a:defRPr sz="1090"/>
            </a:lvl3pPr>
            <a:lvl4pPr marL="622706" indent="0">
              <a:buNone/>
              <a:defRPr sz="908"/>
            </a:lvl4pPr>
            <a:lvl5pPr marL="830275" indent="0">
              <a:buNone/>
              <a:defRPr sz="908"/>
            </a:lvl5pPr>
            <a:lvl6pPr marL="1037844" indent="0">
              <a:buNone/>
              <a:defRPr sz="908"/>
            </a:lvl6pPr>
            <a:lvl7pPr marL="1245413" indent="0">
              <a:buNone/>
              <a:defRPr sz="908"/>
            </a:lvl7pPr>
            <a:lvl8pPr marL="1452982" indent="0">
              <a:buNone/>
              <a:defRPr sz="908"/>
            </a:lvl8pPr>
            <a:lvl9pPr marL="1660550" indent="0">
              <a:buNone/>
              <a:defRPr sz="90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944" y="2057400"/>
            <a:ext cx="1338906" cy="3811588"/>
          </a:xfrm>
        </p:spPr>
        <p:txBody>
          <a:bodyPr/>
          <a:lstStyle>
            <a:lvl1pPr marL="0" indent="0">
              <a:buNone/>
              <a:defRPr sz="726"/>
            </a:lvl1pPr>
            <a:lvl2pPr marL="207569" indent="0">
              <a:buNone/>
              <a:defRPr sz="636"/>
            </a:lvl2pPr>
            <a:lvl3pPr marL="415138" indent="0">
              <a:buNone/>
              <a:defRPr sz="545"/>
            </a:lvl3pPr>
            <a:lvl4pPr marL="622706" indent="0">
              <a:buNone/>
              <a:defRPr sz="454"/>
            </a:lvl4pPr>
            <a:lvl5pPr marL="830275" indent="0">
              <a:buNone/>
              <a:defRPr sz="454"/>
            </a:lvl5pPr>
            <a:lvl6pPr marL="1037844" indent="0">
              <a:buNone/>
              <a:defRPr sz="454"/>
            </a:lvl6pPr>
            <a:lvl7pPr marL="1245413" indent="0">
              <a:buNone/>
              <a:defRPr sz="454"/>
            </a:lvl7pPr>
            <a:lvl8pPr marL="1452982" indent="0">
              <a:buNone/>
              <a:defRPr sz="454"/>
            </a:lvl8pPr>
            <a:lvl9pPr marL="1660550" indent="0">
              <a:buNone/>
              <a:defRPr sz="45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79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8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70784" y="365125"/>
            <a:ext cx="895127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5403" y="365125"/>
            <a:ext cx="263348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514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5403" y="365127"/>
            <a:ext cx="35805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403" y="1825625"/>
            <a:ext cx="35805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5403" y="6356352"/>
            <a:ext cx="9340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C79A3-3425-4F0E-B5BC-51DC64097EA2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5123" y="6356352"/>
            <a:ext cx="14010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31865" y="6356352"/>
            <a:ext cx="9340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B11C1-2C47-4F0F-8055-C08658DD3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30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15138" rtl="0" eaLnBrk="1" latinLnBrk="0" hangingPunct="1">
        <a:lnSpc>
          <a:spcPct val="90000"/>
        </a:lnSpc>
        <a:spcBef>
          <a:spcPct val="0"/>
        </a:spcBef>
        <a:buNone/>
        <a:defRPr sz="19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784" indent="-103784" algn="l" defTabSz="415138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271" kern="1200">
          <a:solidFill>
            <a:schemeClr val="tx1"/>
          </a:solidFill>
          <a:latin typeface="+mn-lt"/>
          <a:ea typeface="+mn-ea"/>
          <a:cs typeface="+mn-cs"/>
        </a:defRPr>
      </a:lvl1pPr>
      <a:lvl2pPr marL="311353" indent="-103784" algn="l" defTabSz="41513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1090" kern="1200">
          <a:solidFill>
            <a:schemeClr val="tx1"/>
          </a:solidFill>
          <a:latin typeface="+mn-lt"/>
          <a:ea typeface="+mn-ea"/>
          <a:cs typeface="+mn-cs"/>
        </a:defRPr>
      </a:lvl2pPr>
      <a:lvl3pPr marL="518922" indent="-103784" algn="l" defTabSz="41513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726491" indent="-103784" algn="l" defTabSz="41513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7" kern="1200">
          <a:solidFill>
            <a:schemeClr val="tx1"/>
          </a:solidFill>
          <a:latin typeface="+mn-lt"/>
          <a:ea typeface="+mn-ea"/>
          <a:cs typeface="+mn-cs"/>
        </a:defRPr>
      </a:lvl4pPr>
      <a:lvl5pPr marL="934060" indent="-103784" algn="l" defTabSz="41513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7" kern="1200">
          <a:solidFill>
            <a:schemeClr val="tx1"/>
          </a:solidFill>
          <a:latin typeface="+mn-lt"/>
          <a:ea typeface="+mn-ea"/>
          <a:cs typeface="+mn-cs"/>
        </a:defRPr>
      </a:lvl5pPr>
      <a:lvl6pPr marL="1141628" indent="-103784" algn="l" defTabSz="41513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7" kern="1200">
          <a:solidFill>
            <a:schemeClr val="tx1"/>
          </a:solidFill>
          <a:latin typeface="+mn-lt"/>
          <a:ea typeface="+mn-ea"/>
          <a:cs typeface="+mn-cs"/>
        </a:defRPr>
      </a:lvl6pPr>
      <a:lvl7pPr marL="1349197" indent="-103784" algn="l" defTabSz="41513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7" kern="1200">
          <a:solidFill>
            <a:schemeClr val="tx1"/>
          </a:solidFill>
          <a:latin typeface="+mn-lt"/>
          <a:ea typeface="+mn-ea"/>
          <a:cs typeface="+mn-cs"/>
        </a:defRPr>
      </a:lvl7pPr>
      <a:lvl8pPr marL="1556766" indent="-103784" algn="l" defTabSz="41513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7" kern="1200">
          <a:solidFill>
            <a:schemeClr val="tx1"/>
          </a:solidFill>
          <a:latin typeface="+mn-lt"/>
          <a:ea typeface="+mn-ea"/>
          <a:cs typeface="+mn-cs"/>
        </a:defRPr>
      </a:lvl8pPr>
      <a:lvl9pPr marL="1764335" indent="-103784" algn="l" defTabSz="415138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5138" rtl="0" eaLnBrk="1" latinLnBrk="0" hangingPunct="1">
        <a:defRPr sz="817" kern="1200">
          <a:solidFill>
            <a:schemeClr val="tx1"/>
          </a:solidFill>
          <a:latin typeface="+mn-lt"/>
          <a:ea typeface="+mn-ea"/>
          <a:cs typeface="+mn-cs"/>
        </a:defRPr>
      </a:lvl1pPr>
      <a:lvl2pPr marL="207569" algn="l" defTabSz="415138" rtl="0" eaLnBrk="1" latinLnBrk="0" hangingPunct="1">
        <a:defRPr sz="817" kern="1200">
          <a:solidFill>
            <a:schemeClr val="tx1"/>
          </a:solidFill>
          <a:latin typeface="+mn-lt"/>
          <a:ea typeface="+mn-ea"/>
          <a:cs typeface="+mn-cs"/>
        </a:defRPr>
      </a:lvl2pPr>
      <a:lvl3pPr marL="415138" algn="l" defTabSz="415138" rtl="0" eaLnBrk="1" latinLnBrk="0" hangingPunct="1">
        <a:defRPr sz="817" kern="1200">
          <a:solidFill>
            <a:schemeClr val="tx1"/>
          </a:solidFill>
          <a:latin typeface="+mn-lt"/>
          <a:ea typeface="+mn-ea"/>
          <a:cs typeface="+mn-cs"/>
        </a:defRPr>
      </a:lvl3pPr>
      <a:lvl4pPr marL="622706" algn="l" defTabSz="415138" rtl="0" eaLnBrk="1" latinLnBrk="0" hangingPunct="1">
        <a:defRPr sz="817" kern="1200">
          <a:solidFill>
            <a:schemeClr val="tx1"/>
          </a:solidFill>
          <a:latin typeface="+mn-lt"/>
          <a:ea typeface="+mn-ea"/>
          <a:cs typeface="+mn-cs"/>
        </a:defRPr>
      </a:lvl4pPr>
      <a:lvl5pPr marL="830275" algn="l" defTabSz="415138" rtl="0" eaLnBrk="1" latinLnBrk="0" hangingPunct="1">
        <a:defRPr sz="817" kern="1200">
          <a:solidFill>
            <a:schemeClr val="tx1"/>
          </a:solidFill>
          <a:latin typeface="+mn-lt"/>
          <a:ea typeface="+mn-ea"/>
          <a:cs typeface="+mn-cs"/>
        </a:defRPr>
      </a:lvl5pPr>
      <a:lvl6pPr marL="1037844" algn="l" defTabSz="415138" rtl="0" eaLnBrk="1" latinLnBrk="0" hangingPunct="1">
        <a:defRPr sz="817" kern="1200">
          <a:solidFill>
            <a:schemeClr val="tx1"/>
          </a:solidFill>
          <a:latin typeface="+mn-lt"/>
          <a:ea typeface="+mn-ea"/>
          <a:cs typeface="+mn-cs"/>
        </a:defRPr>
      </a:lvl6pPr>
      <a:lvl7pPr marL="1245413" algn="l" defTabSz="415138" rtl="0" eaLnBrk="1" latinLnBrk="0" hangingPunct="1">
        <a:defRPr sz="817" kern="1200">
          <a:solidFill>
            <a:schemeClr val="tx1"/>
          </a:solidFill>
          <a:latin typeface="+mn-lt"/>
          <a:ea typeface="+mn-ea"/>
          <a:cs typeface="+mn-cs"/>
        </a:defRPr>
      </a:lvl7pPr>
      <a:lvl8pPr marL="1452982" algn="l" defTabSz="415138" rtl="0" eaLnBrk="1" latinLnBrk="0" hangingPunct="1">
        <a:defRPr sz="817" kern="1200">
          <a:solidFill>
            <a:schemeClr val="tx1"/>
          </a:solidFill>
          <a:latin typeface="+mn-lt"/>
          <a:ea typeface="+mn-ea"/>
          <a:cs typeface="+mn-cs"/>
        </a:defRPr>
      </a:lvl8pPr>
      <a:lvl9pPr marL="1660550" algn="l" defTabSz="415138" rtl="0" eaLnBrk="1" latinLnBrk="0" hangingPunct="1">
        <a:defRPr sz="8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041000AB-7400-3EFD-9481-4C2386633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" y="0"/>
            <a:ext cx="41502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78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2</cp:revision>
  <dcterms:created xsi:type="dcterms:W3CDTF">2026-10-14T11:34:02Z</dcterms:created>
  <dcterms:modified xsi:type="dcterms:W3CDTF">2026-10-15T14:28:23Z</dcterms:modified>
</cp:coreProperties>
</file>