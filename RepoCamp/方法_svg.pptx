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3532188" cy="3729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5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239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914" y="610285"/>
            <a:ext cx="3002360" cy="1298258"/>
          </a:xfrm>
        </p:spPr>
        <p:txBody>
          <a:bodyPr anchor="b"/>
          <a:lstStyle>
            <a:lvl1pPr algn="ctr">
              <a:defRPr sz="231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1524" y="1958608"/>
            <a:ext cx="2649141" cy="900321"/>
          </a:xfrm>
        </p:spPr>
        <p:txBody>
          <a:bodyPr/>
          <a:lstStyle>
            <a:lvl1pPr marL="0" indent="0" algn="ctr">
              <a:buNone/>
              <a:defRPr sz="927"/>
            </a:lvl1pPr>
            <a:lvl2pPr marL="176616" indent="0" algn="ctr">
              <a:buNone/>
              <a:defRPr sz="773"/>
            </a:lvl2pPr>
            <a:lvl3pPr marL="353233" indent="0" algn="ctr">
              <a:buNone/>
              <a:defRPr sz="695"/>
            </a:lvl3pPr>
            <a:lvl4pPr marL="529849" indent="0" algn="ctr">
              <a:buNone/>
              <a:defRPr sz="618"/>
            </a:lvl4pPr>
            <a:lvl5pPr marL="706465" indent="0" algn="ctr">
              <a:buNone/>
              <a:defRPr sz="618"/>
            </a:lvl5pPr>
            <a:lvl6pPr marL="883082" indent="0" algn="ctr">
              <a:buNone/>
              <a:defRPr sz="618"/>
            </a:lvl6pPr>
            <a:lvl7pPr marL="1059698" indent="0" algn="ctr">
              <a:buNone/>
              <a:defRPr sz="618"/>
            </a:lvl7pPr>
            <a:lvl8pPr marL="1236315" indent="0" algn="ctr">
              <a:buNone/>
              <a:defRPr sz="618"/>
            </a:lvl8pPr>
            <a:lvl9pPr marL="1412931" indent="0" algn="ctr">
              <a:buNone/>
              <a:defRPr sz="61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99AFD-803A-491E-9055-81CC15C77D8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9EB4-2700-48A0-B671-5126F99E8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18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99AFD-803A-491E-9055-81CC15C77D8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9EB4-2700-48A0-B671-5126F99E8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31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999" y="929671"/>
            <a:ext cx="3046512" cy="1551176"/>
          </a:xfrm>
        </p:spPr>
        <p:txBody>
          <a:bodyPr anchor="b"/>
          <a:lstStyle>
            <a:lvl1pPr>
              <a:defRPr sz="231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999" y="2495522"/>
            <a:ext cx="3046512" cy="815727"/>
          </a:xfrm>
        </p:spPr>
        <p:txBody>
          <a:bodyPr/>
          <a:lstStyle>
            <a:lvl1pPr marL="0" indent="0">
              <a:buNone/>
              <a:defRPr sz="927">
                <a:solidFill>
                  <a:schemeClr val="tx1">
                    <a:tint val="82000"/>
                  </a:schemeClr>
                </a:solidFill>
              </a:defRPr>
            </a:lvl1pPr>
            <a:lvl2pPr marL="176616" indent="0">
              <a:buNone/>
              <a:defRPr sz="773">
                <a:solidFill>
                  <a:schemeClr val="tx1">
                    <a:tint val="82000"/>
                  </a:schemeClr>
                </a:solidFill>
              </a:defRPr>
            </a:lvl2pPr>
            <a:lvl3pPr marL="353233" indent="0">
              <a:buNone/>
              <a:defRPr sz="695">
                <a:solidFill>
                  <a:schemeClr val="tx1">
                    <a:tint val="82000"/>
                  </a:schemeClr>
                </a:solidFill>
              </a:defRPr>
            </a:lvl3pPr>
            <a:lvl4pPr marL="529849" indent="0">
              <a:buNone/>
              <a:defRPr sz="618">
                <a:solidFill>
                  <a:schemeClr val="tx1">
                    <a:tint val="82000"/>
                  </a:schemeClr>
                </a:solidFill>
              </a:defRPr>
            </a:lvl4pPr>
            <a:lvl5pPr marL="706465" indent="0">
              <a:buNone/>
              <a:defRPr sz="618">
                <a:solidFill>
                  <a:schemeClr val="tx1">
                    <a:tint val="82000"/>
                  </a:schemeClr>
                </a:solidFill>
              </a:defRPr>
            </a:lvl5pPr>
            <a:lvl6pPr marL="883082" indent="0">
              <a:buNone/>
              <a:defRPr sz="618">
                <a:solidFill>
                  <a:schemeClr val="tx1">
                    <a:tint val="82000"/>
                  </a:schemeClr>
                </a:solidFill>
              </a:defRPr>
            </a:lvl6pPr>
            <a:lvl7pPr marL="1059698" indent="0">
              <a:buNone/>
              <a:defRPr sz="618">
                <a:solidFill>
                  <a:schemeClr val="tx1">
                    <a:tint val="82000"/>
                  </a:schemeClr>
                </a:solidFill>
              </a:defRPr>
            </a:lvl7pPr>
            <a:lvl8pPr marL="1236315" indent="0">
              <a:buNone/>
              <a:defRPr sz="618">
                <a:solidFill>
                  <a:schemeClr val="tx1">
                    <a:tint val="82000"/>
                  </a:schemeClr>
                </a:solidFill>
              </a:defRPr>
            </a:lvl8pPr>
            <a:lvl9pPr marL="1412931" indent="0">
              <a:buNone/>
              <a:defRPr sz="61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99AFD-803A-491E-9055-81CC15C77D8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9EB4-2700-48A0-B671-5126F99E8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244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2838" y="992684"/>
            <a:ext cx="1501180" cy="236604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88170" y="992684"/>
            <a:ext cx="1501180" cy="236604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99AFD-803A-491E-9055-81CC15C77D8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9EB4-2700-48A0-B671-5126F99E8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720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98" y="198538"/>
            <a:ext cx="3046512" cy="7207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98" y="914133"/>
            <a:ext cx="1494281" cy="448002"/>
          </a:xfrm>
        </p:spPr>
        <p:txBody>
          <a:bodyPr anchor="b"/>
          <a:lstStyle>
            <a:lvl1pPr marL="0" indent="0">
              <a:buNone/>
              <a:defRPr sz="927" b="1"/>
            </a:lvl1pPr>
            <a:lvl2pPr marL="176616" indent="0">
              <a:buNone/>
              <a:defRPr sz="773" b="1"/>
            </a:lvl2pPr>
            <a:lvl3pPr marL="353233" indent="0">
              <a:buNone/>
              <a:defRPr sz="695" b="1"/>
            </a:lvl3pPr>
            <a:lvl4pPr marL="529849" indent="0">
              <a:buNone/>
              <a:defRPr sz="618" b="1"/>
            </a:lvl4pPr>
            <a:lvl5pPr marL="706465" indent="0">
              <a:buNone/>
              <a:defRPr sz="618" b="1"/>
            </a:lvl5pPr>
            <a:lvl6pPr marL="883082" indent="0">
              <a:buNone/>
              <a:defRPr sz="618" b="1"/>
            </a:lvl6pPr>
            <a:lvl7pPr marL="1059698" indent="0">
              <a:buNone/>
              <a:defRPr sz="618" b="1"/>
            </a:lvl7pPr>
            <a:lvl8pPr marL="1236315" indent="0">
              <a:buNone/>
              <a:defRPr sz="618" b="1"/>
            </a:lvl8pPr>
            <a:lvl9pPr marL="1412931" indent="0">
              <a:buNone/>
              <a:defRPr sz="61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3298" y="1362135"/>
            <a:ext cx="1494281" cy="20034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88170" y="914133"/>
            <a:ext cx="1501640" cy="448002"/>
          </a:xfrm>
        </p:spPr>
        <p:txBody>
          <a:bodyPr anchor="b"/>
          <a:lstStyle>
            <a:lvl1pPr marL="0" indent="0">
              <a:buNone/>
              <a:defRPr sz="927" b="1"/>
            </a:lvl1pPr>
            <a:lvl2pPr marL="176616" indent="0">
              <a:buNone/>
              <a:defRPr sz="773" b="1"/>
            </a:lvl2pPr>
            <a:lvl3pPr marL="353233" indent="0">
              <a:buNone/>
              <a:defRPr sz="695" b="1"/>
            </a:lvl3pPr>
            <a:lvl4pPr marL="529849" indent="0">
              <a:buNone/>
              <a:defRPr sz="618" b="1"/>
            </a:lvl4pPr>
            <a:lvl5pPr marL="706465" indent="0">
              <a:buNone/>
              <a:defRPr sz="618" b="1"/>
            </a:lvl5pPr>
            <a:lvl6pPr marL="883082" indent="0">
              <a:buNone/>
              <a:defRPr sz="618" b="1"/>
            </a:lvl6pPr>
            <a:lvl7pPr marL="1059698" indent="0">
              <a:buNone/>
              <a:defRPr sz="618" b="1"/>
            </a:lvl7pPr>
            <a:lvl8pPr marL="1236315" indent="0">
              <a:buNone/>
              <a:defRPr sz="618" b="1"/>
            </a:lvl8pPr>
            <a:lvl9pPr marL="1412931" indent="0">
              <a:buNone/>
              <a:defRPr sz="61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88170" y="1362135"/>
            <a:ext cx="1501640" cy="20034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99AFD-803A-491E-9055-81CC15C77D8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9EB4-2700-48A0-B671-5126F99E8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45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99AFD-803A-491E-9055-81CC15C77D8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9EB4-2700-48A0-B671-5126F99E8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23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99AFD-803A-491E-9055-81CC15C77D8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9EB4-2700-48A0-B671-5126F99E8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844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98" y="248602"/>
            <a:ext cx="1139223" cy="870109"/>
          </a:xfrm>
        </p:spPr>
        <p:txBody>
          <a:bodyPr anchor="b"/>
          <a:lstStyle>
            <a:lvl1pPr>
              <a:defRPr sz="123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1640" y="536913"/>
            <a:ext cx="1788170" cy="2650034"/>
          </a:xfrm>
        </p:spPr>
        <p:txBody>
          <a:bodyPr/>
          <a:lstStyle>
            <a:lvl1pPr>
              <a:defRPr sz="1236"/>
            </a:lvl1pPr>
            <a:lvl2pPr>
              <a:defRPr sz="1082"/>
            </a:lvl2pPr>
            <a:lvl3pPr>
              <a:defRPr sz="927"/>
            </a:lvl3pPr>
            <a:lvl4pPr>
              <a:defRPr sz="773"/>
            </a:lvl4pPr>
            <a:lvl5pPr>
              <a:defRPr sz="773"/>
            </a:lvl5pPr>
            <a:lvl6pPr>
              <a:defRPr sz="773"/>
            </a:lvl6pPr>
            <a:lvl7pPr>
              <a:defRPr sz="773"/>
            </a:lvl7pPr>
            <a:lvl8pPr>
              <a:defRPr sz="773"/>
            </a:lvl8pPr>
            <a:lvl9pPr>
              <a:defRPr sz="77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298" y="1118712"/>
            <a:ext cx="1139223" cy="2072551"/>
          </a:xfrm>
        </p:spPr>
        <p:txBody>
          <a:bodyPr/>
          <a:lstStyle>
            <a:lvl1pPr marL="0" indent="0">
              <a:buNone/>
              <a:defRPr sz="618"/>
            </a:lvl1pPr>
            <a:lvl2pPr marL="176616" indent="0">
              <a:buNone/>
              <a:defRPr sz="541"/>
            </a:lvl2pPr>
            <a:lvl3pPr marL="353233" indent="0">
              <a:buNone/>
              <a:defRPr sz="464"/>
            </a:lvl3pPr>
            <a:lvl4pPr marL="529849" indent="0">
              <a:buNone/>
              <a:defRPr sz="386"/>
            </a:lvl4pPr>
            <a:lvl5pPr marL="706465" indent="0">
              <a:buNone/>
              <a:defRPr sz="386"/>
            </a:lvl5pPr>
            <a:lvl6pPr marL="883082" indent="0">
              <a:buNone/>
              <a:defRPr sz="386"/>
            </a:lvl6pPr>
            <a:lvl7pPr marL="1059698" indent="0">
              <a:buNone/>
              <a:defRPr sz="386"/>
            </a:lvl7pPr>
            <a:lvl8pPr marL="1236315" indent="0">
              <a:buNone/>
              <a:defRPr sz="386"/>
            </a:lvl8pPr>
            <a:lvl9pPr marL="1412931" indent="0">
              <a:buNone/>
              <a:defRPr sz="38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99AFD-803A-491E-9055-81CC15C77D8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9EB4-2700-48A0-B671-5126F99E8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18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98" y="248602"/>
            <a:ext cx="1139223" cy="870109"/>
          </a:xfrm>
        </p:spPr>
        <p:txBody>
          <a:bodyPr anchor="b"/>
          <a:lstStyle>
            <a:lvl1pPr>
              <a:defRPr sz="123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01640" y="536913"/>
            <a:ext cx="1788170" cy="2650034"/>
          </a:xfrm>
        </p:spPr>
        <p:txBody>
          <a:bodyPr anchor="t"/>
          <a:lstStyle>
            <a:lvl1pPr marL="0" indent="0">
              <a:buNone/>
              <a:defRPr sz="1236"/>
            </a:lvl1pPr>
            <a:lvl2pPr marL="176616" indent="0">
              <a:buNone/>
              <a:defRPr sz="1082"/>
            </a:lvl2pPr>
            <a:lvl3pPr marL="353233" indent="0">
              <a:buNone/>
              <a:defRPr sz="927"/>
            </a:lvl3pPr>
            <a:lvl4pPr marL="529849" indent="0">
              <a:buNone/>
              <a:defRPr sz="773"/>
            </a:lvl4pPr>
            <a:lvl5pPr marL="706465" indent="0">
              <a:buNone/>
              <a:defRPr sz="773"/>
            </a:lvl5pPr>
            <a:lvl6pPr marL="883082" indent="0">
              <a:buNone/>
              <a:defRPr sz="773"/>
            </a:lvl6pPr>
            <a:lvl7pPr marL="1059698" indent="0">
              <a:buNone/>
              <a:defRPr sz="773"/>
            </a:lvl7pPr>
            <a:lvl8pPr marL="1236315" indent="0">
              <a:buNone/>
              <a:defRPr sz="773"/>
            </a:lvl8pPr>
            <a:lvl9pPr marL="1412931" indent="0">
              <a:buNone/>
              <a:defRPr sz="77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298" y="1118712"/>
            <a:ext cx="1139223" cy="2072551"/>
          </a:xfrm>
        </p:spPr>
        <p:txBody>
          <a:bodyPr/>
          <a:lstStyle>
            <a:lvl1pPr marL="0" indent="0">
              <a:buNone/>
              <a:defRPr sz="618"/>
            </a:lvl1pPr>
            <a:lvl2pPr marL="176616" indent="0">
              <a:buNone/>
              <a:defRPr sz="541"/>
            </a:lvl2pPr>
            <a:lvl3pPr marL="353233" indent="0">
              <a:buNone/>
              <a:defRPr sz="464"/>
            </a:lvl3pPr>
            <a:lvl4pPr marL="529849" indent="0">
              <a:buNone/>
              <a:defRPr sz="386"/>
            </a:lvl4pPr>
            <a:lvl5pPr marL="706465" indent="0">
              <a:buNone/>
              <a:defRPr sz="386"/>
            </a:lvl5pPr>
            <a:lvl6pPr marL="883082" indent="0">
              <a:buNone/>
              <a:defRPr sz="386"/>
            </a:lvl6pPr>
            <a:lvl7pPr marL="1059698" indent="0">
              <a:buNone/>
              <a:defRPr sz="386"/>
            </a:lvl7pPr>
            <a:lvl8pPr marL="1236315" indent="0">
              <a:buNone/>
              <a:defRPr sz="386"/>
            </a:lvl8pPr>
            <a:lvl9pPr marL="1412931" indent="0">
              <a:buNone/>
              <a:defRPr sz="38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99AFD-803A-491E-9055-81CC15C77D8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9EB4-2700-48A0-B671-5126F99E8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159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99AFD-803A-491E-9055-81CC15C77D8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9EB4-2700-48A0-B671-5126F99E8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751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27722" y="198537"/>
            <a:ext cx="761628" cy="31601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2838" y="198537"/>
            <a:ext cx="2240732" cy="31601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99AFD-803A-491E-9055-81CC15C77D8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9EB4-2700-48A0-B671-5126F99E8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9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2838" y="198538"/>
            <a:ext cx="3046512" cy="720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2838" y="992684"/>
            <a:ext cx="3046512" cy="2366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2838" y="3456266"/>
            <a:ext cx="794742" cy="198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6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99AFD-803A-491E-9055-81CC15C77D8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0038" y="3456266"/>
            <a:ext cx="1192113" cy="198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6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94608" y="3456266"/>
            <a:ext cx="794742" cy="198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6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19EB4-2700-48A0-B671-5126F99E8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60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53233" rtl="0" eaLnBrk="1" latinLnBrk="0" hangingPunct="1">
        <a:lnSpc>
          <a:spcPct val="90000"/>
        </a:lnSpc>
        <a:spcBef>
          <a:spcPct val="0"/>
        </a:spcBef>
        <a:buNone/>
        <a:defRPr sz="1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8308" indent="-88308" algn="l" defTabSz="353233" rtl="0" eaLnBrk="1" latinLnBrk="0" hangingPunct="1">
        <a:lnSpc>
          <a:spcPct val="90000"/>
        </a:lnSpc>
        <a:spcBef>
          <a:spcPts val="386"/>
        </a:spcBef>
        <a:buFont typeface="Arial" panose="020B0604020202020204" pitchFamily="34" charset="0"/>
        <a:buChar char="•"/>
        <a:defRPr sz="1082" kern="1200">
          <a:solidFill>
            <a:schemeClr val="tx1"/>
          </a:solidFill>
          <a:latin typeface="+mn-lt"/>
          <a:ea typeface="+mn-ea"/>
          <a:cs typeface="+mn-cs"/>
        </a:defRPr>
      </a:lvl1pPr>
      <a:lvl2pPr marL="264925" indent="-88308" algn="l" defTabSz="353233" rtl="0" eaLnBrk="1" latinLnBrk="0" hangingPunct="1">
        <a:lnSpc>
          <a:spcPct val="90000"/>
        </a:lnSpc>
        <a:spcBef>
          <a:spcPts val="193"/>
        </a:spcBef>
        <a:buFont typeface="Arial" panose="020B0604020202020204" pitchFamily="34" charset="0"/>
        <a:buChar char="•"/>
        <a:defRPr sz="927" kern="1200">
          <a:solidFill>
            <a:schemeClr val="tx1"/>
          </a:solidFill>
          <a:latin typeface="+mn-lt"/>
          <a:ea typeface="+mn-ea"/>
          <a:cs typeface="+mn-cs"/>
        </a:defRPr>
      </a:lvl2pPr>
      <a:lvl3pPr marL="441541" indent="-88308" algn="l" defTabSz="353233" rtl="0" eaLnBrk="1" latinLnBrk="0" hangingPunct="1">
        <a:lnSpc>
          <a:spcPct val="90000"/>
        </a:lnSpc>
        <a:spcBef>
          <a:spcPts val="193"/>
        </a:spcBef>
        <a:buFont typeface="Arial" panose="020B0604020202020204" pitchFamily="34" charset="0"/>
        <a:buChar char="•"/>
        <a:defRPr sz="773" kern="1200">
          <a:solidFill>
            <a:schemeClr val="tx1"/>
          </a:solidFill>
          <a:latin typeface="+mn-lt"/>
          <a:ea typeface="+mn-ea"/>
          <a:cs typeface="+mn-cs"/>
        </a:defRPr>
      </a:lvl3pPr>
      <a:lvl4pPr marL="618157" indent="-88308" algn="l" defTabSz="353233" rtl="0" eaLnBrk="1" latinLnBrk="0" hangingPunct="1">
        <a:lnSpc>
          <a:spcPct val="90000"/>
        </a:lnSpc>
        <a:spcBef>
          <a:spcPts val="193"/>
        </a:spcBef>
        <a:buFont typeface="Arial" panose="020B0604020202020204" pitchFamily="34" charset="0"/>
        <a:buChar char="•"/>
        <a:defRPr sz="695" kern="1200">
          <a:solidFill>
            <a:schemeClr val="tx1"/>
          </a:solidFill>
          <a:latin typeface="+mn-lt"/>
          <a:ea typeface="+mn-ea"/>
          <a:cs typeface="+mn-cs"/>
        </a:defRPr>
      </a:lvl4pPr>
      <a:lvl5pPr marL="794774" indent="-88308" algn="l" defTabSz="353233" rtl="0" eaLnBrk="1" latinLnBrk="0" hangingPunct="1">
        <a:lnSpc>
          <a:spcPct val="90000"/>
        </a:lnSpc>
        <a:spcBef>
          <a:spcPts val="193"/>
        </a:spcBef>
        <a:buFont typeface="Arial" panose="020B0604020202020204" pitchFamily="34" charset="0"/>
        <a:buChar char="•"/>
        <a:defRPr sz="695" kern="1200">
          <a:solidFill>
            <a:schemeClr val="tx1"/>
          </a:solidFill>
          <a:latin typeface="+mn-lt"/>
          <a:ea typeface="+mn-ea"/>
          <a:cs typeface="+mn-cs"/>
        </a:defRPr>
      </a:lvl5pPr>
      <a:lvl6pPr marL="971390" indent="-88308" algn="l" defTabSz="353233" rtl="0" eaLnBrk="1" latinLnBrk="0" hangingPunct="1">
        <a:lnSpc>
          <a:spcPct val="90000"/>
        </a:lnSpc>
        <a:spcBef>
          <a:spcPts val="193"/>
        </a:spcBef>
        <a:buFont typeface="Arial" panose="020B0604020202020204" pitchFamily="34" charset="0"/>
        <a:buChar char="•"/>
        <a:defRPr sz="695" kern="1200">
          <a:solidFill>
            <a:schemeClr val="tx1"/>
          </a:solidFill>
          <a:latin typeface="+mn-lt"/>
          <a:ea typeface="+mn-ea"/>
          <a:cs typeface="+mn-cs"/>
        </a:defRPr>
      </a:lvl6pPr>
      <a:lvl7pPr marL="1148006" indent="-88308" algn="l" defTabSz="353233" rtl="0" eaLnBrk="1" latinLnBrk="0" hangingPunct="1">
        <a:lnSpc>
          <a:spcPct val="90000"/>
        </a:lnSpc>
        <a:spcBef>
          <a:spcPts val="193"/>
        </a:spcBef>
        <a:buFont typeface="Arial" panose="020B0604020202020204" pitchFamily="34" charset="0"/>
        <a:buChar char="•"/>
        <a:defRPr sz="695" kern="1200">
          <a:solidFill>
            <a:schemeClr val="tx1"/>
          </a:solidFill>
          <a:latin typeface="+mn-lt"/>
          <a:ea typeface="+mn-ea"/>
          <a:cs typeface="+mn-cs"/>
        </a:defRPr>
      </a:lvl7pPr>
      <a:lvl8pPr marL="1324623" indent="-88308" algn="l" defTabSz="353233" rtl="0" eaLnBrk="1" latinLnBrk="0" hangingPunct="1">
        <a:lnSpc>
          <a:spcPct val="90000"/>
        </a:lnSpc>
        <a:spcBef>
          <a:spcPts val="193"/>
        </a:spcBef>
        <a:buFont typeface="Arial" panose="020B0604020202020204" pitchFamily="34" charset="0"/>
        <a:buChar char="•"/>
        <a:defRPr sz="695" kern="1200">
          <a:solidFill>
            <a:schemeClr val="tx1"/>
          </a:solidFill>
          <a:latin typeface="+mn-lt"/>
          <a:ea typeface="+mn-ea"/>
          <a:cs typeface="+mn-cs"/>
        </a:defRPr>
      </a:lvl8pPr>
      <a:lvl9pPr marL="1501239" indent="-88308" algn="l" defTabSz="353233" rtl="0" eaLnBrk="1" latinLnBrk="0" hangingPunct="1">
        <a:lnSpc>
          <a:spcPct val="90000"/>
        </a:lnSpc>
        <a:spcBef>
          <a:spcPts val="193"/>
        </a:spcBef>
        <a:buFont typeface="Arial" panose="020B0604020202020204" pitchFamily="34" charset="0"/>
        <a:buChar char="•"/>
        <a:defRPr sz="6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3233" rtl="0" eaLnBrk="1" latinLnBrk="0" hangingPunct="1">
        <a:defRPr sz="695" kern="1200">
          <a:solidFill>
            <a:schemeClr val="tx1"/>
          </a:solidFill>
          <a:latin typeface="+mn-lt"/>
          <a:ea typeface="+mn-ea"/>
          <a:cs typeface="+mn-cs"/>
        </a:defRPr>
      </a:lvl1pPr>
      <a:lvl2pPr marL="176616" algn="l" defTabSz="353233" rtl="0" eaLnBrk="1" latinLnBrk="0" hangingPunct="1">
        <a:defRPr sz="695" kern="1200">
          <a:solidFill>
            <a:schemeClr val="tx1"/>
          </a:solidFill>
          <a:latin typeface="+mn-lt"/>
          <a:ea typeface="+mn-ea"/>
          <a:cs typeface="+mn-cs"/>
        </a:defRPr>
      </a:lvl2pPr>
      <a:lvl3pPr marL="353233" algn="l" defTabSz="353233" rtl="0" eaLnBrk="1" latinLnBrk="0" hangingPunct="1">
        <a:defRPr sz="695" kern="1200">
          <a:solidFill>
            <a:schemeClr val="tx1"/>
          </a:solidFill>
          <a:latin typeface="+mn-lt"/>
          <a:ea typeface="+mn-ea"/>
          <a:cs typeface="+mn-cs"/>
        </a:defRPr>
      </a:lvl3pPr>
      <a:lvl4pPr marL="529849" algn="l" defTabSz="353233" rtl="0" eaLnBrk="1" latinLnBrk="0" hangingPunct="1">
        <a:defRPr sz="695" kern="1200">
          <a:solidFill>
            <a:schemeClr val="tx1"/>
          </a:solidFill>
          <a:latin typeface="+mn-lt"/>
          <a:ea typeface="+mn-ea"/>
          <a:cs typeface="+mn-cs"/>
        </a:defRPr>
      </a:lvl4pPr>
      <a:lvl5pPr marL="706465" algn="l" defTabSz="353233" rtl="0" eaLnBrk="1" latinLnBrk="0" hangingPunct="1">
        <a:defRPr sz="695" kern="1200">
          <a:solidFill>
            <a:schemeClr val="tx1"/>
          </a:solidFill>
          <a:latin typeface="+mn-lt"/>
          <a:ea typeface="+mn-ea"/>
          <a:cs typeface="+mn-cs"/>
        </a:defRPr>
      </a:lvl5pPr>
      <a:lvl6pPr marL="883082" algn="l" defTabSz="353233" rtl="0" eaLnBrk="1" latinLnBrk="0" hangingPunct="1">
        <a:defRPr sz="695" kern="1200">
          <a:solidFill>
            <a:schemeClr val="tx1"/>
          </a:solidFill>
          <a:latin typeface="+mn-lt"/>
          <a:ea typeface="+mn-ea"/>
          <a:cs typeface="+mn-cs"/>
        </a:defRPr>
      </a:lvl6pPr>
      <a:lvl7pPr marL="1059698" algn="l" defTabSz="353233" rtl="0" eaLnBrk="1" latinLnBrk="0" hangingPunct="1">
        <a:defRPr sz="695" kern="1200">
          <a:solidFill>
            <a:schemeClr val="tx1"/>
          </a:solidFill>
          <a:latin typeface="+mn-lt"/>
          <a:ea typeface="+mn-ea"/>
          <a:cs typeface="+mn-cs"/>
        </a:defRPr>
      </a:lvl7pPr>
      <a:lvl8pPr marL="1236315" algn="l" defTabSz="353233" rtl="0" eaLnBrk="1" latinLnBrk="0" hangingPunct="1">
        <a:defRPr sz="695" kern="1200">
          <a:solidFill>
            <a:schemeClr val="tx1"/>
          </a:solidFill>
          <a:latin typeface="+mn-lt"/>
          <a:ea typeface="+mn-ea"/>
          <a:cs typeface="+mn-cs"/>
        </a:defRPr>
      </a:lvl8pPr>
      <a:lvl9pPr marL="1412931" algn="l" defTabSz="353233" rtl="0" eaLnBrk="1" latinLnBrk="0" hangingPunct="1">
        <a:defRPr sz="6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00FED7AD-1C05-FE96-ED1E-E807305CC6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388"/>
            <a:ext cx="3532188" cy="372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509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1507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3</cp:revision>
  <dcterms:created xsi:type="dcterms:W3CDTF">2026-10-14T11:49:34Z</dcterms:created>
  <dcterms:modified xsi:type="dcterms:W3CDTF">2026-10-22T10:19:51Z</dcterms:modified>
</cp:coreProperties>
</file>