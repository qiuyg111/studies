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5626100" cy="22399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2054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03263" y="366587"/>
            <a:ext cx="4219575" cy="779839"/>
          </a:xfrm>
        </p:spPr>
        <p:txBody>
          <a:bodyPr anchor="b"/>
          <a:lstStyle>
            <a:lvl1pPr algn="ctr">
              <a:defRPr sz="19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03263" y="1176499"/>
            <a:ext cx="4219575" cy="540806"/>
          </a:xfrm>
        </p:spPr>
        <p:txBody>
          <a:bodyPr/>
          <a:lstStyle>
            <a:lvl1pPr marL="0" indent="0" algn="ctr">
              <a:buNone/>
              <a:defRPr sz="784"/>
            </a:lvl1pPr>
            <a:lvl2pPr marL="149322" indent="0" algn="ctr">
              <a:buNone/>
              <a:defRPr sz="653"/>
            </a:lvl2pPr>
            <a:lvl3pPr marL="298643" indent="0" algn="ctr">
              <a:buNone/>
              <a:defRPr sz="588"/>
            </a:lvl3pPr>
            <a:lvl4pPr marL="447965" indent="0" algn="ctr">
              <a:buNone/>
              <a:defRPr sz="523"/>
            </a:lvl4pPr>
            <a:lvl5pPr marL="597286" indent="0" algn="ctr">
              <a:buNone/>
              <a:defRPr sz="523"/>
            </a:lvl5pPr>
            <a:lvl6pPr marL="746608" indent="0" algn="ctr">
              <a:buNone/>
              <a:defRPr sz="523"/>
            </a:lvl6pPr>
            <a:lvl7pPr marL="895929" indent="0" algn="ctr">
              <a:buNone/>
              <a:defRPr sz="523"/>
            </a:lvl7pPr>
            <a:lvl8pPr marL="1045251" indent="0" algn="ctr">
              <a:buNone/>
              <a:defRPr sz="523"/>
            </a:lvl8pPr>
            <a:lvl9pPr marL="1194572" indent="0" algn="ctr">
              <a:buNone/>
              <a:defRPr sz="52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2979-5025-4C04-89A4-0C1BBC814649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C7C6-7481-4196-AE98-016253013B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077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2979-5025-4C04-89A4-0C1BBC814649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C7C6-7481-4196-AE98-016253013B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846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3864" y="558436"/>
            <a:ext cx="4852511" cy="931762"/>
          </a:xfrm>
        </p:spPr>
        <p:txBody>
          <a:bodyPr anchor="b"/>
          <a:lstStyle>
            <a:lvl1pPr>
              <a:defRPr sz="19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64" y="1499012"/>
            <a:ext cx="4852511" cy="489992"/>
          </a:xfrm>
        </p:spPr>
        <p:txBody>
          <a:bodyPr/>
          <a:lstStyle>
            <a:lvl1pPr marL="0" indent="0">
              <a:buNone/>
              <a:defRPr sz="784">
                <a:solidFill>
                  <a:schemeClr val="tx1">
                    <a:tint val="82000"/>
                  </a:schemeClr>
                </a:solidFill>
              </a:defRPr>
            </a:lvl1pPr>
            <a:lvl2pPr marL="149322" indent="0">
              <a:buNone/>
              <a:defRPr sz="653">
                <a:solidFill>
                  <a:schemeClr val="tx1">
                    <a:tint val="82000"/>
                  </a:schemeClr>
                </a:solidFill>
              </a:defRPr>
            </a:lvl2pPr>
            <a:lvl3pPr marL="298643" indent="0">
              <a:buNone/>
              <a:defRPr sz="588">
                <a:solidFill>
                  <a:schemeClr val="tx1">
                    <a:tint val="82000"/>
                  </a:schemeClr>
                </a:solidFill>
              </a:defRPr>
            </a:lvl3pPr>
            <a:lvl4pPr marL="447965" indent="0">
              <a:buNone/>
              <a:defRPr sz="523">
                <a:solidFill>
                  <a:schemeClr val="tx1">
                    <a:tint val="82000"/>
                  </a:schemeClr>
                </a:solidFill>
              </a:defRPr>
            </a:lvl4pPr>
            <a:lvl5pPr marL="597286" indent="0">
              <a:buNone/>
              <a:defRPr sz="523">
                <a:solidFill>
                  <a:schemeClr val="tx1">
                    <a:tint val="82000"/>
                  </a:schemeClr>
                </a:solidFill>
              </a:defRPr>
            </a:lvl5pPr>
            <a:lvl6pPr marL="746608" indent="0">
              <a:buNone/>
              <a:defRPr sz="523">
                <a:solidFill>
                  <a:schemeClr val="tx1">
                    <a:tint val="82000"/>
                  </a:schemeClr>
                </a:solidFill>
              </a:defRPr>
            </a:lvl6pPr>
            <a:lvl7pPr marL="895929" indent="0">
              <a:buNone/>
              <a:defRPr sz="523">
                <a:solidFill>
                  <a:schemeClr val="tx1">
                    <a:tint val="82000"/>
                  </a:schemeClr>
                </a:solidFill>
              </a:defRPr>
            </a:lvl7pPr>
            <a:lvl8pPr marL="1045251" indent="0">
              <a:buNone/>
              <a:defRPr sz="523">
                <a:solidFill>
                  <a:schemeClr val="tx1">
                    <a:tint val="82000"/>
                  </a:schemeClr>
                </a:solidFill>
              </a:defRPr>
            </a:lvl8pPr>
            <a:lvl9pPr marL="1194572" indent="0">
              <a:buNone/>
              <a:defRPr sz="5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2979-5025-4C04-89A4-0C1BBC814649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C7C6-7481-4196-AE98-016253013B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717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4" y="596286"/>
            <a:ext cx="2391093" cy="14212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848213" y="596286"/>
            <a:ext cx="2391093" cy="142123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2979-5025-4C04-89A4-0C1BBC814649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C7C6-7481-4196-AE98-016253013B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690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527" y="119257"/>
            <a:ext cx="4852511" cy="4329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7527" y="549102"/>
            <a:ext cx="2380104" cy="269107"/>
          </a:xfrm>
        </p:spPr>
        <p:txBody>
          <a:bodyPr anchor="b"/>
          <a:lstStyle>
            <a:lvl1pPr marL="0" indent="0">
              <a:buNone/>
              <a:defRPr sz="784" b="1"/>
            </a:lvl1pPr>
            <a:lvl2pPr marL="149322" indent="0">
              <a:buNone/>
              <a:defRPr sz="653" b="1"/>
            </a:lvl2pPr>
            <a:lvl3pPr marL="298643" indent="0">
              <a:buNone/>
              <a:defRPr sz="588" b="1"/>
            </a:lvl3pPr>
            <a:lvl4pPr marL="447965" indent="0">
              <a:buNone/>
              <a:defRPr sz="523" b="1"/>
            </a:lvl4pPr>
            <a:lvl5pPr marL="597286" indent="0">
              <a:buNone/>
              <a:defRPr sz="523" b="1"/>
            </a:lvl5pPr>
            <a:lvl6pPr marL="746608" indent="0">
              <a:buNone/>
              <a:defRPr sz="523" b="1"/>
            </a:lvl6pPr>
            <a:lvl7pPr marL="895929" indent="0">
              <a:buNone/>
              <a:defRPr sz="523" b="1"/>
            </a:lvl7pPr>
            <a:lvl8pPr marL="1045251" indent="0">
              <a:buNone/>
              <a:defRPr sz="523" b="1"/>
            </a:lvl8pPr>
            <a:lvl9pPr marL="1194572" indent="0">
              <a:buNone/>
              <a:defRPr sz="52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7527" y="818209"/>
            <a:ext cx="2380104" cy="12034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48213" y="549102"/>
            <a:ext cx="2391825" cy="269107"/>
          </a:xfrm>
        </p:spPr>
        <p:txBody>
          <a:bodyPr anchor="b"/>
          <a:lstStyle>
            <a:lvl1pPr marL="0" indent="0">
              <a:buNone/>
              <a:defRPr sz="784" b="1"/>
            </a:lvl1pPr>
            <a:lvl2pPr marL="149322" indent="0">
              <a:buNone/>
              <a:defRPr sz="653" b="1"/>
            </a:lvl2pPr>
            <a:lvl3pPr marL="298643" indent="0">
              <a:buNone/>
              <a:defRPr sz="588" b="1"/>
            </a:lvl3pPr>
            <a:lvl4pPr marL="447965" indent="0">
              <a:buNone/>
              <a:defRPr sz="523" b="1"/>
            </a:lvl4pPr>
            <a:lvl5pPr marL="597286" indent="0">
              <a:buNone/>
              <a:defRPr sz="523" b="1"/>
            </a:lvl5pPr>
            <a:lvl6pPr marL="746608" indent="0">
              <a:buNone/>
              <a:defRPr sz="523" b="1"/>
            </a:lvl6pPr>
            <a:lvl7pPr marL="895929" indent="0">
              <a:buNone/>
              <a:defRPr sz="523" b="1"/>
            </a:lvl7pPr>
            <a:lvl8pPr marL="1045251" indent="0">
              <a:buNone/>
              <a:defRPr sz="523" b="1"/>
            </a:lvl8pPr>
            <a:lvl9pPr marL="1194572" indent="0">
              <a:buNone/>
              <a:defRPr sz="52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848213" y="818209"/>
            <a:ext cx="2391825" cy="120346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2979-5025-4C04-89A4-0C1BBC814649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C7C6-7481-4196-AE98-016253013B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52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2979-5025-4C04-89A4-0C1BBC814649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C7C6-7481-4196-AE98-016253013B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2769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2979-5025-4C04-89A4-0C1BBC814649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C7C6-7481-4196-AE98-016253013B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8294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527" y="149331"/>
            <a:ext cx="1814564" cy="522658"/>
          </a:xfrm>
        </p:spPr>
        <p:txBody>
          <a:bodyPr anchor="b"/>
          <a:lstStyle>
            <a:lvl1pPr>
              <a:defRPr sz="10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1825" y="322513"/>
            <a:ext cx="2848213" cy="1591826"/>
          </a:xfrm>
        </p:spPr>
        <p:txBody>
          <a:bodyPr/>
          <a:lstStyle>
            <a:lvl1pPr>
              <a:defRPr sz="1045"/>
            </a:lvl1pPr>
            <a:lvl2pPr>
              <a:defRPr sz="914"/>
            </a:lvl2pPr>
            <a:lvl3pPr>
              <a:defRPr sz="784"/>
            </a:lvl3pPr>
            <a:lvl4pPr>
              <a:defRPr sz="653"/>
            </a:lvl4pPr>
            <a:lvl5pPr>
              <a:defRPr sz="653"/>
            </a:lvl5pPr>
            <a:lvl6pPr>
              <a:defRPr sz="653"/>
            </a:lvl6pPr>
            <a:lvl7pPr>
              <a:defRPr sz="653"/>
            </a:lvl7pPr>
            <a:lvl8pPr>
              <a:defRPr sz="653"/>
            </a:lvl8pPr>
            <a:lvl9pPr>
              <a:defRPr sz="653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527" y="671989"/>
            <a:ext cx="1814564" cy="1244943"/>
          </a:xfrm>
        </p:spPr>
        <p:txBody>
          <a:bodyPr/>
          <a:lstStyle>
            <a:lvl1pPr marL="0" indent="0">
              <a:buNone/>
              <a:defRPr sz="523"/>
            </a:lvl1pPr>
            <a:lvl2pPr marL="149322" indent="0">
              <a:buNone/>
              <a:defRPr sz="457"/>
            </a:lvl2pPr>
            <a:lvl3pPr marL="298643" indent="0">
              <a:buNone/>
              <a:defRPr sz="392"/>
            </a:lvl3pPr>
            <a:lvl4pPr marL="447965" indent="0">
              <a:buNone/>
              <a:defRPr sz="327"/>
            </a:lvl4pPr>
            <a:lvl5pPr marL="597286" indent="0">
              <a:buNone/>
              <a:defRPr sz="327"/>
            </a:lvl5pPr>
            <a:lvl6pPr marL="746608" indent="0">
              <a:buNone/>
              <a:defRPr sz="327"/>
            </a:lvl6pPr>
            <a:lvl7pPr marL="895929" indent="0">
              <a:buNone/>
              <a:defRPr sz="327"/>
            </a:lvl7pPr>
            <a:lvl8pPr marL="1045251" indent="0">
              <a:buNone/>
              <a:defRPr sz="327"/>
            </a:lvl8pPr>
            <a:lvl9pPr marL="1194572" indent="0">
              <a:buNone/>
              <a:defRPr sz="32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2979-5025-4C04-89A4-0C1BBC814649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C7C6-7481-4196-AE98-016253013B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391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527" y="149331"/>
            <a:ext cx="1814564" cy="522658"/>
          </a:xfrm>
        </p:spPr>
        <p:txBody>
          <a:bodyPr anchor="b"/>
          <a:lstStyle>
            <a:lvl1pPr>
              <a:defRPr sz="10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91825" y="322513"/>
            <a:ext cx="2848213" cy="1591826"/>
          </a:xfrm>
        </p:spPr>
        <p:txBody>
          <a:bodyPr anchor="t"/>
          <a:lstStyle>
            <a:lvl1pPr marL="0" indent="0">
              <a:buNone/>
              <a:defRPr sz="1045"/>
            </a:lvl1pPr>
            <a:lvl2pPr marL="149322" indent="0">
              <a:buNone/>
              <a:defRPr sz="914"/>
            </a:lvl2pPr>
            <a:lvl3pPr marL="298643" indent="0">
              <a:buNone/>
              <a:defRPr sz="784"/>
            </a:lvl3pPr>
            <a:lvl4pPr marL="447965" indent="0">
              <a:buNone/>
              <a:defRPr sz="653"/>
            </a:lvl4pPr>
            <a:lvl5pPr marL="597286" indent="0">
              <a:buNone/>
              <a:defRPr sz="653"/>
            </a:lvl5pPr>
            <a:lvl6pPr marL="746608" indent="0">
              <a:buNone/>
              <a:defRPr sz="653"/>
            </a:lvl6pPr>
            <a:lvl7pPr marL="895929" indent="0">
              <a:buNone/>
              <a:defRPr sz="653"/>
            </a:lvl7pPr>
            <a:lvl8pPr marL="1045251" indent="0">
              <a:buNone/>
              <a:defRPr sz="653"/>
            </a:lvl8pPr>
            <a:lvl9pPr marL="1194572" indent="0">
              <a:buNone/>
              <a:defRPr sz="653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7527" y="671989"/>
            <a:ext cx="1814564" cy="1244943"/>
          </a:xfrm>
        </p:spPr>
        <p:txBody>
          <a:bodyPr/>
          <a:lstStyle>
            <a:lvl1pPr marL="0" indent="0">
              <a:buNone/>
              <a:defRPr sz="523"/>
            </a:lvl1pPr>
            <a:lvl2pPr marL="149322" indent="0">
              <a:buNone/>
              <a:defRPr sz="457"/>
            </a:lvl2pPr>
            <a:lvl3pPr marL="298643" indent="0">
              <a:buNone/>
              <a:defRPr sz="392"/>
            </a:lvl3pPr>
            <a:lvl4pPr marL="447965" indent="0">
              <a:buNone/>
              <a:defRPr sz="327"/>
            </a:lvl4pPr>
            <a:lvl5pPr marL="597286" indent="0">
              <a:buNone/>
              <a:defRPr sz="327"/>
            </a:lvl5pPr>
            <a:lvl6pPr marL="746608" indent="0">
              <a:buNone/>
              <a:defRPr sz="327"/>
            </a:lvl6pPr>
            <a:lvl7pPr marL="895929" indent="0">
              <a:buNone/>
              <a:defRPr sz="327"/>
            </a:lvl7pPr>
            <a:lvl8pPr marL="1045251" indent="0">
              <a:buNone/>
              <a:defRPr sz="327"/>
            </a:lvl8pPr>
            <a:lvl9pPr marL="1194572" indent="0">
              <a:buNone/>
              <a:defRPr sz="327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2979-5025-4C04-89A4-0C1BBC814649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C7C6-7481-4196-AE98-016253013B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001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2979-5025-4C04-89A4-0C1BBC814649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C7C6-7481-4196-AE98-016253013B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3359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026178" y="119257"/>
            <a:ext cx="1213128" cy="189826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4" y="119257"/>
            <a:ext cx="3569057" cy="189826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2979-5025-4C04-89A4-0C1BBC814649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DC7C6-7481-4196-AE98-016253013B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486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6795" y="119257"/>
            <a:ext cx="4852511" cy="4329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5" y="596286"/>
            <a:ext cx="4852511" cy="14212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6794" y="2076114"/>
            <a:ext cx="1265873" cy="1192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792979-5025-4C04-89A4-0C1BBC814649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63646" y="2076114"/>
            <a:ext cx="1898809" cy="1192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73433" y="2076114"/>
            <a:ext cx="1265873" cy="1192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DC7C6-7481-4196-AE98-016253013B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4750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98643" rtl="0" eaLnBrk="1" latinLnBrk="0" hangingPunct="1">
        <a:lnSpc>
          <a:spcPct val="90000"/>
        </a:lnSpc>
        <a:spcBef>
          <a:spcPct val="0"/>
        </a:spcBef>
        <a:buNone/>
        <a:defRPr sz="14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4661" indent="-74661" algn="l" defTabSz="298643" rtl="0" eaLnBrk="1" latinLnBrk="0" hangingPunct="1">
        <a:lnSpc>
          <a:spcPct val="90000"/>
        </a:lnSpc>
        <a:spcBef>
          <a:spcPts val="327"/>
        </a:spcBef>
        <a:buFont typeface="Arial" panose="020B0604020202020204" pitchFamily="34" charset="0"/>
        <a:buChar char="•"/>
        <a:defRPr sz="914" kern="1200">
          <a:solidFill>
            <a:schemeClr val="tx1"/>
          </a:solidFill>
          <a:latin typeface="+mn-lt"/>
          <a:ea typeface="+mn-ea"/>
          <a:cs typeface="+mn-cs"/>
        </a:defRPr>
      </a:lvl1pPr>
      <a:lvl2pPr marL="223982" indent="-74661" algn="l" defTabSz="298643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2pPr>
      <a:lvl3pPr marL="373304" indent="-74661" algn="l" defTabSz="298643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653" kern="1200">
          <a:solidFill>
            <a:schemeClr val="tx1"/>
          </a:solidFill>
          <a:latin typeface="+mn-lt"/>
          <a:ea typeface="+mn-ea"/>
          <a:cs typeface="+mn-cs"/>
        </a:defRPr>
      </a:lvl3pPr>
      <a:lvl4pPr marL="522625" indent="-74661" algn="l" defTabSz="298643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4pPr>
      <a:lvl5pPr marL="671947" indent="-74661" algn="l" defTabSz="298643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5pPr>
      <a:lvl6pPr marL="821268" indent="-74661" algn="l" defTabSz="298643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6pPr>
      <a:lvl7pPr marL="970590" indent="-74661" algn="l" defTabSz="298643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7pPr>
      <a:lvl8pPr marL="1119911" indent="-74661" algn="l" defTabSz="298643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8pPr>
      <a:lvl9pPr marL="1269233" indent="-74661" algn="l" defTabSz="298643" rtl="0" eaLnBrk="1" latinLnBrk="0" hangingPunct="1">
        <a:lnSpc>
          <a:spcPct val="90000"/>
        </a:lnSpc>
        <a:spcBef>
          <a:spcPts val="163"/>
        </a:spcBef>
        <a:buFont typeface="Arial" panose="020B0604020202020204" pitchFamily="34" charset="0"/>
        <a:buChar char="•"/>
        <a:defRPr sz="5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8643" rtl="0" eaLnBrk="1" latinLnBrk="0" hangingPunct="1">
        <a:defRPr sz="588" kern="1200">
          <a:solidFill>
            <a:schemeClr val="tx1"/>
          </a:solidFill>
          <a:latin typeface="+mn-lt"/>
          <a:ea typeface="+mn-ea"/>
          <a:cs typeface="+mn-cs"/>
        </a:defRPr>
      </a:lvl1pPr>
      <a:lvl2pPr marL="149322" algn="l" defTabSz="298643" rtl="0" eaLnBrk="1" latinLnBrk="0" hangingPunct="1">
        <a:defRPr sz="588" kern="1200">
          <a:solidFill>
            <a:schemeClr val="tx1"/>
          </a:solidFill>
          <a:latin typeface="+mn-lt"/>
          <a:ea typeface="+mn-ea"/>
          <a:cs typeface="+mn-cs"/>
        </a:defRPr>
      </a:lvl2pPr>
      <a:lvl3pPr marL="298643" algn="l" defTabSz="298643" rtl="0" eaLnBrk="1" latinLnBrk="0" hangingPunct="1">
        <a:defRPr sz="588" kern="1200">
          <a:solidFill>
            <a:schemeClr val="tx1"/>
          </a:solidFill>
          <a:latin typeface="+mn-lt"/>
          <a:ea typeface="+mn-ea"/>
          <a:cs typeface="+mn-cs"/>
        </a:defRPr>
      </a:lvl3pPr>
      <a:lvl4pPr marL="447965" algn="l" defTabSz="298643" rtl="0" eaLnBrk="1" latinLnBrk="0" hangingPunct="1">
        <a:defRPr sz="588" kern="1200">
          <a:solidFill>
            <a:schemeClr val="tx1"/>
          </a:solidFill>
          <a:latin typeface="+mn-lt"/>
          <a:ea typeface="+mn-ea"/>
          <a:cs typeface="+mn-cs"/>
        </a:defRPr>
      </a:lvl4pPr>
      <a:lvl5pPr marL="597286" algn="l" defTabSz="298643" rtl="0" eaLnBrk="1" latinLnBrk="0" hangingPunct="1">
        <a:defRPr sz="588" kern="1200">
          <a:solidFill>
            <a:schemeClr val="tx1"/>
          </a:solidFill>
          <a:latin typeface="+mn-lt"/>
          <a:ea typeface="+mn-ea"/>
          <a:cs typeface="+mn-cs"/>
        </a:defRPr>
      </a:lvl5pPr>
      <a:lvl6pPr marL="746608" algn="l" defTabSz="298643" rtl="0" eaLnBrk="1" latinLnBrk="0" hangingPunct="1">
        <a:defRPr sz="588" kern="1200">
          <a:solidFill>
            <a:schemeClr val="tx1"/>
          </a:solidFill>
          <a:latin typeface="+mn-lt"/>
          <a:ea typeface="+mn-ea"/>
          <a:cs typeface="+mn-cs"/>
        </a:defRPr>
      </a:lvl6pPr>
      <a:lvl7pPr marL="895929" algn="l" defTabSz="298643" rtl="0" eaLnBrk="1" latinLnBrk="0" hangingPunct="1">
        <a:defRPr sz="588" kern="1200">
          <a:solidFill>
            <a:schemeClr val="tx1"/>
          </a:solidFill>
          <a:latin typeface="+mn-lt"/>
          <a:ea typeface="+mn-ea"/>
          <a:cs typeface="+mn-cs"/>
        </a:defRPr>
      </a:lvl7pPr>
      <a:lvl8pPr marL="1045251" algn="l" defTabSz="298643" rtl="0" eaLnBrk="1" latinLnBrk="0" hangingPunct="1">
        <a:defRPr sz="588" kern="1200">
          <a:solidFill>
            <a:schemeClr val="tx1"/>
          </a:solidFill>
          <a:latin typeface="+mn-lt"/>
          <a:ea typeface="+mn-ea"/>
          <a:cs typeface="+mn-cs"/>
        </a:defRPr>
      </a:lvl8pPr>
      <a:lvl9pPr marL="1194572" algn="l" defTabSz="298643" rtl="0" eaLnBrk="1" latinLnBrk="0" hangingPunct="1">
        <a:defRPr sz="5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7AE126F-2B88-386F-BD6F-E0A41F64DB32}"/>
              </a:ext>
            </a:extLst>
          </p:cNvPr>
          <p:cNvGrpSpPr/>
          <p:nvPr/>
        </p:nvGrpSpPr>
        <p:grpSpPr>
          <a:xfrm>
            <a:off x="0" y="0"/>
            <a:ext cx="5626187" cy="2238375"/>
            <a:chOff x="-87" y="0"/>
            <a:chExt cx="5626187" cy="2238375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B828199-90B8-F584-F0E5-B17EC6881CF3}"/>
                </a:ext>
              </a:extLst>
            </p:cNvPr>
            <p:cNvSpPr/>
            <p:nvPr/>
          </p:nvSpPr>
          <p:spPr>
            <a:xfrm>
              <a:off x="-87" y="0"/>
              <a:ext cx="5626187" cy="223837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4BDFDFD5-5593-1F55-9BC1-DA536E0C4F31}"/>
                </a:ext>
              </a:extLst>
            </p:cNvPr>
            <p:cNvSpPr txBox="1"/>
            <p:nvPr/>
          </p:nvSpPr>
          <p:spPr>
            <a:xfrm>
              <a:off x="64829" y="103525"/>
              <a:ext cx="5496354" cy="2031325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just"/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Existing docstring. Choose one:</a:t>
              </a:r>
            </a:p>
            <a:p>
              <a:pPr algn="just"/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 `</a:t>
              </a:r>
              <a:r>
                <a:rPr lang="en-US" altLang="zh-CN" sz="12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use_source</a:t>
              </a:r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`: discard the docstring only when the complete docstring-free code is short and clear, and the docstring adds nothing needed to use the function correctly.</a:t>
              </a:r>
            </a:p>
            <a:p>
              <a:pPr algn="just"/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 `</a:t>
              </a:r>
              <a:r>
                <a:rPr lang="en-US" altLang="zh-CN" sz="12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keep_docstring</a:t>
              </a:r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`: copy an accurate, compact, sufficient docstring exactly.</a:t>
              </a:r>
            </a:p>
            <a:p>
              <a:pPr algn="just"/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 `</a:t>
              </a:r>
              <a:r>
                <a:rPr lang="en-US" altLang="zh-CN" sz="12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rewrite_docstring</a:t>
              </a:r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`: remove verbosity, examples, or redundant member inventories. Use strictly fewer characters than the stripped original, without adding new public facts.</a:t>
              </a:r>
            </a:p>
            <a:p>
              <a:pPr algn="just"/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- `</a:t>
              </a:r>
              <a:r>
                <a:rPr lang="en-US" altLang="zh-CN" sz="1200" dirty="0" err="1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expand_docstring</a:t>
              </a:r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`: add essential supported contract missing from an incomplete docstring; it may be longer only to convey those facts. Type-only labels or vague text may be incomplete.</a:t>
              </a:r>
            </a:p>
            <a:p>
              <a:pPr algn="just"/>
              <a:r>
                <a:rPr lang="en-US" altLang="zh-CN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Rewording alone is not expansion. If a rewrite is not shorter, shorten it further or keep the original; choose expansion only when necessary supported information is added.</a:t>
              </a:r>
              <a:endParaRPr lang="zh-CN" altLang="en-US" sz="12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3769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458</TotalTime>
  <Words>151</Words>
  <Application>Microsoft Office PowerPoint</Application>
  <PresentationFormat>自定义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盈钢 邱</dc:creator>
  <cp:lastModifiedBy>盈钢 邱</cp:lastModifiedBy>
  <cp:revision>1</cp:revision>
  <dcterms:created xsi:type="dcterms:W3CDTF">2026-10-21T07:52:29Z</dcterms:created>
  <dcterms:modified xsi:type="dcterms:W3CDTF">2026-10-21T15:31:03Z</dcterms:modified>
</cp:coreProperties>
</file>