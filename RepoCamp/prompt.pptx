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5626100" cy="64579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F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55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421958" y="1056892"/>
            <a:ext cx="4782185" cy="2248323"/>
          </a:xfrm>
        </p:spPr>
        <p:txBody>
          <a:bodyPr anchor="b"/>
          <a:lstStyle>
            <a:lvl1pPr algn="ctr">
              <a:defRPr sz="3692"/>
            </a:lvl1pPr>
          </a:lstStyle>
          <a:p>
            <a:r>
              <a:rPr lang="zh-CN" altLang="en-US"/>
              <a:t>单击此处编辑母版标题样式</a:t>
            </a:r>
            <a:endParaRPr lang="en-US" dirty="0"/>
          </a:p>
        </p:txBody>
      </p:sp>
      <p:sp>
        <p:nvSpPr>
          <p:cNvPr id="3" name="Subtitle 2"/>
          <p:cNvSpPr>
            <a:spLocks noGrp="1"/>
          </p:cNvSpPr>
          <p:nvPr>
            <p:ph type="subTitle" idx="1"/>
          </p:nvPr>
        </p:nvSpPr>
        <p:spPr>
          <a:xfrm>
            <a:off x="703263" y="3391919"/>
            <a:ext cx="4219575" cy="1559176"/>
          </a:xfrm>
        </p:spPr>
        <p:txBody>
          <a:bodyPr/>
          <a:lstStyle>
            <a:lvl1pPr marL="0" indent="0" algn="ctr">
              <a:buNone/>
              <a:defRPr sz="1477"/>
            </a:lvl1pPr>
            <a:lvl2pPr marL="281315" indent="0" algn="ctr">
              <a:buNone/>
              <a:defRPr sz="1231"/>
            </a:lvl2pPr>
            <a:lvl3pPr marL="562630" indent="0" algn="ctr">
              <a:buNone/>
              <a:defRPr sz="1108"/>
            </a:lvl3pPr>
            <a:lvl4pPr marL="843945" indent="0" algn="ctr">
              <a:buNone/>
              <a:defRPr sz="984"/>
            </a:lvl4pPr>
            <a:lvl5pPr marL="1125261" indent="0" algn="ctr">
              <a:buNone/>
              <a:defRPr sz="984"/>
            </a:lvl5pPr>
            <a:lvl6pPr marL="1406576" indent="0" algn="ctr">
              <a:buNone/>
              <a:defRPr sz="984"/>
            </a:lvl6pPr>
            <a:lvl7pPr marL="1687891" indent="0" algn="ctr">
              <a:buNone/>
              <a:defRPr sz="984"/>
            </a:lvl7pPr>
            <a:lvl8pPr marL="1969206" indent="0" algn="ctr">
              <a:buNone/>
              <a:defRPr sz="984"/>
            </a:lvl8pPr>
            <a:lvl9pPr marL="2250521" indent="0" algn="ctr">
              <a:buNone/>
              <a:defRPr sz="984"/>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56422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271763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83865" y="1610005"/>
            <a:ext cx="4852511" cy="2686327"/>
          </a:xfrm>
        </p:spPr>
        <p:txBody>
          <a:bodyPr anchor="b"/>
          <a:lstStyle>
            <a:lvl1pPr>
              <a:defRPr sz="3692"/>
            </a:lvl1pPr>
          </a:lstStyle>
          <a:p>
            <a:r>
              <a:rPr lang="zh-CN" altLang="en-US"/>
              <a:t>单击此处编辑母版标题样式</a:t>
            </a:r>
            <a:endParaRPr lang="en-US" dirty="0"/>
          </a:p>
        </p:txBody>
      </p:sp>
      <p:sp>
        <p:nvSpPr>
          <p:cNvPr id="3" name="Text Placeholder 2"/>
          <p:cNvSpPr>
            <a:spLocks noGrp="1"/>
          </p:cNvSpPr>
          <p:nvPr>
            <p:ph type="body" idx="1"/>
          </p:nvPr>
        </p:nvSpPr>
        <p:spPr>
          <a:xfrm>
            <a:off x="383865" y="4321746"/>
            <a:ext cx="4852511" cy="1412676"/>
          </a:xfrm>
        </p:spPr>
        <p:txBody>
          <a:bodyPr/>
          <a:lstStyle>
            <a:lvl1pPr marL="0" indent="0">
              <a:buNone/>
              <a:defRPr sz="1477">
                <a:solidFill>
                  <a:schemeClr val="tx1">
                    <a:tint val="82000"/>
                  </a:schemeClr>
                </a:solidFill>
              </a:defRPr>
            </a:lvl1pPr>
            <a:lvl2pPr marL="281315" indent="0">
              <a:buNone/>
              <a:defRPr sz="1231">
                <a:solidFill>
                  <a:schemeClr val="tx1">
                    <a:tint val="82000"/>
                  </a:schemeClr>
                </a:solidFill>
              </a:defRPr>
            </a:lvl2pPr>
            <a:lvl3pPr marL="562630" indent="0">
              <a:buNone/>
              <a:defRPr sz="1108">
                <a:solidFill>
                  <a:schemeClr val="tx1">
                    <a:tint val="82000"/>
                  </a:schemeClr>
                </a:solidFill>
              </a:defRPr>
            </a:lvl3pPr>
            <a:lvl4pPr marL="843945" indent="0">
              <a:buNone/>
              <a:defRPr sz="984">
                <a:solidFill>
                  <a:schemeClr val="tx1">
                    <a:tint val="82000"/>
                  </a:schemeClr>
                </a:solidFill>
              </a:defRPr>
            </a:lvl4pPr>
            <a:lvl5pPr marL="1125261" indent="0">
              <a:buNone/>
              <a:defRPr sz="984">
                <a:solidFill>
                  <a:schemeClr val="tx1">
                    <a:tint val="82000"/>
                  </a:schemeClr>
                </a:solidFill>
              </a:defRPr>
            </a:lvl5pPr>
            <a:lvl6pPr marL="1406576" indent="0">
              <a:buNone/>
              <a:defRPr sz="984">
                <a:solidFill>
                  <a:schemeClr val="tx1">
                    <a:tint val="82000"/>
                  </a:schemeClr>
                </a:solidFill>
              </a:defRPr>
            </a:lvl6pPr>
            <a:lvl7pPr marL="1687891" indent="0">
              <a:buNone/>
              <a:defRPr sz="984">
                <a:solidFill>
                  <a:schemeClr val="tx1">
                    <a:tint val="82000"/>
                  </a:schemeClr>
                </a:solidFill>
              </a:defRPr>
            </a:lvl7pPr>
            <a:lvl8pPr marL="1969206" indent="0">
              <a:buNone/>
              <a:defRPr sz="984">
                <a:solidFill>
                  <a:schemeClr val="tx1">
                    <a:tint val="82000"/>
                  </a:schemeClr>
                </a:solidFill>
              </a:defRPr>
            </a:lvl8pPr>
            <a:lvl9pPr marL="2250521" indent="0">
              <a:buNone/>
              <a:defRPr sz="984">
                <a:solidFill>
                  <a:schemeClr val="tx1">
                    <a:tint val="82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2048802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86794" y="1719130"/>
            <a:ext cx="2391093" cy="409751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2848213" y="1719130"/>
            <a:ext cx="2391093" cy="409751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92712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87527" y="343828"/>
            <a:ext cx="4852511" cy="124823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87528" y="1583095"/>
            <a:ext cx="2380104" cy="775850"/>
          </a:xfrm>
        </p:spPr>
        <p:txBody>
          <a:bodyPr anchor="b"/>
          <a:lstStyle>
            <a:lvl1pPr marL="0" indent="0">
              <a:buNone/>
              <a:defRPr sz="1477" b="1"/>
            </a:lvl1pPr>
            <a:lvl2pPr marL="281315" indent="0">
              <a:buNone/>
              <a:defRPr sz="1231" b="1"/>
            </a:lvl2pPr>
            <a:lvl3pPr marL="562630" indent="0">
              <a:buNone/>
              <a:defRPr sz="1108" b="1"/>
            </a:lvl3pPr>
            <a:lvl4pPr marL="843945" indent="0">
              <a:buNone/>
              <a:defRPr sz="984" b="1"/>
            </a:lvl4pPr>
            <a:lvl5pPr marL="1125261" indent="0">
              <a:buNone/>
              <a:defRPr sz="984" b="1"/>
            </a:lvl5pPr>
            <a:lvl6pPr marL="1406576" indent="0">
              <a:buNone/>
              <a:defRPr sz="984" b="1"/>
            </a:lvl6pPr>
            <a:lvl7pPr marL="1687891" indent="0">
              <a:buNone/>
              <a:defRPr sz="984" b="1"/>
            </a:lvl7pPr>
            <a:lvl8pPr marL="1969206" indent="0">
              <a:buNone/>
              <a:defRPr sz="984" b="1"/>
            </a:lvl8pPr>
            <a:lvl9pPr marL="2250521" indent="0">
              <a:buNone/>
              <a:defRPr sz="984" b="1"/>
            </a:lvl9pPr>
          </a:lstStyle>
          <a:p>
            <a:pPr lvl="0"/>
            <a:r>
              <a:rPr lang="zh-CN" altLang="en-US"/>
              <a:t>单击此处编辑母版文本样式</a:t>
            </a:r>
          </a:p>
        </p:txBody>
      </p:sp>
      <p:sp>
        <p:nvSpPr>
          <p:cNvPr id="4" name="Content Placeholder 3"/>
          <p:cNvSpPr>
            <a:spLocks noGrp="1"/>
          </p:cNvSpPr>
          <p:nvPr>
            <p:ph sz="half" idx="2"/>
          </p:nvPr>
        </p:nvSpPr>
        <p:spPr>
          <a:xfrm>
            <a:off x="387528" y="2358945"/>
            <a:ext cx="2380104" cy="346965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2848214" y="1583095"/>
            <a:ext cx="2391825" cy="775850"/>
          </a:xfrm>
        </p:spPr>
        <p:txBody>
          <a:bodyPr anchor="b"/>
          <a:lstStyle>
            <a:lvl1pPr marL="0" indent="0">
              <a:buNone/>
              <a:defRPr sz="1477" b="1"/>
            </a:lvl1pPr>
            <a:lvl2pPr marL="281315" indent="0">
              <a:buNone/>
              <a:defRPr sz="1231" b="1"/>
            </a:lvl2pPr>
            <a:lvl3pPr marL="562630" indent="0">
              <a:buNone/>
              <a:defRPr sz="1108" b="1"/>
            </a:lvl3pPr>
            <a:lvl4pPr marL="843945" indent="0">
              <a:buNone/>
              <a:defRPr sz="984" b="1"/>
            </a:lvl4pPr>
            <a:lvl5pPr marL="1125261" indent="0">
              <a:buNone/>
              <a:defRPr sz="984" b="1"/>
            </a:lvl5pPr>
            <a:lvl6pPr marL="1406576" indent="0">
              <a:buNone/>
              <a:defRPr sz="984" b="1"/>
            </a:lvl6pPr>
            <a:lvl7pPr marL="1687891" indent="0">
              <a:buNone/>
              <a:defRPr sz="984" b="1"/>
            </a:lvl7pPr>
            <a:lvl8pPr marL="1969206" indent="0">
              <a:buNone/>
              <a:defRPr sz="984" b="1"/>
            </a:lvl8pPr>
            <a:lvl9pPr marL="2250521" indent="0">
              <a:buNone/>
              <a:defRPr sz="984" b="1"/>
            </a:lvl9pPr>
          </a:lstStyle>
          <a:p>
            <a:pPr lvl="0"/>
            <a:r>
              <a:rPr lang="zh-CN" altLang="en-US"/>
              <a:t>单击此处编辑母版文本样式</a:t>
            </a:r>
          </a:p>
        </p:txBody>
      </p:sp>
      <p:sp>
        <p:nvSpPr>
          <p:cNvPr id="6" name="Content Placeholder 5"/>
          <p:cNvSpPr>
            <a:spLocks noGrp="1"/>
          </p:cNvSpPr>
          <p:nvPr>
            <p:ph sz="quarter" idx="4"/>
          </p:nvPr>
        </p:nvSpPr>
        <p:spPr>
          <a:xfrm>
            <a:off x="2848214" y="2358945"/>
            <a:ext cx="2391825" cy="346965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3154997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357659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3736030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87527" y="430530"/>
            <a:ext cx="1814564" cy="1506855"/>
          </a:xfrm>
        </p:spPr>
        <p:txBody>
          <a:bodyPr anchor="b"/>
          <a:lstStyle>
            <a:lvl1pPr>
              <a:defRPr sz="1969"/>
            </a:lvl1pPr>
          </a:lstStyle>
          <a:p>
            <a:r>
              <a:rPr lang="zh-CN" altLang="en-US"/>
              <a:t>单击此处编辑母版标题样式</a:t>
            </a:r>
            <a:endParaRPr lang="en-US" dirty="0"/>
          </a:p>
        </p:txBody>
      </p:sp>
      <p:sp>
        <p:nvSpPr>
          <p:cNvPr id="3" name="Content Placeholder 2"/>
          <p:cNvSpPr>
            <a:spLocks noGrp="1"/>
          </p:cNvSpPr>
          <p:nvPr>
            <p:ph idx="1"/>
          </p:nvPr>
        </p:nvSpPr>
        <p:spPr>
          <a:xfrm>
            <a:off x="2391825" y="929827"/>
            <a:ext cx="2848213" cy="4589330"/>
          </a:xfrm>
        </p:spPr>
        <p:txBody>
          <a:bodyPr/>
          <a:lstStyle>
            <a:lvl1pPr>
              <a:defRPr sz="1969"/>
            </a:lvl1pPr>
            <a:lvl2pPr>
              <a:defRPr sz="1723"/>
            </a:lvl2pPr>
            <a:lvl3pPr>
              <a:defRPr sz="1477"/>
            </a:lvl3pPr>
            <a:lvl4pPr>
              <a:defRPr sz="1231"/>
            </a:lvl4pPr>
            <a:lvl5pPr>
              <a:defRPr sz="1231"/>
            </a:lvl5pPr>
            <a:lvl6pPr>
              <a:defRPr sz="1231"/>
            </a:lvl6pPr>
            <a:lvl7pPr>
              <a:defRPr sz="1231"/>
            </a:lvl7pPr>
            <a:lvl8pPr>
              <a:defRPr sz="1231"/>
            </a:lvl8pPr>
            <a:lvl9pPr>
              <a:defRPr sz="1231"/>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87527" y="1937385"/>
            <a:ext cx="1814564" cy="3589245"/>
          </a:xfrm>
        </p:spPr>
        <p:txBody>
          <a:bodyPr/>
          <a:lstStyle>
            <a:lvl1pPr marL="0" indent="0">
              <a:buNone/>
              <a:defRPr sz="984"/>
            </a:lvl1pPr>
            <a:lvl2pPr marL="281315" indent="0">
              <a:buNone/>
              <a:defRPr sz="861"/>
            </a:lvl2pPr>
            <a:lvl3pPr marL="562630" indent="0">
              <a:buNone/>
              <a:defRPr sz="738"/>
            </a:lvl3pPr>
            <a:lvl4pPr marL="843945" indent="0">
              <a:buNone/>
              <a:defRPr sz="615"/>
            </a:lvl4pPr>
            <a:lvl5pPr marL="1125261" indent="0">
              <a:buNone/>
              <a:defRPr sz="615"/>
            </a:lvl5pPr>
            <a:lvl6pPr marL="1406576" indent="0">
              <a:buNone/>
              <a:defRPr sz="615"/>
            </a:lvl6pPr>
            <a:lvl7pPr marL="1687891" indent="0">
              <a:buNone/>
              <a:defRPr sz="615"/>
            </a:lvl7pPr>
            <a:lvl8pPr marL="1969206" indent="0">
              <a:buNone/>
              <a:defRPr sz="615"/>
            </a:lvl8pPr>
            <a:lvl9pPr marL="2250521" indent="0">
              <a:buNone/>
              <a:defRPr sz="61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145019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87527" y="430530"/>
            <a:ext cx="1814564" cy="1506855"/>
          </a:xfrm>
        </p:spPr>
        <p:txBody>
          <a:bodyPr anchor="b"/>
          <a:lstStyle>
            <a:lvl1pPr>
              <a:defRPr sz="196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391825" y="929827"/>
            <a:ext cx="2848213" cy="4589330"/>
          </a:xfrm>
        </p:spPr>
        <p:txBody>
          <a:bodyPr anchor="t"/>
          <a:lstStyle>
            <a:lvl1pPr marL="0" indent="0">
              <a:buNone/>
              <a:defRPr sz="1969"/>
            </a:lvl1pPr>
            <a:lvl2pPr marL="281315" indent="0">
              <a:buNone/>
              <a:defRPr sz="1723"/>
            </a:lvl2pPr>
            <a:lvl3pPr marL="562630" indent="0">
              <a:buNone/>
              <a:defRPr sz="1477"/>
            </a:lvl3pPr>
            <a:lvl4pPr marL="843945" indent="0">
              <a:buNone/>
              <a:defRPr sz="1231"/>
            </a:lvl4pPr>
            <a:lvl5pPr marL="1125261" indent="0">
              <a:buNone/>
              <a:defRPr sz="1231"/>
            </a:lvl5pPr>
            <a:lvl6pPr marL="1406576" indent="0">
              <a:buNone/>
              <a:defRPr sz="1231"/>
            </a:lvl6pPr>
            <a:lvl7pPr marL="1687891" indent="0">
              <a:buNone/>
              <a:defRPr sz="1231"/>
            </a:lvl7pPr>
            <a:lvl8pPr marL="1969206" indent="0">
              <a:buNone/>
              <a:defRPr sz="1231"/>
            </a:lvl8pPr>
            <a:lvl9pPr marL="2250521" indent="0">
              <a:buNone/>
              <a:defRPr sz="1231"/>
            </a:lvl9pPr>
          </a:lstStyle>
          <a:p>
            <a:r>
              <a:rPr lang="zh-CN" altLang="en-US"/>
              <a:t>单击图标添加图片</a:t>
            </a:r>
            <a:endParaRPr lang="en-US" dirty="0"/>
          </a:p>
        </p:txBody>
      </p:sp>
      <p:sp>
        <p:nvSpPr>
          <p:cNvPr id="4" name="Text Placeholder 3"/>
          <p:cNvSpPr>
            <a:spLocks noGrp="1"/>
          </p:cNvSpPr>
          <p:nvPr>
            <p:ph type="body" sz="half" idx="2"/>
          </p:nvPr>
        </p:nvSpPr>
        <p:spPr>
          <a:xfrm>
            <a:off x="387527" y="1937385"/>
            <a:ext cx="1814564" cy="3589245"/>
          </a:xfrm>
        </p:spPr>
        <p:txBody>
          <a:bodyPr/>
          <a:lstStyle>
            <a:lvl1pPr marL="0" indent="0">
              <a:buNone/>
              <a:defRPr sz="984"/>
            </a:lvl1pPr>
            <a:lvl2pPr marL="281315" indent="0">
              <a:buNone/>
              <a:defRPr sz="861"/>
            </a:lvl2pPr>
            <a:lvl3pPr marL="562630" indent="0">
              <a:buNone/>
              <a:defRPr sz="738"/>
            </a:lvl3pPr>
            <a:lvl4pPr marL="843945" indent="0">
              <a:buNone/>
              <a:defRPr sz="615"/>
            </a:lvl4pPr>
            <a:lvl5pPr marL="1125261" indent="0">
              <a:buNone/>
              <a:defRPr sz="615"/>
            </a:lvl5pPr>
            <a:lvl6pPr marL="1406576" indent="0">
              <a:buNone/>
              <a:defRPr sz="615"/>
            </a:lvl6pPr>
            <a:lvl7pPr marL="1687891" indent="0">
              <a:buNone/>
              <a:defRPr sz="615"/>
            </a:lvl7pPr>
            <a:lvl8pPr marL="1969206" indent="0">
              <a:buNone/>
              <a:defRPr sz="615"/>
            </a:lvl8pPr>
            <a:lvl9pPr marL="2250521" indent="0">
              <a:buNone/>
              <a:defRPr sz="61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43045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1843571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26178" y="343826"/>
            <a:ext cx="1213128" cy="547281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86795" y="343826"/>
            <a:ext cx="3569057" cy="547281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82C002B-FB30-4242-8C7E-4FE48CDDFA86}" type="datetimeFigureOut">
              <a:rPr lang="zh-CN" altLang="en-US" smtClean="0"/>
              <a:t>2026/10/21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3837814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6795" y="343828"/>
            <a:ext cx="4852511" cy="124823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386795" y="1719130"/>
            <a:ext cx="4852511" cy="409751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386794" y="5985564"/>
            <a:ext cx="1265873" cy="343826"/>
          </a:xfrm>
          <a:prstGeom prst="rect">
            <a:avLst/>
          </a:prstGeom>
        </p:spPr>
        <p:txBody>
          <a:bodyPr vert="horz" lIns="91440" tIns="45720" rIns="91440" bIns="45720" rtlCol="0" anchor="ctr"/>
          <a:lstStyle>
            <a:lvl1pPr algn="l">
              <a:defRPr sz="738">
                <a:solidFill>
                  <a:schemeClr val="tx1">
                    <a:tint val="82000"/>
                  </a:schemeClr>
                </a:solidFill>
              </a:defRPr>
            </a:lvl1pPr>
          </a:lstStyle>
          <a:p>
            <a:fld id="{E82C002B-FB30-4242-8C7E-4FE48CDDFA86}" type="datetimeFigureOut">
              <a:rPr lang="zh-CN" altLang="en-US" smtClean="0"/>
              <a:t>2026/10/21</a:t>
            </a:fld>
            <a:endParaRPr lang="zh-CN" altLang="en-US"/>
          </a:p>
        </p:txBody>
      </p:sp>
      <p:sp>
        <p:nvSpPr>
          <p:cNvPr id="5" name="Footer Placeholder 4"/>
          <p:cNvSpPr>
            <a:spLocks noGrp="1"/>
          </p:cNvSpPr>
          <p:nvPr>
            <p:ph type="ftr" sz="quarter" idx="3"/>
          </p:nvPr>
        </p:nvSpPr>
        <p:spPr>
          <a:xfrm>
            <a:off x="1863646" y="5985564"/>
            <a:ext cx="1898809" cy="343826"/>
          </a:xfrm>
          <a:prstGeom prst="rect">
            <a:avLst/>
          </a:prstGeom>
        </p:spPr>
        <p:txBody>
          <a:bodyPr vert="horz" lIns="91440" tIns="45720" rIns="91440" bIns="45720" rtlCol="0" anchor="ctr"/>
          <a:lstStyle>
            <a:lvl1pPr algn="ctr">
              <a:defRPr sz="738">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3973433" y="5985564"/>
            <a:ext cx="1265873" cy="343826"/>
          </a:xfrm>
          <a:prstGeom prst="rect">
            <a:avLst/>
          </a:prstGeom>
        </p:spPr>
        <p:txBody>
          <a:bodyPr vert="horz" lIns="91440" tIns="45720" rIns="91440" bIns="45720" rtlCol="0" anchor="ctr"/>
          <a:lstStyle>
            <a:lvl1pPr algn="r">
              <a:defRPr sz="738">
                <a:solidFill>
                  <a:schemeClr val="tx1">
                    <a:tint val="82000"/>
                  </a:schemeClr>
                </a:solidFill>
              </a:defRPr>
            </a:lvl1pPr>
          </a:lstStyle>
          <a:p>
            <a:fld id="{53844E6A-E0F3-4096-8A13-1F8A7475BC44}" type="slidenum">
              <a:rPr lang="zh-CN" altLang="en-US" smtClean="0"/>
              <a:t>‹#›</a:t>
            </a:fld>
            <a:endParaRPr lang="zh-CN" altLang="en-US"/>
          </a:p>
        </p:txBody>
      </p:sp>
    </p:spTree>
    <p:extLst>
      <p:ext uri="{BB962C8B-B14F-4D97-AF65-F5344CB8AC3E}">
        <p14:creationId xmlns:p14="http://schemas.microsoft.com/office/powerpoint/2010/main" val="362148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62630" rtl="0" eaLnBrk="1" latinLnBrk="0" hangingPunct="1">
        <a:lnSpc>
          <a:spcPct val="90000"/>
        </a:lnSpc>
        <a:spcBef>
          <a:spcPct val="0"/>
        </a:spcBef>
        <a:buNone/>
        <a:defRPr sz="2707" kern="1200">
          <a:solidFill>
            <a:schemeClr val="tx1"/>
          </a:solidFill>
          <a:latin typeface="+mj-lt"/>
          <a:ea typeface="+mj-ea"/>
          <a:cs typeface="+mj-cs"/>
        </a:defRPr>
      </a:lvl1pPr>
    </p:titleStyle>
    <p:bodyStyle>
      <a:lvl1pPr marL="140658" indent="-140658" algn="l" defTabSz="562630" rtl="0" eaLnBrk="1" latinLnBrk="0" hangingPunct="1">
        <a:lnSpc>
          <a:spcPct val="90000"/>
        </a:lnSpc>
        <a:spcBef>
          <a:spcPts val="615"/>
        </a:spcBef>
        <a:buFont typeface="Arial" panose="020B0604020202020204" pitchFamily="34" charset="0"/>
        <a:buChar char="•"/>
        <a:defRPr sz="1723" kern="1200">
          <a:solidFill>
            <a:schemeClr val="tx1"/>
          </a:solidFill>
          <a:latin typeface="+mn-lt"/>
          <a:ea typeface="+mn-ea"/>
          <a:cs typeface="+mn-cs"/>
        </a:defRPr>
      </a:lvl1pPr>
      <a:lvl2pPr marL="421973" indent="-140658" algn="l" defTabSz="562630" rtl="0" eaLnBrk="1" latinLnBrk="0" hangingPunct="1">
        <a:lnSpc>
          <a:spcPct val="90000"/>
        </a:lnSpc>
        <a:spcBef>
          <a:spcPts val="308"/>
        </a:spcBef>
        <a:buFont typeface="Arial" panose="020B0604020202020204" pitchFamily="34" charset="0"/>
        <a:buChar char="•"/>
        <a:defRPr sz="1477" kern="1200">
          <a:solidFill>
            <a:schemeClr val="tx1"/>
          </a:solidFill>
          <a:latin typeface="+mn-lt"/>
          <a:ea typeface="+mn-ea"/>
          <a:cs typeface="+mn-cs"/>
        </a:defRPr>
      </a:lvl2pPr>
      <a:lvl3pPr marL="703288" indent="-140658" algn="l" defTabSz="562630" rtl="0" eaLnBrk="1" latinLnBrk="0" hangingPunct="1">
        <a:lnSpc>
          <a:spcPct val="90000"/>
        </a:lnSpc>
        <a:spcBef>
          <a:spcPts val="308"/>
        </a:spcBef>
        <a:buFont typeface="Arial" panose="020B0604020202020204" pitchFamily="34" charset="0"/>
        <a:buChar char="•"/>
        <a:defRPr sz="1231" kern="1200">
          <a:solidFill>
            <a:schemeClr val="tx1"/>
          </a:solidFill>
          <a:latin typeface="+mn-lt"/>
          <a:ea typeface="+mn-ea"/>
          <a:cs typeface="+mn-cs"/>
        </a:defRPr>
      </a:lvl3pPr>
      <a:lvl4pPr marL="984603" indent="-140658" algn="l" defTabSz="562630" rtl="0" eaLnBrk="1" latinLnBrk="0" hangingPunct="1">
        <a:lnSpc>
          <a:spcPct val="90000"/>
        </a:lnSpc>
        <a:spcBef>
          <a:spcPts val="308"/>
        </a:spcBef>
        <a:buFont typeface="Arial" panose="020B0604020202020204" pitchFamily="34" charset="0"/>
        <a:buChar char="•"/>
        <a:defRPr sz="1108" kern="1200">
          <a:solidFill>
            <a:schemeClr val="tx1"/>
          </a:solidFill>
          <a:latin typeface="+mn-lt"/>
          <a:ea typeface="+mn-ea"/>
          <a:cs typeface="+mn-cs"/>
        </a:defRPr>
      </a:lvl4pPr>
      <a:lvl5pPr marL="1265918" indent="-140658" algn="l" defTabSz="562630" rtl="0" eaLnBrk="1" latinLnBrk="0" hangingPunct="1">
        <a:lnSpc>
          <a:spcPct val="90000"/>
        </a:lnSpc>
        <a:spcBef>
          <a:spcPts val="308"/>
        </a:spcBef>
        <a:buFont typeface="Arial" panose="020B0604020202020204" pitchFamily="34" charset="0"/>
        <a:buChar char="•"/>
        <a:defRPr sz="1108" kern="1200">
          <a:solidFill>
            <a:schemeClr val="tx1"/>
          </a:solidFill>
          <a:latin typeface="+mn-lt"/>
          <a:ea typeface="+mn-ea"/>
          <a:cs typeface="+mn-cs"/>
        </a:defRPr>
      </a:lvl5pPr>
      <a:lvl6pPr marL="1547233" indent="-140658" algn="l" defTabSz="562630" rtl="0" eaLnBrk="1" latinLnBrk="0" hangingPunct="1">
        <a:lnSpc>
          <a:spcPct val="90000"/>
        </a:lnSpc>
        <a:spcBef>
          <a:spcPts val="308"/>
        </a:spcBef>
        <a:buFont typeface="Arial" panose="020B0604020202020204" pitchFamily="34" charset="0"/>
        <a:buChar char="•"/>
        <a:defRPr sz="1108" kern="1200">
          <a:solidFill>
            <a:schemeClr val="tx1"/>
          </a:solidFill>
          <a:latin typeface="+mn-lt"/>
          <a:ea typeface="+mn-ea"/>
          <a:cs typeface="+mn-cs"/>
        </a:defRPr>
      </a:lvl6pPr>
      <a:lvl7pPr marL="1828549" indent="-140658" algn="l" defTabSz="562630" rtl="0" eaLnBrk="1" latinLnBrk="0" hangingPunct="1">
        <a:lnSpc>
          <a:spcPct val="90000"/>
        </a:lnSpc>
        <a:spcBef>
          <a:spcPts val="308"/>
        </a:spcBef>
        <a:buFont typeface="Arial" panose="020B0604020202020204" pitchFamily="34" charset="0"/>
        <a:buChar char="•"/>
        <a:defRPr sz="1108" kern="1200">
          <a:solidFill>
            <a:schemeClr val="tx1"/>
          </a:solidFill>
          <a:latin typeface="+mn-lt"/>
          <a:ea typeface="+mn-ea"/>
          <a:cs typeface="+mn-cs"/>
        </a:defRPr>
      </a:lvl7pPr>
      <a:lvl8pPr marL="2109864" indent="-140658" algn="l" defTabSz="562630" rtl="0" eaLnBrk="1" latinLnBrk="0" hangingPunct="1">
        <a:lnSpc>
          <a:spcPct val="90000"/>
        </a:lnSpc>
        <a:spcBef>
          <a:spcPts val="308"/>
        </a:spcBef>
        <a:buFont typeface="Arial" panose="020B0604020202020204" pitchFamily="34" charset="0"/>
        <a:buChar char="•"/>
        <a:defRPr sz="1108" kern="1200">
          <a:solidFill>
            <a:schemeClr val="tx1"/>
          </a:solidFill>
          <a:latin typeface="+mn-lt"/>
          <a:ea typeface="+mn-ea"/>
          <a:cs typeface="+mn-cs"/>
        </a:defRPr>
      </a:lvl8pPr>
      <a:lvl9pPr marL="2391179" indent="-140658" algn="l" defTabSz="562630" rtl="0" eaLnBrk="1" latinLnBrk="0" hangingPunct="1">
        <a:lnSpc>
          <a:spcPct val="90000"/>
        </a:lnSpc>
        <a:spcBef>
          <a:spcPts val="308"/>
        </a:spcBef>
        <a:buFont typeface="Arial" panose="020B0604020202020204" pitchFamily="34" charset="0"/>
        <a:buChar char="•"/>
        <a:defRPr sz="1108" kern="1200">
          <a:solidFill>
            <a:schemeClr val="tx1"/>
          </a:solidFill>
          <a:latin typeface="+mn-lt"/>
          <a:ea typeface="+mn-ea"/>
          <a:cs typeface="+mn-cs"/>
        </a:defRPr>
      </a:lvl9pPr>
    </p:bodyStyle>
    <p:otherStyle>
      <a:defPPr>
        <a:defRPr lang="en-US"/>
      </a:defPPr>
      <a:lvl1pPr marL="0" algn="l" defTabSz="562630" rtl="0" eaLnBrk="1" latinLnBrk="0" hangingPunct="1">
        <a:defRPr sz="1108" kern="1200">
          <a:solidFill>
            <a:schemeClr val="tx1"/>
          </a:solidFill>
          <a:latin typeface="+mn-lt"/>
          <a:ea typeface="+mn-ea"/>
          <a:cs typeface="+mn-cs"/>
        </a:defRPr>
      </a:lvl1pPr>
      <a:lvl2pPr marL="281315" algn="l" defTabSz="562630" rtl="0" eaLnBrk="1" latinLnBrk="0" hangingPunct="1">
        <a:defRPr sz="1108" kern="1200">
          <a:solidFill>
            <a:schemeClr val="tx1"/>
          </a:solidFill>
          <a:latin typeface="+mn-lt"/>
          <a:ea typeface="+mn-ea"/>
          <a:cs typeface="+mn-cs"/>
        </a:defRPr>
      </a:lvl2pPr>
      <a:lvl3pPr marL="562630" algn="l" defTabSz="562630" rtl="0" eaLnBrk="1" latinLnBrk="0" hangingPunct="1">
        <a:defRPr sz="1108" kern="1200">
          <a:solidFill>
            <a:schemeClr val="tx1"/>
          </a:solidFill>
          <a:latin typeface="+mn-lt"/>
          <a:ea typeface="+mn-ea"/>
          <a:cs typeface="+mn-cs"/>
        </a:defRPr>
      </a:lvl3pPr>
      <a:lvl4pPr marL="843945" algn="l" defTabSz="562630" rtl="0" eaLnBrk="1" latinLnBrk="0" hangingPunct="1">
        <a:defRPr sz="1108" kern="1200">
          <a:solidFill>
            <a:schemeClr val="tx1"/>
          </a:solidFill>
          <a:latin typeface="+mn-lt"/>
          <a:ea typeface="+mn-ea"/>
          <a:cs typeface="+mn-cs"/>
        </a:defRPr>
      </a:lvl4pPr>
      <a:lvl5pPr marL="1125261" algn="l" defTabSz="562630" rtl="0" eaLnBrk="1" latinLnBrk="0" hangingPunct="1">
        <a:defRPr sz="1108" kern="1200">
          <a:solidFill>
            <a:schemeClr val="tx1"/>
          </a:solidFill>
          <a:latin typeface="+mn-lt"/>
          <a:ea typeface="+mn-ea"/>
          <a:cs typeface="+mn-cs"/>
        </a:defRPr>
      </a:lvl5pPr>
      <a:lvl6pPr marL="1406576" algn="l" defTabSz="562630" rtl="0" eaLnBrk="1" latinLnBrk="0" hangingPunct="1">
        <a:defRPr sz="1108" kern="1200">
          <a:solidFill>
            <a:schemeClr val="tx1"/>
          </a:solidFill>
          <a:latin typeface="+mn-lt"/>
          <a:ea typeface="+mn-ea"/>
          <a:cs typeface="+mn-cs"/>
        </a:defRPr>
      </a:lvl6pPr>
      <a:lvl7pPr marL="1687891" algn="l" defTabSz="562630" rtl="0" eaLnBrk="1" latinLnBrk="0" hangingPunct="1">
        <a:defRPr sz="1108" kern="1200">
          <a:solidFill>
            <a:schemeClr val="tx1"/>
          </a:solidFill>
          <a:latin typeface="+mn-lt"/>
          <a:ea typeface="+mn-ea"/>
          <a:cs typeface="+mn-cs"/>
        </a:defRPr>
      </a:lvl7pPr>
      <a:lvl8pPr marL="1969206" algn="l" defTabSz="562630" rtl="0" eaLnBrk="1" latinLnBrk="0" hangingPunct="1">
        <a:defRPr sz="1108" kern="1200">
          <a:solidFill>
            <a:schemeClr val="tx1"/>
          </a:solidFill>
          <a:latin typeface="+mn-lt"/>
          <a:ea typeface="+mn-ea"/>
          <a:cs typeface="+mn-cs"/>
        </a:defRPr>
      </a:lvl8pPr>
      <a:lvl9pPr marL="2250521" algn="l" defTabSz="562630" rtl="0" eaLnBrk="1" latinLnBrk="0" hangingPunct="1">
        <a:defRPr sz="11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D57E1CB-340C-51A3-6B8F-3F93846AC001}"/>
              </a:ext>
            </a:extLst>
          </p:cNvPr>
          <p:cNvGrpSpPr/>
          <p:nvPr/>
        </p:nvGrpSpPr>
        <p:grpSpPr>
          <a:xfrm>
            <a:off x="-87" y="0"/>
            <a:ext cx="5626187" cy="6457185"/>
            <a:chOff x="3030796" y="43006"/>
            <a:chExt cx="5626187" cy="6457185"/>
          </a:xfrm>
        </p:grpSpPr>
        <p:sp>
          <p:nvSpPr>
            <p:cNvPr id="6" name="矩形 5">
              <a:extLst>
                <a:ext uri="{FF2B5EF4-FFF2-40B4-BE49-F238E27FC236}">
                  <a16:creationId xmlns:a16="http://schemas.microsoft.com/office/drawing/2014/main" id="{3F01992A-EA0D-8C9D-1F41-2BFB4E534B95}"/>
                </a:ext>
              </a:extLst>
            </p:cNvPr>
            <p:cNvSpPr/>
            <p:nvPr/>
          </p:nvSpPr>
          <p:spPr>
            <a:xfrm>
              <a:off x="3030796" y="43006"/>
              <a:ext cx="5626187" cy="6457185"/>
            </a:xfrm>
            <a:prstGeom prst="rect">
              <a:avLst/>
            </a:prstGeom>
            <a:solidFill>
              <a:srgbClr val="FBEF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6C4D9BD5-8094-3461-525D-286B51275706}"/>
                </a:ext>
              </a:extLst>
            </p:cNvPr>
            <p:cNvSpPr txBox="1"/>
            <p:nvPr/>
          </p:nvSpPr>
          <p:spPr>
            <a:xfrm>
              <a:off x="3095712" y="130828"/>
              <a:ext cx="5496354" cy="6278642"/>
            </a:xfrm>
            <a:prstGeom prst="rect">
              <a:avLst/>
            </a:prstGeom>
            <a:noFill/>
          </p:spPr>
          <p:txBody>
            <a:bodyPr wrap="square" lIns="0" tIns="0" rIns="0" bIns="0">
              <a:spAutoFit/>
            </a:bodyPr>
            <a:lstStyle/>
            <a:p>
              <a:pPr algn="just"/>
              <a:r>
                <a:rPr lang="en-US" altLang="zh-CN" sz="1200" dirty="0">
                  <a:latin typeface="Calibri" panose="020F0502020204030204" pitchFamily="34" charset="0"/>
                  <a:ea typeface="Calibri" panose="020F0502020204030204" pitchFamily="34" charset="0"/>
                  <a:cs typeface="Calibri" panose="020F0502020204030204" pitchFamily="34" charset="0"/>
                </a:rPr>
                <a:t>Generate Python dependency interfaces for developers to use. Keep the resulting interface as short as possible while preserving the information needed for correct use. Follow the supplied rules and never invent behavior. Put the decision and text in exactly one Markdown code block labeled </a:t>
              </a:r>
              <a:r>
                <a:rPr lang="en-US" altLang="zh-CN" sz="1200" dirty="0" err="1">
                  <a:latin typeface="Calibri" panose="020F0502020204030204" pitchFamily="34" charset="0"/>
                  <a:ea typeface="Calibri" panose="020F0502020204030204" pitchFamily="34" charset="0"/>
                  <a:cs typeface="Calibri" panose="020F0502020204030204" pitchFamily="34" charset="0"/>
                </a:rPr>
                <a:t>json</a:t>
              </a:r>
              <a:r>
                <a:rPr lang="en-US" altLang="zh-CN" sz="1200" dirty="0">
                  <a:latin typeface="Calibri" panose="020F0502020204030204" pitchFamily="34" charset="0"/>
                  <a:ea typeface="Calibri" panose="020F0502020204030204" pitchFamily="34" charset="0"/>
                  <a:cs typeface="Calibri" panose="020F0502020204030204" pitchFamily="34" charset="0"/>
                </a:rPr>
                <a:t>.</a:t>
              </a:r>
            </a:p>
            <a:p>
              <a:pPr algn="just"/>
              <a:endParaRPr lang="en-US" altLang="zh-CN" sz="1200" dirty="0">
                <a:latin typeface="Calibri" panose="020F0502020204030204" pitchFamily="34" charset="0"/>
                <a:ea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Explain what the function or method does, its important inputs, and what it returns. Include any changes it makes, errors it may raise, or requirements the user needs to know.</a:t>
              </a:r>
              <a:endParaRPr lang="en-US" altLang="zh-CN" sz="1200" dirty="0">
                <a:latin typeface="Calibri" panose="020F0502020204030204" pitchFamily="34" charset="0"/>
                <a:ea typeface="Calibri" panose="020F0502020204030204" pitchFamily="34" charset="0"/>
                <a:cs typeface="Calibri" panose="020F0502020204030204" pitchFamily="34" charset="0"/>
              </a:endParaRPr>
            </a:p>
            <a:p>
              <a:pPr algn="just"/>
              <a:endParaRPr lang="en-US" altLang="zh-CN" sz="1200" dirty="0">
                <a:latin typeface="Calibri" panose="020F0502020204030204" pitchFamily="34" charset="0"/>
                <a:cs typeface="Calibri" panose="020F0502020204030204" pitchFamily="34" charset="0"/>
              </a:endParaRPr>
            </a:p>
            <a:p>
              <a:pPr algn="just"/>
              <a:r>
                <a:rPr lang="zh-CN" altLang="zh-CN" sz="1200" dirty="0">
                  <a:latin typeface="Calibri" panose="020F0502020204030204" pitchFamily="34" charset="0"/>
                  <a:cs typeface="Calibri" panose="020F0502020204030204" pitchFamily="34" charset="0"/>
                </a:rPr>
                <a:t>{</a:t>
              </a:r>
              <a:r>
                <a:rPr lang="en-US" altLang="zh-CN" sz="1200" dirty="0">
                  <a:latin typeface="Calibri" panose="020F0502020204030204" pitchFamily="34" charset="0"/>
                  <a:ea typeface="Calibri" panose="020F0502020204030204" pitchFamily="34" charset="0"/>
                  <a:cs typeface="Calibri" panose="020F0502020204030204" pitchFamily="34" charset="0"/>
                </a:rPr>
                <a:t>Options</a:t>
              </a:r>
              <a:r>
                <a:rPr lang="zh-CN" altLang="zh-CN" sz="1200" dirty="0">
                  <a:latin typeface="Calibri" panose="020F0502020204030204" pitchFamily="34" charset="0"/>
                  <a:cs typeface="Calibri" panose="020F0502020204030204" pitchFamily="34" charset="0"/>
                </a:rPr>
                <a:t>}</a:t>
              </a:r>
              <a:endParaRPr lang="en-US" altLang="zh-CN" sz="1200" dirty="0">
                <a:latin typeface="Calibri" panose="020F0502020204030204" pitchFamily="34" charset="0"/>
                <a:ea typeface="Calibri" panose="020F0502020204030204" pitchFamily="34" charset="0"/>
                <a:cs typeface="Calibri" panose="020F0502020204030204" pitchFamily="34" charset="0"/>
              </a:endParaRPr>
            </a:p>
            <a:p>
              <a:pPr algn="just"/>
              <a:endParaRPr lang="en-US" altLang="zh-CN" sz="1200" dirty="0">
                <a:latin typeface="Calibri" panose="020F0502020204030204" pitchFamily="34" charset="0"/>
                <a:ea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Keep the text short, but include what is needed to use the item correctly. There is no fixed sentence limit. Leave out usage examples, repetition, and implementation details. Only describe what the supplied information supports. Do not guess missing details. Mention uncertainty only when it matters for correct use.The text field is empty for a source decision; otherwise it contains plain documentation, without a signature, code fences, or surrounding docstring quotes.</a:t>
              </a:r>
              <a:endParaRPr lang="en-US" altLang="zh-CN" sz="1200" dirty="0">
                <a:latin typeface="Calibri" panose="020F0502020204030204" pitchFamily="34" charset="0"/>
                <a:cs typeface="Calibri" panose="020F0502020204030204" pitchFamily="34" charset="0"/>
              </a:endParaRPr>
            </a:p>
            <a:p>
              <a:pPr algn="just"/>
              <a:endParaRPr lang="en-US" altLang="zh-CN" sz="1200" dirty="0">
                <a:latin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Return a JSON object with exactly two fields: "decision" and "text". Wrap it in one Markdown code block, opening with ```json on its own line and closing with ``` on its own line. The code block must contain only this JSON object, with no additional fields or explanations.</a:t>
              </a:r>
              <a:endParaRPr lang="en-US" altLang="zh-CN" sz="1200" dirty="0">
                <a:latin typeface="Calibri" panose="020F0502020204030204" pitchFamily="34" charset="0"/>
                <a:cs typeface="Calibri" panose="020F0502020204030204" pitchFamily="34" charset="0"/>
              </a:endParaRPr>
            </a:p>
            <a:p>
              <a:pPr algn="just"/>
              <a:endParaRPr lang="en-US" altLang="zh-CN" sz="1200" dirty="0">
                <a:latin typeface="Calibri" panose="020F0502020204030204" pitchFamily="34" charset="0"/>
                <a:cs typeface="Calibri" panose="020F0502020204030204" pitchFamily="34" charset="0"/>
              </a:endParaRPr>
            </a:p>
            <a:p>
              <a:pPr algn="just"/>
              <a:r>
                <a:rPr lang="en-US" altLang="zh-CN" sz="1200" dirty="0">
                  <a:latin typeface="Calibri" panose="020F0502020204030204" pitchFamily="34" charset="0"/>
                  <a:cs typeface="Calibri" panose="020F0502020204030204" pitchFamily="34" charset="0"/>
                </a:rPr>
                <a:t>Already processed child dependency interfaces:</a:t>
              </a:r>
            </a:p>
            <a:p>
              <a:pPr algn="just"/>
              <a:r>
                <a:rPr lang="en-US" altLang="zh-CN" sz="1200" dirty="0">
                  <a:latin typeface="Calibri" panose="020F0502020204030204" pitchFamily="34" charset="0"/>
                  <a:cs typeface="Calibri" panose="020F0502020204030204" pitchFamily="34" charset="0"/>
                </a:rPr>
                <a:t>{Dependencies}</a:t>
              </a:r>
            </a:p>
            <a:p>
              <a:pPr algn="just"/>
              <a:endParaRPr lang="en-US" altLang="zh-CN" sz="1200" dirty="0">
                <a:latin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Signature:</a:t>
              </a:r>
              <a:endParaRPr lang="en-US" altLang="zh-CN" sz="1200" dirty="0">
                <a:latin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a:t>
              </a:r>
              <a:r>
                <a:rPr lang="en-US" altLang="zh-CN" sz="1200" dirty="0">
                  <a:latin typeface="Calibri" panose="020F0502020204030204" pitchFamily="34" charset="0"/>
                  <a:cs typeface="Calibri" panose="020F0502020204030204" pitchFamily="34" charset="0"/>
                </a:rPr>
                <a:t>S</a:t>
              </a:r>
              <a:r>
                <a:rPr lang="zh-CN" altLang="en-US" sz="1200" dirty="0">
                  <a:latin typeface="Calibri" panose="020F0502020204030204" pitchFamily="34" charset="0"/>
                  <a:cs typeface="Calibri" panose="020F0502020204030204" pitchFamily="34" charset="0"/>
                </a:rPr>
                <a:t>ignature}</a:t>
              </a:r>
              <a:endParaRPr lang="en-US" altLang="zh-CN" sz="1200" dirty="0">
                <a:latin typeface="Calibri" panose="020F0502020204030204" pitchFamily="34" charset="0"/>
                <a:cs typeface="Calibri" panose="020F0502020204030204" pitchFamily="34" charset="0"/>
              </a:endParaRPr>
            </a:p>
            <a:p>
              <a:pPr algn="just"/>
              <a:endParaRPr lang="en-US" altLang="zh-CN" sz="1200" dirty="0">
                <a:latin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Existing docstring:</a:t>
              </a:r>
              <a:endParaRPr lang="en-US" altLang="zh-CN" sz="1200" dirty="0">
                <a:latin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a:t>
              </a:r>
              <a:r>
                <a:rPr lang="en-US" altLang="zh-CN" sz="1200" dirty="0">
                  <a:latin typeface="Calibri" panose="020F0502020204030204" pitchFamily="34" charset="0"/>
                  <a:cs typeface="Calibri" panose="020F0502020204030204" pitchFamily="34" charset="0"/>
                </a:rPr>
                <a:t>D</a:t>
              </a:r>
              <a:r>
                <a:rPr lang="zh-CN" altLang="en-US" sz="1200" dirty="0">
                  <a:latin typeface="Calibri" panose="020F0502020204030204" pitchFamily="34" charset="0"/>
                  <a:cs typeface="Calibri" panose="020F0502020204030204" pitchFamily="34" charset="0"/>
                </a:rPr>
                <a:t>ocstring}</a:t>
              </a:r>
              <a:endParaRPr lang="en-US" altLang="zh-CN" sz="1200" dirty="0">
                <a:latin typeface="Calibri" panose="020F0502020204030204" pitchFamily="34" charset="0"/>
                <a:cs typeface="Calibri" panose="020F0502020204030204" pitchFamily="34" charset="0"/>
              </a:endParaRPr>
            </a:p>
            <a:p>
              <a:pPr algn="just"/>
              <a:endParaRPr lang="en-US" altLang="zh-CN" sz="1200" dirty="0">
                <a:latin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Comlete source:</a:t>
              </a:r>
              <a:endParaRPr lang="en-US" altLang="zh-CN" sz="1200" dirty="0">
                <a:latin typeface="Calibri" panose="020F0502020204030204" pitchFamily="34" charset="0"/>
                <a:cs typeface="Calibri" panose="020F0502020204030204" pitchFamily="34" charset="0"/>
              </a:endParaRPr>
            </a:p>
            <a:p>
              <a:pPr algn="just"/>
              <a:r>
                <a:rPr lang="zh-CN" altLang="en-US" sz="1200" dirty="0">
                  <a:latin typeface="Calibri" panose="020F0502020204030204" pitchFamily="34" charset="0"/>
                  <a:cs typeface="Calibri" panose="020F0502020204030204" pitchFamily="34" charset="0"/>
                </a:rPr>
                <a:t>{</a:t>
              </a:r>
              <a:r>
                <a:rPr lang="en-US" altLang="zh-CN" sz="1200" dirty="0">
                  <a:latin typeface="Calibri" panose="020F0502020204030204" pitchFamily="34" charset="0"/>
                  <a:cs typeface="Calibri" panose="020F0502020204030204" pitchFamily="34" charset="0"/>
                </a:rPr>
                <a:t>S</a:t>
              </a:r>
              <a:r>
                <a:rPr lang="zh-CN" altLang="en-US" sz="1200" dirty="0">
                  <a:latin typeface="Calibri" panose="020F0502020204030204" pitchFamily="34" charset="0"/>
                  <a:cs typeface="Calibri" panose="020F0502020204030204" pitchFamily="34" charset="0"/>
                </a:rPr>
                <a:t>ource}</a:t>
              </a:r>
            </a:p>
          </p:txBody>
        </p:sp>
      </p:grpSp>
    </p:spTree>
    <p:extLst>
      <p:ext uri="{BB962C8B-B14F-4D97-AF65-F5344CB8AC3E}">
        <p14:creationId xmlns:p14="http://schemas.microsoft.com/office/powerpoint/2010/main" val="319866774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主题​​">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482</TotalTime>
  <Words>907</Words>
  <Application>Microsoft Office PowerPoint</Application>
  <PresentationFormat>自定义</PresentationFormat>
  <Paragraphs>21</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Aptos</vt:lpstr>
      <vt:lpstr>Aptos Display</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盈钢 邱</dc:creator>
  <cp:lastModifiedBy>盈钢 邱</cp:lastModifiedBy>
  <cp:revision>1</cp:revision>
  <dcterms:created xsi:type="dcterms:W3CDTF">2026-10-21T07:28:18Z</dcterms:created>
  <dcterms:modified xsi:type="dcterms:W3CDTF">2026-10-21T15:30:56Z</dcterms:modified>
</cp:coreProperties>
</file>