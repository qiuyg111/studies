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0360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6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704" y="1122363"/>
            <a:ext cx="7680643" cy="2387600"/>
          </a:xfrm>
        </p:spPr>
        <p:txBody>
          <a:bodyPr anchor="b"/>
          <a:lstStyle>
            <a:lvl1pPr algn="ctr">
              <a:defRPr sz="592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9506" y="3602038"/>
            <a:ext cx="6777038" cy="1655762"/>
          </a:xfrm>
        </p:spPr>
        <p:txBody>
          <a:bodyPr/>
          <a:lstStyle>
            <a:lvl1pPr marL="0" indent="0" algn="ctr">
              <a:buNone/>
              <a:defRPr sz="2372"/>
            </a:lvl1pPr>
            <a:lvl2pPr marL="451805" indent="0" algn="ctr">
              <a:buNone/>
              <a:defRPr sz="1976"/>
            </a:lvl2pPr>
            <a:lvl3pPr marL="903610" indent="0" algn="ctr">
              <a:buNone/>
              <a:defRPr sz="1779"/>
            </a:lvl3pPr>
            <a:lvl4pPr marL="1355415" indent="0" algn="ctr">
              <a:buNone/>
              <a:defRPr sz="1581"/>
            </a:lvl4pPr>
            <a:lvl5pPr marL="1807220" indent="0" algn="ctr">
              <a:buNone/>
              <a:defRPr sz="1581"/>
            </a:lvl5pPr>
            <a:lvl6pPr marL="2259025" indent="0" algn="ctr">
              <a:buNone/>
              <a:defRPr sz="1581"/>
            </a:lvl6pPr>
            <a:lvl7pPr marL="2710830" indent="0" algn="ctr">
              <a:buNone/>
              <a:defRPr sz="1581"/>
            </a:lvl7pPr>
            <a:lvl8pPr marL="3162635" indent="0" algn="ctr">
              <a:buNone/>
              <a:defRPr sz="1581"/>
            </a:lvl8pPr>
            <a:lvl9pPr marL="3614440" indent="0" algn="ctr">
              <a:buNone/>
              <a:defRPr sz="158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A6940-9BAB-4687-A6F6-257B00B5E8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F8F2-DA1B-468A-9E58-189D2BE79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59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A6940-9BAB-4687-A6F6-257B00B5E8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F8F2-DA1B-468A-9E58-189D2BE79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912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523" y="1709740"/>
            <a:ext cx="7793593" cy="2852737"/>
          </a:xfrm>
        </p:spPr>
        <p:txBody>
          <a:bodyPr anchor="b"/>
          <a:lstStyle>
            <a:lvl1pPr>
              <a:defRPr sz="592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6523" y="4589465"/>
            <a:ext cx="7793593" cy="1500187"/>
          </a:xfrm>
        </p:spPr>
        <p:txBody>
          <a:bodyPr/>
          <a:lstStyle>
            <a:lvl1pPr marL="0" indent="0">
              <a:buNone/>
              <a:defRPr sz="2372">
                <a:solidFill>
                  <a:schemeClr val="tx1">
                    <a:tint val="82000"/>
                  </a:schemeClr>
                </a:solidFill>
              </a:defRPr>
            </a:lvl1pPr>
            <a:lvl2pPr marL="451805" indent="0">
              <a:buNone/>
              <a:defRPr sz="1976">
                <a:solidFill>
                  <a:schemeClr val="tx1">
                    <a:tint val="82000"/>
                  </a:schemeClr>
                </a:solidFill>
              </a:defRPr>
            </a:lvl2pPr>
            <a:lvl3pPr marL="903610" indent="0">
              <a:buNone/>
              <a:defRPr sz="1779">
                <a:solidFill>
                  <a:schemeClr val="tx1">
                    <a:tint val="82000"/>
                  </a:schemeClr>
                </a:solidFill>
              </a:defRPr>
            </a:lvl3pPr>
            <a:lvl4pPr marL="1355415" indent="0">
              <a:buNone/>
              <a:defRPr sz="1581">
                <a:solidFill>
                  <a:schemeClr val="tx1">
                    <a:tint val="82000"/>
                  </a:schemeClr>
                </a:solidFill>
              </a:defRPr>
            </a:lvl4pPr>
            <a:lvl5pPr marL="1807220" indent="0">
              <a:buNone/>
              <a:defRPr sz="1581">
                <a:solidFill>
                  <a:schemeClr val="tx1">
                    <a:tint val="82000"/>
                  </a:schemeClr>
                </a:solidFill>
              </a:defRPr>
            </a:lvl5pPr>
            <a:lvl6pPr marL="2259025" indent="0">
              <a:buNone/>
              <a:defRPr sz="1581">
                <a:solidFill>
                  <a:schemeClr val="tx1">
                    <a:tint val="82000"/>
                  </a:schemeClr>
                </a:solidFill>
              </a:defRPr>
            </a:lvl6pPr>
            <a:lvl7pPr marL="2710830" indent="0">
              <a:buNone/>
              <a:defRPr sz="1581">
                <a:solidFill>
                  <a:schemeClr val="tx1">
                    <a:tint val="82000"/>
                  </a:schemeClr>
                </a:solidFill>
              </a:defRPr>
            </a:lvl7pPr>
            <a:lvl8pPr marL="3162635" indent="0">
              <a:buNone/>
              <a:defRPr sz="1581">
                <a:solidFill>
                  <a:schemeClr val="tx1">
                    <a:tint val="82000"/>
                  </a:schemeClr>
                </a:solidFill>
              </a:defRPr>
            </a:lvl8pPr>
            <a:lvl9pPr marL="3614440" indent="0">
              <a:buNone/>
              <a:defRPr sz="158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A6940-9BAB-4687-A6F6-257B00B5E8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F8F2-DA1B-468A-9E58-189D2BE79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302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1229" y="1825625"/>
            <a:ext cx="384032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4500" y="1825625"/>
            <a:ext cx="3840321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A6940-9BAB-4687-A6F6-257B00B5E8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F8F2-DA1B-468A-9E58-189D2BE79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05" y="365127"/>
            <a:ext cx="7793593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406" y="1681163"/>
            <a:ext cx="3822672" cy="823912"/>
          </a:xfrm>
        </p:spPr>
        <p:txBody>
          <a:bodyPr anchor="b"/>
          <a:lstStyle>
            <a:lvl1pPr marL="0" indent="0">
              <a:buNone/>
              <a:defRPr sz="2372" b="1"/>
            </a:lvl1pPr>
            <a:lvl2pPr marL="451805" indent="0">
              <a:buNone/>
              <a:defRPr sz="1976" b="1"/>
            </a:lvl2pPr>
            <a:lvl3pPr marL="903610" indent="0">
              <a:buNone/>
              <a:defRPr sz="1779" b="1"/>
            </a:lvl3pPr>
            <a:lvl4pPr marL="1355415" indent="0">
              <a:buNone/>
              <a:defRPr sz="1581" b="1"/>
            </a:lvl4pPr>
            <a:lvl5pPr marL="1807220" indent="0">
              <a:buNone/>
              <a:defRPr sz="1581" b="1"/>
            </a:lvl5pPr>
            <a:lvl6pPr marL="2259025" indent="0">
              <a:buNone/>
              <a:defRPr sz="1581" b="1"/>
            </a:lvl6pPr>
            <a:lvl7pPr marL="2710830" indent="0">
              <a:buNone/>
              <a:defRPr sz="1581" b="1"/>
            </a:lvl7pPr>
            <a:lvl8pPr marL="3162635" indent="0">
              <a:buNone/>
              <a:defRPr sz="1581" b="1"/>
            </a:lvl8pPr>
            <a:lvl9pPr marL="3614440" indent="0">
              <a:buNone/>
              <a:defRPr sz="15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406" y="2505075"/>
            <a:ext cx="382267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4501" y="1681163"/>
            <a:ext cx="3841498" cy="823912"/>
          </a:xfrm>
        </p:spPr>
        <p:txBody>
          <a:bodyPr anchor="b"/>
          <a:lstStyle>
            <a:lvl1pPr marL="0" indent="0">
              <a:buNone/>
              <a:defRPr sz="2372" b="1"/>
            </a:lvl1pPr>
            <a:lvl2pPr marL="451805" indent="0">
              <a:buNone/>
              <a:defRPr sz="1976" b="1"/>
            </a:lvl2pPr>
            <a:lvl3pPr marL="903610" indent="0">
              <a:buNone/>
              <a:defRPr sz="1779" b="1"/>
            </a:lvl3pPr>
            <a:lvl4pPr marL="1355415" indent="0">
              <a:buNone/>
              <a:defRPr sz="1581" b="1"/>
            </a:lvl4pPr>
            <a:lvl5pPr marL="1807220" indent="0">
              <a:buNone/>
              <a:defRPr sz="1581" b="1"/>
            </a:lvl5pPr>
            <a:lvl6pPr marL="2259025" indent="0">
              <a:buNone/>
              <a:defRPr sz="1581" b="1"/>
            </a:lvl6pPr>
            <a:lvl7pPr marL="2710830" indent="0">
              <a:buNone/>
              <a:defRPr sz="1581" b="1"/>
            </a:lvl7pPr>
            <a:lvl8pPr marL="3162635" indent="0">
              <a:buNone/>
              <a:defRPr sz="1581" b="1"/>
            </a:lvl8pPr>
            <a:lvl9pPr marL="3614440" indent="0">
              <a:buNone/>
              <a:defRPr sz="15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4501" y="2505075"/>
            <a:ext cx="384149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A6940-9BAB-4687-A6F6-257B00B5E8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F8F2-DA1B-468A-9E58-189D2BE79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839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A6940-9BAB-4687-A6F6-257B00B5E8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F8F2-DA1B-468A-9E58-189D2BE79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95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A6940-9BAB-4687-A6F6-257B00B5E8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F8F2-DA1B-468A-9E58-189D2BE79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58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06" y="457200"/>
            <a:ext cx="2914361" cy="1600200"/>
          </a:xfrm>
        </p:spPr>
        <p:txBody>
          <a:bodyPr anchor="b"/>
          <a:lstStyle>
            <a:lvl1pPr>
              <a:defRPr sz="316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1498" y="987427"/>
            <a:ext cx="4574500" cy="4873625"/>
          </a:xfrm>
        </p:spPr>
        <p:txBody>
          <a:bodyPr/>
          <a:lstStyle>
            <a:lvl1pPr>
              <a:defRPr sz="3162"/>
            </a:lvl1pPr>
            <a:lvl2pPr>
              <a:defRPr sz="2767"/>
            </a:lvl2pPr>
            <a:lvl3pPr>
              <a:defRPr sz="2372"/>
            </a:lvl3pPr>
            <a:lvl4pPr>
              <a:defRPr sz="1976"/>
            </a:lvl4pPr>
            <a:lvl5pPr>
              <a:defRPr sz="1976"/>
            </a:lvl5pPr>
            <a:lvl6pPr>
              <a:defRPr sz="1976"/>
            </a:lvl6pPr>
            <a:lvl7pPr>
              <a:defRPr sz="1976"/>
            </a:lvl7pPr>
            <a:lvl8pPr>
              <a:defRPr sz="1976"/>
            </a:lvl8pPr>
            <a:lvl9pPr>
              <a:defRPr sz="197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2406" y="2057400"/>
            <a:ext cx="2914361" cy="3811588"/>
          </a:xfrm>
        </p:spPr>
        <p:txBody>
          <a:bodyPr/>
          <a:lstStyle>
            <a:lvl1pPr marL="0" indent="0">
              <a:buNone/>
              <a:defRPr sz="1581"/>
            </a:lvl1pPr>
            <a:lvl2pPr marL="451805" indent="0">
              <a:buNone/>
              <a:defRPr sz="1383"/>
            </a:lvl2pPr>
            <a:lvl3pPr marL="903610" indent="0">
              <a:buNone/>
              <a:defRPr sz="1186"/>
            </a:lvl3pPr>
            <a:lvl4pPr marL="1355415" indent="0">
              <a:buNone/>
              <a:defRPr sz="988"/>
            </a:lvl4pPr>
            <a:lvl5pPr marL="1807220" indent="0">
              <a:buNone/>
              <a:defRPr sz="988"/>
            </a:lvl5pPr>
            <a:lvl6pPr marL="2259025" indent="0">
              <a:buNone/>
              <a:defRPr sz="988"/>
            </a:lvl6pPr>
            <a:lvl7pPr marL="2710830" indent="0">
              <a:buNone/>
              <a:defRPr sz="988"/>
            </a:lvl7pPr>
            <a:lvl8pPr marL="3162635" indent="0">
              <a:buNone/>
              <a:defRPr sz="988"/>
            </a:lvl8pPr>
            <a:lvl9pPr marL="3614440" indent="0">
              <a:buNone/>
              <a:defRPr sz="9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A6940-9BAB-4687-A6F6-257B00B5E8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F8F2-DA1B-468A-9E58-189D2BE79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23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406" y="457200"/>
            <a:ext cx="2914361" cy="1600200"/>
          </a:xfrm>
        </p:spPr>
        <p:txBody>
          <a:bodyPr anchor="b"/>
          <a:lstStyle>
            <a:lvl1pPr>
              <a:defRPr sz="316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41498" y="987427"/>
            <a:ext cx="4574500" cy="4873625"/>
          </a:xfrm>
        </p:spPr>
        <p:txBody>
          <a:bodyPr anchor="t"/>
          <a:lstStyle>
            <a:lvl1pPr marL="0" indent="0">
              <a:buNone/>
              <a:defRPr sz="3162"/>
            </a:lvl1pPr>
            <a:lvl2pPr marL="451805" indent="0">
              <a:buNone/>
              <a:defRPr sz="2767"/>
            </a:lvl2pPr>
            <a:lvl3pPr marL="903610" indent="0">
              <a:buNone/>
              <a:defRPr sz="2372"/>
            </a:lvl3pPr>
            <a:lvl4pPr marL="1355415" indent="0">
              <a:buNone/>
              <a:defRPr sz="1976"/>
            </a:lvl4pPr>
            <a:lvl5pPr marL="1807220" indent="0">
              <a:buNone/>
              <a:defRPr sz="1976"/>
            </a:lvl5pPr>
            <a:lvl6pPr marL="2259025" indent="0">
              <a:buNone/>
              <a:defRPr sz="1976"/>
            </a:lvl6pPr>
            <a:lvl7pPr marL="2710830" indent="0">
              <a:buNone/>
              <a:defRPr sz="1976"/>
            </a:lvl7pPr>
            <a:lvl8pPr marL="3162635" indent="0">
              <a:buNone/>
              <a:defRPr sz="1976"/>
            </a:lvl8pPr>
            <a:lvl9pPr marL="3614440" indent="0">
              <a:buNone/>
              <a:defRPr sz="197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2406" y="2057400"/>
            <a:ext cx="2914361" cy="3811588"/>
          </a:xfrm>
        </p:spPr>
        <p:txBody>
          <a:bodyPr/>
          <a:lstStyle>
            <a:lvl1pPr marL="0" indent="0">
              <a:buNone/>
              <a:defRPr sz="1581"/>
            </a:lvl1pPr>
            <a:lvl2pPr marL="451805" indent="0">
              <a:buNone/>
              <a:defRPr sz="1383"/>
            </a:lvl2pPr>
            <a:lvl3pPr marL="903610" indent="0">
              <a:buNone/>
              <a:defRPr sz="1186"/>
            </a:lvl3pPr>
            <a:lvl4pPr marL="1355415" indent="0">
              <a:buNone/>
              <a:defRPr sz="988"/>
            </a:lvl4pPr>
            <a:lvl5pPr marL="1807220" indent="0">
              <a:buNone/>
              <a:defRPr sz="988"/>
            </a:lvl5pPr>
            <a:lvl6pPr marL="2259025" indent="0">
              <a:buNone/>
              <a:defRPr sz="988"/>
            </a:lvl6pPr>
            <a:lvl7pPr marL="2710830" indent="0">
              <a:buNone/>
              <a:defRPr sz="988"/>
            </a:lvl7pPr>
            <a:lvl8pPr marL="3162635" indent="0">
              <a:buNone/>
              <a:defRPr sz="988"/>
            </a:lvl8pPr>
            <a:lvl9pPr marL="3614440" indent="0">
              <a:buNone/>
              <a:defRPr sz="98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A6940-9BAB-4687-A6F6-257B00B5E8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F8F2-DA1B-468A-9E58-189D2BE79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32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A6940-9BAB-4687-A6F6-257B00B5E8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F8F2-DA1B-468A-9E58-189D2BE79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809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66424" y="365125"/>
            <a:ext cx="1948398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1229" y="365125"/>
            <a:ext cx="5732244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A6940-9BAB-4687-A6F6-257B00B5E8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F8F2-DA1B-468A-9E58-189D2BE79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558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1229" y="365127"/>
            <a:ext cx="77935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229" y="1825625"/>
            <a:ext cx="7793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1229" y="6356352"/>
            <a:ext cx="20331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A6940-9BAB-4687-A6F6-257B00B5E81B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3192" y="6356352"/>
            <a:ext cx="3049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81710" y="6356352"/>
            <a:ext cx="20331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11F8F2-DA1B-468A-9E58-189D2BE79C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46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03610" rtl="0" eaLnBrk="1" latinLnBrk="0" hangingPunct="1">
        <a:lnSpc>
          <a:spcPct val="90000"/>
        </a:lnSpc>
        <a:spcBef>
          <a:spcPct val="0"/>
        </a:spcBef>
        <a:buNone/>
        <a:defRPr sz="43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5903" indent="-225903" algn="l" defTabSz="903610" rtl="0" eaLnBrk="1" latinLnBrk="0" hangingPunct="1">
        <a:lnSpc>
          <a:spcPct val="90000"/>
        </a:lnSpc>
        <a:spcBef>
          <a:spcPts val="988"/>
        </a:spcBef>
        <a:buFont typeface="Arial" panose="020B0604020202020204" pitchFamily="34" charset="0"/>
        <a:buChar char="•"/>
        <a:defRPr sz="2767" kern="1200">
          <a:solidFill>
            <a:schemeClr val="tx1"/>
          </a:solidFill>
          <a:latin typeface="+mn-lt"/>
          <a:ea typeface="+mn-ea"/>
          <a:cs typeface="+mn-cs"/>
        </a:defRPr>
      </a:lvl1pPr>
      <a:lvl2pPr marL="677708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2372" kern="1200">
          <a:solidFill>
            <a:schemeClr val="tx1"/>
          </a:solidFill>
          <a:latin typeface="+mn-lt"/>
          <a:ea typeface="+mn-ea"/>
          <a:cs typeface="+mn-cs"/>
        </a:defRPr>
      </a:lvl2pPr>
      <a:lvl3pPr marL="1129513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976" kern="1200">
          <a:solidFill>
            <a:schemeClr val="tx1"/>
          </a:solidFill>
          <a:latin typeface="+mn-lt"/>
          <a:ea typeface="+mn-ea"/>
          <a:cs typeface="+mn-cs"/>
        </a:defRPr>
      </a:lvl3pPr>
      <a:lvl4pPr marL="1581318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4pPr>
      <a:lvl5pPr marL="2033123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5pPr>
      <a:lvl6pPr marL="2484928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6pPr>
      <a:lvl7pPr marL="2936733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7pPr>
      <a:lvl8pPr marL="3388538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8pPr>
      <a:lvl9pPr marL="3840343" indent="-225903" algn="l" defTabSz="903610" rtl="0" eaLnBrk="1" latinLnBrk="0" hangingPunct="1">
        <a:lnSpc>
          <a:spcPct val="90000"/>
        </a:lnSpc>
        <a:spcBef>
          <a:spcPts val="494"/>
        </a:spcBef>
        <a:buFont typeface="Arial" panose="020B0604020202020204" pitchFamily="34" charset="0"/>
        <a:buChar char="•"/>
        <a:defRPr sz="17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1pPr>
      <a:lvl2pPr marL="451805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2pPr>
      <a:lvl3pPr marL="903610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3pPr>
      <a:lvl4pPr marL="1355415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4pPr>
      <a:lvl5pPr marL="1807220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5pPr>
      <a:lvl6pPr marL="2259025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6pPr>
      <a:lvl7pPr marL="2710830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7pPr>
      <a:lvl8pPr marL="3162635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8pPr>
      <a:lvl9pPr marL="3614440" algn="l" defTabSz="903610" rtl="0" eaLnBrk="1" latinLnBrk="0" hangingPunct="1">
        <a:defRPr sz="17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110E77E9-6641-CEFD-0594-BD25571C8E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" y="0"/>
            <a:ext cx="9034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27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</cp:revision>
  <dcterms:created xsi:type="dcterms:W3CDTF">2026-10-14T11:36:06Z</dcterms:created>
  <dcterms:modified xsi:type="dcterms:W3CDTF">2026-10-14T11:36:47Z</dcterms:modified>
</cp:coreProperties>
</file>