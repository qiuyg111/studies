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3C04B-00B1-5773-E5FD-5BABA865B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241108-46BB-39F8-20C6-920049EEA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30FB7-DE9D-B9CB-205A-13480A60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B3608-EB8D-C8EF-539B-B7CEB76D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B745E-BFF7-21A3-E42E-822C4DDD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5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18C10-A61F-CB53-6666-8A822C1A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ACDAD-0CCA-3F21-D237-9C5EC6F51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02533-86A1-449F-7203-7A26A74F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E376D-B1D7-0DAC-AC0D-859172F9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EC76F-DC1A-F395-15BE-901F7FAE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80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B83DE-0E5D-4745-4BCB-0A45ED80A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1F1A74-8138-1C68-F1C5-C0E0B2622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5AD99-F695-9D98-1213-4D6114BA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BA7A0C-854B-C21D-F2DF-0D245976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D0AF4-1740-11DD-EDDF-93CE3BF1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25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0E4BB-113F-047E-242A-0D69A2F9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41E5B-E986-2058-FC63-0C51B56A1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776E91-5743-BC37-C84F-166860AFA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3021B-4CA4-4380-5364-F85E48B1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383BE3-B3A6-2292-F45E-CEFA4197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30115E-AB3F-6DC5-216B-2C73D80E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01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256CC-7AB7-995D-0B70-4FE9B2F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00565-BE91-2B3F-85FF-57560C44B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305030-83DE-2255-87A3-83DBE43A6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1442C8-6BB1-98EB-EB2F-156347F52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903002-4221-FE48-BCD3-0FEA2C729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546A2C-B89C-6379-DCB8-92D74556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79BDCD-2225-6585-1C72-69A7903A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2ABD1A-492A-A686-9C69-9B23A6ED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53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E9953-B058-21AC-674D-408BD2AE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26B198-8F63-337D-FCA8-65F5E4952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6F0191-0D6F-E6B1-6614-37F484AA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D6EA1-56E5-C527-057D-1FBF95AA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67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7F6F10-099E-D150-CD6A-F966BE33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4366E9-CE88-B238-E6C5-44D0F3F55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27014-62CC-A4A1-19F3-60046A7A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3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A19B4-44E4-0B58-7E15-BC762BE9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83B4F-8887-A58D-39B2-053E148BE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7A4985-92B8-5F6F-69AC-9E6106B5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9CC3BC-3F54-2103-ACC8-D028B6E6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6E4D1-9B13-2BDF-E12B-4D1D69E2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653406-18D6-0FB9-A6DB-5144C072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43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C8837-FAA6-098F-CDD3-070F5A42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1B59F8-8423-7DF4-8CBF-1E2A8ED1A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00938C-9B90-77B3-C07D-F6859002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E33047-FCA5-68FE-E1CE-D4195382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296CF-524F-E888-126E-4E88930E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A8401-EC6A-2080-11B8-E17D6621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09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F7BBB-6206-9736-1165-0D8AA7B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2AD91F-0282-8ACD-3B4A-B4E22F3F1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EA3A16-0B86-A2AD-8F8B-AAA71BE3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39227E-0209-E6C1-F0D8-02861555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A951F2-C97E-9614-4F7E-36FC3EEF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86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3AB435-5441-1CA0-4996-4897A337C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10A08A-77BB-C744-3081-8718FEB7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64249-0F7D-4BA9-6986-E702785E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E5152-AD52-B24B-E7CC-9DF2A9DD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E4CB4-BDDE-9068-6AE4-ECA3FE3C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42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0BA36-093B-6AF9-2042-2AFBBEF3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6AEFCB-5ABC-49E8-A167-6E483D8D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1570F-352D-4C4A-44C2-F6A0F47EB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74764-1E09-4FB6-838E-4FD649C8751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ACE69-E33E-E731-560C-7C813B9E2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34D886-A598-4E2A-5E62-75C44F98B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1DA93-8440-4FDD-A4E9-EFA707CE3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9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197B7CA-1508-6BFD-2588-B99C51FD2B67}"/>
              </a:ext>
            </a:extLst>
          </p:cNvPr>
          <p:cNvGrpSpPr/>
          <p:nvPr/>
        </p:nvGrpSpPr>
        <p:grpSpPr>
          <a:xfrm>
            <a:off x="2588342" y="0"/>
            <a:ext cx="5995220" cy="9941184"/>
            <a:chOff x="2588342" y="0"/>
            <a:chExt cx="5995220" cy="99411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578DC82-A3A4-618A-4843-A08BA45792CF}"/>
                </a:ext>
              </a:extLst>
            </p:cNvPr>
            <p:cNvSpPr/>
            <p:nvPr/>
          </p:nvSpPr>
          <p:spPr>
            <a:xfrm>
              <a:off x="2705098" y="1047136"/>
              <a:ext cx="5740811" cy="724511"/>
            </a:xfrm>
            <a:prstGeom prst="rect">
              <a:avLst/>
            </a:prstGeom>
            <a:solidFill>
              <a:srgbClr val="FFC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38188DC-98DB-B969-2638-4F2E1E1399E8}"/>
                </a:ext>
              </a:extLst>
            </p:cNvPr>
            <p:cNvSpPr/>
            <p:nvPr/>
          </p:nvSpPr>
          <p:spPr>
            <a:xfrm>
              <a:off x="2705097" y="4704848"/>
              <a:ext cx="5740810" cy="94870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F82864D-6EFD-F73C-20CA-05177D5E8769}"/>
                </a:ext>
              </a:extLst>
            </p:cNvPr>
            <p:cNvSpPr/>
            <p:nvPr/>
          </p:nvSpPr>
          <p:spPr>
            <a:xfrm>
              <a:off x="2681133" y="2733370"/>
              <a:ext cx="5740811" cy="764209"/>
            </a:xfrm>
            <a:prstGeom prst="rect">
              <a:avLst/>
            </a:prstGeom>
            <a:solidFill>
              <a:srgbClr val="FFC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26CF414-FCA9-411D-2234-662E56025C3A}"/>
                </a:ext>
              </a:extLst>
            </p:cNvPr>
            <p:cNvSpPr/>
            <p:nvPr/>
          </p:nvSpPr>
          <p:spPr>
            <a:xfrm>
              <a:off x="2705096" y="6872756"/>
              <a:ext cx="5740811" cy="776743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BB7894C-E846-B7E0-E5B8-3D740B36B743}"/>
                </a:ext>
              </a:extLst>
            </p:cNvPr>
            <p:cNvSpPr txBox="1"/>
            <p:nvPr/>
          </p:nvSpPr>
          <p:spPr>
            <a:xfrm>
              <a:off x="2588342" y="1"/>
              <a:ext cx="5995220" cy="99411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</a:t>
              </a:r>
              <a:r>
                <a:rPr lang="en-US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Similar</a:t>
              </a:r>
              <a:r>
                <a:rPr lang="en-US" altLang="zh-CN" sz="1600" i="1" dirty="0">
                  <a:solidFill>
                    <a:srgbClr val="8C8C8C"/>
                  </a:solidFill>
                  <a:latin typeface="JetBrains Mono"/>
                </a:rPr>
                <a:t> code</a:t>
              </a:r>
              <a:endParaRPr lang="en-US" altLang="zh-CN" sz="1600" dirty="0">
                <a:solidFill>
                  <a:srgbClr val="0033B3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get_icloud_folder_location():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</a:t>
              </a:r>
              <a:r>
                <a:rPr lang="en-US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</a:t>
              </a: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...</a:t>
              </a:r>
              <a:b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icloud_home = os.path.expanduser(yosemite_icloud_path)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os.path.isdir(icloud_home):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error(constants.ERROR_UNABLE_TO_FIND_STORAGE.format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en-US" altLang="zh-CN" sz="1600" dirty="0">
                  <a:solidFill>
                    <a:srgbClr val="080808"/>
                  </a:solidFill>
                  <a:latin typeface="JetBrains Mono"/>
                </a:rPr>
                <a:t>           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(provider=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“iCloud Drive”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str(icloud_home)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get_google_drive_folder_location():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...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googledrive_home: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error(constants.ERROR_UNABLE_TO_FIND_STORAGE.format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      (provider=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“Google Drive install”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googledrive_home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</a:t>
              </a:r>
              <a:r>
                <a:rPr lang="en-US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 Generate with no context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get_dropbox_folder_location():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...</a:t>
              </a:r>
              <a:b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dropbox_path = data.get(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'path'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dropbox_path: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print(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"Could not find Dropbox path in info.json"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return None</a:t>
              </a:r>
              <a:b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    return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dropbox_path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pPr>
                <a:buNone/>
              </a:pPr>
              <a:endParaRPr lang="en-US" altLang="zh-CN" sz="1600" dirty="0">
                <a:solidFill>
                  <a:srgbClr val="080808"/>
                </a:solidFill>
                <a:latin typeface="JetBrains Mono"/>
              </a:endParaRPr>
            </a:p>
            <a:p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</a:t>
              </a:r>
              <a:r>
                <a:rPr lang="en-US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 Generate with the context in yellow box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get_dropbox_folder_location():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...</a:t>
              </a:r>
              <a:b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dropbox_info_path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or not</a:t>
              </a:r>
              <a:r>
                <a:rPr lang="en-US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os.path.exists(dropbox_info_path):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error(constants.ERROR_UNABLE_TO_FIND_STORAGE.format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r>
                <a:rPr lang="en-US" altLang="zh-CN" sz="1600" dirty="0">
                  <a:solidFill>
                    <a:srgbClr val="080808"/>
                  </a:solidFill>
                  <a:latin typeface="JetBrains Mono"/>
                </a:rPr>
                <a:t>           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(provider=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"Dropbox"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...</a:t>
              </a:r>
              <a:b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try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dropbox_home = info_json.get(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"personal"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, {}).get(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"path"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, 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dropbox_home: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raise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ValueError(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"Path not found in Dropbox's info.json."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except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Exception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as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e: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error(constants.ERROR_UNABLE_TO_FIND_STORAGE.format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r>
                <a:rPr lang="en-US" altLang="zh-CN" sz="1600" dirty="0">
                  <a:solidFill>
                    <a:srgbClr val="080808"/>
                  </a:solidFill>
                  <a:latin typeface="JetBrains Mono"/>
                </a:rPr>
                <a:t>           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(provider=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f"Dropbox (</a:t>
              </a:r>
              <a:r>
                <a:rPr lang="zh-CN" altLang="zh-CN" sz="1600" dirty="0">
                  <a:solidFill>
                    <a:srgbClr val="0037A6"/>
                  </a:solidFill>
                  <a:effectLst/>
                  <a:latin typeface="JetBrains Mono"/>
                </a:rPr>
                <a:t>{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e</a:t>
              </a:r>
              <a:r>
                <a:rPr lang="zh-CN" altLang="zh-CN" sz="1600" dirty="0">
                  <a:solidFill>
                    <a:srgbClr val="0037A6"/>
                  </a:solidFill>
                  <a:effectLst/>
                  <a:latin typeface="JetBrains Mono"/>
                </a:rPr>
                <a:t>}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)"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dropbox_home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E3E781B-36DD-FB8D-7116-FED5B7A0C187}"/>
                </a:ext>
              </a:extLst>
            </p:cNvPr>
            <p:cNvSpPr/>
            <p:nvPr/>
          </p:nvSpPr>
          <p:spPr>
            <a:xfrm>
              <a:off x="2681132" y="8856768"/>
              <a:ext cx="5740811" cy="776743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8E269FC3-9EC8-AFBB-4234-63AD0508A6E4}"/>
                </a:ext>
              </a:extLst>
            </p:cNvPr>
            <p:cNvSpPr/>
            <p:nvPr/>
          </p:nvSpPr>
          <p:spPr>
            <a:xfrm>
              <a:off x="2588342" y="0"/>
              <a:ext cx="5926394" cy="9871587"/>
            </a:xfrm>
            <a:prstGeom prst="roundRect">
              <a:avLst>
                <a:gd name="adj" fmla="val 2686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50A832B-00B9-81DE-272C-8397728B3596}"/>
                </a:ext>
              </a:extLst>
            </p:cNvPr>
            <p:cNvCxnSpPr>
              <a:cxnSpLocks/>
            </p:cNvCxnSpPr>
            <p:nvPr/>
          </p:nvCxnSpPr>
          <p:spPr>
            <a:xfrm>
              <a:off x="2595716" y="6027175"/>
              <a:ext cx="591902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69AF2AB-BC74-EC0E-A7D8-C855E4003D73}"/>
                </a:ext>
              </a:extLst>
            </p:cNvPr>
            <p:cNvCxnSpPr>
              <a:cxnSpLocks/>
            </p:cNvCxnSpPr>
            <p:nvPr/>
          </p:nvCxnSpPr>
          <p:spPr>
            <a:xfrm>
              <a:off x="2588342" y="3819835"/>
              <a:ext cx="591902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799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C748-DA43-5CF0-508B-59B7A7C0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FA0DA64-E385-22F6-DA6C-70F9D0F843AC}"/>
              </a:ext>
            </a:extLst>
          </p:cNvPr>
          <p:cNvGrpSpPr/>
          <p:nvPr/>
        </p:nvGrpSpPr>
        <p:grpSpPr>
          <a:xfrm>
            <a:off x="2558845" y="403122"/>
            <a:ext cx="6002594" cy="4524315"/>
            <a:chOff x="2558845" y="403122"/>
            <a:chExt cx="6002594" cy="452431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0E41A0-4B5F-70CA-DBA5-5A7A2558D2E3}"/>
                </a:ext>
              </a:extLst>
            </p:cNvPr>
            <p:cNvSpPr/>
            <p:nvPr/>
          </p:nvSpPr>
          <p:spPr>
            <a:xfrm>
              <a:off x="2620480" y="2883871"/>
              <a:ext cx="5764775" cy="293481"/>
            </a:xfrm>
            <a:prstGeom prst="rect">
              <a:avLst/>
            </a:prstGeom>
            <a:solidFill>
              <a:srgbClr val="C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66ACE83-61B7-BF98-DE51-4D3FAD3B388F}"/>
                </a:ext>
              </a:extLst>
            </p:cNvPr>
            <p:cNvSpPr/>
            <p:nvPr/>
          </p:nvSpPr>
          <p:spPr>
            <a:xfrm>
              <a:off x="2620480" y="4596991"/>
              <a:ext cx="5764775" cy="282323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6368447-EEE5-65A2-CB26-E4B76566D50A}"/>
                </a:ext>
              </a:extLst>
            </p:cNvPr>
            <p:cNvSpPr/>
            <p:nvPr/>
          </p:nvSpPr>
          <p:spPr>
            <a:xfrm>
              <a:off x="2620481" y="739218"/>
              <a:ext cx="5764775" cy="442443"/>
            </a:xfrm>
            <a:prstGeom prst="rect">
              <a:avLst/>
            </a:prstGeom>
            <a:solidFill>
              <a:srgbClr val="FFC0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EE14633-BCEB-EADA-453A-BB1B65BEDEF6}"/>
                </a:ext>
              </a:extLst>
            </p:cNvPr>
            <p:cNvSpPr txBox="1"/>
            <p:nvPr/>
          </p:nvSpPr>
          <p:spPr>
            <a:xfrm>
              <a:off x="2566219" y="403122"/>
              <a:ext cx="5995220" cy="452431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CN" altLang="zh-CN" sz="1600" i="1" dirty="0">
                  <a:solidFill>
                    <a:srgbClr val="8C8C8C"/>
                  </a:solidFill>
                  <a:latin typeface="JetBrains Mono"/>
                </a:rPr>
                <a:t>#</a:t>
              </a:r>
              <a:r>
                <a:rPr lang="en-US" altLang="zh-CN" sz="1600" i="1" dirty="0">
                  <a:solidFill>
                    <a:srgbClr val="8C8C8C"/>
                  </a:solidFill>
                  <a:latin typeface="JetBrains Mono"/>
                </a:rPr>
                <a:t> Dependent code</a:t>
              </a:r>
            </a:p>
            <a:p>
              <a:pPr>
                <a:buNone/>
              </a:pPr>
              <a: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  <a:t># A compiled regular expression for matching HTML tags, comments, and doctype declarations, case-insensitive, multiline, and dotall.</a:t>
              </a:r>
              <a:br>
                <a:rPr lang="zh-CN" altLang="zh-CN" sz="1600" i="1" dirty="0">
                  <a:solidFill>
                    <a:srgbClr val="8C8C8C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HTML_RE = re.compile(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67D17"/>
                  </a:solidFill>
                  <a:effectLst/>
                  <a:latin typeface="JetBrains Mono"/>
                </a:rPr>
                <a:t>r'((&lt;([a-z]+:)?[a-z]+[^&gt;]*/?&gt;)(.*?(&lt;/([a-z]+:)?[a-z]+&gt;))?|&lt;!--.*--&gt;|&lt;!doctype.*&gt;)'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,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             re.IGNORECASE | re.MULTILINE | re.DOTALL)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zh-CN" altLang="zh-CN" sz="1600" i="1" dirty="0">
                  <a:solidFill>
                    <a:srgbClr val="8C8C8C"/>
                  </a:solidFill>
                  <a:latin typeface="JetBrains Mono"/>
                </a:rPr>
                <a:t># </a:t>
              </a:r>
              <a:r>
                <a:rPr lang="en-US" altLang="zh-CN" sz="1600" i="1" dirty="0">
                  <a:solidFill>
                    <a:srgbClr val="8C8C8C"/>
                  </a:solidFill>
                  <a:latin typeface="JetBrains Mono"/>
                </a:rPr>
                <a:t>Generate with no context</a:t>
              </a: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pPr>
                <a:buNone/>
              </a:pPr>
              <a:r>
                <a:rPr lang="zh-CN" altLang="zh-CN" sz="1600" dirty="0">
                  <a:solidFill>
                    <a:srgbClr val="0033B3"/>
                  </a:solidFill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80808"/>
                  </a:solidFill>
                  <a:latin typeface="JetBrains Mono"/>
                </a:rPr>
                <a:t>contains_html(input_string: str) -&gt; bool:</a:t>
              </a:r>
              <a:br>
                <a:rPr lang="zh-CN" altLang="zh-CN" sz="1600" dirty="0">
                  <a:solidFill>
                    <a:srgbClr val="080808"/>
                  </a:solidFill>
                  <a:latin typeface="JetBrains Mono"/>
                </a:rPr>
              </a:br>
              <a:r>
                <a:rPr lang="en-US" altLang="zh-CN" sz="1600" dirty="0">
                  <a:solidFill>
                    <a:srgbClr val="080808"/>
                  </a:solidFill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80808"/>
                  </a:solidFill>
                  <a:latin typeface="JetBrains Mono"/>
                </a:rPr>
                <a:t>html_tag_pattern = </a:t>
              </a:r>
              <a:r>
                <a:rPr lang="zh-CN" altLang="zh-CN" sz="1600" dirty="0">
                  <a:solidFill>
                    <a:srgbClr val="067D17"/>
                  </a:solidFill>
                  <a:latin typeface="JetBrains Mono"/>
                </a:rPr>
                <a:t>r'&lt;[^&gt;]+&gt;'</a:t>
              </a:r>
              <a:br>
                <a:rPr lang="zh-CN" altLang="zh-CN" sz="1600" dirty="0">
                  <a:solidFill>
                    <a:srgbClr val="067D17"/>
                  </a:solidFill>
                  <a:latin typeface="JetBrains Mono"/>
                </a:rPr>
              </a:br>
              <a:r>
                <a:rPr lang="zh-CN" altLang="zh-CN" sz="1600" dirty="0">
                  <a:solidFill>
                    <a:srgbClr val="067D17"/>
                  </a:solidFill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latin typeface="JetBrains Mono"/>
                </a:rPr>
                <a:t>return </a:t>
              </a:r>
              <a:r>
                <a:rPr lang="zh-CN" altLang="zh-CN" sz="1600" dirty="0">
                  <a:solidFill>
                    <a:srgbClr val="080808"/>
                  </a:solidFill>
                  <a:latin typeface="JetBrains Mono"/>
                </a:rPr>
                <a:t>bool(re.search(html_tag_pattern, input_string)</a:t>
              </a:r>
              <a:endParaRPr lang="en-US" altLang="zh-CN" sz="1600" dirty="0">
                <a:solidFill>
                  <a:srgbClr val="080808"/>
                </a:solidFill>
                <a:latin typeface="JetBrains Mono"/>
              </a:endParaRPr>
            </a:p>
            <a:p>
              <a:pPr>
                <a:buNone/>
              </a:pPr>
              <a:endParaRPr lang="en-US" altLang="zh-CN" sz="1600" dirty="0">
                <a:solidFill>
                  <a:srgbClr val="080808"/>
                </a:solidFill>
                <a:effectLst/>
                <a:latin typeface="JetBrains Mono"/>
              </a:endParaRPr>
            </a:p>
            <a:p>
              <a:r>
                <a:rPr lang="en-US" altLang="zh-CN" sz="1600" i="1" dirty="0">
                  <a:solidFill>
                    <a:srgbClr val="8C8C8C"/>
                  </a:solidFill>
                  <a:latin typeface="JetBrains Mono"/>
                </a:rPr>
                <a:t># Generate with summarization of the Dependent code (yellow box)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def </a:t>
              </a:r>
              <a:r>
                <a:rPr lang="zh-CN" altLang="zh-CN" sz="1600" dirty="0">
                  <a:solidFill>
                    <a:srgbClr val="00627A"/>
                  </a:solidFill>
                  <a:effectLst/>
                  <a:latin typeface="JetBrains Mono"/>
                </a:rPr>
                <a:t>contains_html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600" dirty="0">
                  <a:solidFill>
                    <a:srgbClr val="000000"/>
                  </a:solidFill>
                  <a:effectLst/>
                  <a:latin typeface="JetBrains Mono"/>
                </a:rPr>
                <a:t>input_string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: </a:t>
              </a:r>
              <a:r>
                <a:rPr lang="zh-CN" altLang="zh-CN" sz="1600" dirty="0">
                  <a:solidFill>
                    <a:srgbClr val="000080"/>
                  </a:solidFill>
                  <a:effectLst/>
                  <a:latin typeface="JetBrains Mono"/>
                </a:rPr>
                <a:t>str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 -&gt; </a:t>
              </a:r>
              <a:r>
                <a:rPr lang="zh-CN" altLang="zh-CN" sz="1600" dirty="0">
                  <a:solidFill>
                    <a:srgbClr val="000080"/>
                  </a:solidFill>
                  <a:effectLst/>
                  <a:latin typeface="JetBrains Mono"/>
                </a:rPr>
                <a:t>bool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if not </a:t>
              </a:r>
              <a:r>
                <a:rPr lang="zh-CN" altLang="zh-CN" sz="1600" dirty="0">
                  <a:solidFill>
                    <a:srgbClr val="000080"/>
                  </a:solidFill>
                  <a:effectLst/>
                  <a:latin typeface="JetBrains Mono"/>
                </a:rPr>
                <a:t>isinstance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</a:t>
              </a:r>
              <a:r>
                <a:rPr lang="zh-CN" altLang="zh-CN" sz="1600" dirty="0">
                  <a:solidFill>
                    <a:srgbClr val="000000"/>
                  </a:solidFill>
                  <a:effectLst/>
                  <a:latin typeface="JetBrains Mono"/>
                </a:rPr>
                <a:t>input_string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, </a:t>
              </a:r>
              <a:r>
                <a:rPr lang="zh-CN" altLang="zh-CN" sz="1600" dirty="0">
                  <a:solidFill>
                    <a:srgbClr val="000080"/>
                  </a:solidFill>
                  <a:effectLst/>
                  <a:latin typeface="JetBrains Mono"/>
                </a:rPr>
                <a:t>str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):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raise 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InvalidInputError(</a:t>
              </a:r>
              <a:r>
                <a:rPr lang="zh-CN" altLang="zh-CN" sz="1600" dirty="0">
                  <a:solidFill>
                    <a:srgbClr val="000000"/>
                  </a:solidFill>
                  <a:effectLst/>
                  <a:latin typeface="JetBrains Mono"/>
                </a:rPr>
                <a:t>input_string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</a:t>
              </a:r>
              <a:b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zh-CN" altLang="zh-CN" sz="1600" dirty="0">
                  <a:solidFill>
                    <a:srgbClr val="0033B3"/>
                  </a:solidFill>
                  <a:effectLst/>
                  <a:latin typeface="JetBrains Mono"/>
                </a:rPr>
                <a:t>return </a:t>
              </a:r>
              <a:r>
                <a:rPr lang="zh-CN" altLang="zh-CN" sz="1600" dirty="0">
                  <a:solidFill>
                    <a:srgbClr val="000080"/>
                  </a:solidFill>
                  <a:effectLst/>
                  <a:latin typeface="JetBrains Mono"/>
                </a:rPr>
                <a:t>bool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(HTML_RE.search(</a:t>
              </a:r>
              <a:r>
                <a:rPr lang="zh-CN" altLang="zh-CN" sz="1600" dirty="0">
                  <a:solidFill>
                    <a:srgbClr val="000000"/>
                  </a:solidFill>
                  <a:effectLst/>
                  <a:latin typeface="JetBrains Mono"/>
                </a:rPr>
                <a:t>input_string</a:t>
              </a:r>
              <a:r>
                <a:rPr lang="zh-CN" altLang="zh-CN" sz="1600" dirty="0">
                  <a:solidFill>
                    <a:srgbClr val="080808"/>
                  </a:solidFill>
                  <a:effectLst/>
                  <a:latin typeface="JetBrains Mono"/>
                </a:rPr>
                <a:t>))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FDA536E-B925-7540-6FB4-8B084E4ED63A}"/>
                </a:ext>
              </a:extLst>
            </p:cNvPr>
            <p:cNvSpPr/>
            <p:nvPr/>
          </p:nvSpPr>
          <p:spPr>
            <a:xfrm>
              <a:off x="2558845" y="403122"/>
              <a:ext cx="5926394" cy="4524315"/>
            </a:xfrm>
            <a:prstGeom prst="roundRect">
              <a:avLst>
                <a:gd name="adj" fmla="val 2686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3AAEBD4-6FB8-9D59-DF47-FBB92A5AD753}"/>
                </a:ext>
              </a:extLst>
            </p:cNvPr>
            <p:cNvCxnSpPr>
              <a:cxnSpLocks/>
            </p:cNvCxnSpPr>
            <p:nvPr/>
          </p:nvCxnSpPr>
          <p:spPr>
            <a:xfrm>
              <a:off x="2566219" y="2319178"/>
              <a:ext cx="591902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70933848-35E1-D83B-CD0E-DFEAB43B83FD}"/>
                </a:ext>
              </a:extLst>
            </p:cNvPr>
            <p:cNvCxnSpPr>
              <a:cxnSpLocks/>
            </p:cNvCxnSpPr>
            <p:nvPr/>
          </p:nvCxnSpPr>
          <p:spPr>
            <a:xfrm>
              <a:off x="2566219" y="3538378"/>
              <a:ext cx="591902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050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78325-0123-A854-2C85-AA6DC390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DDEB31B-9055-CE9B-2902-963C0B62B96E}"/>
              </a:ext>
            </a:extLst>
          </p:cNvPr>
          <p:cNvSpPr/>
          <p:nvPr/>
        </p:nvSpPr>
        <p:spPr>
          <a:xfrm>
            <a:off x="3404069" y="1818968"/>
            <a:ext cx="4414684" cy="1101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Target Model</a:t>
            </a:r>
            <a:endParaRPr lang="zh-CN" alt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38A43D-3C2B-FB41-6E00-CE4292D71157}"/>
              </a:ext>
            </a:extLst>
          </p:cNvPr>
          <p:cNvSpPr/>
          <p:nvPr/>
        </p:nvSpPr>
        <p:spPr>
          <a:xfrm>
            <a:off x="3470787" y="3408105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841AD9-B4B6-136B-5026-757EC49C14BD}"/>
              </a:ext>
            </a:extLst>
          </p:cNvPr>
          <p:cNvSpPr/>
          <p:nvPr/>
        </p:nvSpPr>
        <p:spPr>
          <a:xfrm>
            <a:off x="4005943" y="3408105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9D2654-7EB5-2187-821E-DE6B522350D6}"/>
              </a:ext>
            </a:extLst>
          </p:cNvPr>
          <p:cNvSpPr/>
          <p:nvPr/>
        </p:nvSpPr>
        <p:spPr>
          <a:xfrm>
            <a:off x="4541099" y="3408105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60BFE1-D45C-E14B-69A9-89D283A36FB7}"/>
              </a:ext>
            </a:extLst>
          </p:cNvPr>
          <p:cNvSpPr/>
          <p:nvPr/>
        </p:nvSpPr>
        <p:spPr>
          <a:xfrm>
            <a:off x="5076255" y="3408105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77E531-45FC-4BCA-2B2B-24D452D16DAD}"/>
              </a:ext>
            </a:extLst>
          </p:cNvPr>
          <p:cNvSpPr/>
          <p:nvPr/>
        </p:nvSpPr>
        <p:spPr>
          <a:xfrm>
            <a:off x="5611411" y="3408105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185CDE-AED5-A375-1DD7-75A63E9FD30E}"/>
              </a:ext>
            </a:extLst>
          </p:cNvPr>
          <p:cNvSpPr/>
          <p:nvPr/>
        </p:nvSpPr>
        <p:spPr>
          <a:xfrm>
            <a:off x="6146567" y="3408105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715A96-9732-6A52-5F85-298995D16683}"/>
              </a:ext>
            </a:extLst>
          </p:cNvPr>
          <p:cNvSpPr/>
          <p:nvPr/>
        </p:nvSpPr>
        <p:spPr>
          <a:xfrm>
            <a:off x="6681723" y="3408105"/>
            <a:ext cx="412955" cy="2679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60BDFD-4E82-A99A-9A27-411309FA1B03}"/>
              </a:ext>
            </a:extLst>
          </p:cNvPr>
          <p:cNvSpPr/>
          <p:nvPr/>
        </p:nvSpPr>
        <p:spPr>
          <a:xfrm>
            <a:off x="7216876" y="3408105"/>
            <a:ext cx="412955" cy="2679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34991685-3FF3-8E35-CBE2-C80FC7A5F253}"/>
              </a:ext>
            </a:extLst>
          </p:cNvPr>
          <p:cNvSpPr/>
          <p:nvPr/>
        </p:nvSpPr>
        <p:spPr>
          <a:xfrm rot="5400000">
            <a:off x="4078454" y="3278968"/>
            <a:ext cx="267930" cy="13496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CFDCB3-5541-3BBD-9FCF-28384C1AF31F}"/>
              </a:ext>
            </a:extLst>
          </p:cNvPr>
          <p:cNvSpPr txBox="1"/>
          <p:nvPr/>
        </p:nvSpPr>
        <p:spPr>
          <a:xfrm>
            <a:off x="3773837" y="40877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上下文</a:t>
            </a:r>
          </a:p>
        </p:txBody>
      </p: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04C11C8A-D89A-10AB-FA90-428C5B2603C6}"/>
              </a:ext>
            </a:extLst>
          </p:cNvPr>
          <p:cNvSpPr/>
          <p:nvPr/>
        </p:nvSpPr>
        <p:spPr>
          <a:xfrm rot="5400000">
            <a:off x="5672780" y="3278968"/>
            <a:ext cx="267930" cy="134965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B95FB6-EC96-6B1A-0F73-E39078F13800}"/>
              </a:ext>
            </a:extLst>
          </p:cNvPr>
          <p:cNvSpPr txBox="1"/>
          <p:nvPr/>
        </p:nvSpPr>
        <p:spPr>
          <a:xfrm>
            <a:off x="5483580" y="40877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草稿</a:t>
            </a: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CB912983-5662-03F1-0ACA-543561FF9D33}"/>
              </a:ext>
            </a:extLst>
          </p:cNvPr>
          <p:cNvSpPr/>
          <p:nvPr/>
        </p:nvSpPr>
        <p:spPr>
          <a:xfrm rot="5400000">
            <a:off x="7062800" y="3668212"/>
            <a:ext cx="267930" cy="57116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DDC5668-6F69-3A5F-1604-754C5541C99A}"/>
              </a:ext>
            </a:extLst>
          </p:cNvPr>
          <p:cNvSpPr txBox="1"/>
          <p:nvPr/>
        </p:nvSpPr>
        <p:spPr>
          <a:xfrm>
            <a:off x="6715639" y="4087760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MEM</a:t>
            </a:r>
            <a:r>
              <a:rPr lang="zh-CN" altLang="en-US" dirty="0"/>
              <a:t>块</a:t>
            </a: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D3C9458B-1272-1653-632E-492E2AD169A9}"/>
              </a:ext>
            </a:extLst>
          </p:cNvPr>
          <p:cNvSpPr/>
          <p:nvPr/>
        </p:nvSpPr>
        <p:spPr>
          <a:xfrm rot="16200000">
            <a:off x="5543828" y="2924556"/>
            <a:ext cx="384539" cy="412956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795CFEDA-9357-A736-C549-055DA83768E2}"/>
              </a:ext>
            </a:extLst>
          </p:cNvPr>
          <p:cNvSpPr/>
          <p:nvPr/>
        </p:nvSpPr>
        <p:spPr>
          <a:xfrm rot="16200000">
            <a:off x="5501681" y="1308234"/>
            <a:ext cx="384539" cy="412956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C58F142-7584-9DF9-BDB7-DCF5D412C3AC}"/>
              </a:ext>
            </a:extLst>
          </p:cNvPr>
          <p:cNvSpPr/>
          <p:nvPr/>
        </p:nvSpPr>
        <p:spPr>
          <a:xfrm>
            <a:off x="3474679" y="942527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61AAE43-2C82-C97D-2A08-14DF8B4C5BE4}"/>
              </a:ext>
            </a:extLst>
          </p:cNvPr>
          <p:cNvSpPr/>
          <p:nvPr/>
        </p:nvSpPr>
        <p:spPr>
          <a:xfrm>
            <a:off x="4009835" y="942527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60E84C-EF95-F14B-1CC6-9F3A647DE7A5}"/>
              </a:ext>
            </a:extLst>
          </p:cNvPr>
          <p:cNvSpPr/>
          <p:nvPr/>
        </p:nvSpPr>
        <p:spPr>
          <a:xfrm>
            <a:off x="4544991" y="942527"/>
            <a:ext cx="412955" cy="267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867A378-0E94-9A40-FC52-1CEC3E287861}"/>
              </a:ext>
            </a:extLst>
          </p:cNvPr>
          <p:cNvSpPr/>
          <p:nvPr/>
        </p:nvSpPr>
        <p:spPr>
          <a:xfrm>
            <a:off x="5080147" y="942527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3B42B9A-7EF2-BB7F-3A73-0C91AEB6D89C}"/>
              </a:ext>
            </a:extLst>
          </p:cNvPr>
          <p:cNvSpPr/>
          <p:nvPr/>
        </p:nvSpPr>
        <p:spPr>
          <a:xfrm>
            <a:off x="5615303" y="942527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F67570-91FB-593E-9B89-32A41337B2A7}"/>
              </a:ext>
            </a:extLst>
          </p:cNvPr>
          <p:cNvSpPr/>
          <p:nvPr/>
        </p:nvSpPr>
        <p:spPr>
          <a:xfrm>
            <a:off x="6150459" y="942527"/>
            <a:ext cx="412955" cy="267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07CAB23-2A80-B352-695F-C0F65BA7F8F9}"/>
              </a:ext>
            </a:extLst>
          </p:cNvPr>
          <p:cNvSpPr/>
          <p:nvPr/>
        </p:nvSpPr>
        <p:spPr>
          <a:xfrm>
            <a:off x="6685615" y="942527"/>
            <a:ext cx="412955" cy="2679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8F27079-8B52-F2CA-8FF0-0151D0A93613}"/>
              </a:ext>
            </a:extLst>
          </p:cNvPr>
          <p:cNvSpPr/>
          <p:nvPr/>
        </p:nvSpPr>
        <p:spPr>
          <a:xfrm>
            <a:off x="7220768" y="942527"/>
            <a:ext cx="412955" cy="2679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7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1610</Words>
  <Application>Microsoft Office PowerPoint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JetBrains Mono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6</cp:revision>
  <dcterms:created xsi:type="dcterms:W3CDTF">2026-10-09T07:56:23Z</dcterms:created>
  <dcterms:modified xsi:type="dcterms:W3CDTF">2026-10-16T02:57:49Z</dcterms:modified>
</cp:coreProperties>
</file>