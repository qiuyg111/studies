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5626100" cy="13065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2054" y="13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3263" y="213821"/>
            <a:ext cx="4219575" cy="454860"/>
          </a:xfrm>
        </p:spPr>
        <p:txBody>
          <a:bodyPr anchor="b"/>
          <a:lstStyle>
            <a:lvl1pPr algn="ctr">
              <a:defRPr sz="1143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03263" y="686222"/>
            <a:ext cx="4219575" cy="315438"/>
          </a:xfrm>
        </p:spPr>
        <p:txBody>
          <a:bodyPr/>
          <a:lstStyle>
            <a:lvl1pPr marL="0" indent="0" algn="ctr">
              <a:buNone/>
              <a:defRPr sz="457"/>
            </a:lvl1pPr>
            <a:lvl2pPr marL="87097" indent="0" algn="ctr">
              <a:buNone/>
              <a:defRPr sz="381"/>
            </a:lvl2pPr>
            <a:lvl3pPr marL="174193" indent="0" algn="ctr">
              <a:buNone/>
              <a:defRPr sz="343"/>
            </a:lvl3pPr>
            <a:lvl4pPr marL="261290" indent="0" algn="ctr">
              <a:buNone/>
              <a:defRPr sz="305"/>
            </a:lvl4pPr>
            <a:lvl5pPr marL="348386" indent="0" algn="ctr">
              <a:buNone/>
              <a:defRPr sz="305"/>
            </a:lvl5pPr>
            <a:lvl6pPr marL="435483" indent="0" algn="ctr">
              <a:buNone/>
              <a:defRPr sz="305"/>
            </a:lvl6pPr>
            <a:lvl7pPr marL="522580" indent="0" algn="ctr">
              <a:buNone/>
              <a:defRPr sz="305"/>
            </a:lvl7pPr>
            <a:lvl8pPr marL="609676" indent="0" algn="ctr">
              <a:buNone/>
              <a:defRPr sz="305"/>
            </a:lvl8pPr>
            <a:lvl9pPr marL="696773" indent="0" algn="ctr">
              <a:buNone/>
              <a:defRPr sz="305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58481-A56C-4802-BE9E-048CF851F824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73253-9C32-462B-9D2B-7D225FE970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703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58481-A56C-4802-BE9E-048CF851F824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73253-9C32-462B-9D2B-7D225FE970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4211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3864" y="325721"/>
            <a:ext cx="4852511" cy="543473"/>
          </a:xfrm>
        </p:spPr>
        <p:txBody>
          <a:bodyPr anchor="b"/>
          <a:lstStyle>
            <a:lvl1pPr>
              <a:defRPr sz="1143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3864" y="874335"/>
            <a:ext cx="4852511" cy="285800"/>
          </a:xfrm>
        </p:spPr>
        <p:txBody>
          <a:bodyPr/>
          <a:lstStyle>
            <a:lvl1pPr marL="0" indent="0">
              <a:buNone/>
              <a:defRPr sz="457">
                <a:solidFill>
                  <a:schemeClr val="tx1">
                    <a:tint val="82000"/>
                  </a:schemeClr>
                </a:solidFill>
              </a:defRPr>
            </a:lvl1pPr>
            <a:lvl2pPr marL="87097" indent="0">
              <a:buNone/>
              <a:defRPr sz="381">
                <a:solidFill>
                  <a:schemeClr val="tx1">
                    <a:tint val="82000"/>
                  </a:schemeClr>
                </a:solidFill>
              </a:defRPr>
            </a:lvl2pPr>
            <a:lvl3pPr marL="174193" indent="0">
              <a:buNone/>
              <a:defRPr sz="343">
                <a:solidFill>
                  <a:schemeClr val="tx1">
                    <a:tint val="82000"/>
                  </a:schemeClr>
                </a:solidFill>
              </a:defRPr>
            </a:lvl3pPr>
            <a:lvl4pPr marL="261290" indent="0">
              <a:buNone/>
              <a:defRPr sz="305">
                <a:solidFill>
                  <a:schemeClr val="tx1">
                    <a:tint val="82000"/>
                  </a:schemeClr>
                </a:solidFill>
              </a:defRPr>
            </a:lvl4pPr>
            <a:lvl5pPr marL="348386" indent="0">
              <a:buNone/>
              <a:defRPr sz="305">
                <a:solidFill>
                  <a:schemeClr val="tx1">
                    <a:tint val="82000"/>
                  </a:schemeClr>
                </a:solidFill>
              </a:defRPr>
            </a:lvl5pPr>
            <a:lvl6pPr marL="435483" indent="0">
              <a:buNone/>
              <a:defRPr sz="305">
                <a:solidFill>
                  <a:schemeClr val="tx1">
                    <a:tint val="82000"/>
                  </a:schemeClr>
                </a:solidFill>
              </a:defRPr>
            </a:lvl6pPr>
            <a:lvl7pPr marL="522580" indent="0">
              <a:buNone/>
              <a:defRPr sz="305">
                <a:solidFill>
                  <a:schemeClr val="tx1">
                    <a:tint val="82000"/>
                  </a:schemeClr>
                </a:solidFill>
              </a:defRPr>
            </a:lvl7pPr>
            <a:lvl8pPr marL="609676" indent="0">
              <a:buNone/>
              <a:defRPr sz="305">
                <a:solidFill>
                  <a:schemeClr val="tx1">
                    <a:tint val="82000"/>
                  </a:schemeClr>
                </a:solidFill>
              </a:defRPr>
            </a:lvl8pPr>
            <a:lvl9pPr marL="696773" indent="0">
              <a:buNone/>
              <a:defRPr sz="305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58481-A56C-4802-BE9E-048CF851F824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73253-9C32-462B-9D2B-7D225FE970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9458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4" y="347799"/>
            <a:ext cx="2391093" cy="82897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848213" y="347799"/>
            <a:ext cx="2391093" cy="82897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58481-A56C-4802-BE9E-048CF851F824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73253-9C32-462B-9D2B-7D225FE970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1525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7527" y="69560"/>
            <a:ext cx="4852511" cy="25253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7527" y="320277"/>
            <a:ext cx="2380104" cy="156963"/>
          </a:xfrm>
        </p:spPr>
        <p:txBody>
          <a:bodyPr anchor="b"/>
          <a:lstStyle>
            <a:lvl1pPr marL="0" indent="0">
              <a:buNone/>
              <a:defRPr sz="457" b="1"/>
            </a:lvl1pPr>
            <a:lvl2pPr marL="87097" indent="0">
              <a:buNone/>
              <a:defRPr sz="381" b="1"/>
            </a:lvl2pPr>
            <a:lvl3pPr marL="174193" indent="0">
              <a:buNone/>
              <a:defRPr sz="343" b="1"/>
            </a:lvl3pPr>
            <a:lvl4pPr marL="261290" indent="0">
              <a:buNone/>
              <a:defRPr sz="305" b="1"/>
            </a:lvl4pPr>
            <a:lvl5pPr marL="348386" indent="0">
              <a:buNone/>
              <a:defRPr sz="305" b="1"/>
            </a:lvl5pPr>
            <a:lvl6pPr marL="435483" indent="0">
              <a:buNone/>
              <a:defRPr sz="305" b="1"/>
            </a:lvl6pPr>
            <a:lvl7pPr marL="522580" indent="0">
              <a:buNone/>
              <a:defRPr sz="305" b="1"/>
            </a:lvl7pPr>
            <a:lvl8pPr marL="609676" indent="0">
              <a:buNone/>
              <a:defRPr sz="305" b="1"/>
            </a:lvl8pPr>
            <a:lvl9pPr marL="696773" indent="0">
              <a:buNone/>
              <a:defRPr sz="30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7527" y="477240"/>
            <a:ext cx="2380104" cy="70194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48213" y="320277"/>
            <a:ext cx="2391825" cy="156963"/>
          </a:xfrm>
        </p:spPr>
        <p:txBody>
          <a:bodyPr anchor="b"/>
          <a:lstStyle>
            <a:lvl1pPr marL="0" indent="0">
              <a:buNone/>
              <a:defRPr sz="457" b="1"/>
            </a:lvl1pPr>
            <a:lvl2pPr marL="87097" indent="0">
              <a:buNone/>
              <a:defRPr sz="381" b="1"/>
            </a:lvl2pPr>
            <a:lvl3pPr marL="174193" indent="0">
              <a:buNone/>
              <a:defRPr sz="343" b="1"/>
            </a:lvl3pPr>
            <a:lvl4pPr marL="261290" indent="0">
              <a:buNone/>
              <a:defRPr sz="305" b="1"/>
            </a:lvl4pPr>
            <a:lvl5pPr marL="348386" indent="0">
              <a:buNone/>
              <a:defRPr sz="305" b="1"/>
            </a:lvl5pPr>
            <a:lvl6pPr marL="435483" indent="0">
              <a:buNone/>
              <a:defRPr sz="305" b="1"/>
            </a:lvl6pPr>
            <a:lvl7pPr marL="522580" indent="0">
              <a:buNone/>
              <a:defRPr sz="305" b="1"/>
            </a:lvl7pPr>
            <a:lvl8pPr marL="609676" indent="0">
              <a:buNone/>
              <a:defRPr sz="305" b="1"/>
            </a:lvl8pPr>
            <a:lvl9pPr marL="696773" indent="0">
              <a:buNone/>
              <a:defRPr sz="30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848213" y="477240"/>
            <a:ext cx="2391825" cy="70194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58481-A56C-4802-BE9E-048CF851F824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73253-9C32-462B-9D2B-7D225FE970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3540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58481-A56C-4802-BE9E-048CF851F824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73253-9C32-462B-9D2B-7D225FE970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2702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58481-A56C-4802-BE9E-048CF851F824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73253-9C32-462B-9D2B-7D225FE970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5505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7527" y="87101"/>
            <a:ext cx="1814564" cy="304853"/>
          </a:xfrm>
        </p:spPr>
        <p:txBody>
          <a:bodyPr anchor="b"/>
          <a:lstStyle>
            <a:lvl1pPr>
              <a:defRPr sz="61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91825" y="188114"/>
            <a:ext cx="2848213" cy="928471"/>
          </a:xfrm>
        </p:spPr>
        <p:txBody>
          <a:bodyPr/>
          <a:lstStyle>
            <a:lvl1pPr>
              <a:defRPr sz="610"/>
            </a:lvl1pPr>
            <a:lvl2pPr>
              <a:defRPr sz="533"/>
            </a:lvl2pPr>
            <a:lvl3pPr>
              <a:defRPr sz="457"/>
            </a:lvl3pPr>
            <a:lvl4pPr>
              <a:defRPr sz="381"/>
            </a:lvl4pPr>
            <a:lvl5pPr>
              <a:defRPr sz="381"/>
            </a:lvl5pPr>
            <a:lvl6pPr>
              <a:defRPr sz="381"/>
            </a:lvl6pPr>
            <a:lvl7pPr>
              <a:defRPr sz="381"/>
            </a:lvl7pPr>
            <a:lvl8pPr>
              <a:defRPr sz="381"/>
            </a:lvl8pPr>
            <a:lvl9pPr>
              <a:defRPr sz="381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7527" y="391954"/>
            <a:ext cx="1814564" cy="726143"/>
          </a:xfrm>
        </p:spPr>
        <p:txBody>
          <a:bodyPr/>
          <a:lstStyle>
            <a:lvl1pPr marL="0" indent="0">
              <a:buNone/>
              <a:defRPr sz="305"/>
            </a:lvl1pPr>
            <a:lvl2pPr marL="87097" indent="0">
              <a:buNone/>
              <a:defRPr sz="267"/>
            </a:lvl2pPr>
            <a:lvl3pPr marL="174193" indent="0">
              <a:buNone/>
              <a:defRPr sz="229"/>
            </a:lvl3pPr>
            <a:lvl4pPr marL="261290" indent="0">
              <a:buNone/>
              <a:defRPr sz="191"/>
            </a:lvl4pPr>
            <a:lvl5pPr marL="348386" indent="0">
              <a:buNone/>
              <a:defRPr sz="191"/>
            </a:lvl5pPr>
            <a:lvl6pPr marL="435483" indent="0">
              <a:buNone/>
              <a:defRPr sz="191"/>
            </a:lvl6pPr>
            <a:lvl7pPr marL="522580" indent="0">
              <a:buNone/>
              <a:defRPr sz="191"/>
            </a:lvl7pPr>
            <a:lvl8pPr marL="609676" indent="0">
              <a:buNone/>
              <a:defRPr sz="191"/>
            </a:lvl8pPr>
            <a:lvl9pPr marL="696773" indent="0">
              <a:buNone/>
              <a:defRPr sz="19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58481-A56C-4802-BE9E-048CF851F824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73253-9C32-462B-9D2B-7D225FE970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3642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7527" y="87101"/>
            <a:ext cx="1814564" cy="304853"/>
          </a:xfrm>
        </p:spPr>
        <p:txBody>
          <a:bodyPr anchor="b"/>
          <a:lstStyle>
            <a:lvl1pPr>
              <a:defRPr sz="61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91825" y="188114"/>
            <a:ext cx="2848213" cy="928471"/>
          </a:xfrm>
        </p:spPr>
        <p:txBody>
          <a:bodyPr anchor="t"/>
          <a:lstStyle>
            <a:lvl1pPr marL="0" indent="0">
              <a:buNone/>
              <a:defRPr sz="610"/>
            </a:lvl1pPr>
            <a:lvl2pPr marL="87097" indent="0">
              <a:buNone/>
              <a:defRPr sz="533"/>
            </a:lvl2pPr>
            <a:lvl3pPr marL="174193" indent="0">
              <a:buNone/>
              <a:defRPr sz="457"/>
            </a:lvl3pPr>
            <a:lvl4pPr marL="261290" indent="0">
              <a:buNone/>
              <a:defRPr sz="381"/>
            </a:lvl4pPr>
            <a:lvl5pPr marL="348386" indent="0">
              <a:buNone/>
              <a:defRPr sz="381"/>
            </a:lvl5pPr>
            <a:lvl6pPr marL="435483" indent="0">
              <a:buNone/>
              <a:defRPr sz="381"/>
            </a:lvl6pPr>
            <a:lvl7pPr marL="522580" indent="0">
              <a:buNone/>
              <a:defRPr sz="381"/>
            </a:lvl7pPr>
            <a:lvl8pPr marL="609676" indent="0">
              <a:buNone/>
              <a:defRPr sz="381"/>
            </a:lvl8pPr>
            <a:lvl9pPr marL="696773" indent="0">
              <a:buNone/>
              <a:defRPr sz="381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7527" y="391954"/>
            <a:ext cx="1814564" cy="726143"/>
          </a:xfrm>
        </p:spPr>
        <p:txBody>
          <a:bodyPr/>
          <a:lstStyle>
            <a:lvl1pPr marL="0" indent="0">
              <a:buNone/>
              <a:defRPr sz="305"/>
            </a:lvl1pPr>
            <a:lvl2pPr marL="87097" indent="0">
              <a:buNone/>
              <a:defRPr sz="267"/>
            </a:lvl2pPr>
            <a:lvl3pPr marL="174193" indent="0">
              <a:buNone/>
              <a:defRPr sz="229"/>
            </a:lvl3pPr>
            <a:lvl4pPr marL="261290" indent="0">
              <a:buNone/>
              <a:defRPr sz="191"/>
            </a:lvl4pPr>
            <a:lvl5pPr marL="348386" indent="0">
              <a:buNone/>
              <a:defRPr sz="191"/>
            </a:lvl5pPr>
            <a:lvl6pPr marL="435483" indent="0">
              <a:buNone/>
              <a:defRPr sz="191"/>
            </a:lvl6pPr>
            <a:lvl7pPr marL="522580" indent="0">
              <a:buNone/>
              <a:defRPr sz="191"/>
            </a:lvl7pPr>
            <a:lvl8pPr marL="609676" indent="0">
              <a:buNone/>
              <a:defRPr sz="191"/>
            </a:lvl8pPr>
            <a:lvl9pPr marL="696773" indent="0">
              <a:buNone/>
              <a:defRPr sz="19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58481-A56C-4802-BE9E-048CF851F824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73253-9C32-462B-9D2B-7D225FE970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5138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58481-A56C-4802-BE9E-048CF851F824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73253-9C32-462B-9D2B-7D225FE970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3981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026178" y="69560"/>
            <a:ext cx="1213128" cy="110720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4" y="69560"/>
            <a:ext cx="3569057" cy="110720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58481-A56C-4802-BE9E-048CF851F824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73253-9C32-462B-9D2B-7D225FE970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8499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6795" y="69560"/>
            <a:ext cx="4852511" cy="2525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5" y="347799"/>
            <a:ext cx="4852511" cy="8289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6794" y="1210944"/>
            <a:ext cx="1265873" cy="695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2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F58481-A56C-4802-BE9E-048CF851F824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63646" y="1210944"/>
            <a:ext cx="1898809" cy="695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2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73433" y="1210944"/>
            <a:ext cx="1265873" cy="695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2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473253-9C32-462B-9D2B-7D225FE970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2557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74193" rtl="0" eaLnBrk="1" latinLnBrk="0" hangingPunct="1">
        <a:lnSpc>
          <a:spcPct val="90000"/>
        </a:lnSpc>
        <a:spcBef>
          <a:spcPct val="0"/>
        </a:spcBef>
        <a:buNone/>
        <a:defRPr sz="83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3548" indent="-43548" algn="l" defTabSz="174193" rtl="0" eaLnBrk="1" latinLnBrk="0" hangingPunct="1">
        <a:lnSpc>
          <a:spcPct val="90000"/>
        </a:lnSpc>
        <a:spcBef>
          <a:spcPts val="191"/>
        </a:spcBef>
        <a:buFont typeface="Arial" panose="020B0604020202020204" pitchFamily="34" charset="0"/>
        <a:buChar char="•"/>
        <a:defRPr sz="533" kern="1200">
          <a:solidFill>
            <a:schemeClr val="tx1"/>
          </a:solidFill>
          <a:latin typeface="+mn-lt"/>
          <a:ea typeface="+mn-ea"/>
          <a:cs typeface="+mn-cs"/>
        </a:defRPr>
      </a:lvl1pPr>
      <a:lvl2pPr marL="130645" indent="-43548" algn="l" defTabSz="174193" rtl="0" eaLnBrk="1" latinLnBrk="0" hangingPunct="1">
        <a:lnSpc>
          <a:spcPct val="90000"/>
        </a:lnSpc>
        <a:spcBef>
          <a:spcPts val="95"/>
        </a:spcBef>
        <a:buFont typeface="Arial" panose="020B0604020202020204" pitchFamily="34" charset="0"/>
        <a:buChar char="•"/>
        <a:defRPr sz="457" kern="1200">
          <a:solidFill>
            <a:schemeClr val="tx1"/>
          </a:solidFill>
          <a:latin typeface="+mn-lt"/>
          <a:ea typeface="+mn-ea"/>
          <a:cs typeface="+mn-cs"/>
        </a:defRPr>
      </a:lvl2pPr>
      <a:lvl3pPr marL="217742" indent="-43548" algn="l" defTabSz="174193" rtl="0" eaLnBrk="1" latinLnBrk="0" hangingPunct="1">
        <a:lnSpc>
          <a:spcPct val="90000"/>
        </a:lnSpc>
        <a:spcBef>
          <a:spcPts val="95"/>
        </a:spcBef>
        <a:buFont typeface="Arial" panose="020B0604020202020204" pitchFamily="34" charset="0"/>
        <a:buChar char="•"/>
        <a:defRPr sz="381" kern="1200">
          <a:solidFill>
            <a:schemeClr val="tx1"/>
          </a:solidFill>
          <a:latin typeface="+mn-lt"/>
          <a:ea typeface="+mn-ea"/>
          <a:cs typeface="+mn-cs"/>
        </a:defRPr>
      </a:lvl3pPr>
      <a:lvl4pPr marL="304838" indent="-43548" algn="l" defTabSz="174193" rtl="0" eaLnBrk="1" latinLnBrk="0" hangingPunct="1">
        <a:lnSpc>
          <a:spcPct val="90000"/>
        </a:lnSpc>
        <a:spcBef>
          <a:spcPts val="95"/>
        </a:spcBef>
        <a:buFont typeface="Arial" panose="020B0604020202020204" pitchFamily="34" charset="0"/>
        <a:buChar char="•"/>
        <a:defRPr sz="343" kern="1200">
          <a:solidFill>
            <a:schemeClr val="tx1"/>
          </a:solidFill>
          <a:latin typeface="+mn-lt"/>
          <a:ea typeface="+mn-ea"/>
          <a:cs typeface="+mn-cs"/>
        </a:defRPr>
      </a:lvl4pPr>
      <a:lvl5pPr marL="391935" indent="-43548" algn="l" defTabSz="174193" rtl="0" eaLnBrk="1" latinLnBrk="0" hangingPunct="1">
        <a:lnSpc>
          <a:spcPct val="90000"/>
        </a:lnSpc>
        <a:spcBef>
          <a:spcPts val="95"/>
        </a:spcBef>
        <a:buFont typeface="Arial" panose="020B0604020202020204" pitchFamily="34" charset="0"/>
        <a:buChar char="•"/>
        <a:defRPr sz="343" kern="1200">
          <a:solidFill>
            <a:schemeClr val="tx1"/>
          </a:solidFill>
          <a:latin typeface="+mn-lt"/>
          <a:ea typeface="+mn-ea"/>
          <a:cs typeface="+mn-cs"/>
        </a:defRPr>
      </a:lvl5pPr>
      <a:lvl6pPr marL="479031" indent="-43548" algn="l" defTabSz="174193" rtl="0" eaLnBrk="1" latinLnBrk="0" hangingPunct="1">
        <a:lnSpc>
          <a:spcPct val="90000"/>
        </a:lnSpc>
        <a:spcBef>
          <a:spcPts val="95"/>
        </a:spcBef>
        <a:buFont typeface="Arial" panose="020B0604020202020204" pitchFamily="34" charset="0"/>
        <a:buChar char="•"/>
        <a:defRPr sz="343" kern="1200">
          <a:solidFill>
            <a:schemeClr val="tx1"/>
          </a:solidFill>
          <a:latin typeface="+mn-lt"/>
          <a:ea typeface="+mn-ea"/>
          <a:cs typeface="+mn-cs"/>
        </a:defRPr>
      </a:lvl6pPr>
      <a:lvl7pPr marL="566128" indent="-43548" algn="l" defTabSz="174193" rtl="0" eaLnBrk="1" latinLnBrk="0" hangingPunct="1">
        <a:lnSpc>
          <a:spcPct val="90000"/>
        </a:lnSpc>
        <a:spcBef>
          <a:spcPts val="95"/>
        </a:spcBef>
        <a:buFont typeface="Arial" panose="020B0604020202020204" pitchFamily="34" charset="0"/>
        <a:buChar char="•"/>
        <a:defRPr sz="343" kern="1200">
          <a:solidFill>
            <a:schemeClr val="tx1"/>
          </a:solidFill>
          <a:latin typeface="+mn-lt"/>
          <a:ea typeface="+mn-ea"/>
          <a:cs typeface="+mn-cs"/>
        </a:defRPr>
      </a:lvl7pPr>
      <a:lvl8pPr marL="653225" indent="-43548" algn="l" defTabSz="174193" rtl="0" eaLnBrk="1" latinLnBrk="0" hangingPunct="1">
        <a:lnSpc>
          <a:spcPct val="90000"/>
        </a:lnSpc>
        <a:spcBef>
          <a:spcPts val="95"/>
        </a:spcBef>
        <a:buFont typeface="Arial" panose="020B0604020202020204" pitchFamily="34" charset="0"/>
        <a:buChar char="•"/>
        <a:defRPr sz="343" kern="1200">
          <a:solidFill>
            <a:schemeClr val="tx1"/>
          </a:solidFill>
          <a:latin typeface="+mn-lt"/>
          <a:ea typeface="+mn-ea"/>
          <a:cs typeface="+mn-cs"/>
        </a:defRPr>
      </a:lvl8pPr>
      <a:lvl9pPr marL="740321" indent="-43548" algn="l" defTabSz="174193" rtl="0" eaLnBrk="1" latinLnBrk="0" hangingPunct="1">
        <a:lnSpc>
          <a:spcPct val="90000"/>
        </a:lnSpc>
        <a:spcBef>
          <a:spcPts val="95"/>
        </a:spcBef>
        <a:buFont typeface="Arial" panose="020B0604020202020204" pitchFamily="34" charset="0"/>
        <a:buChar char="•"/>
        <a:defRPr sz="34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74193" rtl="0" eaLnBrk="1" latinLnBrk="0" hangingPunct="1">
        <a:defRPr sz="343" kern="1200">
          <a:solidFill>
            <a:schemeClr val="tx1"/>
          </a:solidFill>
          <a:latin typeface="+mn-lt"/>
          <a:ea typeface="+mn-ea"/>
          <a:cs typeface="+mn-cs"/>
        </a:defRPr>
      </a:lvl1pPr>
      <a:lvl2pPr marL="87097" algn="l" defTabSz="174193" rtl="0" eaLnBrk="1" latinLnBrk="0" hangingPunct="1">
        <a:defRPr sz="343" kern="1200">
          <a:solidFill>
            <a:schemeClr val="tx1"/>
          </a:solidFill>
          <a:latin typeface="+mn-lt"/>
          <a:ea typeface="+mn-ea"/>
          <a:cs typeface="+mn-cs"/>
        </a:defRPr>
      </a:lvl2pPr>
      <a:lvl3pPr marL="174193" algn="l" defTabSz="174193" rtl="0" eaLnBrk="1" latinLnBrk="0" hangingPunct="1">
        <a:defRPr sz="343" kern="1200">
          <a:solidFill>
            <a:schemeClr val="tx1"/>
          </a:solidFill>
          <a:latin typeface="+mn-lt"/>
          <a:ea typeface="+mn-ea"/>
          <a:cs typeface="+mn-cs"/>
        </a:defRPr>
      </a:lvl3pPr>
      <a:lvl4pPr marL="261290" algn="l" defTabSz="174193" rtl="0" eaLnBrk="1" latinLnBrk="0" hangingPunct="1">
        <a:defRPr sz="343" kern="1200">
          <a:solidFill>
            <a:schemeClr val="tx1"/>
          </a:solidFill>
          <a:latin typeface="+mn-lt"/>
          <a:ea typeface="+mn-ea"/>
          <a:cs typeface="+mn-cs"/>
        </a:defRPr>
      </a:lvl4pPr>
      <a:lvl5pPr marL="348386" algn="l" defTabSz="174193" rtl="0" eaLnBrk="1" latinLnBrk="0" hangingPunct="1">
        <a:defRPr sz="343" kern="1200">
          <a:solidFill>
            <a:schemeClr val="tx1"/>
          </a:solidFill>
          <a:latin typeface="+mn-lt"/>
          <a:ea typeface="+mn-ea"/>
          <a:cs typeface="+mn-cs"/>
        </a:defRPr>
      </a:lvl5pPr>
      <a:lvl6pPr marL="435483" algn="l" defTabSz="174193" rtl="0" eaLnBrk="1" latinLnBrk="0" hangingPunct="1">
        <a:defRPr sz="343" kern="1200">
          <a:solidFill>
            <a:schemeClr val="tx1"/>
          </a:solidFill>
          <a:latin typeface="+mn-lt"/>
          <a:ea typeface="+mn-ea"/>
          <a:cs typeface="+mn-cs"/>
        </a:defRPr>
      </a:lvl6pPr>
      <a:lvl7pPr marL="522580" algn="l" defTabSz="174193" rtl="0" eaLnBrk="1" latinLnBrk="0" hangingPunct="1">
        <a:defRPr sz="343" kern="1200">
          <a:solidFill>
            <a:schemeClr val="tx1"/>
          </a:solidFill>
          <a:latin typeface="+mn-lt"/>
          <a:ea typeface="+mn-ea"/>
          <a:cs typeface="+mn-cs"/>
        </a:defRPr>
      </a:lvl7pPr>
      <a:lvl8pPr marL="609676" algn="l" defTabSz="174193" rtl="0" eaLnBrk="1" latinLnBrk="0" hangingPunct="1">
        <a:defRPr sz="343" kern="1200">
          <a:solidFill>
            <a:schemeClr val="tx1"/>
          </a:solidFill>
          <a:latin typeface="+mn-lt"/>
          <a:ea typeface="+mn-ea"/>
          <a:cs typeface="+mn-cs"/>
        </a:defRPr>
      </a:lvl8pPr>
      <a:lvl9pPr marL="696773" algn="l" defTabSz="174193" rtl="0" eaLnBrk="1" latinLnBrk="0" hangingPunct="1">
        <a:defRPr sz="34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114CF480-961F-089D-7BFF-301A0FF36E0E}"/>
              </a:ext>
            </a:extLst>
          </p:cNvPr>
          <p:cNvGrpSpPr/>
          <p:nvPr/>
        </p:nvGrpSpPr>
        <p:grpSpPr>
          <a:xfrm>
            <a:off x="-87" y="0"/>
            <a:ext cx="5626187" cy="1304925"/>
            <a:chOff x="-87" y="0"/>
            <a:chExt cx="5626187" cy="1304925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1D06D1B1-044C-49B3-7F13-525F556C198F}"/>
                </a:ext>
              </a:extLst>
            </p:cNvPr>
            <p:cNvSpPr/>
            <p:nvPr/>
          </p:nvSpPr>
          <p:spPr>
            <a:xfrm>
              <a:off x="-87" y="0"/>
              <a:ext cx="5626187" cy="1304925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B62A7AB4-98D0-B986-81B9-D4189004DF56}"/>
                </a:ext>
              </a:extLst>
            </p:cNvPr>
            <p:cNvSpPr txBox="1"/>
            <p:nvPr/>
          </p:nvSpPr>
          <p:spPr>
            <a:xfrm>
              <a:off x="64829" y="98464"/>
              <a:ext cx="5496354" cy="110799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just"/>
              <a:r>
                <a:rPr lang="en-US" altLang="zh-CN" sz="1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No existing docstring. Choose one:</a:t>
              </a:r>
            </a:p>
            <a:p>
              <a:pPr algn="just"/>
              <a:r>
                <a:rPr lang="en-US" altLang="zh-CN" sz="1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- `</a:t>
              </a:r>
              <a:r>
                <a:rPr lang="en-US" altLang="zh-CN" sz="1200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use_source</a:t>
              </a:r>
              <a:r>
                <a:rPr lang="en-US" altLang="zh-CN" sz="1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`: the complete docstring-free source is short and self-explanatory.</a:t>
              </a:r>
            </a:p>
            <a:p>
              <a:pPr algn="just"/>
              <a:r>
                <a:rPr lang="en-US" altLang="zh-CN" sz="1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- `</a:t>
              </a:r>
              <a:r>
                <a:rPr lang="en-US" altLang="zh-CN" sz="1200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generate_docstring</a:t>
              </a:r>
              <a:r>
                <a:rPr lang="en-US" altLang="zh-CN" sz="1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`: otherwise explain how to use the function, including what it does when the usual operation cannot be completed.</a:t>
              </a:r>
            </a:p>
            <a:p>
              <a:pPr algn="just"/>
              <a:r>
                <a:rPr lang="en-US" altLang="zh-CN" sz="1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Compare the complete representation cost; do not replace clear short code with longer prose.</a:t>
              </a:r>
              <a:endParaRPr lang="zh-CN" altLang="en-US" sz="12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133168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459</TotalTime>
  <Words>64</Words>
  <Application>Microsoft Office PowerPoint</Application>
  <PresentationFormat>自定义</PresentationFormat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盈钢 邱</dc:creator>
  <cp:lastModifiedBy>盈钢 邱</cp:lastModifiedBy>
  <cp:revision>1</cp:revision>
  <dcterms:created xsi:type="dcterms:W3CDTF">2026-10-21T07:51:06Z</dcterms:created>
  <dcterms:modified xsi:type="dcterms:W3CDTF">2026-10-21T15:30:59Z</dcterms:modified>
</cp:coreProperties>
</file>