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7369175" cy="2819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0" d="100"/>
          <a:sy n="160" d="100"/>
        </p:scale>
        <p:origin x="115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E5FCF-CDDD-4C6B-8C8F-A86E87C6F5D7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603250" y="1143000"/>
            <a:ext cx="8064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A053C5-29FB-4C99-A6C8-D571F47E7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28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053C5-29FB-4C99-A6C8-D571F47E7D2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609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1147" y="461416"/>
            <a:ext cx="5526881" cy="981569"/>
          </a:xfrm>
        </p:spPr>
        <p:txBody>
          <a:bodyPr anchor="b"/>
          <a:lstStyle>
            <a:lvl1pPr algn="ctr">
              <a:defRPr sz="24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1147" y="1480838"/>
            <a:ext cx="5526881" cy="680702"/>
          </a:xfrm>
        </p:spPr>
        <p:txBody>
          <a:bodyPr/>
          <a:lstStyle>
            <a:lvl1pPr marL="0" indent="0" algn="ctr">
              <a:buNone/>
              <a:defRPr sz="987"/>
            </a:lvl1pPr>
            <a:lvl2pPr marL="187955" indent="0" algn="ctr">
              <a:buNone/>
              <a:defRPr sz="822"/>
            </a:lvl2pPr>
            <a:lvl3pPr marL="375910" indent="0" algn="ctr">
              <a:buNone/>
              <a:defRPr sz="740"/>
            </a:lvl3pPr>
            <a:lvl4pPr marL="563865" indent="0" algn="ctr">
              <a:buNone/>
              <a:defRPr sz="658"/>
            </a:lvl4pPr>
            <a:lvl5pPr marL="751820" indent="0" algn="ctr">
              <a:buNone/>
              <a:defRPr sz="658"/>
            </a:lvl5pPr>
            <a:lvl6pPr marL="939775" indent="0" algn="ctr">
              <a:buNone/>
              <a:defRPr sz="658"/>
            </a:lvl6pPr>
            <a:lvl7pPr marL="1127730" indent="0" algn="ctr">
              <a:buNone/>
              <a:defRPr sz="658"/>
            </a:lvl7pPr>
            <a:lvl8pPr marL="1315684" indent="0" algn="ctr">
              <a:buNone/>
              <a:defRPr sz="658"/>
            </a:lvl8pPr>
            <a:lvl9pPr marL="1503639" indent="0" algn="ctr">
              <a:buNone/>
              <a:defRPr sz="65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62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967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793" y="702892"/>
            <a:ext cx="6355913" cy="1172792"/>
          </a:xfrm>
        </p:spPr>
        <p:txBody>
          <a:bodyPr anchor="b"/>
          <a:lstStyle>
            <a:lvl1pPr>
              <a:defRPr sz="24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793" y="1886779"/>
            <a:ext cx="6355913" cy="616744"/>
          </a:xfrm>
        </p:spPr>
        <p:txBody>
          <a:bodyPr/>
          <a:lstStyle>
            <a:lvl1pPr marL="0" indent="0">
              <a:buNone/>
              <a:defRPr sz="987">
                <a:solidFill>
                  <a:schemeClr val="tx1">
                    <a:tint val="82000"/>
                  </a:schemeClr>
                </a:solidFill>
              </a:defRPr>
            </a:lvl1pPr>
            <a:lvl2pPr marL="187955" indent="0">
              <a:buNone/>
              <a:defRPr sz="822">
                <a:solidFill>
                  <a:schemeClr val="tx1">
                    <a:tint val="82000"/>
                  </a:schemeClr>
                </a:solidFill>
              </a:defRPr>
            </a:lvl2pPr>
            <a:lvl3pPr marL="375910" indent="0">
              <a:buNone/>
              <a:defRPr sz="740">
                <a:solidFill>
                  <a:schemeClr val="tx1">
                    <a:tint val="82000"/>
                  </a:schemeClr>
                </a:solidFill>
              </a:defRPr>
            </a:lvl3pPr>
            <a:lvl4pPr marL="563865" indent="0">
              <a:buNone/>
              <a:defRPr sz="658">
                <a:solidFill>
                  <a:schemeClr val="tx1">
                    <a:tint val="82000"/>
                  </a:schemeClr>
                </a:solidFill>
              </a:defRPr>
            </a:lvl4pPr>
            <a:lvl5pPr marL="751820" indent="0">
              <a:buNone/>
              <a:defRPr sz="658">
                <a:solidFill>
                  <a:schemeClr val="tx1">
                    <a:tint val="82000"/>
                  </a:schemeClr>
                </a:solidFill>
              </a:defRPr>
            </a:lvl5pPr>
            <a:lvl6pPr marL="939775" indent="0">
              <a:buNone/>
              <a:defRPr sz="658">
                <a:solidFill>
                  <a:schemeClr val="tx1">
                    <a:tint val="82000"/>
                  </a:schemeClr>
                </a:solidFill>
              </a:defRPr>
            </a:lvl6pPr>
            <a:lvl7pPr marL="1127730" indent="0">
              <a:buNone/>
              <a:defRPr sz="658">
                <a:solidFill>
                  <a:schemeClr val="tx1">
                    <a:tint val="82000"/>
                  </a:schemeClr>
                </a:solidFill>
              </a:defRPr>
            </a:lvl7pPr>
            <a:lvl8pPr marL="1315684" indent="0">
              <a:buNone/>
              <a:defRPr sz="658">
                <a:solidFill>
                  <a:schemeClr val="tx1">
                    <a:tint val="82000"/>
                  </a:schemeClr>
                </a:solidFill>
              </a:defRPr>
            </a:lvl8pPr>
            <a:lvl9pPr marL="1503639" indent="0">
              <a:buNone/>
              <a:defRPr sz="65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9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6631" y="750535"/>
            <a:ext cx="3131899" cy="17888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0645" y="750535"/>
            <a:ext cx="3131899" cy="17888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57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591" y="150107"/>
            <a:ext cx="6355913" cy="5449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591" y="691145"/>
            <a:ext cx="3117506" cy="338719"/>
          </a:xfrm>
        </p:spPr>
        <p:txBody>
          <a:bodyPr anchor="b"/>
          <a:lstStyle>
            <a:lvl1pPr marL="0" indent="0">
              <a:buNone/>
              <a:defRPr sz="987" b="1"/>
            </a:lvl1pPr>
            <a:lvl2pPr marL="187955" indent="0">
              <a:buNone/>
              <a:defRPr sz="822" b="1"/>
            </a:lvl2pPr>
            <a:lvl3pPr marL="375910" indent="0">
              <a:buNone/>
              <a:defRPr sz="740" b="1"/>
            </a:lvl3pPr>
            <a:lvl4pPr marL="563865" indent="0">
              <a:buNone/>
              <a:defRPr sz="658" b="1"/>
            </a:lvl4pPr>
            <a:lvl5pPr marL="751820" indent="0">
              <a:buNone/>
              <a:defRPr sz="658" b="1"/>
            </a:lvl5pPr>
            <a:lvl6pPr marL="939775" indent="0">
              <a:buNone/>
              <a:defRPr sz="658" b="1"/>
            </a:lvl6pPr>
            <a:lvl7pPr marL="1127730" indent="0">
              <a:buNone/>
              <a:defRPr sz="658" b="1"/>
            </a:lvl7pPr>
            <a:lvl8pPr marL="1315684" indent="0">
              <a:buNone/>
              <a:defRPr sz="658" b="1"/>
            </a:lvl8pPr>
            <a:lvl9pPr marL="1503639" indent="0">
              <a:buNone/>
              <a:defRPr sz="65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591" y="1029864"/>
            <a:ext cx="3117506" cy="1514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0645" y="691145"/>
            <a:ext cx="3132859" cy="338719"/>
          </a:xfrm>
        </p:spPr>
        <p:txBody>
          <a:bodyPr anchor="b"/>
          <a:lstStyle>
            <a:lvl1pPr marL="0" indent="0">
              <a:buNone/>
              <a:defRPr sz="987" b="1"/>
            </a:lvl1pPr>
            <a:lvl2pPr marL="187955" indent="0">
              <a:buNone/>
              <a:defRPr sz="822" b="1"/>
            </a:lvl2pPr>
            <a:lvl3pPr marL="375910" indent="0">
              <a:buNone/>
              <a:defRPr sz="740" b="1"/>
            </a:lvl3pPr>
            <a:lvl4pPr marL="563865" indent="0">
              <a:buNone/>
              <a:defRPr sz="658" b="1"/>
            </a:lvl4pPr>
            <a:lvl5pPr marL="751820" indent="0">
              <a:buNone/>
              <a:defRPr sz="658" b="1"/>
            </a:lvl5pPr>
            <a:lvl6pPr marL="939775" indent="0">
              <a:buNone/>
              <a:defRPr sz="658" b="1"/>
            </a:lvl6pPr>
            <a:lvl7pPr marL="1127730" indent="0">
              <a:buNone/>
              <a:defRPr sz="658" b="1"/>
            </a:lvl7pPr>
            <a:lvl8pPr marL="1315684" indent="0">
              <a:buNone/>
              <a:defRPr sz="658" b="1"/>
            </a:lvl8pPr>
            <a:lvl9pPr marL="1503639" indent="0">
              <a:buNone/>
              <a:defRPr sz="65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0645" y="1029864"/>
            <a:ext cx="3132859" cy="1514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10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022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67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591" y="187960"/>
            <a:ext cx="2376751" cy="657860"/>
          </a:xfrm>
        </p:spPr>
        <p:txBody>
          <a:bodyPr anchor="b"/>
          <a:lstStyle>
            <a:lvl1pPr>
              <a:defRPr sz="13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2859" y="405942"/>
            <a:ext cx="3730645" cy="2003601"/>
          </a:xfrm>
        </p:spPr>
        <p:txBody>
          <a:bodyPr/>
          <a:lstStyle>
            <a:lvl1pPr>
              <a:defRPr sz="1316"/>
            </a:lvl1pPr>
            <a:lvl2pPr>
              <a:defRPr sz="1151"/>
            </a:lvl2pPr>
            <a:lvl3pPr>
              <a:defRPr sz="987"/>
            </a:lvl3pPr>
            <a:lvl4pPr>
              <a:defRPr sz="822"/>
            </a:lvl4pPr>
            <a:lvl5pPr>
              <a:defRPr sz="822"/>
            </a:lvl5pPr>
            <a:lvl6pPr>
              <a:defRPr sz="822"/>
            </a:lvl6pPr>
            <a:lvl7pPr>
              <a:defRPr sz="822"/>
            </a:lvl7pPr>
            <a:lvl8pPr>
              <a:defRPr sz="822"/>
            </a:lvl8pPr>
            <a:lvl9pPr>
              <a:defRPr sz="8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591" y="845820"/>
            <a:ext cx="2376751" cy="1566986"/>
          </a:xfrm>
        </p:spPr>
        <p:txBody>
          <a:bodyPr/>
          <a:lstStyle>
            <a:lvl1pPr marL="0" indent="0">
              <a:buNone/>
              <a:defRPr sz="658"/>
            </a:lvl1pPr>
            <a:lvl2pPr marL="187955" indent="0">
              <a:buNone/>
              <a:defRPr sz="576"/>
            </a:lvl2pPr>
            <a:lvl3pPr marL="375910" indent="0">
              <a:buNone/>
              <a:defRPr sz="493"/>
            </a:lvl3pPr>
            <a:lvl4pPr marL="563865" indent="0">
              <a:buNone/>
              <a:defRPr sz="411"/>
            </a:lvl4pPr>
            <a:lvl5pPr marL="751820" indent="0">
              <a:buNone/>
              <a:defRPr sz="411"/>
            </a:lvl5pPr>
            <a:lvl6pPr marL="939775" indent="0">
              <a:buNone/>
              <a:defRPr sz="411"/>
            </a:lvl6pPr>
            <a:lvl7pPr marL="1127730" indent="0">
              <a:buNone/>
              <a:defRPr sz="411"/>
            </a:lvl7pPr>
            <a:lvl8pPr marL="1315684" indent="0">
              <a:buNone/>
              <a:defRPr sz="411"/>
            </a:lvl8pPr>
            <a:lvl9pPr marL="1503639" indent="0">
              <a:buNone/>
              <a:defRPr sz="4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45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591" y="187960"/>
            <a:ext cx="2376751" cy="657860"/>
          </a:xfrm>
        </p:spPr>
        <p:txBody>
          <a:bodyPr anchor="b"/>
          <a:lstStyle>
            <a:lvl1pPr>
              <a:defRPr sz="13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2859" y="405942"/>
            <a:ext cx="3730645" cy="2003601"/>
          </a:xfrm>
        </p:spPr>
        <p:txBody>
          <a:bodyPr anchor="t"/>
          <a:lstStyle>
            <a:lvl1pPr marL="0" indent="0">
              <a:buNone/>
              <a:defRPr sz="1316"/>
            </a:lvl1pPr>
            <a:lvl2pPr marL="187955" indent="0">
              <a:buNone/>
              <a:defRPr sz="1151"/>
            </a:lvl2pPr>
            <a:lvl3pPr marL="375910" indent="0">
              <a:buNone/>
              <a:defRPr sz="987"/>
            </a:lvl3pPr>
            <a:lvl4pPr marL="563865" indent="0">
              <a:buNone/>
              <a:defRPr sz="822"/>
            </a:lvl4pPr>
            <a:lvl5pPr marL="751820" indent="0">
              <a:buNone/>
              <a:defRPr sz="822"/>
            </a:lvl5pPr>
            <a:lvl6pPr marL="939775" indent="0">
              <a:buNone/>
              <a:defRPr sz="822"/>
            </a:lvl6pPr>
            <a:lvl7pPr marL="1127730" indent="0">
              <a:buNone/>
              <a:defRPr sz="822"/>
            </a:lvl7pPr>
            <a:lvl8pPr marL="1315684" indent="0">
              <a:buNone/>
              <a:defRPr sz="822"/>
            </a:lvl8pPr>
            <a:lvl9pPr marL="1503639" indent="0">
              <a:buNone/>
              <a:defRPr sz="82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591" y="845820"/>
            <a:ext cx="2376751" cy="1566986"/>
          </a:xfrm>
        </p:spPr>
        <p:txBody>
          <a:bodyPr/>
          <a:lstStyle>
            <a:lvl1pPr marL="0" indent="0">
              <a:buNone/>
              <a:defRPr sz="658"/>
            </a:lvl1pPr>
            <a:lvl2pPr marL="187955" indent="0">
              <a:buNone/>
              <a:defRPr sz="576"/>
            </a:lvl2pPr>
            <a:lvl3pPr marL="375910" indent="0">
              <a:buNone/>
              <a:defRPr sz="493"/>
            </a:lvl3pPr>
            <a:lvl4pPr marL="563865" indent="0">
              <a:buNone/>
              <a:defRPr sz="411"/>
            </a:lvl4pPr>
            <a:lvl5pPr marL="751820" indent="0">
              <a:buNone/>
              <a:defRPr sz="411"/>
            </a:lvl5pPr>
            <a:lvl6pPr marL="939775" indent="0">
              <a:buNone/>
              <a:defRPr sz="411"/>
            </a:lvl6pPr>
            <a:lvl7pPr marL="1127730" indent="0">
              <a:buNone/>
              <a:defRPr sz="411"/>
            </a:lvl7pPr>
            <a:lvl8pPr marL="1315684" indent="0">
              <a:buNone/>
              <a:defRPr sz="411"/>
            </a:lvl8pPr>
            <a:lvl9pPr marL="1503639" indent="0">
              <a:buNone/>
              <a:defRPr sz="4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54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940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73566" y="150107"/>
            <a:ext cx="1588978" cy="23893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6631" y="150107"/>
            <a:ext cx="4674820" cy="23893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004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6631" y="150107"/>
            <a:ext cx="6355913" cy="5449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631" y="750535"/>
            <a:ext cx="6355913" cy="1788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6631" y="2613166"/>
            <a:ext cx="1658064" cy="1501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E3282F-7E4E-40E9-B7CC-DE5F5B3C283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1039" y="2613166"/>
            <a:ext cx="2487097" cy="1501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04480" y="2613166"/>
            <a:ext cx="1658064" cy="1501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34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75910" rtl="0" eaLnBrk="1" latinLnBrk="0" hangingPunct="1">
        <a:lnSpc>
          <a:spcPct val="90000"/>
        </a:lnSpc>
        <a:spcBef>
          <a:spcPct val="0"/>
        </a:spcBef>
        <a:buNone/>
        <a:defRPr sz="18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977" indent="-93977" algn="l" defTabSz="37591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151" kern="1200">
          <a:solidFill>
            <a:schemeClr val="tx1"/>
          </a:solidFill>
          <a:latin typeface="+mn-lt"/>
          <a:ea typeface="+mn-ea"/>
          <a:cs typeface="+mn-cs"/>
        </a:defRPr>
      </a:lvl1pPr>
      <a:lvl2pPr marL="281932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987" kern="1200">
          <a:solidFill>
            <a:schemeClr val="tx1"/>
          </a:solidFill>
          <a:latin typeface="+mn-lt"/>
          <a:ea typeface="+mn-ea"/>
          <a:cs typeface="+mn-cs"/>
        </a:defRPr>
      </a:lvl2pPr>
      <a:lvl3pPr marL="469887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822" kern="1200">
          <a:solidFill>
            <a:schemeClr val="tx1"/>
          </a:solidFill>
          <a:latin typeface="+mn-lt"/>
          <a:ea typeface="+mn-ea"/>
          <a:cs typeface="+mn-cs"/>
        </a:defRPr>
      </a:lvl3pPr>
      <a:lvl4pPr marL="657842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4pPr>
      <a:lvl5pPr marL="845797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5pPr>
      <a:lvl6pPr marL="1033752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6pPr>
      <a:lvl7pPr marL="1221707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7pPr>
      <a:lvl8pPr marL="1409662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8pPr>
      <a:lvl9pPr marL="1597617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1pPr>
      <a:lvl2pPr marL="187955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2pPr>
      <a:lvl3pPr marL="375910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63865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4pPr>
      <a:lvl5pPr marL="751820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5pPr>
      <a:lvl6pPr marL="939775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6pPr>
      <a:lvl7pPr marL="1127730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7pPr>
      <a:lvl8pPr marL="1315684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8pPr>
      <a:lvl9pPr marL="1503639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A1655B26-25E6-6AA2-B667-DAB611601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8709"/>
            <a:ext cx="7369175" cy="280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1363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13</cp:revision>
  <dcterms:created xsi:type="dcterms:W3CDTF">2025-07-23T06:23:40Z</dcterms:created>
  <dcterms:modified xsi:type="dcterms:W3CDTF">2025-11-25T18:55:49Z</dcterms:modified>
</cp:coreProperties>
</file>