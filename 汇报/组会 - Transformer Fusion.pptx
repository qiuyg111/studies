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35"/>
  </p:notesMasterIdLst>
  <p:sldIdLst>
    <p:sldId id="325" r:id="rId2"/>
    <p:sldId id="257" r:id="rId3"/>
    <p:sldId id="376" r:id="rId4"/>
    <p:sldId id="377" r:id="rId5"/>
    <p:sldId id="379" r:id="rId6"/>
    <p:sldId id="378" r:id="rId7"/>
    <p:sldId id="380" r:id="rId8"/>
    <p:sldId id="381" r:id="rId9"/>
    <p:sldId id="382" r:id="rId10"/>
    <p:sldId id="385" r:id="rId11"/>
    <p:sldId id="383" r:id="rId12"/>
    <p:sldId id="384" r:id="rId13"/>
    <p:sldId id="353" r:id="rId14"/>
    <p:sldId id="356" r:id="rId15"/>
    <p:sldId id="386" r:id="rId16"/>
    <p:sldId id="388" r:id="rId17"/>
    <p:sldId id="393" r:id="rId18"/>
    <p:sldId id="394" r:id="rId19"/>
    <p:sldId id="391" r:id="rId20"/>
    <p:sldId id="396" r:id="rId21"/>
    <p:sldId id="392" r:id="rId22"/>
    <p:sldId id="395" r:id="rId23"/>
    <p:sldId id="358" r:id="rId24"/>
    <p:sldId id="366" r:id="rId25"/>
    <p:sldId id="367" r:id="rId26"/>
    <p:sldId id="368" r:id="rId27"/>
    <p:sldId id="369" r:id="rId28"/>
    <p:sldId id="371" r:id="rId29"/>
    <p:sldId id="372" r:id="rId30"/>
    <p:sldId id="373" r:id="rId31"/>
    <p:sldId id="375" r:id="rId32"/>
    <p:sldId id="374" r:id="rId33"/>
    <p:sldId id="365" r:id="rId3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4AEC"/>
    <a:srgbClr val="1AE43C"/>
    <a:srgbClr val="FD0004"/>
    <a:srgbClr val="0101F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494" autoAdjust="0"/>
    <p:restoredTop sz="79082" autoAdjust="0"/>
  </p:normalViewPr>
  <p:slideViewPr>
    <p:cSldViewPr snapToGrid="0">
      <p:cViewPr varScale="1">
        <p:scale>
          <a:sx n="67" d="100"/>
          <a:sy n="67" d="100"/>
        </p:scale>
        <p:origin x="1454" y="48"/>
      </p:cViewPr>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00" d="100"/>
        <a:sy n="100" d="100"/>
      </p:scale>
      <p:origin x="0" y="-52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D20703-AF86-4F31-B9FB-F7B8355B7ACE}" type="datetimeFigureOut">
              <a:rPr lang="zh-CN" altLang="en-US" smtClean="0"/>
              <a:t>2024/11/30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8741DC-E11E-424D-8624-63C2B9FB9B1B}" type="slidenum">
              <a:rPr lang="zh-CN" altLang="en-US" smtClean="0"/>
              <a:t>‹#›</a:t>
            </a:fld>
            <a:endParaRPr lang="zh-CN" altLang="en-US"/>
          </a:p>
        </p:txBody>
      </p:sp>
    </p:spTree>
    <p:extLst>
      <p:ext uri="{BB962C8B-B14F-4D97-AF65-F5344CB8AC3E}">
        <p14:creationId xmlns:p14="http://schemas.microsoft.com/office/powerpoint/2010/main" val="27472607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endParaRPr lang="zh-CN" altLang="en-US" b="0" i="0" u="none" dirty="0">
              <a:solidFill>
                <a:srgbClr val="2440B3"/>
              </a:solidFill>
              <a:effectLst/>
              <a:latin typeface="Arial" panose="020B0604020202020204" pitchFamily="34" charset="0"/>
            </a:endParaRPr>
          </a:p>
        </p:txBody>
      </p:sp>
      <p:sp>
        <p:nvSpPr>
          <p:cNvPr id="4" name="灯片编号占位符 3"/>
          <p:cNvSpPr>
            <a:spLocks noGrp="1"/>
          </p:cNvSpPr>
          <p:nvPr>
            <p:ph type="sldNum" sz="quarter" idx="10"/>
          </p:nvPr>
        </p:nvSpPr>
        <p:spPr/>
        <p:txBody>
          <a:bodyPr/>
          <a:lstStyle/>
          <a:p>
            <a:fld id="{D34C0232-94FA-4EBE-BB9B-79FBE486032D}" type="slidenum">
              <a:rPr lang="zh-CN" altLang="en-US" smtClean="0"/>
              <a:t>1</a:t>
            </a:fld>
            <a:endParaRPr lang="zh-CN" altLang="en-US"/>
          </a:p>
        </p:txBody>
      </p:sp>
    </p:spTree>
    <p:extLst>
      <p:ext uri="{BB962C8B-B14F-4D97-AF65-F5344CB8AC3E}">
        <p14:creationId xmlns:p14="http://schemas.microsoft.com/office/powerpoint/2010/main" val="3356403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8494411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844767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4406926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6586141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5295900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8200595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1954831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4124497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7887924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9739257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endParaRPr lang="en-US" altLang="zh-CN" sz="1600" dirty="0">
              <a:latin typeface="+mn-ea"/>
            </a:endParaRPr>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5525757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0891643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0272433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597626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2331762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8274148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3462145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9542113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6896294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endParaRPr lang="zh-CN" altLang="en-US"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1023023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endParaRPr lang="en-US" altLang="zh-CN"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2344068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endParaRPr lang="en-US" altLang="zh-CN"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7758424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endParaRPr lang="en-US" altLang="zh-CN"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0379919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endParaRPr lang="en-US" altLang="zh-CN"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159858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endParaRPr lang="en-US" altLang="zh-CN"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4661049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endParaRPr lang="en-US" altLang="zh-CN"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61104472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endParaRPr lang="en-US" altLang="zh-CN"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53696521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endParaRPr lang="en-US" altLang="zh-CN"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0563409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endParaRPr lang="en-US" altLang="zh-CN"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21250719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BAED6-63D6-5935-7B5F-DA73B9837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5D880A-0BB6-7EEE-5807-2D38FD252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516CFA-93A5-4D21-6C99-8E3A0A4DA517}"/>
              </a:ext>
            </a:extLst>
          </p:cNvPr>
          <p:cNvSpPr>
            <a:spLocks noGrp="1"/>
          </p:cNvSpPr>
          <p:nvPr>
            <p:ph type="body" idx="1"/>
          </p:nvPr>
        </p:nvSpPr>
        <p:spPr/>
        <p:txBody>
          <a:bodyPr/>
          <a:lstStyle/>
          <a:p>
            <a:pPr marL="0" indent="0">
              <a:buFont typeface="Wingdings" panose="05000000000000000000" pitchFamily="2" charset="2"/>
              <a:buNone/>
            </a:pPr>
            <a:endParaRPr lang="en-US" altLang="zh-CN" dirty="0"/>
          </a:p>
        </p:txBody>
      </p:sp>
      <p:sp>
        <p:nvSpPr>
          <p:cNvPr id="4" name="灯片编号占位符 3">
            <a:extLst>
              <a:ext uri="{FF2B5EF4-FFF2-40B4-BE49-F238E27FC236}">
                <a16:creationId xmlns:a16="http://schemas.microsoft.com/office/drawing/2014/main" id="{CEBD221B-724B-CD06-76AC-B7CBBAB7911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4C0232-94FA-4EBE-BB9B-79FBE486032D}"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41940560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endParaRPr lang="zh-CN" altLang="en-US" b="0" i="0" dirty="0">
              <a:effectLst/>
              <a:latin typeface="-apple-system"/>
            </a:endParaRPr>
          </a:p>
        </p:txBody>
      </p:sp>
      <p:sp>
        <p:nvSpPr>
          <p:cNvPr id="4" name="灯片编号占位符 3"/>
          <p:cNvSpPr>
            <a:spLocks noGrp="1"/>
          </p:cNvSpPr>
          <p:nvPr>
            <p:ph type="sldNum" sz="quarter" idx="10"/>
          </p:nvPr>
        </p:nvSpPr>
        <p:spPr/>
        <p:txBody>
          <a:bodyPr/>
          <a:lstStyle/>
          <a:p>
            <a:fld id="{D34C0232-94FA-4EBE-BB9B-79FBE486032D}" type="slidenum">
              <a:rPr lang="zh-CN" altLang="en-US" smtClean="0"/>
              <a:t>33</a:t>
            </a:fld>
            <a:endParaRPr lang="zh-CN" altLang="en-US"/>
          </a:p>
        </p:txBody>
      </p:sp>
    </p:spTree>
    <p:extLst>
      <p:ext uri="{BB962C8B-B14F-4D97-AF65-F5344CB8AC3E}">
        <p14:creationId xmlns:p14="http://schemas.microsoft.com/office/powerpoint/2010/main" val="29586716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首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919991"/>
      </p:ext>
    </p:extLst>
  </p:cSld>
  <p:clrMapOvr>
    <a:masterClrMapping/>
  </p:clrMapOvr>
  <mc:AlternateContent xmlns:mc="http://schemas.openxmlformats.org/markup-compatibility/2006" xmlns:p14="http://schemas.microsoft.com/office/powerpoint/2010/main">
    <mc:Choice Requires="p14">
      <p:transition spd="slow" p14:dur="1400" advClick="0" advTm="5000">
        <p14:ripple/>
      </p:transition>
    </mc:Choice>
    <mc:Fallback xmlns="">
      <p:transition spd="slow" advClick="0" advTm="5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1874750"/>
      </p:ext>
    </p:extLst>
  </p:cSld>
  <p:clrMapOvr>
    <a:masterClrMapping/>
  </p:clrMapOvr>
  <mc:AlternateContent xmlns:mc="http://schemas.openxmlformats.org/markup-compatibility/2006" xmlns:p14="http://schemas.microsoft.com/office/powerpoint/2010/main">
    <mc:Choice Requires="p14">
      <p:transition spd="slow" p14:dur="1400" advClick="0" advTm="5000">
        <p14:doors dir="vert"/>
      </p:transition>
    </mc:Choice>
    <mc:Fallback xmlns="">
      <p:transition spd="slow" advClick="0" advTm="5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过度页1">
    <p:spTree>
      <p:nvGrpSpPr>
        <p:cNvPr id="1" name=""/>
        <p:cNvGrpSpPr/>
        <p:nvPr/>
      </p:nvGrpSpPr>
      <p:grpSpPr>
        <a:xfrm>
          <a:off x="0" y="0"/>
          <a:ext cx="0" cy="0"/>
          <a:chOff x="0" y="0"/>
          <a:chExt cx="0" cy="0"/>
        </a:xfrm>
      </p:grpSpPr>
    </p:spTree>
    <p:extLst>
      <p:ext uri="{BB962C8B-B14F-4D97-AF65-F5344CB8AC3E}">
        <p14:creationId xmlns:p14="http://schemas.microsoft.com/office/powerpoint/2010/main" val="459787248"/>
      </p:ext>
    </p:extLst>
  </p:cSld>
  <p:clrMapOvr>
    <a:masterClrMapping/>
  </p:clrMapOvr>
  <mc:AlternateContent xmlns:mc="http://schemas.openxmlformats.org/markup-compatibility/2006" xmlns:p14="http://schemas.microsoft.com/office/powerpoint/2010/main">
    <mc:Choice Requires="p14">
      <p:transition spd="slow" p14:dur="900" advClick="0" advTm="5000">
        <p14:warp dir="in"/>
      </p:transition>
    </mc:Choice>
    <mc:Fallback xmlns="">
      <p:transition spd="slow" advClick="0" advTm="5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内页-1">
    <p:spTree>
      <p:nvGrpSpPr>
        <p:cNvPr id="1" name=""/>
        <p:cNvGrpSpPr/>
        <p:nvPr/>
      </p:nvGrpSpPr>
      <p:grpSpPr>
        <a:xfrm>
          <a:off x="0" y="0"/>
          <a:ext cx="0" cy="0"/>
          <a:chOff x="0" y="0"/>
          <a:chExt cx="0" cy="0"/>
        </a:xfrm>
      </p:grpSpPr>
      <p:sp>
        <p:nvSpPr>
          <p:cNvPr id="2" name="圆角矩形 11"/>
          <p:cNvSpPr/>
          <p:nvPr userDrawn="1"/>
        </p:nvSpPr>
        <p:spPr>
          <a:xfrm rot="2603202">
            <a:off x="336606" y="165885"/>
            <a:ext cx="470229" cy="470228"/>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
        <p:nvSpPr>
          <p:cNvPr id="3" name="Line 9"/>
          <p:cNvSpPr>
            <a:spLocks noChangeShapeType="1"/>
          </p:cNvSpPr>
          <p:nvPr userDrawn="1"/>
        </p:nvSpPr>
        <p:spPr bwMode="auto">
          <a:xfrm>
            <a:off x="805839" y="695491"/>
            <a:ext cx="11387572" cy="0"/>
          </a:xfrm>
          <a:prstGeom prst="line">
            <a:avLst/>
          </a:prstGeom>
          <a:ln w="28575">
            <a:gradFill>
              <a:gsLst>
                <a:gs pos="0">
                  <a:schemeClr val="tx1">
                    <a:lumMod val="35000"/>
                    <a:lumOff val="65000"/>
                  </a:schemeClr>
                </a:gs>
                <a:gs pos="100000">
                  <a:schemeClr val="bg1"/>
                </a:gs>
              </a:gsLst>
              <a:lin ang="5400000" scaled="0"/>
            </a:gradFill>
          </a:ln>
          <a:extLst>
            <a:ext uri="{909E8E84-426E-40DD-AFC4-6F175D3DCCD1}">
              <a14:hiddenFill xmlns:a14="http://schemas.microsoft.com/office/drawing/2010/main">
                <a:noFill/>
              </a14:hiddenFill>
            </a:ext>
          </a:extLst>
        </p:spPr>
        <p:style>
          <a:lnRef idx="1">
            <a:schemeClr val="accent1"/>
          </a:lnRef>
          <a:fillRef idx="0">
            <a:schemeClr val="accent1"/>
          </a:fillRef>
          <a:effectRef idx="0">
            <a:schemeClr val="accent1"/>
          </a:effectRef>
          <a:fontRef idx="minor">
            <a:schemeClr val="tx1"/>
          </a:fontRef>
        </p:style>
        <p:txBody>
          <a:bodyPr vert="horz" wrap="square" lIns="121920" tIns="60961" rIns="121920" bIns="60961" numCol="1" anchor="t" anchorCtr="0" compatLnSpc="1"/>
          <a:lstStyle/>
          <a:p>
            <a:pPr>
              <a:lnSpc>
                <a:spcPct val="120000"/>
              </a:lnSpc>
            </a:pPr>
            <a:endParaRPr lang="zh-CN" altLang="en-US" sz="3200">
              <a:solidFill>
                <a:schemeClr val="tx2"/>
              </a:solidFill>
              <a:latin typeface="微软雅黑" panose="020B0503020204020204" pitchFamily="34" charset="-122"/>
              <a:ea typeface="微软雅黑" panose="020B0503020204020204" pitchFamily="34" charset="-122"/>
            </a:endParaRPr>
          </a:p>
        </p:txBody>
      </p:sp>
      <p:sp>
        <p:nvSpPr>
          <p:cNvPr id="4" name="圆角矩形 13"/>
          <p:cNvSpPr/>
          <p:nvPr userDrawn="1"/>
        </p:nvSpPr>
        <p:spPr>
          <a:xfrm rot="2634344">
            <a:off x="551426" y="237849"/>
            <a:ext cx="410548" cy="410548"/>
          </a:xfrm>
          <a:prstGeom prst="roundRect">
            <a:avLst/>
          </a:prstGeom>
          <a:solidFill>
            <a:schemeClr val="accent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Tree>
    <p:extLst>
      <p:ext uri="{BB962C8B-B14F-4D97-AF65-F5344CB8AC3E}">
        <p14:creationId xmlns:p14="http://schemas.microsoft.com/office/powerpoint/2010/main" val="3927944760"/>
      </p:ext>
    </p:extLst>
  </p:cSld>
  <p:clrMapOvr>
    <a:masterClrMapping/>
  </p:clrMapOvr>
  <mc:AlternateContent xmlns:mc="http://schemas.openxmlformats.org/markup-compatibility/2006" xmlns:p14="http://schemas.microsoft.com/office/powerpoint/2010/main">
    <mc:Choice Requires="p14">
      <p:transition spd="slow" p14:dur="1600" advClick="0" advTm="5000">
        <p14:prism isInverted="1"/>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8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内页-1">
    <p:spTree>
      <p:nvGrpSpPr>
        <p:cNvPr id="1" name=""/>
        <p:cNvGrpSpPr/>
        <p:nvPr/>
      </p:nvGrpSpPr>
      <p:grpSpPr>
        <a:xfrm>
          <a:off x="0" y="0"/>
          <a:ext cx="0" cy="0"/>
          <a:chOff x="0" y="0"/>
          <a:chExt cx="0" cy="0"/>
        </a:xfrm>
      </p:grpSpPr>
      <p:sp>
        <p:nvSpPr>
          <p:cNvPr id="2" name="圆角矩形 11"/>
          <p:cNvSpPr/>
          <p:nvPr userDrawn="1"/>
        </p:nvSpPr>
        <p:spPr>
          <a:xfrm rot="2603202">
            <a:off x="336606" y="165885"/>
            <a:ext cx="470229" cy="470228"/>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
        <p:nvSpPr>
          <p:cNvPr id="3" name="Line 9"/>
          <p:cNvSpPr>
            <a:spLocks noChangeShapeType="1"/>
          </p:cNvSpPr>
          <p:nvPr userDrawn="1"/>
        </p:nvSpPr>
        <p:spPr bwMode="auto">
          <a:xfrm>
            <a:off x="805839" y="695491"/>
            <a:ext cx="11387572" cy="0"/>
          </a:xfrm>
          <a:prstGeom prst="line">
            <a:avLst/>
          </a:prstGeom>
          <a:ln w="28575">
            <a:gradFill>
              <a:gsLst>
                <a:gs pos="0">
                  <a:schemeClr val="tx1">
                    <a:lumMod val="35000"/>
                    <a:lumOff val="65000"/>
                  </a:schemeClr>
                </a:gs>
                <a:gs pos="100000">
                  <a:schemeClr val="bg1"/>
                </a:gs>
              </a:gsLst>
              <a:lin ang="5400000" scaled="0"/>
            </a:gradFill>
          </a:ln>
          <a:extLst>
            <a:ext uri="{909E8E84-426E-40DD-AFC4-6F175D3DCCD1}">
              <a14:hiddenFill xmlns:a14="http://schemas.microsoft.com/office/drawing/2010/main">
                <a:noFill/>
              </a14:hiddenFill>
            </a:ext>
          </a:extLst>
        </p:spPr>
        <p:style>
          <a:lnRef idx="1">
            <a:schemeClr val="accent1"/>
          </a:lnRef>
          <a:fillRef idx="0">
            <a:schemeClr val="accent1"/>
          </a:fillRef>
          <a:effectRef idx="0">
            <a:schemeClr val="accent1"/>
          </a:effectRef>
          <a:fontRef idx="minor">
            <a:schemeClr val="tx1"/>
          </a:fontRef>
        </p:style>
        <p:txBody>
          <a:bodyPr vert="horz" wrap="square" lIns="121920" tIns="60961" rIns="121920" bIns="60961" numCol="1" anchor="t" anchorCtr="0" compatLnSpc="1"/>
          <a:lstStyle/>
          <a:p>
            <a:pPr>
              <a:lnSpc>
                <a:spcPct val="120000"/>
              </a:lnSpc>
            </a:pPr>
            <a:endParaRPr lang="zh-CN" altLang="en-US" sz="3200">
              <a:solidFill>
                <a:schemeClr val="tx2"/>
              </a:solidFill>
              <a:latin typeface="微软雅黑" panose="020B0503020204020204" pitchFamily="34" charset="-122"/>
              <a:ea typeface="微软雅黑" panose="020B0503020204020204" pitchFamily="34" charset="-122"/>
            </a:endParaRPr>
          </a:p>
        </p:txBody>
      </p:sp>
      <p:sp>
        <p:nvSpPr>
          <p:cNvPr id="4" name="圆角矩形 13"/>
          <p:cNvSpPr/>
          <p:nvPr userDrawn="1"/>
        </p:nvSpPr>
        <p:spPr>
          <a:xfrm rot="2634344">
            <a:off x="551426" y="237849"/>
            <a:ext cx="410548" cy="410548"/>
          </a:xfrm>
          <a:prstGeom prst="roundRect">
            <a:avLst/>
          </a:prstGeom>
          <a:solidFill>
            <a:schemeClr val="accent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Tree>
    <p:extLst>
      <p:ext uri="{BB962C8B-B14F-4D97-AF65-F5344CB8AC3E}">
        <p14:creationId xmlns:p14="http://schemas.microsoft.com/office/powerpoint/2010/main" val="3298023556"/>
      </p:ext>
    </p:extLst>
  </p:cSld>
  <p:clrMapOvr>
    <a:masterClrMapping/>
  </p:clrMapOvr>
  <mc:AlternateContent xmlns:mc="http://schemas.openxmlformats.org/markup-compatibility/2006" xmlns:p14="http://schemas.microsoft.com/office/powerpoint/2010/main">
    <mc:Choice Requires="p14">
      <p:transition spd="slow" p14:dur="1250" advClick="0" advTm="5000">
        <p14:switch dir="r"/>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8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内页-1">
    <p:spTree>
      <p:nvGrpSpPr>
        <p:cNvPr id="1" name=""/>
        <p:cNvGrpSpPr/>
        <p:nvPr/>
      </p:nvGrpSpPr>
      <p:grpSpPr>
        <a:xfrm>
          <a:off x="0" y="0"/>
          <a:ext cx="0" cy="0"/>
          <a:chOff x="0" y="0"/>
          <a:chExt cx="0" cy="0"/>
        </a:xfrm>
      </p:grpSpPr>
      <p:sp>
        <p:nvSpPr>
          <p:cNvPr id="2" name="圆角矩形 11"/>
          <p:cNvSpPr/>
          <p:nvPr userDrawn="1"/>
        </p:nvSpPr>
        <p:spPr>
          <a:xfrm rot="2603202">
            <a:off x="336606" y="165885"/>
            <a:ext cx="470229" cy="470228"/>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
        <p:nvSpPr>
          <p:cNvPr id="3" name="Line 9"/>
          <p:cNvSpPr>
            <a:spLocks noChangeShapeType="1"/>
          </p:cNvSpPr>
          <p:nvPr userDrawn="1"/>
        </p:nvSpPr>
        <p:spPr bwMode="auto">
          <a:xfrm>
            <a:off x="805839" y="695491"/>
            <a:ext cx="11387572" cy="0"/>
          </a:xfrm>
          <a:prstGeom prst="line">
            <a:avLst/>
          </a:prstGeom>
          <a:ln w="28575">
            <a:gradFill>
              <a:gsLst>
                <a:gs pos="0">
                  <a:schemeClr val="tx1">
                    <a:lumMod val="35000"/>
                    <a:lumOff val="65000"/>
                  </a:schemeClr>
                </a:gs>
                <a:gs pos="100000">
                  <a:schemeClr val="bg1"/>
                </a:gs>
              </a:gsLst>
              <a:lin ang="5400000" scaled="0"/>
            </a:gradFill>
          </a:ln>
          <a:extLst>
            <a:ext uri="{909E8E84-426E-40DD-AFC4-6F175D3DCCD1}">
              <a14:hiddenFill xmlns:a14="http://schemas.microsoft.com/office/drawing/2010/main">
                <a:noFill/>
              </a14:hiddenFill>
            </a:ext>
          </a:extLst>
        </p:spPr>
        <p:style>
          <a:lnRef idx="1">
            <a:schemeClr val="accent1"/>
          </a:lnRef>
          <a:fillRef idx="0">
            <a:schemeClr val="accent1"/>
          </a:fillRef>
          <a:effectRef idx="0">
            <a:schemeClr val="accent1"/>
          </a:effectRef>
          <a:fontRef idx="minor">
            <a:schemeClr val="tx1"/>
          </a:fontRef>
        </p:style>
        <p:txBody>
          <a:bodyPr vert="horz" wrap="square" lIns="121920" tIns="60961" rIns="121920" bIns="60961" numCol="1" anchor="t" anchorCtr="0" compatLnSpc="1"/>
          <a:lstStyle/>
          <a:p>
            <a:pPr>
              <a:lnSpc>
                <a:spcPct val="120000"/>
              </a:lnSpc>
            </a:pPr>
            <a:endParaRPr lang="zh-CN" altLang="en-US" sz="3200">
              <a:solidFill>
                <a:schemeClr val="tx2"/>
              </a:solidFill>
              <a:latin typeface="微软雅黑" panose="020B0503020204020204" pitchFamily="34" charset="-122"/>
              <a:ea typeface="微软雅黑" panose="020B0503020204020204" pitchFamily="34" charset="-122"/>
            </a:endParaRPr>
          </a:p>
        </p:txBody>
      </p:sp>
      <p:sp>
        <p:nvSpPr>
          <p:cNvPr id="4" name="圆角矩形 13"/>
          <p:cNvSpPr/>
          <p:nvPr userDrawn="1"/>
        </p:nvSpPr>
        <p:spPr>
          <a:xfrm rot="2634344">
            <a:off x="551426" y="237849"/>
            <a:ext cx="410548" cy="410548"/>
          </a:xfrm>
          <a:prstGeom prst="roundRect">
            <a:avLst/>
          </a:prstGeom>
          <a:solidFill>
            <a:schemeClr val="accent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Tree>
    <p:extLst>
      <p:ext uri="{BB962C8B-B14F-4D97-AF65-F5344CB8AC3E}">
        <p14:creationId xmlns:p14="http://schemas.microsoft.com/office/powerpoint/2010/main" val="3491769650"/>
      </p:ext>
    </p:extLst>
  </p:cSld>
  <p:clrMapOvr>
    <a:masterClrMapping/>
  </p:clrMapOvr>
  <mc:AlternateContent xmlns:mc="http://schemas.openxmlformats.org/markup-compatibility/2006" xmlns:p14="http://schemas.microsoft.com/office/powerpoint/2010/main">
    <mc:Choice Requires="p14">
      <p:transition spd="slow" p14:dur="1250" advClick="0" advTm="5000">
        <p14:flip dir="r"/>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8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内页-1">
    <p:spTree>
      <p:nvGrpSpPr>
        <p:cNvPr id="1" name=""/>
        <p:cNvGrpSpPr/>
        <p:nvPr/>
      </p:nvGrpSpPr>
      <p:grpSpPr>
        <a:xfrm>
          <a:off x="0" y="0"/>
          <a:ext cx="0" cy="0"/>
          <a:chOff x="0" y="0"/>
          <a:chExt cx="0" cy="0"/>
        </a:xfrm>
      </p:grpSpPr>
      <p:sp>
        <p:nvSpPr>
          <p:cNvPr id="2" name="圆角矩形 11"/>
          <p:cNvSpPr/>
          <p:nvPr userDrawn="1"/>
        </p:nvSpPr>
        <p:spPr>
          <a:xfrm rot="2603202">
            <a:off x="336606" y="165885"/>
            <a:ext cx="470229" cy="470228"/>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
        <p:nvSpPr>
          <p:cNvPr id="3" name="Line 9"/>
          <p:cNvSpPr>
            <a:spLocks noChangeShapeType="1"/>
          </p:cNvSpPr>
          <p:nvPr userDrawn="1"/>
        </p:nvSpPr>
        <p:spPr bwMode="auto">
          <a:xfrm>
            <a:off x="805839" y="695491"/>
            <a:ext cx="11387572" cy="0"/>
          </a:xfrm>
          <a:prstGeom prst="line">
            <a:avLst/>
          </a:prstGeom>
          <a:ln w="28575">
            <a:gradFill>
              <a:gsLst>
                <a:gs pos="0">
                  <a:schemeClr val="tx1">
                    <a:lumMod val="35000"/>
                    <a:lumOff val="65000"/>
                  </a:schemeClr>
                </a:gs>
                <a:gs pos="100000">
                  <a:schemeClr val="bg1"/>
                </a:gs>
              </a:gsLst>
              <a:lin ang="5400000" scaled="0"/>
            </a:gradFill>
          </a:ln>
          <a:extLst>
            <a:ext uri="{909E8E84-426E-40DD-AFC4-6F175D3DCCD1}">
              <a14:hiddenFill xmlns:a14="http://schemas.microsoft.com/office/drawing/2010/main">
                <a:noFill/>
              </a14:hiddenFill>
            </a:ext>
          </a:extLst>
        </p:spPr>
        <p:style>
          <a:lnRef idx="1">
            <a:schemeClr val="accent1"/>
          </a:lnRef>
          <a:fillRef idx="0">
            <a:schemeClr val="accent1"/>
          </a:fillRef>
          <a:effectRef idx="0">
            <a:schemeClr val="accent1"/>
          </a:effectRef>
          <a:fontRef idx="minor">
            <a:schemeClr val="tx1"/>
          </a:fontRef>
        </p:style>
        <p:txBody>
          <a:bodyPr vert="horz" wrap="square" lIns="121920" tIns="60961" rIns="121920" bIns="60961" numCol="1" anchor="t" anchorCtr="0" compatLnSpc="1"/>
          <a:lstStyle/>
          <a:p>
            <a:pPr>
              <a:lnSpc>
                <a:spcPct val="120000"/>
              </a:lnSpc>
            </a:pPr>
            <a:endParaRPr lang="zh-CN" altLang="en-US" sz="3200">
              <a:solidFill>
                <a:schemeClr val="tx2"/>
              </a:solidFill>
              <a:latin typeface="微软雅黑" panose="020B0503020204020204" pitchFamily="34" charset="-122"/>
              <a:ea typeface="微软雅黑" panose="020B0503020204020204" pitchFamily="34" charset="-122"/>
            </a:endParaRPr>
          </a:p>
        </p:txBody>
      </p:sp>
      <p:sp>
        <p:nvSpPr>
          <p:cNvPr id="4" name="圆角矩形 13"/>
          <p:cNvSpPr/>
          <p:nvPr userDrawn="1"/>
        </p:nvSpPr>
        <p:spPr>
          <a:xfrm rot="2634344">
            <a:off x="551426" y="237849"/>
            <a:ext cx="410548" cy="410548"/>
          </a:xfrm>
          <a:prstGeom prst="roundRect">
            <a:avLst/>
          </a:prstGeom>
          <a:solidFill>
            <a:schemeClr val="accent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Tree>
    <p:extLst>
      <p:ext uri="{BB962C8B-B14F-4D97-AF65-F5344CB8AC3E}">
        <p14:creationId xmlns:p14="http://schemas.microsoft.com/office/powerpoint/2010/main" val="560972404"/>
      </p:ext>
    </p:extLst>
  </p:cSld>
  <p:clrMapOvr>
    <a:masterClrMapping/>
  </p:clrMapOvr>
  <mc:AlternateContent xmlns:mc="http://schemas.openxmlformats.org/markup-compatibility/2006" xmlns:p14="http://schemas.microsoft.com/office/powerpoint/2010/main">
    <mc:Choice Requires="p14">
      <p:transition spd="slow" p14:dur="1600" advClick="0" advTm="5000">
        <p14:gallery dir="l"/>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8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结束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819806"/>
      </p:ext>
    </p:extLst>
  </p:cSld>
  <p:clrMapOvr>
    <a:masterClrMapping/>
  </p:clrMapOvr>
  <mc:AlternateContent xmlns:mc="http://schemas.openxmlformats.org/markup-compatibility/2006" xmlns:p14="http://schemas.microsoft.com/office/powerpoint/2010/main">
    <mc:Choice Requires="p14">
      <p:transition spd="slow" p14:dur="900" advClick="0" advTm="5000">
        <p14:warp dir="in"/>
      </p:transition>
    </mc:Choice>
    <mc:Fallback xmlns="">
      <p:transition spd="slow" advClick="0" advTm="5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版权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9074605"/>
      </p:ext>
    </p:extLst>
  </p:cSld>
  <p:clrMapOvr>
    <a:masterClrMapping/>
  </p:clrMapOvr>
  <mc:AlternateContent xmlns:mc="http://schemas.openxmlformats.org/markup-compatibility/2006" xmlns:p14="http://schemas.microsoft.com/office/powerpoint/2010/main">
    <mc:Choice Requires="p14">
      <p:transition spd="slow" p14:dur="1600" advClick="0" advTm="5000">
        <p:blinds dir="vert"/>
      </p:transition>
    </mc:Choice>
    <mc:Fallback xmlns="">
      <p:transition spd="slow" advClick="0" advTm="5000">
        <p:blinds dir="vert"/>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lIns="121917" tIns="60958" rIns="121917" bIns="60958"/>
          <a:lstStyle/>
          <a:p>
            <a:r>
              <a:rPr lang="zh-CN" altLang="en-US"/>
              <a:t>单击此处编辑母版标题样式</a:t>
            </a:r>
          </a:p>
        </p:txBody>
      </p:sp>
      <p:sp>
        <p:nvSpPr>
          <p:cNvPr id="3" name="日期占位符 2"/>
          <p:cNvSpPr>
            <a:spLocks noGrp="1"/>
          </p:cNvSpPr>
          <p:nvPr>
            <p:ph type="dt" sz="half" idx="10"/>
          </p:nvPr>
        </p:nvSpPr>
        <p:spPr>
          <a:xfrm>
            <a:off x="838200" y="6356351"/>
            <a:ext cx="2743200" cy="365125"/>
          </a:xfrm>
          <a:prstGeom prst="rect">
            <a:avLst/>
          </a:prstGeom>
        </p:spPr>
        <p:txBody>
          <a:bodyPr lIns="121917" tIns="60958" rIns="121917" bIns="60958"/>
          <a:lstStyle>
            <a:lvl1pPr>
              <a:defRPr/>
            </a:lvl1pPr>
          </a:lstStyle>
          <a:p>
            <a:fld id="{80F42DC0-2E3F-F440-A3AA-64F0AA1F84F2}" type="datetime1">
              <a:rPr lang="zh-CN" altLang="en-US"/>
              <a:t>2024/11/30</a:t>
            </a:fld>
            <a:endParaRPr lang="zh-CN" altLang="en-US" sz="1900">
              <a:solidFill>
                <a:schemeClr val="tx1"/>
              </a:solidFill>
            </a:endParaRPr>
          </a:p>
        </p:txBody>
      </p:sp>
      <p:sp>
        <p:nvSpPr>
          <p:cNvPr id="4" name="页脚占位符 3"/>
          <p:cNvSpPr>
            <a:spLocks noGrp="1"/>
          </p:cNvSpPr>
          <p:nvPr>
            <p:ph type="ftr" sz="quarter" idx="11"/>
          </p:nvPr>
        </p:nvSpPr>
        <p:spPr>
          <a:xfrm>
            <a:off x="4038600" y="6356351"/>
            <a:ext cx="4114800" cy="365125"/>
          </a:xfrm>
          <a:prstGeom prst="rect">
            <a:avLst/>
          </a:prstGeom>
        </p:spPr>
        <p:txBody>
          <a:bodyPr lIns="121917" tIns="60958" rIns="121917" bIns="60958"/>
          <a:lstStyle>
            <a:lvl1pPr>
              <a:defRPr/>
            </a:lvl1pPr>
          </a:lstStyle>
          <a:p>
            <a:endParaRPr lang="zh-CN" altLang="zh-CN"/>
          </a:p>
        </p:txBody>
      </p:sp>
      <p:sp>
        <p:nvSpPr>
          <p:cNvPr id="5" name="幻灯片编号占位符 4"/>
          <p:cNvSpPr>
            <a:spLocks noGrp="1"/>
          </p:cNvSpPr>
          <p:nvPr>
            <p:ph type="sldNum" sz="quarter" idx="12"/>
          </p:nvPr>
        </p:nvSpPr>
        <p:spPr>
          <a:xfrm>
            <a:off x="8610600" y="6356351"/>
            <a:ext cx="2743200" cy="365125"/>
          </a:xfrm>
          <a:prstGeom prst="rect">
            <a:avLst/>
          </a:prstGeom>
        </p:spPr>
        <p:txBody>
          <a:bodyPr lIns="121917" tIns="60958" rIns="121917" bIns="60958"/>
          <a:lstStyle>
            <a:lvl1pPr>
              <a:defRPr/>
            </a:lvl1pPr>
          </a:lstStyle>
          <a:p>
            <a:fld id="{C5FC99A0-26D8-5E4B-82FB-70809BCEE9F6}" type="slidenum">
              <a:rPr lang="zh-CN" altLang="en-US"/>
              <a:t>‹#›</a:t>
            </a:fld>
            <a:endParaRPr lang="zh-CN" altLang="en-US" sz="1900">
              <a:solidFill>
                <a:schemeClr val="tx1"/>
              </a:solidFill>
            </a:endParaRPr>
          </a:p>
        </p:txBody>
      </p:sp>
    </p:spTree>
    <p:extLst>
      <p:ext uri="{BB962C8B-B14F-4D97-AF65-F5344CB8AC3E}">
        <p14:creationId xmlns:p14="http://schemas.microsoft.com/office/powerpoint/2010/main" val="407284161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首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5509646"/>
      </p:ext>
    </p:extLst>
  </p:cSld>
  <p:clrMapOvr>
    <a:masterClrMapping/>
  </p:clrMapOvr>
  <mc:AlternateContent xmlns:mc="http://schemas.openxmlformats.org/markup-compatibility/2006" xmlns:p14="http://schemas.microsoft.com/office/powerpoint/2010/main">
    <mc:Choice Requires="p14">
      <p:transition spd="slow" p14:dur="1400" advClick="0" advTm="5000">
        <p14:ripple/>
      </p:transition>
    </mc:Choice>
    <mc:Fallback xmlns="">
      <p:transition spd="slow" advClick="0" advTm="500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目录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964116331"/>
      </p:ext>
    </p:extLst>
  </p:cSld>
  <p:clrMapOvr>
    <a:masterClrMapping/>
  </p:clrMapOvr>
  <mc:AlternateContent xmlns:mc="http://schemas.openxmlformats.org/markup-compatibility/2006" xmlns:p14="http://schemas.microsoft.com/office/powerpoint/2010/main">
    <mc:Choice Requires="p14">
      <p:transition spd="slow" p14:dur="1400" advClick="0" advTm="5000">
        <p14:doors dir="vert"/>
      </p:transition>
    </mc:Choice>
    <mc:Fallback xmlns="">
      <p:transition spd="slow" advClick="0" advTm="500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4_内页-1">
    <p:spTree>
      <p:nvGrpSpPr>
        <p:cNvPr id="1" name=""/>
        <p:cNvGrpSpPr/>
        <p:nvPr/>
      </p:nvGrpSpPr>
      <p:grpSpPr>
        <a:xfrm>
          <a:off x="0" y="0"/>
          <a:ext cx="0" cy="0"/>
          <a:chOff x="0" y="0"/>
          <a:chExt cx="0" cy="0"/>
        </a:xfrm>
      </p:grpSpPr>
      <p:sp>
        <p:nvSpPr>
          <p:cNvPr id="2" name="圆角矩形 11"/>
          <p:cNvSpPr/>
          <p:nvPr userDrawn="1"/>
        </p:nvSpPr>
        <p:spPr>
          <a:xfrm rot="2603202">
            <a:off x="336606" y="165885"/>
            <a:ext cx="470229" cy="470228"/>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
        <p:nvSpPr>
          <p:cNvPr id="3" name="Line 9"/>
          <p:cNvSpPr>
            <a:spLocks noChangeShapeType="1"/>
          </p:cNvSpPr>
          <p:nvPr userDrawn="1"/>
        </p:nvSpPr>
        <p:spPr bwMode="auto">
          <a:xfrm>
            <a:off x="805839" y="695491"/>
            <a:ext cx="11387572" cy="0"/>
          </a:xfrm>
          <a:prstGeom prst="line">
            <a:avLst/>
          </a:prstGeom>
          <a:ln w="28575">
            <a:gradFill>
              <a:gsLst>
                <a:gs pos="0">
                  <a:schemeClr val="tx1">
                    <a:lumMod val="35000"/>
                    <a:lumOff val="65000"/>
                  </a:schemeClr>
                </a:gs>
                <a:gs pos="100000">
                  <a:schemeClr val="bg1"/>
                </a:gs>
              </a:gsLst>
              <a:lin ang="5400000" scaled="0"/>
            </a:gradFill>
          </a:ln>
          <a:extLst>
            <a:ext uri="{909E8E84-426E-40DD-AFC4-6F175D3DCCD1}">
              <a14:hiddenFill xmlns:a14="http://schemas.microsoft.com/office/drawing/2010/main">
                <a:noFill/>
              </a14:hiddenFill>
            </a:ext>
          </a:extLst>
        </p:spPr>
        <p:style>
          <a:lnRef idx="1">
            <a:schemeClr val="accent1"/>
          </a:lnRef>
          <a:fillRef idx="0">
            <a:schemeClr val="accent1"/>
          </a:fillRef>
          <a:effectRef idx="0">
            <a:schemeClr val="accent1"/>
          </a:effectRef>
          <a:fontRef idx="minor">
            <a:schemeClr val="tx1"/>
          </a:fontRef>
        </p:style>
        <p:txBody>
          <a:bodyPr vert="horz" wrap="square" lIns="121920" tIns="60961" rIns="121920" bIns="60961" numCol="1" anchor="t" anchorCtr="0" compatLnSpc="1"/>
          <a:lstStyle/>
          <a:p>
            <a:pPr>
              <a:lnSpc>
                <a:spcPct val="120000"/>
              </a:lnSpc>
            </a:pPr>
            <a:endParaRPr lang="zh-CN" altLang="en-US" sz="3200">
              <a:solidFill>
                <a:schemeClr val="tx2"/>
              </a:solidFill>
              <a:latin typeface="微软雅黑" panose="020B0503020204020204" pitchFamily="34" charset="-122"/>
              <a:ea typeface="微软雅黑" panose="020B0503020204020204" pitchFamily="34" charset="-122"/>
            </a:endParaRPr>
          </a:p>
        </p:txBody>
      </p:sp>
      <p:sp>
        <p:nvSpPr>
          <p:cNvPr id="4" name="圆角矩形 13"/>
          <p:cNvSpPr/>
          <p:nvPr userDrawn="1"/>
        </p:nvSpPr>
        <p:spPr>
          <a:xfrm rot="2634344">
            <a:off x="551426" y="237849"/>
            <a:ext cx="410548" cy="410548"/>
          </a:xfrm>
          <a:prstGeom prst="roundRect">
            <a:avLst/>
          </a:prstGeom>
          <a:solidFill>
            <a:schemeClr val="accent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Tree>
    <p:extLst>
      <p:ext uri="{BB962C8B-B14F-4D97-AF65-F5344CB8AC3E}">
        <p14:creationId xmlns:p14="http://schemas.microsoft.com/office/powerpoint/2010/main" val="2750406026"/>
      </p:ext>
    </p:extLst>
  </p:cSld>
  <p:clrMapOvr>
    <a:masterClrMapping/>
  </p:clrMapOvr>
  <mc:AlternateContent xmlns:mc="http://schemas.openxmlformats.org/markup-compatibility/2006" xmlns:p14="http://schemas.microsoft.com/office/powerpoint/2010/main">
    <mc:Choice Requires="p14">
      <p:transition spd="slow" p14:dur="1250" advClick="0" advTm="5000">
        <p14:switch dir="r"/>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8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首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8943275"/>
      </p:ext>
    </p:extLst>
  </p:cSld>
  <p:clrMapOvr>
    <a:masterClrMapping/>
  </p:clrMapOvr>
  <mc:AlternateContent xmlns:mc="http://schemas.openxmlformats.org/markup-compatibility/2006" xmlns:p14="http://schemas.microsoft.com/office/powerpoint/2010/main">
    <mc:Choice Requires="p14">
      <p:transition spd="slow" p14:dur="1400" advClick="0" advTm="5000">
        <p14:ripple/>
      </p:transition>
    </mc:Choice>
    <mc:Fallback xmlns="">
      <p:transition spd="slow" advClick="0" advTm="500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目录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850005"/>
      </p:ext>
    </p:extLst>
  </p:cSld>
  <p:clrMapOvr>
    <a:masterClrMapping/>
  </p:clrMapOvr>
  <mc:AlternateContent xmlns:mc="http://schemas.openxmlformats.org/markup-compatibility/2006" xmlns:p14="http://schemas.microsoft.com/office/powerpoint/2010/main">
    <mc:Choice Requires="p14">
      <p:transition spd="slow" p14:dur="1400" advClick="0" advTm="5000">
        <p14:doors dir="vert"/>
      </p:transition>
    </mc:Choice>
    <mc:Fallback xmlns="">
      <p:transition spd="slow" advClick="0" advTm="500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5_内页-1">
    <p:spTree>
      <p:nvGrpSpPr>
        <p:cNvPr id="1" name=""/>
        <p:cNvGrpSpPr/>
        <p:nvPr/>
      </p:nvGrpSpPr>
      <p:grpSpPr>
        <a:xfrm>
          <a:off x="0" y="0"/>
          <a:ext cx="0" cy="0"/>
          <a:chOff x="0" y="0"/>
          <a:chExt cx="0" cy="0"/>
        </a:xfrm>
      </p:grpSpPr>
      <p:sp>
        <p:nvSpPr>
          <p:cNvPr id="2" name="圆角矩形 11"/>
          <p:cNvSpPr/>
          <p:nvPr userDrawn="1"/>
        </p:nvSpPr>
        <p:spPr>
          <a:xfrm rot="2603202">
            <a:off x="336606" y="165885"/>
            <a:ext cx="470229" cy="470228"/>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
        <p:nvSpPr>
          <p:cNvPr id="3" name="Line 9"/>
          <p:cNvSpPr>
            <a:spLocks noChangeShapeType="1"/>
          </p:cNvSpPr>
          <p:nvPr userDrawn="1"/>
        </p:nvSpPr>
        <p:spPr bwMode="auto">
          <a:xfrm>
            <a:off x="805839" y="695491"/>
            <a:ext cx="11387572" cy="0"/>
          </a:xfrm>
          <a:prstGeom prst="line">
            <a:avLst/>
          </a:prstGeom>
          <a:ln w="28575">
            <a:gradFill>
              <a:gsLst>
                <a:gs pos="0">
                  <a:schemeClr val="tx1">
                    <a:lumMod val="35000"/>
                    <a:lumOff val="65000"/>
                  </a:schemeClr>
                </a:gs>
                <a:gs pos="100000">
                  <a:schemeClr val="bg1"/>
                </a:gs>
              </a:gsLst>
              <a:lin ang="5400000" scaled="0"/>
            </a:gradFill>
          </a:ln>
          <a:extLst>
            <a:ext uri="{909E8E84-426E-40DD-AFC4-6F175D3DCCD1}">
              <a14:hiddenFill xmlns:a14="http://schemas.microsoft.com/office/drawing/2010/main">
                <a:noFill/>
              </a14:hiddenFill>
            </a:ext>
          </a:extLst>
        </p:spPr>
        <p:style>
          <a:lnRef idx="1">
            <a:schemeClr val="accent1"/>
          </a:lnRef>
          <a:fillRef idx="0">
            <a:schemeClr val="accent1"/>
          </a:fillRef>
          <a:effectRef idx="0">
            <a:schemeClr val="accent1"/>
          </a:effectRef>
          <a:fontRef idx="minor">
            <a:schemeClr val="tx1"/>
          </a:fontRef>
        </p:style>
        <p:txBody>
          <a:bodyPr vert="horz" wrap="square" lIns="121920" tIns="60961" rIns="121920" bIns="60961" numCol="1" anchor="t" anchorCtr="0" compatLnSpc="1"/>
          <a:lstStyle/>
          <a:p>
            <a:pPr>
              <a:lnSpc>
                <a:spcPct val="120000"/>
              </a:lnSpc>
            </a:pPr>
            <a:endParaRPr lang="zh-CN" altLang="en-US" sz="3200">
              <a:solidFill>
                <a:schemeClr val="tx2"/>
              </a:solidFill>
              <a:latin typeface="微软雅黑" panose="020B0503020204020204" pitchFamily="34" charset="-122"/>
              <a:ea typeface="微软雅黑" panose="020B0503020204020204" pitchFamily="34" charset="-122"/>
            </a:endParaRPr>
          </a:p>
        </p:txBody>
      </p:sp>
      <p:sp>
        <p:nvSpPr>
          <p:cNvPr id="4" name="圆角矩形 13"/>
          <p:cNvSpPr/>
          <p:nvPr userDrawn="1"/>
        </p:nvSpPr>
        <p:spPr>
          <a:xfrm rot="2634344">
            <a:off x="551426" y="237849"/>
            <a:ext cx="410548" cy="410548"/>
          </a:xfrm>
          <a:prstGeom prst="roundRect">
            <a:avLst/>
          </a:prstGeom>
          <a:solidFill>
            <a:schemeClr val="accent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21920" tIns="60961" rIns="121920" bIns="60961" rtlCol="0" anchor="ctr"/>
          <a:lstStyle/>
          <a:p>
            <a:pPr algn="ctr"/>
            <a:endParaRPr lang="zh-CN" altLang="en-US" sz="3200"/>
          </a:p>
        </p:txBody>
      </p:sp>
    </p:spTree>
    <p:extLst>
      <p:ext uri="{BB962C8B-B14F-4D97-AF65-F5344CB8AC3E}">
        <p14:creationId xmlns:p14="http://schemas.microsoft.com/office/powerpoint/2010/main" val="3107091900"/>
      </p:ext>
    </p:extLst>
  </p:cSld>
  <p:clrMapOvr>
    <a:masterClrMapping/>
  </p:clrMapOvr>
  <mc:AlternateContent xmlns:mc="http://schemas.openxmlformats.org/markup-compatibility/2006" xmlns:p14="http://schemas.microsoft.com/office/powerpoint/2010/main">
    <mc:Choice Requires="p14">
      <p:transition spd="slow" p14:dur="1250" advClick="0" advTm="5000">
        <p14:switch dir="r"/>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8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365944"/>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60" r:id="rId11"/>
    <p:sldLayoutId id="2147483672" r:id="rId12"/>
    <p:sldLayoutId id="2147483673" r:id="rId13"/>
    <p:sldLayoutId id="2147483716" r:id="rId14"/>
    <p:sldLayoutId id="2147483717" r:id="rId15"/>
    <p:sldLayoutId id="2147483718" r:id="rId16"/>
  </p:sldLayoutIdLst>
  <mc:AlternateContent xmlns:mc="http://schemas.openxmlformats.org/markup-compatibility/2006" xmlns:p14="http://schemas.microsoft.com/office/powerpoint/2010/main">
    <mc:Choice Requires="p14">
      <p:transition p14:dur="10" advClick="0" advTm="5000"/>
    </mc:Choice>
    <mc:Fallback xmlns="">
      <p:transition advClick="0" advTm="500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svg"/><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svg"/><Relationship Id="rId3" Type="http://schemas.openxmlformats.org/officeDocument/2006/relationships/image" Target="../media/image13.png"/><Relationship Id="rId7" Type="http://schemas.openxmlformats.org/officeDocument/2006/relationships/image" Target="../media/image2.svg"/><Relationship Id="rId12"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1.png"/><Relationship Id="rId11" Type="http://schemas.openxmlformats.org/officeDocument/2006/relationships/image" Target="../media/image19.png"/><Relationship Id="rId5" Type="http://schemas.openxmlformats.org/officeDocument/2006/relationships/image" Target="../media/image15.png"/><Relationship Id="rId10" Type="http://schemas.openxmlformats.org/officeDocument/2006/relationships/image" Target="../media/image18.png"/><Relationship Id="rId4" Type="http://schemas.openxmlformats.org/officeDocument/2006/relationships/image" Target="../media/image14.png"/><Relationship Id="rId9"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7.png"/><Relationship Id="rId7"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0.png"/><Relationship Id="rId9" Type="http://schemas.openxmlformats.org/officeDocument/2006/relationships/image" Target="../media/image32.png"/></Relationships>
</file>

<file path=ppt/slides/_rels/slide9.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27.png"/><Relationship Id="rId7" Type="http://schemas.openxmlformats.org/officeDocument/2006/relationships/image" Target="../media/image36.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40.png"/><Relationship Id="rId4" Type="http://schemas.openxmlformats.org/officeDocument/2006/relationships/image" Target="../media/image39.png"/></Relationships>
</file>

<file path=ppt/slides/_rels/slide12.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notesSlide" Target="../notesSlides/notesSlide12.xml"/><Relationship Id="rId1" Type="http://schemas.openxmlformats.org/officeDocument/2006/relationships/slideLayout" Target="../slideLayouts/slideLayout5.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3.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notesSlide" Target="../notesSlides/notesSlide13.xml"/><Relationship Id="rId1" Type="http://schemas.openxmlformats.org/officeDocument/2006/relationships/slideLayout" Target="../slideLayouts/slideLayout5.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15.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notesSlide" Target="../notesSlides/notesSlide15.xml"/><Relationship Id="rId1" Type="http://schemas.openxmlformats.org/officeDocument/2006/relationships/slideLayout" Target="../slideLayouts/slideLayout5.xml"/><Relationship Id="rId6" Type="http://schemas.openxmlformats.org/officeDocument/2006/relationships/image" Target="../media/image55.png"/><Relationship Id="rId5" Type="http://schemas.openxmlformats.org/officeDocument/2006/relationships/image" Target="../media/image54.png"/><Relationship Id="rId9" Type="http://schemas.openxmlformats.org/officeDocument/2006/relationships/image" Target="../media/image53.png"/></Relationships>
</file>

<file path=ppt/slides/_rels/slide1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6.xml"/><Relationship Id="rId1" Type="http://schemas.openxmlformats.org/officeDocument/2006/relationships/slideLayout" Target="../slideLayouts/slideLayout5.xml"/><Relationship Id="rId5" Type="http://schemas.openxmlformats.org/officeDocument/2006/relationships/image" Target="../media/image60.png"/><Relationship Id="rId4" Type="http://schemas.openxmlformats.org/officeDocument/2006/relationships/image" Target="../media/image59.png"/></Relationships>
</file>

<file path=ppt/slides/_rels/slide1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7.xml"/><Relationship Id="rId1" Type="http://schemas.openxmlformats.org/officeDocument/2006/relationships/slideLayout" Target="../slideLayouts/slideLayout5.xml"/><Relationship Id="rId5" Type="http://schemas.openxmlformats.org/officeDocument/2006/relationships/image" Target="../media/image60.png"/><Relationship Id="rId4" Type="http://schemas.openxmlformats.org/officeDocument/2006/relationships/image" Target="../media/image59.png"/></Relationships>
</file>

<file path=ppt/slides/_rels/slide1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8.xml"/><Relationship Id="rId1" Type="http://schemas.openxmlformats.org/officeDocument/2006/relationships/slideLayout" Target="../slideLayouts/slideLayout5.xml"/><Relationship Id="rId5" Type="http://schemas.openxmlformats.org/officeDocument/2006/relationships/image" Target="../media/image61.png"/><Relationship Id="rId4" Type="http://schemas.openxmlformats.org/officeDocument/2006/relationships/image" Target="../media/image60.png"/></Relationships>
</file>

<file path=ppt/slides/_rels/slide1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9.xml"/><Relationship Id="rId1" Type="http://schemas.openxmlformats.org/officeDocument/2006/relationships/slideLayout" Target="../slideLayouts/slideLayout5.xml"/><Relationship Id="rId5" Type="http://schemas.openxmlformats.org/officeDocument/2006/relationships/image" Target="../media/image61.png"/><Relationship Id="rId4" Type="http://schemas.openxmlformats.org/officeDocument/2006/relationships/image" Target="../media/image60.png"/></Relationships>
</file>

<file path=ppt/slides/_rels/slide2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0.xml"/><Relationship Id="rId1" Type="http://schemas.openxmlformats.org/officeDocument/2006/relationships/slideLayout" Target="../slideLayouts/slideLayout5.xml"/><Relationship Id="rId4" Type="http://schemas.openxmlformats.org/officeDocument/2006/relationships/image" Target="../media/image60.png"/></Relationships>
</file>

<file path=ppt/slides/_rels/slide2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1.xml"/><Relationship Id="rId1" Type="http://schemas.openxmlformats.org/officeDocument/2006/relationships/slideLayout" Target="../slideLayouts/slideLayout5.xml"/><Relationship Id="rId4" Type="http://schemas.openxmlformats.org/officeDocument/2006/relationships/image" Target="../media/image60.png"/></Relationships>
</file>

<file path=ppt/slides/_rels/slide22.xml.rels><?xml version="1.0" encoding="UTF-8" standalone="yes"?>
<Relationships xmlns="http://schemas.openxmlformats.org/package/2006/relationships"><Relationship Id="rId8" Type="http://schemas.openxmlformats.org/officeDocument/2006/relationships/image" Target="../media/image220.png"/><Relationship Id="rId3" Type="http://schemas.openxmlformats.org/officeDocument/2006/relationships/image" Target="../media/image59.png"/><Relationship Id="rId7" Type="http://schemas.openxmlformats.org/officeDocument/2006/relationships/image" Target="../media/image210.png"/><Relationship Id="rId2" Type="http://schemas.openxmlformats.org/officeDocument/2006/relationships/notesSlide" Target="../notesSlides/notesSlide22.xml"/><Relationship Id="rId1" Type="http://schemas.openxmlformats.org/officeDocument/2006/relationships/slideLayout" Target="../slideLayouts/slideLayout5.xml"/><Relationship Id="rId6" Type="http://schemas.openxmlformats.org/officeDocument/2006/relationships/image" Target="../media/image200.png"/><Relationship Id="rId5" Type="http://schemas.openxmlformats.org/officeDocument/2006/relationships/image" Target="../media/image62.png"/><Relationship Id="rId4" Type="http://schemas.openxmlformats.org/officeDocument/2006/relationships/image" Target="../media/image60.png"/><Relationship Id="rId9" Type="http://schemas.openxmlformats.org/officeDocument/2006/relationships/image" Target="../media/image63.png"/></Relationships>
</file>

<file path=ppt/slides/_rels/slide2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notesSlide" Target="../notesSlides/notesSlide24.xml"/><Relationship Id="rId1" Type="http://schemas.openxmlformats.org/officeDocument/2006/relationships/slideLayout" Target="../slideLayouts/slideLayout5.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25.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65.png"/><Relationship Id="rId7" Type="http://schemas.openxmlformats.org/officeDocument/2006/relationships/image" Target="../media/image69.png"/><Relationship Id="rId2" Type="http://schemas.openxmlformats.org/officeDocument/2006/relationships/notesSlide" Target="../notesSlides/notesSlide25.xml"/><Relationship Id="rId1" Type="http://schemas.openxmlformats.org/officeDocument/2006/relationships/slideLayout" Target="../slideLayouts/slideLayout5.xml"/><Relationship Id="rId6" Type="http://schemas.openxmlformats.org/officeDocument/2006/relationships/image" Target="../media/image680.png"/><Relationship Id="rId5" Type="http://schemas.openxmlformats.org/officeDocument/2006/relationships/image" Target="../media/image68.png"/><Relationship Id="rId4" Type="http://schemas.openxmlformats.org/officeDocument/2006/relationships/image" Target="../media/image300.png"/></Relationships>
</file>

<file path=ppt/slides/_rels/slide26.xml.rels><?xml version="1.0" encoding="UTF-8" standalone="yes"?>
<Relationships xmlns="http://schemas.openxmlformats.org/package/2006/relationships"><Relationship Id="rId8" Type="http://schemas.openxmlformats.org/officeDocument/2006/relationships/image" Target="../media/image74.png"/><Relationship Id="rId13" Type="http://schemas.openxmlformats.org/officeDocument/2006/relationships/image" Target="../media/image56.png"/><Relationship Id="rId3" Type="http://schemas.openxmlformats.org/officeDocument/2006/relationships/image" Target="../media/image66.png"/><Relationship Id="rId7" Type="http://schemas.openxmlformats.org/officeDocument/2006/relationships/image" Target="../media/image73.png"/><Relationship Id="rId12" Type="http://schemas.openxmlformats.org/officeDocument/2006/relationships/image" Target="../media/image480.png"/><Relationship Id="rId2" Type="http://schemas.openxmlformats.org/officeDocument/2006/relationships/notesSlide" Target="../notesSlides/notesSlide26.xml"/><Relationship Id="rId16" Type="http://schemas.openxmlformats.org/officeDocument/2006/relationships/image" Target="../media/image76.png"/><Relationship Id="rId1" Type="http://schemas.openxmlformats.org/officeDocument/2006/relationships/slideLayout" Target="../slideLayouts/slideLayout5.xml"/><Relationship Id="rId6" Type="http://schemas.openxmlformats.org/officeDocument/2006/relationships/image" Target="../media/image420.png"/><Relationship Id="rId11" Type="http://schemas.openxmlformats.org/officeDocument/2006/relationships/image" Target="../media/image470.png"/><Relationship Id="rId5" Type="http://schemas.openxmlformats.org/officeDocument/2006/relationships/image" Target="../media/image72.png"/><Relationship Id="rId15" Type="http://schemas.openxmlformats.org/officeDocument/2006/relationships/image" Target="../media/image510.png"/><Relationship Id="rId10" Type="http://schemas.openxmlformats.org/officeDocument/2006/relationships/image" Target="../media/image460.png"/><Relationship Id="rId4" Type="http://schemas.openxmlformats.org/officeDocument/2006/relationships/image" Target="../media/image71.png"/><Relationship Id="rId9" Type="http://schemas.openxmlformats.org/officeDocument/2006/relationships/image" Target="../media/image75.png"/><Relationship Id="rId14" Type="http://schemas.openxmlformats.org/officeDocument/2006/relationships/image" Target="../media/image500.png"/></Relationships>
</file>

<file path=ppt/slides/_rels/slide27.xml.rels><?xml version="1.0" encoding="UTF-8" standalone="yes"?>
<Relationships xmlns="http://schemas.openxmlformats.org/package/2006/relationships"><Relationship Id="rId3" Type="http://schemas.openxmlformats.org/officeDocument/2006/relationships/image" Target="../media/image530.png"/><Relationship Id="rId7" Type="http://schemas.openxmlformats.org/officeDocument/2006/relationships/image" Target="../media/image56.png"/><Relationship Id="rId2" Type="http://schemas.openxmlformats.org/officeDocument/2006/relationships/notesSlide" Target="../notesSlides/notesSlide27.xml"/><Relationship Id="rId1" Type="http://schemas.openxmlformats.org/officeDocument/2006/relationships/slideLayout" Target="../slideLayouts/slideLayout5.xml"/><Relationship Id="rId6" Type="http://schemas.openxmlformats.org/officeDocument/2006/relationships/image" Target="../media/image78.png"/><Relationship Id="rId5" Type="http://schemas.openxmlformats.org/officeDocument/2006/relationships/image" Target="../media/image550.png"/><Relationship Id="rId4" Type="http://schemas.openxmlformats.org/officeDocument/2006/relationships/image" Target="../media/image77.png"/></Relationships>
</file>

<file path=ppt/slides/_rels/slide28.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79.png"/><Relationship Id="rId7" Type="http://schemas.openxmlformats.org/officeDocument/2006/relationships/image" Target="../media/image580.png"/><Relationship Id="rId2" Type="http://schemas.openxmlformats.org/officeDocument/2006/relationships/notesSlide" Target="../notesSlides/notesSlide28.xml"/><Relationship Id="rId1" Type="http://schemas.openxmlformats.org/officeDocument/2006/relationships/slideLayout" Target="../slideLayouts/slideLayout5.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29.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612669" y="3863873"/>
            <a:ext cx="10966661" cy="45719"/>
            <a:chOff x="5280505" y="3963496"/>
            <a:chExt cx="5863771" cy="57767"/>
          </a:xfrm>
          <a:solidFill>
            <a:schemeClr val="tx1"/>
          </a:solidFill>
        </p:grpSpPr>
        <p:sp>
          <p:nvSpPr>
            <p:cNvPr id="6" name="任意多边形 16"/>
            <p:cNvSpPr/>
            <p:nvPr/>
          </p:nvSpPr>
          <p:spPr>
            <a:xfrm>
              <a:off x="5280505" y="3992380"/>
              <a:ext cx="5863771" cy="0"/>
            </a:xfrm>
            <a:custGeom>
              <a:avLst/>
              <a:gdLst>
                <a:gd name="connsiteX0" fmla="*/ 0 w 5863771"/>
                <a:gd name="connsiteY0" fmla="*/ 0 h 0"/>
                <a:gd name="connsiteX1" fmla="*/ 58057 w 5863771"/>
                <a:gd name="connsiteY1" fmla="*/ 0 h 0"/>
                <a:gd name="connsiteX2" fmla="*/ 5863771 w 5863771"/>
                <a:gd name="connsiteY2" fmla="*/ 0 h 0"/>
              </a:gdLst>
              <a:ahLst/>
              <a:cxnLst>
                <a:cxn ang="0">
                  <a:pos x="connsiteX0" y="connsiteY0"/>
                </a:cxn>
                <a:cxn ang="0">
                  <a:pos x="connsiteX1" y="connsiteY1"/>
                </a:cxn>
                <a:cxn ang="0">
                  <a:pos x="connsiteX2" y="connsiteY2"/>
                </a:cxn>
              </a:cxnLst>
              <a:rect l="l" t="t" r="r" b="b"/>
              <a:pathLst>
                <a:path w="5863771">
                  <a:moveTo>
                    <a:pt x="0" y="0"/>
                  </a:moveTo>
                  <a:lnTo>
                    <a:pt x="58057" y="0"/>
                  </a:lnTo>
                  <a:lnTo>
                    <a:pt x="5863771" y="0"/>
                  </a:lnTo>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04040"/>
                </a:solidFill>
                <a:effectLst/>
                <a:uLnTx/>
                <a:uFillTx/>
                <a:latin typeface="Arial" panose="020B0604020202020204"/>
                <a:ea typeface="微软雅黑" panose="020B0503020204020204" pitchFamily="34" charset="-122"/>
                <a:cs typeface="+mn-cs"/>
              </a:endParaRPr>
            </a:p>
          </p:txBody>
        </p:sp>
        <p:sp>
          <p:nvSpPr>
            <p:cNvPr id="7" name="圆角矩形 17"/>
            <p:cNvSpPr/>
            <p:nvPr/>
          </p:nvSpPr>
          <p:spPr>
            <a:xfrm>
              <a:off x="7456740" y="3963496"/>
              <a:ext cx="1511300" cy="57767"/>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04040"/>
                </a:solidFill>
                <a:effectLst/>
                <a:uLnTx/>
                <a:uFillTx/>
                <a:latin typeface="Arial" panose="020B0604020202020204"/>
                <a:ea typeface="微软雅黑" panose="020B0503020204020204" pitchFamily="34" charset="-122"/>
                <a:cs typeface="+mn-cs"/>
              </a:endParaRPr>
            </a:p>
          </p:txBody>
        </p:sp>
      </p:grpSp>
      <p:grpSp>
        <p:nvGrpSpPr>
          <p:cNvPr id="9" name="组合 8"/>
          <p:cNvGrpSpPr/>
          <p:nvPr/>
        </p:nvGrpSpPr>
        <p:grpSpPr bwMode="auto">
          <a:xfrm>
            <a:off x="5170374" y="4178966"/>
            <a:ext cx="412709" cy="333006"/>
            <a:chOff x="0" y="0"/>
            <a:chExt cx="1088225" cy="869861"/>
          </a:xfrm>
          <a:solidFill>
            <a:schemeClr val="tx1"/>
          </a:solidFill>
        </p:grpSpPr>
        <p:sp>
          <p:nvSpPr>
            <p:cNvPr id="10" name="Freeform 17"/>
            <p:cNvSpPr>
              <a:spLocks noEditPoints="1" noChangeArrowheads="1"/>
            </p:cNvSpPr>
            <p:nvPr/>
          </p:nvSpPr>
          <p:spPr bwMode="auto">
            <a:xfrm>
              <a:off x="0" y="237562"/>
              <a:ext cx="824268" cy="632299"/>
            </a:xfrm>
            <a:custGeom>
              <a:avLst/>
              <a:gdLst>
                <a:gd name="T0" fmla="*/ 274 w 291"/>
                <a:gd name="T1" fmla="*/ 0 h 223"/>
                <a:gd name="T2" fmla="*/ 17 w 291"/>
                <a:gd name="T3" fmla="*/ 0 h 223"/>
                <a:gd name="T4" fmla="*/ 0 w 291"/>
                <a:gd name="T5" fmla="*/ 16 h 223"/>
                <a:gd name="T6" fmla="*/ 0 w 291"/>
                <a:gd name="T7" fmla="*/ 207 h 223"/>
                <a:gd name="T8" fmla="*/ 17 w 291"/>
                <a:gd name="T9" fmla="*/ 223 h 223"/>
                <a:gd name="T10" fmla="*/ 274 w 291"/>
                <a:gd name="T11" fmla="*/ 223 h 223"/>
                <a:gd name="T12" fmla="*/ 291 w 291"/>
                <a:gd name="T13" fmla="*/ 207 h 223"/>
                <a:gd name="T14" fmla="*/ 291 w 291"/>
                <a:gd name="T15" fmla="*/ 16 h 223"/>
                <a:gd name="T16" fmla="*/ 274 w 291"/>
                <a:gd name="T17" fmla="*/ 0 h 223"/>
                <a:gd name="T18" fmla="*/ 270 w 291"/>
                <a:gd name="T19" fmla="*/ 193 h 223"/>
                <a:gd name="T20" fmla="*/ 256 w 291"/>
                <a:gd name="T21" fmla="*/ 207 h 223"/>
                <a:gd name="T22" fmla="*/ 35 w 291"/>
                <a:gd name="T23" fmla="*/ 207 h 223"/>
                <a:gd name="T24" fmla="*/ 21 w 291"/>
                <a:gd name="T25" fmla="*/ 193 h 223"/>
                <a:gd name="T26" fmla="*/ 21 w 291"/>
                <a:gd name="T27" fmla="*/ 30 h 223"/>
                <a:gd name="T28" fmla="*/ 35 w 291"/>
                <a:gd name="T29" fmla="*/ 16 h 223"/>
                <a:gd name="T30" fmla="*/ 256 w 291"/>
                <a:gd name="T31" fmla="*/ 16 h 223"/>
                <a:gd name="T32" fmla="*/ 270 w 291"/>
                <a:gd name="T33" fmla="*/ 30 h 223"/>
                <a:gd name="T34" fmla="*/ 270 w 291"/>
                <a:gd name="T35" fmla="*/ 193 h 22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91"/>
                <a:gd name="T55" fmla="*/ 0 h 223"/>
                <a:gd name="T56" fmla="*/ 291 w 291"/>
                <a:gd name="T57" fmla="*/ 223 h 22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91" h="223">
                  <a:moveTo>
                    <a:pt x="274" y="0"/>
                  </a:moveTo>
                  <a:cubicBezTo>
                    <a:pt x="17" y="0"/>
                    <a:pt x="17" y="0"/>
                    <a:pt x="17" y="0"/>
                  </a:cubicBezTo>
                  <a:cubicBezTo>
                    <a:pt x="8" y="0"/>
                    <a:pt x="0" y="7"/>
                    <a:pt x="0" y="16"/>
                  </a:cubicBezTo>
                  <a:cubicBezTo>
                    <a:pt x="0" y="207"/>
                    <a:pt x="0" y="207"/>
                    <a:pt x="0" y="207"/>
                  </a:cubicBezTo>
                  <a:cubicBezTo>
                    <a:pt x="0" y="215"/>
                    <a:pt x="8" y="223"/>
                    <a:pt x="17" y="223"/>
                  </a:cubicBezTo>
                  <a:cubicBezTo>
                    <a:pt x="274" y="223"/>
                    <a:pt x="274" y="223"/>
                    <a:pt x="274" y="223"/>
                  </a:cubicBezTo>
                  <a:cubicBezTo>
                    <a:pt x="283" y="223"/>
                    <a:pt x="291" y="215"/>
                    <a:pt x="291" y="207"/>
                  </a:cubicBezTo>
                  <a:cubicBezTo>
                    <a:pt x="291" y="16"/>
                    <a:pt x="291" y="16"/>
                    <a:pt x="291" y="16"/>
                  </a:cubicBezTo>
                  <a:cubicBezTo>
                    <a:pt x="291" y="7"/>
                    <a:pt x="283" y="0"/>
                    <a:pt x="274" y="0"/>
                  </a:cubicBezTo>
                  <a:moveTo>
                    <a:pt x="270" y="193"/>
                  </a:moveTo>
                  <a:cubicBezTo>
                    <a:pt x="270" y="201"/>
                    <a:pt x="264" y="207"/>
                    <a:pt x="256" y="207"/>
                  </a:cubicBezTo>
                  <a:cubicBezTo>
                    <a:pt x="35" y="207"/>
                    <a:pt x="35" y="207"/>
                    <a:pt x="35" y="207"/>
                  </a:cubicBezTo>
                  <a:cubicBezTo>
                    <a:pt x="27" y="207"/>
                    <a:pt x="21" y="201"/>
                    <a:pt x="21" y="193"/>
                  </a:cubicBezTo>
                  <a:cubicBezTo>
                    <a:pt x="21" y="30"/>
                    <a:pt x="21" y="30"/>
                    <a:pt x="21" y="30"/>
                  </a:cubicBezTo>
                  <a:cubicBezTo>
                    <a:pt x="21" y="22"/>
                    <a:pt x="27" y="16"/>
                    <a:pt x="35" y="16"/>
                  </a:cubicBezTo>
                  <a:cubicBezTo>
                    <a:pt x="256" y="16"/>
                    <a:pt x="256" y="16"/>
                    <a:pt x="256" y="16"/>
                  </a:cubicBezTo>
                  <a:cubicBezTo>
                    <a:pt x="264" y="16"/>
                    <a:pt x="270" y="22"/>
                    <a:pt x="270" y="30"/>
                  </a:cubicBezTo>
                  <a:lnTo>
                    <a:pt x="270" y="19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1" name="Freeform 18"/>
            <p:cNvSpPr>
              <a:spLocks noChangeArrowheads="1"/>
            </p:cNvSpPr>
            <p:nvPr/>
          </p:nvSpPr>
          <p:spPr bwMode="auto">
            <a:xfrm>
              <a:off x="137978" y="110382"/>
              <a:ext cx="821868" cy="632299"/>
            </a:xfrm>
            <a:custGeom>
              <a:avLst/>
              <a:gdLst>
                <a:gd name="T0" fmla="*/ 274 w 290"/>
                <a:gd name="T1" fmla="*/ 0 h 223"/>
                <a:gd name="T2" fmla="*/ 16 w 290"/>
                <a:gd name="T3" fmla="*/ 0 h 223"/>
                <a:gd name="T4" fmla="*/ 0 w 290"/>
                <a:gd name="T5" fmla="*/ 16 h 223"/>
                <a:gd name="T6" fmla="*/ 0 w 290"/>
                <a:gd name="T7" fmla="*/ 25 h 223"/>
                <a:gd name="T8" fmla="*/ 249 w 290"/>
                <a:gd name="T9" fmla="*/ 25 h 223"/>
                <a:gd name="T10" fmla="*/ 265 w 290"/>
                <a:gd name="T11" fmla="*/ 42 h 223"/>
                <a:gd name="T12" fmla="*/ 265 w 290"/>
                <a:gd name="T13" fmla="*/ 223 h 223"/>
                <a:gd name="T14" fmla="*/ 274 w 290"/>
                <a:gd name="T15" fmla="*/ 223 h 223"/>
                <a:gd name="T16" fmla="*/ 290 w 290"/>
                <a:gd name="T17" fmla="*/ 207 h 223"/>
                <a:gd name="T18" fmla="*/ 290 w 290"/>
                <a:gd name="T19" fmla="*/ 16 h 223"/>
                <a:gd name="T20" fmla="*/ 274 w 290"/>
                <a:gd name="T21" fmla="*/ 0 h 2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90"/>
                <a:gd name="T34" fmla="*/ 0 h 223"/>
                <a:gd name="T35" fmla="*/ 290 w 290"/>
                <a:gd name="T36" fmla="*/ 223 h 22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90" h="223">
                  <a:moveTo>
                    <a:pt x="274" y="0"/>
                  </a:moveTo>
                  <a:cubicBezTo>
                    <a:pt x="16" y="0"/>
                    <a:pt x="16" y="0"/>
                    <a:pt x="16" y="0"/>
                  </a:cubicBezTo>
                  <a:cubicBezTo>
                    <a:pt x="7" y="0"/>
                    <a:pt x="0" y="7"/>
                    <a:pt x="0" y="16"/>
                  </a:cubicBezTo>
                  <a:cubicBezTo>
                    <a:pt x="0" y="25"/>
                    <a:pt x="0" y="25"/>
                    <a:pt x="0" y="25"/>
                  </a:cubicBezTo>
                  <a:cubicBezTo>
                    <a:pt x="249" y="25"/>
                    <a:pt x="249" y="25"/>
                    <a:pt x="249" y="25"/>
                  </a:cubicBezTo>
                  <a:cubicBezTo>
                    <a:pt x="258" y="25"/>
                    <a:pt x="265" y="33"/>
                    <a:pt x="265" y="42"/>
                  </a:cubicBezTo>
                  <a:cubicBezTo>
                    <a:pt x="265" y="223"/>
                    <a:pt x="265" y="223"/>
                    <a:pt x="265" y="223"/>
                  </a:cubicBezTo>
                  <a:cubicBezTo>
                    <a:pt x="274" y="223"/>
                    <a:pt x="274" y="223"/>
                    <a:pt x="274" y="223"/>
                  </a:cubicBezTo>
                  <a:cubicBezTo>
                    <a:pt x="283" y="223"/>
                    <a:pt x="290" y="216"/>
                    <a:pt x="290" y="207"/>
                  </a:cubicBezTo>
                  <a:cubicBezTo>
                    <a:pt x="290" y="16"/>
                    <a:pt x="290" y="16"/>
                    <a:pt x="290" y="16"/>
                  </a:cubicBezTo>
                  <a:cubicBezTo>
                    <a:pt x="290" y="7"/>
                    <a:pt x="283" y="0"/>
                    <a:pt x="274" y="0"/>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2" name="Freeform 19"/>
            <p:cNvSpPr>
              <a:spLocks noChangeArrowheads="1"/>
            </p:cNvSpPr>
            <p:nvPr/>
          </p:nvSpPr>
          <p:spPr bwMode="auto">
            <a:xfrm>
              <a:off x="266357" y="0"/>
              <a:ext cx="821868" cy="628699"/>
            </a:xfrm>
            <a:custGeom>
              <a:avLst/>
              <a:gdLst>
                <a:gd name="T0" fmla="*/ 274 w 290"/>
                <a:gd name="T1" fmla="*/ 0 h 222"/>
                <a:gd name="T2" fmla="*/ 16 w 290"/>
                <a:gd name="T3" fmla="*/ 0 h 222"/>
                <a:gd name="T4" fmla="*/ 0 w 290"/>
                <a:gd name="T5" fmla="*/ 16 h 222"/>
                <a:gd name="T6" fmla="*/ 0 w 290"/>
                <a:gd name="T7" fmla="*/ 25 h 222"/>
                <a:gd name="T8" fmla="*/ 249 w 290"/>
                <a:gd name="T9" fmla="*/ 25 h 222"/>
                <a:gd name="T10" fmla="*/ 265 w 290"/>
                <a:gd name="T11" fmla="*/ 41 h 222"/>
                <a:gd name="T12" fmla="*/ 265 w 290"/>
                <a:gd name="T13" fmla="*/ 222 h 222"/>
                <a:gd name="T14" fmla="*/ 274 w 290"/>
                <a:gd name="T15" fmla="*/ 222 h 222"/>
                <a:gd name="T16" fmla="*/ 290 w 290"/>
                <a:gd name="T17" fmla="*/ 206 h 222"/>
                <a:gd name="T18" fmla="*/ 290 w 290"/>
                <a:gd name="T19" fmla="*/ 16 h 222"/>
                <a:gd name="T20" fmla="*/ 274 w 290"/>
                <a:gd name="T21" fmla="*/ 0 h 22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90"/>
                <a:gd name="T34" fmla="*/ 0 h 222"/>
                <a:gd name="T35" fmla="*/ 290 w 290"/>
                <a:gd name="T36" fmla="*/ 222 h 22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90" h="222">
                  <a:moveTo>
                    <a:pt x="274" y="0"/>
                  </a:moveTo>
                  <a:cubicBezTo>
                    <a:pt x="16" y="0"/>
                    <a:pt x="16" y="0"/>
                    <a:pt x="16" y="0"/>
                  </a:cubicBezTo>
                  <a:cubicBezTo>
                    <a:pt x="7" y="0"/>
                    <a:pt x="0" y="7"/>
                    <a:pt x="0" y="16"/>
                  </a:cubicBezTo>
                  <a:cubicBezTo>
                    <a:pt x="0" y="25"/>
                    <a:pt x="0" y="25"/>
                    <a:pt x="0" y="25"/>
                  </a:cubicBezTo>
                  <a:cubicBezTo>
                    <a:pt x="249" y="25"/>
                    <a:pt x="249" y="25"/>
                    <a:pt x="249" y="25"/>
                  </a:cubicBezTo>
                  <a:cubicBezTo>
                    <a:pt x="258" y="25"/>
                    <a:pt x="265" y="32"/>
                    <a:pt x="265" y="41"/>
                  </a:cubicBezTo>
                  <a:cubicBezTo>
                    <a:pt x="265" y="222"/>
                    <a:pt x="265" y="222"/>
                    <a:pt x="265" y="222"/>
                  </a:cubicBezTo>
                  <a:cubicBezTo>
                    <a:pt x="274" y="222"/>
                    <a:pt x="274" y="222"/>
                    <a:pt x="274" y="222"/>
                  </a:cubicBezTo>
                  <a:cubicBezTo>
                    <a:pt x="283" y="222"/>
                    <a:pt x="290" y="215"/>
                    <a:pt x="290" y="206"/>
                  </a:cubicBezTo>
                  <a:cubicBezTo>
                    <a:pt x="290" y="16"/>
                    <a:pt x="290" y="16"/>
                    <a:pt x="290" y="16"/>
                  </a:cubicBezTo>
                  <a:cubicBezTo>
                    <a:pt x="290" y="7"/>
                    <a:pt x="283" y="0"/>
                    <a:pt x="274" y="0"/>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3" name="Freeform 20"/>
            <p:cNvSpPr>
              <a:spLocks noChangeArrowheads="1"/>
            </p:cNvSpPr>
            <p:nvPr/>
          </p:nvSpPr>
          <p:spPr bwMode="auto">
            <a:xfrm>
              <a:off x="110382" y="422332"/>
              <a:ext cx="569909" cy="353943"/>
            </a:xfrm>
            <a:custGeom>
              <a:avLst/>
              <a:gdLst>
                <a:gd name="T0" fmla="*/ 71 w 201"/>
                <a:gd name="T1" fmla="*/ 5 h 125"/>
                <a:gd name="T2" fmla="*/ 11 w 201"/>
                <a:gd name="T3" fmla="*/ 109 h 125"/>
                <a:gd name="T4" fmla="*/ 11 w 201"/>
                <a:gd name="T5" fmla="*/ 124 h 125"/>
                <a:gd name="T6" fmla="*/ 192 w 201"/>
                <a:gd name="T7" fmla="*/ 124 h 125"/>
                <a:gd name="T8" fmla="*/ 192 w 201"/>
                <a:gd name="T9" fmla="*/ 108 h 125"/>
                <a:gd name="T10" fmla="*/ 151 w 201"/>
                <a:gd name="T11" fmla="*/ 47 h 125"/>
                <a:gd name="T12" fmla="*/ 117 w 201"/>
                <a:gd name="T13" fmla="*/ 86 h 125"/>
                <a:gd name="T14" fmla="*/ 110 w 201"/>
                <a:gd name="T15" fmla="*/ 81 h 125"/>
                <a:gd name="T16" fmla="*/ 122 w 201"/>
                <a:gd name="T17" fmla="*/ 65 h 125"/>
                <a:gd name="T18" fmla="*/ 81 w 201"/>
                <a:gd name="T19" fmla="*/ 5 h 125"/>
                <a:gd name="T20" fmla="*/ 71 w 201"/>
                <a:gd name="T21" fmla="*/ 5 h 1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1"/>
                <a:gd name="T34" fmla="*/ 0 h 125"/>
                <a:gd name="T35" fmla="*/ 201 w 201"/>
                <a:gd name="T36" fmla="*/ 125 h 1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1" h="125">
                  <a:moveTo>
                    <a:pt x="71" y="5"/>
                  </a:moveTo>
                  <a:cubicBezTo>
                    <a:pt x="11" y="109"/>
                    <a:pt x="11" y="109"/>
                    <a:pt x="11" y="109"/>
                  </a:cubicBezTo>
                  <a:cubicBezTo>
                    <a:pt x="11" y="109"/>
                    <a:pt x="0" y="124"/>
                    <a:pt x="11" y="124"/>
                  </a:cubicBezTo>
                  <a:cubicBezTo>
                    <a:pt x="25" y="125"/>
                    <a:pt x="192" y="124"/>
                    <a:pt x="192" y="124"/>
                  </a:cubicBezTo>
                  <a:cubicBezTo>
                    <a:pt x="192" y="124"/>
                    <a:pt x="201" y="121"/>
                    <a:pt x="192" y="108"/>
                  </a:cubicBezTo>
                  <a:cubicBezTo>
                    <a:pt x="182" y="94"/>
                    <a:pt x="158" y="46"/>
                    <a:pt x="151" y="47"/>
                  </a:cubicBezTo>
                  <a:cubicBezTo>
                    <a:pt x="144" y="47"/>
                    <a:pt x="120" y="83"/>
                    <a:pt x="117" y="86"/>
                  </a:cubicBezTo>
                  <a:cubicBezTo>
                    <a:pt x="115" y="89"/>
                    <a:pt x="108" y="84"/>
                    <a:pt x="110" y="81"/>
                  </a:cubicBezTo>
                  <a:cubicBezTo>
                    <a:pt x="116" y="74"/>
                    <a:pt x="122" y="65"/>
                    <a:pt x="122" y="65"/>
                  </a:cubicBezTo>
                  <a:cubicBezTo>
                    <a:pt x="122" y="65"/>
                    <a:pt x="84" y="9"/>
                    <a:pt x="81" y="5"/>
                  </a:cubicBezTo>
                  <a:cubicBezTo>
                    <a:pt x="78" y="0"/>
                    <a:pt x="73" y="1"/>
                    <a:pt x="71" y="5"/>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4" name="Oval 21"/>
            <p:cNvSpPr>
              <a:spLocks noChangeArrowheads="1"/>
            </p:cNvSpPr>
            <p:nvPr/>
          </p:nvSpPr>
          <p:spPr bwMode="auto">
            <a:xfrm>
              <a:off x="563909" y="331147"/>
              <a:ext cx="101984" cy="99584"/>
            </a:xfrm>
            <a:prstGeom prst="ellipse">
              <a:avLst/>
            </a:pr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grpSp>
        <p:nvGrpSpPr>
          <p:cNvPr id="15" name="组合 14"/>
          <p:cNvGrpSpPr/>
          <p:nvPr/>
        </p:nvGrpSpPr>
        <p:grpSpPr bwMode="auto">
          <a:xfrm>
            <a:off x="7179351" y="4178966"/>
            <a:ext cx="329894" cy="333006"/>
            <a:chOff x="0" y="0"/>
            <a:chExt cx="881859" cy="881859"/>
          </a:xfrm>
          <a:solidFill>
            <a:schemeClr val="tx1"/>
          </a:solidFill>
        </p:grpSpPr>
        <p:sp>
          <p:nvSpPr>
            <p:cNvPr id="16" name="Freeform 22"/>
            <p:cNvSpPr>
              <a:spLocks noEditPoints="1" noChangeArrowheads="1"/>
            </p:cNvSpPr>
            <p:nvPr/>
          </p:nvSpPr>
          <p:spPr bwMode="auto">
            <a:xfrm>
              <a:off x="0" y="0"/>
              <a:ext cx="881859" cy="881859"/>
            </a:xfrm>
            <a:custGeom>
              <a:avLst/>
              <a:gdLst>
                <a:gd name="T0" fmla="*/ 155 w 311"/>
                <a:gd name="T1" fmla="*/ 0 h 311"/>
                <a:gd name="T2" fmla="*/ 0 w 311"/>
                <a:gd name="T3" fmla="*/ 155 h 311"/>
                <a:gd name="T4" fmla="*/ 155 w 311"/>
                <a:gd name="T5" fmla="*/ 311 h 311"/>
                <a:gd name="T6" fmla="*/ 311 w 311"/>
                <a:gd name="T7" fmla="*/ 155 h 311"/>
                <a:gd name="T8" fmla="*/ 155 w 311"/>
                <a:gd name="T9" fmla="*/ 0 h 311"/>
                <a:gd name="T10" fmla="*/ 155 w 311"/>
                <a:gd name="T11" fmla="*/ 289 h 311"/>
                <a:gd name="T12" fmla="*/ 21 w 311"/>
                <a:gd name="T13" fmla="*/ 155 h 311"/>
                <a:gd name="T14" fmla="*/ 155 w 311"/>
                <a:gd name="T15" fmla="*/ 21 h 311"/>
                <a:gd name="T16" fmla="*/ 289 w 311"/>
                <a:gd name="T17" fmla="*/ 155 h 311"/>
                <a:gd name="T18" fmla="*/ 155 w 311"/>
                <a:gd name="T19" fmla="*/ 289 h 3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11"/>
                <a:gd name="T31" fmla="*/ 0 h 311"/>
                <a:gd name="T32" fmla="*/ 311 w 311"/>
                <a:gd name="T33" fmla="*/ 311 h 31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11" h="311">
                  <a:moveTo>
                    <a:pt x="155" y="0"/>
                  </a:moveTo>
                  <a:cubicBezTo>
                    <a:pt x="70" y="0"/>
                    <a:pt x="0" y="69"/>
                    <a:pt x="0" y="155"/>
                  </a:cubicBezTo>
                  <a:cubicBezTo>
                    <a:pt x="0" y="241"/>
                    <a:pt x="70" y="311"/>
                    <a:pt x="155" y="311"/>
                  </a:cubicBezTo>
                  <a:cubicBezTo>
                    <a:pt x="241" y="311"/>
                    <a:pt x="311" y="241"/>
                    <a:pt x="311" y="155"/>
                  </a:cubicBezTo>
                  <a:cubicBezTo>
                    <a:pt x="311" y="69"/>
                    <a:pt x="241" y="0"/>
                    <a:pt x="155" y="0"/>
                  </a:cubicBezTo>
                  <a:moveTo>
                    <a:pt x="155" y="289"/>
                  </a:moveTo>
                  <a:cubicBezTo>
                    <a:pt x="81" y="289"/>
                    <a:pt x="21" y="229"/>
                    <a:pt x="21" y="155"/>
                  </a:cubicBezTo>
                  <a:cubicBezTo>
                    <a:pt x="21" y="81"/>
                    <a:pt x="81" y="21"/>
                    <a:pt x="155" y="21"/>
                  </a:cubicBezTo>
                  <a:cubicBezTo>
                    <a:pt x="229" y="21"/>
                    <a:pt x="289" y="81"/>
                    <a:pt x="289" y="155"/>
                  </a:cubicBezTo>
                  <a:cubicBezTo>
                    <a:pt x="289" y="229"/>
                    <a:pt x="229" y="289"/>
                    <a:pt x="155" y="289"/>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7" name="Freeform 23"/>
            <p:cNvSpPr>
              <a:spLocks noChangeArrowheads="1"/>
            </p:cNvSpPr>
            <p:nvPr/>
          </p:nvSpPr>
          <p:spPr bwMode="auto">
            <a:xfrm>
              <a:off x="235162" y="70789"/>
              <a:ext cx="430731" cy="428331"/>
            </a:xfrm>
            <a:custGeom>
              <a:avLst/>
              <a:gdLst>
                <a:gd name="T0" fmla="*/ 145 w 152"/>
                <a:gd name="T1" fmla="*/ 53 h 151"/>
                <a:gd name="T2" fmla="*/ 144 w 152"/>
                <a:gd name="T3" fmla="*/ 52 h 151"/>
                <a:gd name="T4" fmla="*/ 125 w 152"/>
                <a:gd name="T5" fmla="*/ 52 h 151"/>
                <a:gd name="T6" fmla="*/ 77 w 152"/>
                <a:gd name="T7" fmla="*/ 106 h 151"/>
                <a:gd name="T8" fmla="*/ 31 w 152"/>
                <a:gd name="T9" fmla="*/ 12 h 151"/>
                <a:gd name="T10" fmla="*/ 11 w 152"/>
                <a:gd name="T11" fmla="*/ 4 h 151"/>
                <a:gd name="T12" fmla="*/ 10 w 152"/>
                <a:gd name="T13" fmla="*/ 4 h 151"/>
                <a:gd name="T14" fmla="*/ 4 w 152"/>
                <a:gd name="T15" fmla="*/ 25 h 151"/>
                <a:gd name="T16" fmla="*/ 60 w 152"/>
                <a:gd name="T17" fmla="*/ 140 h 151"/>
                <a:gd name="T18" fmla="*/ 79 w 152"/>
                <a:gd name="T19" fmla="*/ 148 h 151"/>
                <a:gd name="T20" fmla="*/ 79 w 152"/>
                <a:gd name="T21" fmla="*/ 148 h 151"/>
                <a:gd name="T22" fmla="*/ 80 w 152"/>
                <a:gd name="T23" fmla="*/ 148 h 151"/>
                <a:gd name="T24" fmla="*/ 81 w 152"/>
                <a:gd name="T25" fmla="*/ 147 h 151"/>
                <a:gd name="T26" fmla="*/ 87 w 152"/>
                <a:gd name="T27" fmla="*/ 141 h 151"/>
                <a:gd name="T28" fmla="*/ 148 w 152"/>
                <a:gd name="T29" fmla="*/ 72 h 151"/>
                <a:gd name="T30" fmla="*/ 145 w 152"/>
                <a:gd name="T31" fmla="*/ 53 h 15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2"/>
                <a:gd name="T49" fmla="*/ 0 h 151"/>
                <a:gd name="T50" fmla="*/ 152 w 152"/>
                <a:gd name="T51" fmla="*/ 151 h 15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2" h="151">
                  <a:moveTo>
                    <a:pt x="145" y="53"/>
                  </a:moveTo>
                  <a:cubicBezTo>
                    <a:pt x="144" y="52"/>
                    <a:pt x="144" y="52"/>
                    <a:pt x="144" y="52"/>
                  </a:cubicBezTo>
                  <a:cubicBezTo>
                    <a:pt x="138" y="47"/>
                    <a:pt x="129" y="47"/>
                    <a:pt x="125" y="52"/>
                  </a:cubicBezTo>
                  <a:cubicBezTo>
                    <a:pt x="77" y="106"/>
                    <a:pt x="77" y="106"/>
                    <a:pt x="77" y="106"/>
                  </a:cubicBezTo>
                  <a:cubicBezTo>
                    <a:pt x="31" y="12"/>
                    <a:pt x="31" y="12"/>
                    <a:pt x="31" y="12"/>
                  </a:cubicBezTo>
                  <a:cubicBezTo>
                    <a:pt x="27" y="4"/>
                    <a:pt x="18" y="0"/>
                    <a:pt x="11" y="4"/>
                  </a:cubicBezTo>
                  <a:cubicBezTo>
                    <a:pt x="10" y="4"/>
                    <a:pt x="10" y="4"/>
                    <a:pt x="10" y="4"/>
                  </a:cubicBezTo>
                  <a:cubicBezTo>
                    <a:pt x="3" y="8"/>
                    <a:pt x="0" y="17"/>
                    <a:pt x="4" y="25"/>
                  </a:cubicBezTo>
                  <a:cubicBezTo>
                    <a:pt x="60" y="140"/>
                    <a:pt x="60" y="140"/>
                    <a:pt x="60" y="140"/>
                  </a:cubicBezTo>
                  <a:cubicBezTo>
                    <a:pt x="63" y="148"/>
                    <a:pt x="72" y="151"/>
                    <a:pt x="79" y="148"/>
                  </a:cubicBezTo>
                  <a:cubicBezTo>
                    <a:pt x="79" y="148"/>
                    <a:pt x="79" y="148"/>
                    <a:pt x="79" y="148"/>
                  </a:cubicBezTo>
                  <a:cubicBezTo>
                    <a:pt x="79" y="148"/>
                    <a:pt x="80" y="148"/>
                    <a:pt x="80" y="148"/>
                  </a:cubicBezTo>
                  <a:cubicBezTo>
                    <a:pt x="81" y="147"/>
                    <a:pt x="81" y="147"/>
                    <a:pt x="81" y="147"/>
                  </a:cubicBezTo>
                  <a:cubicBezTo>
                    <a:pt x="84" y="146"/>
                    <a:pt x="86" y="144"/>
                    <a:pt x="87" y="141"/>
                  </a:cubicBezTo>
                  <a:cubicBezTo>
                    <a:pt x="148" y="72"/>
                    <a:pt x="148" y="72"/>
                    <a:pt x="148" y="72"/>
                  </a:cubicBezTo>
                  <a:cubicBezTo>
                    <a:pt x="152" y="67"/>
                    <a:pt x="151" y="59"/>
                    <a:pt x="145" y="53"/>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grpSp>
        <p:nvGrpSpPr>
          <p:cNvPr id="18" name="组合 17"/>
          <p:cNvGrpSpPr/>
          <p:nvPr/>
        </p:nvGrpSpPr>
        <p:grpSpPr bwMode="auto">
          <a:xfrm>
            <a:off x="5861890" y="4178966"/>
            <a:ext cx="397959" cy="333006"/>
            <a:chOff x="0" y="0"/>
            <a:chExt cx="961046" cy="796672"/>
          </a:xfrm>
          <a:solidFill>
            <a:schemeClr val="tx1"/>
          </a:solidFill>
        </p:grpSpPr>
        <p:sp>
          <p:nvSpPr>
            <p:cNvPr id="19" name="Freeform 24"/>
            <p:cNvSpPr>
              <a:spLocks noEditPoints="1" noChangeArrowheads="1"/>
            </p:cNvSpPr>
            <p:nvPr/>
          </p:nvSpPr>
          <p:spPr bwMode="auto">
            <a:xfrm>
              <a:off x="0" y="0"/>
              <a:ext cx="961046" cy="796672"/>
            </a:xfrm>
            <a:custGeom>
              <a:avLst/>
              <a:gdLst>
                <a:gd name="T0" fmla="*/ 321 w 339"/>
                <a:gd name="T1" fmla="*/ 0 h 281"/>
                <a:gd name="T2" fmla="*/ 18 w 339"/>
                <a:gd name="T3" fmla="*/ 0 h 281"/>
                <a:gd name="T4" fmla="*/ 0 w 339"/>
                <a:gd name="T5" fmla="*/ 18 h 281"/>
                <a:gd name="T6" fmla="*/ 0 w 339"/>
                <a:gd name="T7" fmla="*/ 263 h 281"/>
                <a:gd name="T8" fmla="*/ 18 w 339"/>
                <a:gd name="T9" fmla="*/ 281 h 281"/>
                <a:gd name="T10" fmla="*/ 321 w 339"/>
                <a:gd name="T11" fmla="*/ 281 h 281"/>
                <a:gd name="T12" fmla="*/ 339 w 339"/>
                <a:gd name="T13" fmla="*/ 263 h 281"/>
                <a:gd name="T14" fmla="*/ 339 w 339"/>
                <a:gd name="T15" fmla="*/ 18 h 281"/>
                <a:gd name="T16" fmla="*/ 321 w 339"/>
                <a:gd name="T17" fmla="*/ 0 h 281"/>
                <a:gd name="T18" fmla="*/ 316 w 339"/>
                <a:gd name="T19" fmla="*/ 246 h 281"/>
                <a:gd name="T20" fmla="*/ 301 w 339"/>
                <a:gd name="T21" fmla="*/ 262 h 281"/>
                <a:gd name="T22" fmla="*/ 38 w 339"/>
                <a:gd name="T23" fmla="*/ 262 h 281"/>
                <a:gd name="T24" fmla="*/ 23 w 339"/>
                <a:gd name="T25" fmla="*/ 246 h 281"/>
                <a:gd name="T26" fmla="*/ 23 w 339"/>
                <a:gd name="T27" fmla="*/ 35 h 281"/>
                <a:gd name="T28" fmla="*/ 38 w 339"/>
                <a:gd name="T29" fmla="*/ 19 h 281"/>
                <a:gd name="T30" fmla="*/ 301 w 339"/>
                <a:gd name="T31" fmla="*/ 19 h 281"/>
                <a:gd name="T32" fmla="*/ 316 w 339"/>
                <a:gd name="T33" fmla="*/ 35 h 281"/>
                <a:gd name="T34" fmla="*/ 316 w 339"/>
                <a:gd name="T35" fmla="*/ 246 h 28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39"/>
                <a:gd name="T55" fmla="*/ 0 h 281"/>
                <a:gd name="T56" fmla="*/ 339 w 339"/>
                <a:gd name="T57" fmla="*/ 281 h 28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39" h="281">
                  <a:moveTo>
                    <a:pt x="321" y="0"/>
                  </a:moveTo>
                  <a:cubicBezTo>
                    <a:pt x="18" y="0"/>
                    <a:pt x="18" y="0"/>
                    <a:pt x="18" y="0"/>
                  </a:cubicBezTo>
                  <a:cubicBezTo>
                    <a:pt x="8" y="0"/>
                    <a:pt x="0" y="8"/>
                    <a:pt x="0" y="18"/>
                  </a:cubicBezTo>
                  <a:cubicBezTo>
                    <a:pt x="0" y="263"/>
                    <a:pt x="0" y="263"/>
                    <a:pt x="0" y="263"/>
                  </a:cubicBezTo>
                  <a:cubicBezTo>
                    <a:pt x="0" y="273"/>
                    <a:pt x="8" y="281"/>
                    <a:pt x="18" y="281"/>
                  </a:cubicBezTo>
                  <a:cubicBezTo>
                    <a:pt x="321" y="281"/>
                    <a:pt x="321" y="281"/>
                    <a:pt x="321" y="281"/>
                  </a:cubicBezTo>
                  <a:cubicBezTo>
                    <a:pt x="331" y="281"/>
                    <a:pt x="339" y="273"/>
                    <a:pt x="339" y="263"/>
                  </a:cubicBezTo>
                  <a:cubicBezTo>
                    <a:pt x="339" y="18"/>
                    <a:pt x="339" y="18"/>
                    <a:pt x="339" y="18"/>
                  </a:cubicBezTo>
                  <a:cubicBezTo>
                    <a:pt x="339" y="8"/>
                    <a:pt x="331" y="0"/>
                    <a:pt x="321" y="0"/>
                  </a:cubicBezTo>
                  <a:moveTo>
                    <a:pt x="316" y="246"/>
                  </a:moveTo>
                  <a:cubicBezTo>
                    <a:pt x="316" y="255"/>
                    <a:pt x="309" y="262"/>
                    <a:pt x="301" y="262"/>
                  </a:cubicBezTo>
                  <a:cubicBezTo>
                    <a:pt x="38" y="262"/>
                    <a:pt x="38" y="262"/>
                    <a:pt x="38" y="262"/>
                  </a:cubicBezTo>
                  <a:cubicBezTo>
                    <a:pt x="30" y="262"/>
                    <a:pt x="23" y="255"/>
                    <a:pt x="23" y="246"/>
                  </a:cubicBezTo>
                  <a:cubicBezTo>
                    <a:pt x="23" y="35"/>
                    <a:pt x="23" y="35"/>
                    <a:pt x="23" y="35"/>
                  </a:cubicBezTo>
                  <a:cubicBezTo>
                    <a:pt x="23" y="26"/>
                    <a:pt x="30" y="19"/>
                    <a:pt x="38" y="19"/>
                  </a:cubicBezTo>
                  <a:cubicBezTo>
                    <a:pt x="301" y="19"/>
                    <a:pt x="301" y="19"/>
                    <a:pt x="301" y="19"/>
                  </a:cubicBezTo>
                  <a:cubicBezTo>
                    <a:pt x="309" y="19"/>
                    <a:pt x="316" y="26"/>
                    <a:pt x="316" y="35"/>
                  </a:cubicBezTo>
                  <a:lnTo>
                    <a:pt x="316" y="246"/>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0" name="Freeform 25"/>
            <p:cNvSpPr>
              <a:spLocks noChangeArrowheads="1"/>
            </p:cNvSpPr>
            <p:nvPr/>
          </p:nvSpPr>
          <p:spPr bwMode="auto">
            <a:xfrm>
              <a:off x="176371" y="116382"/>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1" name="Freeform 26"/>
            <p:cNvSpPr>
              <a:spLocks noChangeArrowheads="1"/>
            </p:cNvSpPr>
            <p:nvPr/>
          </p:nvSpPr>
          <p:spPr bwMode="auto">
            <a:xfrm>
              <a:off x="176371" y="274756"/>
              <a:ext cx="87586" cy="88786"/>
            </a:xfrm>
            <a:custGeom>
              <a:avLst/>
              <a:gdLst>
                <a:gd name="T0" fmla="*/ 31 w 31"/>
                <a:gd name="T1" fmla="*/ 24 h 31"/>
                <a:gd name="T2" fmla="*/ 24 w 31"/>
                <a:gd name="T3" fmla="*/ 31 h 31"/>
                <a:gd name="T4" fmla="*/ 8 w 31"/>
                <a:gd name="T5" fmla="*/ 31 h 31"/>
                <a:gd name="T6" fmla="*/ 0 w 31"/>
                <a:gd name="T7" fmla="*/ 24 h 31"/>
                <a:gd name="T8" fmla="*/ 0 w 31"/>
                <a:gd name="T9" fmla="*/ 8 h 31"/>
                <a:gd name="T10" fmla="*/ 8 w 31"/>
                <a:gd name="T11" fmla="*/ 0 h 31"/>
                <a:gd name="T12" fmla="*/ 24 w 31"/>
                <a:gd name="T13" fmla="*/ 0 h 31"/>
                <a:gd name="T14" fmla="*/ 31 w 31"/>
                <a:gd name="T15" fmla="*/ 8 h 31"/>
                <a:gd name="T16" fmla="*/ 31 w 31"/>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1"/>
                <a:gd name="T29" fmla="*/ 31 w 31"/>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1">
                  <a:moveTo>
                    <a:pt x="31" y="24"/>
                  </a:moveTo>
                  <a:cubicBezTo>
                    <a:pt x="31" y="28"/>
                    <a:pt x="28" y="31"/>
                    <a:pt x="24" y="31"/>
                  </a:cubicBezTo>
                  <a:cubicBezTo>
                    <a:pt x="8" y="31"/>
                    <a:pt x="8" y="31"/>
                    <a:pt x="8" y="31"/>
                  </a:cubicBezTo>
                  <a:cubicBezTo>
                    <a:pt x="4" y="31"/>
                    <a:pt x="0" y="28"/>
                    <a:pt x="0" y="24"/>
                  </a:cubicBezTo>
                  <a:cubicBezTo>
                    <a:pt x="0" y="8"/>
                    <a:pt x="0" y="8"/>
                    <a:pt x="0" y="8"/>
                  </a:cubicBezTo>
                  <a:cubicBezTo>
                    <a:pt x="0" y="4"/>
                    <a:pt x="4" y="0"/>
                    <a:pt x="8" y="0"/>
                  </a:cubicBezTo>
                  <a:cubicBezTo>
                    <a:pt x="24" y="0"/>
                    <a:pt x="24" y="0"/>
                    <a:pt x="24" y="0"/>
                  </a:cubicBezTo>
                  <a:cubicBezTo>
                    <a:pt x="28" y="0"/>
                    <a:pt x="31" y="4"/>
                    <a:pt x="31" y="8"/>
                  </a:cubicBezTo>
                  <a:lnTo>
                    <a:pt x="31"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2" name="Freeform 27"/>
            <p:cNvSpPr>
              <a:spLocks noChangeArrowheads="1"/>
            </p:cNvSpPr>
            <p:nvPr/>
          </p:nvSpPr>
          <p:spPr bwMode="auto">
            <a:xfrm>
              <a:off x="346744" y="116382"/>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3" name="Freeform 28"/>
            <p:cNvSpPr>
              <a:spLocks noChangeArrowheads="1"/>
            </p:cNvSpPr>
            <p:nvPr/>
          </p:nvSpPr>
          <p:spPr bwMode="auto">
            <a:xfrm>
              <a:off x="346744" y="274756"/>
              <a:ext cx="87586" cy="88786"/>
            </a:xfrm>
            <a:custGeom>
              <a:avLst/>
              <a:gdLst>
                <a:gd name="T0" fmla="*/ 31 w 31"/>
                <a:gd name="T1" fmla="*/ 24 h 31"/>
                <a:gd name="T2" fmla="*/ 24 w 31"/>
                <a:gd name="T3" fmla="*/ 31 h 31"/>
                <a:gd name="T4" fmla="*/ 8 w 31"/>
                <a:gd name="T5" fmla="*/ 31 h 31"/>
                <a:gd name="T6" fmla="*/ 0 w 31"/>
                <a:gd name="T7" fmla="*/ 24 h 31"/>
                <a:gd name="T8" fmla="*/ 0 w 31"/>
                <a:gd name="T9" fmla="*/ 8 h 31"/>
                <a:gd name="T10" fmla="*/ 8 w 31"/>
                <a:gd name="T11" fmla="*/ 0 h 31"/>
                <a:gd name="T12" fmla="*/ 24 w 31"/>
                <a:gd name="T13" fmla="*/ 0 h 31"/>
                <a:gd name="T14" fmla="*/ 31 w 31"/>
                <a:gd name="T15" fmla="*/ 8 h 31"/>
                <a:gd name="T16" fmla="*/ 31 w 31"/>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1"/>
                <a:gd name="T29" fmla="*/ 31 w 31"/>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1">
                  <a:moveTo>
                    <a:pt x="31" y="24"/>
                  </a:moveTo>
                  <a:cubicBezTo>
                    <a:pt x="31" y="28"/>
                    <a:pt x="28" y="31"/>
                    <a:pt x="24" y="31"/>
                  </a:cubicBezTo>
                  <a:cubicBezTo>
                    <a:pt x="8" y="31"/>
                    <a:pt x="8" y="31"/>
                    <a:pt x="8" y="31"/>
                  </a:cubicBezTo>
                  <a:cubicBezTo>
                    <a:pt x="4" y="31"/>
                    <a:pt x="0" y="28"/>
                    <a:pt x="0" y="24"/>
                  </a:cubicBezTo>
                  <a:cubicBezTo>
                    <a:pt x="0" y="8"/>
                    <a:pt x="0" y="8"/>
                    <a:pt x="0" y="8"/>
                  </a:cubicBezTo>
                  <a:cubicBezTo>
                    <a:pt x="0" y="4"/>
                    <a:pt x="4" y="0"/>
                    <a:pt x="8" y="0"/>
                  </a:cubicBezTo>
                  <a:cubicBezTo>
                    <a:pt x="24" y="0"/>
                    <a:pt x="24" y="0"/>
                    <a:pt x="24" y="0"/>
                  </a:cubicBezTo>
                  <a:cubicBezTo>
                    <a:pt x="28" y="0"/>
                    <a:pt x="31" y="4"/>
                    <a:pt x="31" y="8"/>
                  </a:cubicBezTo>
                  <a:lnTo>
                    <a:pt x="31"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4" name="Freeform 29"/>
            <p:cNvSpPr>
              <a:spLocks noChangeArrowheads="1"/>
            </p:cNvSpPr>
            <p:nvPr/>
          </p:nvSpPr>
          <p:spPr bwMode="auto">
            <a:xfrm>
              <a:off x="346744" y="436730"/>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5" name="Freeform 30"/>
            <p:cNvSpPr>
              <a:spLocks noChangeArrowheads="1"/>
            </p:cNvSpPr>
            <p:nvPr/>
          </p:nvSpPr>
          <p:spPr bwMode="auto">
            <a:xfrm>
              <a:off x="519516" y="116382"/>
              <a:ext cx="83987" cy="85186"/>
            </a:xfrm>
            <a:custGeom>
              <a:avLst/>
              <a:gdLst>
                <a:gd name="T0" fmla="*/ 30 w 30"/>
                <a:gd name="T1" fmla="*/ 23 h 30"/>
                <a:gd name="T2" fmla="*/ 23 w 30"/>
                <a:gd name="T3" fmla="*/ 30 h 30"/>
                <a:gd name="T4" fmla="*/ 7 w 30"/>
                <a:gd name="T5" fmla="*/ 30 h 30"/>
                <a:gd name="T6" fmla="*/ 0 w 30"/>
                <a:gd name="T7" fmla="*/ 23 h 30"/>
                <a:gd name="T8" fmla="*/ 0 w 30"/>
                <a:gd name="T9" fmla="*/ 7 h 30"/>
                <a:gd name="T10" fmla="*/ 7 w 30"/>
                <a:gd name="T11" fmla="*/ 0 h 30"/>
                <a:gd name="T12" fmla="*/ 23 w 30"/>
                <a:gd name="T13" fmla="*/ 0 h 30"/>
                <a:gd name="T14" fmla="*/ 30 w 30"/>
                <a:gd name="T15" fmla="*/ 7 h 30"/>
                <a:gd name="T16" fmla="*/ 30 w 30"/>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0"/>
                <a:gd name="T29" fmla="*/ 30 w 30"/>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0">
                  <a:moveTo>
                    <a:pt x="30" y="23"/>
                  </a:moveTo>
                  <a:cubicBezTo>
                    <a:pt x="30" y="27"/>
                    <a:pt x="27" y="30"/>
                    <a:pt x="23" y="30"/>
                  </a:cubicBezTo>
                  <a:cubicBezTo>
                    <a:pt x="7" y="30"/>
                    <a:pt x="7" y="30"/>
                    <a:pt x="7" y="30"/>
                  </a:cubicBezTo>
                  <a:cubicBezTo>
                    <a:pt x="3" y="30"/>
                    <a:pt x="0" y="27"/>
                    <a:pt x="0" y="23"/>
                  </a:cubicBezTo>
                  <a:cubicBezTo>
                    <a:pt x="0" y="7"/>
                    <a:pt x="0" y="7"/>
                    <a:pt x="0" y="7"/>
                  </a:cubicBezTo>
                  <a:cubicBezTo>
                    <a:pt x="0" y="3"/>
                    <a:pt x="3" y="0"/>
                    <a:pt x="7" y="0"/>
                  </a:cubicBezTo>
                  <a:cubicBezTo>
                    <a:pt x="23" y="0"/>
                    <a:pt x="23" y="0"/>
                    <a:pt x="23" y="0"/>
                  </a:cubicBezTo>
                  <a:cubicBezTo>
                    <a:pt x="27" y="0"/>
                    <a:pt x="30" y="3"/>
                    <a:pt x="30" y="7"/>
                  </a:cubicBezTo>
                  <a:lnTo>
                    <a:pt x="30"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6" name="Freeform 31"/>
            <p:cNvSpPr>
              <a:spLocks noChangeArrowheads="1"/>
            </p:cNvSpPr>
            <p:nvPr/>
          </p:nvSpPr>
          <p:spPr bwMode="auto">
            <a:xfrm>
              <a:off x="519516" y="274756"/>
              <a:ext cx="83987" cy="88786"/>
            </a:xfrm>
            <a:custGeom>
              <a:avLst/>
              <a:gdLst>
                <a:gd name="T0" fmla="*/ 30 w 30"/>
                <a:gd name="T1" fmla="*/ 24 h 31"/>
                <a:gd name="T2" fmla="*/ 23 w 30"/>
                <a:gd name="T3" fmla="*/ 31 h 31"/>
                <a:gd name="T4" fmla="*/ 7 w 30"/>
                <a:gd name="T5" fmla="*/ 31 h 31"/>
                <a:gd name="T6" fmla="*/ 0 w 30"/>
                <a:gd name="T7" fmla="*/ 24 h 31"/>
                <a:gd name="T8" fmla="*/ 0 w 30"/>
                <a:gd name="T9" fmla="*/ 8 h 31"/>
                <a:gd name="T10" fmla="*/ 7 w 30"/>
                <a:gd name="T11" fmla="*/ 0 h 31"/>
                <a:gd name="T12" fmla="*/ 23 w 30"/>
                <a:gd name="T13" fmla="*/ 0 h 31"/>
                <a:gd name="T14" fmla="*/ 30 w 30"/>
                <a:gd name="T15" fmla="*/ 8 h 31"/>
                <a:gd name="T16" fmla="*/ 30 w 30"/>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1"/>
                <a:gd name="T29" fmla="*/ 30 w 30"/>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1">
                  <a:moveTo>
                    <a:pt x="30" y="24"/>
                  </a:moveTo>
                  <a:cubicBezTo>
                    <a:pt x="30" y="28"/>
                    <a:pt x="27" y="31"/>
                    <a:pt x="23" y="31"/>
                  </a:cubicBezTo>
                  <a:cubicBezTo>
                    <a:pt x="7" y="31"/>
                    <a:pt x="7" y="31"/>
                    <a:pt x="7" y="31"/>
                  </a:cubicBezTo>
                  <a:cubicBezTo>
                    <a:pt x="3" y="31"/>
                    <a:pt x="0" y="28"/>
                    <a:pt x="0" y="24"/>
                  </a:cubicBezTo>
                  <a:cubicBezTo>
                    <a:pt x="0" y="8"/>
                    <a:pt x="0" y="8"/>
                    <a:pt x="0" y="8"/>
                  </a:cubicBezTo>
                  <a:cubicBezTo>
                    <a:pt x="0" y="4"/>
                    <a:pt x="3" y="0"/>
                    <a:pt x="7" y="0"/>
                  </a:cubicBezTo>
                  <a:cubicBezTo>
                    <a:pt x="23" y="0"/>
                    <a:pt x="23" y="0"/>
                    <a:pt x="23" y="0"/>
                  </a:cubicBezTo>
                  <a:cubicBezTo>
                    <a:pt x="27" y="0"/>
                    <a:pt x="30" y="4"/>
                    <a:pt x="30" y="8"/>
                  </a:cubicBezTo>
                  <a:lnTo>
                    <a:pt x="30"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7" name="Freeform 32"/>
            <p:cNvSpPr>
              <a:spLocks noChangeArrowheads="1"/>
            </p:cNvSpPr>
            <p:nvPr/>
          </p:nvSpPr>
          <p:spPr bwMode="auto">
            <a:xfrm>
              <a:off x="688689" y="116382"/>
              <a:ext cx="85186" cy="85186"/>
            </a:xfrm>
            <a:custGeom>
              <a:avLst/>
              <a:gdLst>
                <a:gd name="T0" fmla="*/ 30 w 30"/>
                <a:gd name="T1" fmla="*/ 23 h 30"/>
                <a:gd name="T2" fmla="*/ 23 w 30"/>
                <a:gd name="T3" fmla="*/ 30 h 30"/>
                <a:gd name="T4" fmla="*/ 7 w 30"/>
                <a:gd name="T5" fmla="*/ 30 h 30"/>
                <a:gd name="T6" fmla="*/ 0 w 30"/>
                <a:gd name="T7" fmla="*/ 23 h 30"/>
                <a:gd name="T8" fmla="*/ 0 w 30"/>
                <a:gd name="T9" fmla="*/ 7 h 30"/>
                <a:gd name="T10" fmla="*/ 7 w 30"/>
                <a:gd name="T11" fmla="*/ 0 h 30"/>
                <a:gd name="T12" fmla="*/ 23 w 30"/>
                <a:gd name="T13" fmla="*/ 0 h 30"/>
                <a:gd name="T14" fmla="*/ 30 w 30"/>
                <a:gd name="T15" fmla="*/ 7 h 30"/>
                <a:gd name="T16" fmla="*/ 30 w 30"/>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0"/>
                <a:gd name="T29" fmla="*/ 30 w 30"/>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0">
                  <a:moveTo>
                    <a:pt x="30" y="23"/>
                  </a:moveTo>
                  <a:cubicBezTo>
                    <a:pt x="30" y="27"/>
                    <a:pt x="27" y="30"/>
                    <a:pt x="23" y="30"/>
                  </a:cubicBezTo>
                  <a:cubicBezTo>
                    <a:pt x="7" y="30"/>
                    <a:pt x="7" y="30"/>
                    <a:pt x="7" y="30"/>
                  </a:cubicBezTo>
                  <a:cubicBezTo>
                    <a:pt x="3" y="30"/>
                    <a:pt x="0" y="27"/>
                    <a:pt x="0" y="23"/>
                  </a:cubicBezTo>
                  <a:cubicBezTo>
                    <a:pt x="0" y="7"/>
                    <a:pt x="0" y="7"/>
                    <a:pt x="0" y="7"/>
                  </a:cubicBezTo>
                  <a:cubicBezTo>
                    <a:pt x="0" y="3"/>
                    <a:pt x="3" y="0"/>
                    <a:pt x="7" y="0"/>
                  </a:cubicBezTo>
                  <a:cubicBezTo>
                    <a:pt x="23" y="0"/>
                    <a:pt x="23" y="0"/>
                    <a:pt x="23" y="0"/>
                  </a:cubicBezTo>
                  <a:cubicBezTo>
                    <a:pt x="27" y="0"/>
                    <a:pt x="30" y="3"/>
                    <a:pt x="30" y="7"/>
                  </a:cubicBezTo>
                  <a:lnTo>
                    <a:pt x="30"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8" name="Freeform 33"/>
            <p:cNvSpPr>
              <a:spLocks noChangeArrowheads="1"/>
            </p:cNvSpPr>
            <p:nvPr/>
          </p:nvSpPr>
          <p:spPr bwMode="auto">
            <a:xfrm>
              <a:off x="688689" y="274756"/>
              <a:ext cx="85186" cy="88786"/>
            </a:xfrm>
            <a:custGeom>
              <a:avLst/>
              <a:gdLst>
                <a:gd name="T0" fmla="*/ 30 w 30"/>
                <a:gd name="T1" fmla="*/ 24 h 31"/>
                <a:gd name="T2" fmla="*/ 23 w 30"/>
                <a:gd name="T3" fmla="*/ 31 h 31"/>
                <a:gd name="T4" fmla="*/ 7 w 30"/>
                <a:gd name="T5" fmla="*/ 31 h 31"/>
                <a:gd name="T6" fmla="*/ 0 w 30"/>
                <a:gd name="T7" fmla="*/ 24 h 31"/>
                <a:gd name="T8" fmla="*/ 0 w 30"/>
                <a:gd name="T9" fmla="*/ 8 h 31"/>
                <a:gd name="T10" fmla="*/ 7 w 30"/>
                <a:gd name="T11" fmla="*/ 0 h 31"/>
                <a:gd name="T12" fmla="*/ 23 w 30"/>
                <a:gd name="T13" fmla="*/ 0 h 31"/>
                <a:gd name="T14" fmla="*/ 30 w 30"/>
                <a:gd name="T15" fmla="*/ 8 h 31"/>
                <a:gd name="T16" fmla="*/ 30 w 30"/>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1"/>
                <a:gd name="T29" fmla="*/ 30 w 30"/>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1">
                  <a:moveTo>
                    <a:pt x="30" y="24"/>
                  </a:moveTo>
                  <a:cubicBezTo>
                    <a:pt x="30" y="28"/>
                    <a:pt x="27" y="31"/>
                    <a:pt x="23" y="31"/>
                  </a:cubicBezTo>
                  <a:cubicBezTo>
                    <a:pt x="7" y="31"/>
                    <a:pt x="7" y="31"/>
                    <a:pt x="7" y="31"/>
                  </a:cubicBezTo>
                  <a:cubicBezTo>
                    <a:pt x="3" y="31"/>
                    <a:pt x="0" y="28"/>
                    <a:pt x="0" y="24"/>
                  </a:cubicBezTo>
                  <a:cubicBezTo>
                    <a:pt x="0" y="8"/>
                    <a:pt x="0" y="8"/>
                    <a:pt x="0" y="8"/>
                  </a:cubicBezTo>
                  <a:cubicBezTo>
                    <a:pt x="0" y="4"/>
                    <a:pt x="3" y="0"/>
                    <a:pt x="7" y="0"/>
                  </a:cubicBezTo>
                  <a:cubicBezTo>
                    <a:pt x="23" y="0"/>
                    <a:pt x="23" y="0"/>
                    <a:pt x="23" y="0"/>
                  </a:cubicBezTo>
                  <a:cubicBezTo>
                    <a:pt x="27" y="0"/>
                    <a:pt x="30" y="4"/>
                    <a:pt x="30" y="8"/>
                  </a:cubicBezTo>
                  <a:lnTo>
                    <a:pt x="30"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9" name="Freeform 34"/>
            <p:cNvSpPr>
              <a:spLocks noChangeArrowheads="1"/>
            </p:cNvSpPr>
            <p:nvPr/>
          </p:nvSpPr>
          <p:spPr bwMode="auto">
            <a:xfrm>
              <a:off x="176371" y="436730"/>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sp>
        <p:nvSpPr>
          <p:cNvPr id="30" name="Freeform 84"/>
          <p:cNvSpPr>
            <a:spLocks noChangeAspect="1" noEditPoints="1" noChangeArrowheads="1"/>
          </p:cNvSpPr>
          <p:nvPr/>
        </p:nvSpPr>
        <p:spPr bwMode="auto">
          <a:xfrm>
            <a:off x="4557745" y="4178965"/>
            <a:ext cx="333822" cy="333006"/>
          </a:xfrm>
          <a:custGeom>
            <a:avLst/>
            <a:gdLst>
              <a:gd name="T0" fmla="*/ 170 w 170"/>
              <a:gd name="T1" fmla="*/ 0 h 168"/>
              <a:gd name="T2" fmla="*/ 162 w 170"/>
              <a:gd name="T3" fmla="*/ 16 h 168"/>
              <a:gd name="T4" fmla="*/ 170 w 170"/>
              <a:gd name="T5" fmla="*/ 103 h 168"/>
              <a:gd name="T6" fmla="*/ 93 w 170"/>
              <a:gd name="T7" fmla="*/ 119 h 168"/>
              <a:gd name="T8" fmla="*/ 128 w 170"/>
              <a:gd name="T9" fmla="*/ 152 h 168"/>
              <a:gd name="T10" fmla="*/ 42 w 170"/>
              <a:gd name="T11" fmla="*/ 168 h 168"/>
              <a:gd name="T12" fmla="*/ 77 w 170"/>
              <a:gd name="T13" fmla="*/ 152 h 168"/>
              <a:gd name="T14" fmla="*/ 0 w 170"/>
              <a:gd name="T15" fmla="*/ 119 h 168"/>
              <a:gd name="T16" fmla="*/ 6 w 170"/>
              <a:gd name="T17" fmla="*/ 103 h 168"/>
              <a:gd name="T18" fmla="*/ 0 w 170"/>
              <a:gd name="T19" fmla="*/ 16 h 168"/>
              <a:gd name="T20" fmla="*/ 0 w 170"/>
              <a:gd name="T21" fmla="*/ 0 h 168"/>
              <a:gd name="T22" fmla="*/ 122 w 170"/>
              <a:gd name="T23" fmla="*/ 40 h 168"/>
              <a:gd name="T24" fmla="*/ 115 w 170"/>
              <a:gd name="T25" fmla="*/ 44 h 168"/>
              <a:gd name="T26" fmla="*/ 75 w 170"/>
              <a:gd name="T27" fmla="*/ 52 h 168"/>
              <a:gd name="T28" fmla="*/ 73 w 170"/>
              <a:gd name="T29" fmla="*/ 50 h 168"/>
              <a:gd name="T30" fmla="*/ 50 w 170"/>
              <a:gd name="T31" fmla="*/ 67 h 168"/>
              <a:gd name="T32" fmla="*/ 85 w 170"/>
              <a:gd name="T33" fmla="*/ 65 h 168"/>
              <a:gd name="T34" fmla="*/ 89 w 170"/>
              <a:gd name="T35" fmla="*/ 67 h 168"/>
              <a:gd name="T36" fmla="*/ 120 w 170"/>
              <a:gd name="T37" fmla="*/ 52 h 168"/>
              <a:gd name="T38" fmla="*/ 128 w 170"/>
              <a:gd name="T39" fmla="*/ 40 h 168"/>
              <a:gd name="T40" fmla="*/ 113 w 170"/>
              <a:gd name="T41" fmla="*/ 58 h 168"/>
              <a:gd name="T42" fmla="*/ 122 w 170"/>
              <a:gd name="T43" fmla="*/ 85 h 168"/>
              <a:gd name="T44" fmla="*/ 113 w 170"/>
              <a:gd name="T45" fmla="*/ 58 h 168"/>
              <a:gd name="T46" fmla="*/ 101 w 170"/>
              <a:gd name="T47" fmla="*/ 67 h 168"/>
              <a:gd name="T48" fmla="*/ 109 w 170"/>
              <a:gd name="T49" fmla="*/ 85 h 168"/>
              <a:gd name="T50" fmla="*/ 101 w 170"/>
              <a:gd name="T51" fmla="*/ 67 h 168"/>
              <a:gd name="T52" fmla="*/ 87 w 170"/>
              <a:gd name="T53" fmla="*/ 77 h 168"/>
              <a:gd name="T54" fmla="*/ 95 w 170"/>
              <a:gd name="T55" fmla="*/ 85 h 168"/>
              <a:gd name="T56" fmla="*/ 87 w 170"/>
              <a:gd name="T57" fmla="*/ 77 h 168"/>
              <a:gd name="T58" fmla="*/ 75 w 170"/>
              <a:gd name="T59" fmla="*/ 69 h 168"/>
              <a:gd name="T60" fmla="*/ 83 w 170"/>
              <a:gd name="T61" fmla="*/ 85 h 168"/>
              <a:gd name="T62" fmla="*/ 75 w 170"/>
              <a:gd name="T63" fmla="*/ 69 h 168"/>
              <a:gd name="T64" fmla="*/ 63 w 170"/>
              <a:gd name="T65" fmla="*/ 69 h 168"/>
              <a:gd name="T66" fmla="*/ 71 w 170"/>
              <a:gd name="T67" fmla="*/ 85 h 168"/>
              <a:gd name="T68" fmla="*/ 63 w 170"/>
              <a:gd name="T69" fmla="*/ 69 h 168"/>
              <a:gd name="T70" fmla="*/ 48 w 170"/>
              <a:gd name="T71" fmla="*/ 73 h 168"/>
              <a:gd name="T72" fmla="*/ 56 w 170"/>
              <a:gd name="T73" fmla="*/ 85 h 168"/>
              <a:gd name="T74" fmla="*/ 48 w 170"/>
              <a:gd name="T75" fmla="*/ 73 h 168"/>
              <a:gd name="T76" fmla="*/ 146 w 170"/>
              <a:gd name="T77" fmla="*/ 18 h 168"/>
              <a:gd name="T78" fmla="*/ 24 w 170"/>
              <a:gd name="T79" fmla="*/ 101 h 168"/>
              <a:gd name="T80" fmla="*/ 146 w 170"/>
              <a:gd name="T81" fmla="*/ 18 h 16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70"/>
              <a:gd name="T124" fmla="*/ 0 h 168"/>
              <a:gd name="T125" fmla="*/ 170 w 170"/>
              <a:gd name="T126" fmla="*/ 168 h 16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70" h="168">
                <a:moveTo>
                  <a:pt x="0" y="0"/>
                </a:moveTo>
                <a:lnTo>
                  <a:pt x="170" y="0"/>
                </a:lnTo>
                <a:lnTo>
                  <a:pt x="170" y="16"/>
                </a:lnTo>
                <a:lnTo>
                  <a:pt x="162" y="16"/>
                </a:lnTo>
                <a:lnTo>
                  <a:pt x="162" y="103"/>
                </a:lnTo>
                <a:lnTo>
                  <a:pt x="170" y="103"/>
                </a:lnTo>
                <a:lnTo>
                  <a:pt x="170" y="119"/>
                </a:lnTo>
                <a:lnTo>
                  <a:pt x="93" y="119"/>
                </a:lnTo>
                <a:lnTo>
                  <a:pt x="93" y="152"/>
                </a:lnTo>
                <a:lnTo>
                  <a:pt x="128" y="152"/>
                </a:lnTo>
                <a:lnTo>
                  <a:pt x="128" y="168"/>
                </a:lnTo>
                <a:lnTo>
                  <a:pt x="42" y="168"/>
                </a:lnTo>
                <a:lnTo>
                  <a:pt x="42" y="152"/>
                </a:lnTo>
                <a:lnTo>
                  <a:pt x="77" y="152"/>
                </a:lnTo>
                <a:lnTo>
                  <a:pt x="77" y="119"/>
                </a:lnTo>
                <a:lnTo>
                  <a:pt x="0" y="119"/>
                </a:lnTo>
                <a:lnTo>
                  <a:pt x="0" y="103"/>
                </a:lnTo>
                <a:lnTo>
                  <a:pt x="6" y="103"/>
                </a:lnTo>
                <a:lnTo>
                  <a:pt x="6" y="16"/>
                </a:lnTo>
                <a:lnTo>
                  <a:pt x="0" y="16"/>
                </a:lnTo>
                <a:lnTo>
                  <a:pt x="0" y="0"/>
                </a:lnTo>
                <a:lnTo>
                  <a:pt x="0" y="0"/>
                </a:lnTo>
                <a:close/>
                <a:moveTo>
                  <a:pt x="128" y="40"/>
                </a:moveTo>
                <a:lnTo>
                  <a:pt x="122" y="40"/>
                </a:lnTo>
                <a:lnTo>
                  <a:pt x="113" y="40"/>
                </a:lnTo>
                <a:lnTo>
                  <a:pt x="115" y="44"/>
                </a:lnTo>
                <a:lnTo>
                  <a:pt x="87" y="61"/>
                </a:lnTo>
                <a:lnTo>
                  <a:pt x="75" y="52"/>
                </a:lnTo>
                <a:lnTo>
                  <a:pt x="75" y="50"/>
                </a:lnTo>
                <a:lnTo>
                  <a:pt x="73" y="50"/>
                </a:lnTo>
                <a:lnTo>
                  <a:pt x="48" y="61"/>
                </a:lnTo>
                <a:lnTo>
                  <a:pt x="50" y="67"/>
                </a:lnTo>
                <a:lnTo>
                  <a:pt x="73" y="56"/>
                </a:lnTo>
                <a:lnTo>
                  <a:pt x="85" y="65"/>
                </a:lnTo>
                <a:lnTo>
                  <a:pt x="87" y="67"/>
                </a:lnTo>
                <a:lnTo>
                  <a:pt x="89" y="67"/>
                </a:lnTo>
                <a:lnTo>
                  <a:pt x="117" y="48"/>
                </a:lnTo>
                <a:lnTo>
                  <a:pt x="120" y="52"/>
                </a:lnTo>
                <a:lnTo>
                  <a:pt x="124" y="46"/>
                </a:lnTo>
                <a:lnTo>
                  <a:pt x="128" y="40"/>
                </a:lnTo>
                <a:lnTo>
                  <a:pt x="128" y="40"/>
                </a:lnTo>
                <a:close/>
                <a:moveTo>
                  <a:pt x="113" y="58"/>
                </a:moveTo>
                <a:lnTo>
                  <a:pt x="113" y="85"/>
                </a:lnTo>
                <a:lnTo>
                  <a:pt x="122" y="85"/>
                </a:lnTo>
                <a:lnTo>
                  <a:pt x="122" y="58"/>
                </a:lnTo>
                <a:lnTo>
                  <a:pt x="113" y="58"/>
                </a:lnTo>
                <a:lnTo>
                  <a:pt x="113" y="58"/>
                </a:lnTo>
                <a:close/>
                <a:moveTo>
                  <a:pt x="101" y="67"/>
                </a:moveTo>
                <a:lnTo>
                  <a:pt x="101" y="85"/>
                </a:lnTo>
                <a:lnTo>
                  <a:pt x="109" y="85"/>
                </a:lnTo>
                <a:lnTo>
                  <a:pt x="109" y="67"/>
                </a:lnTo>
                <a:lnTo>
                  <a:pt x="101" y="67"/>
                </a:lnTo>
                <a:lnTo>
                  <a:pt x="101" y="67"/>
                </a:lnTo>
                <a:close/>
                <a:moveTo>
                  <a:pt x="87" y="77"/>
                </a:moveTo>
                <a:lnTo>
                  <a:pt x="87" y="85"/>
                </a:lnTo>
                <a:lnTo>
                  <a:pt x="95" y="85"/>
                </a:lnTo>
                <a:lnTo>
                  <a:pt x="95" y="77"/>
                </a:lnTo>
                <a:lnTo>
                  <a:pt x="87" y="77"/>
                </a:lnTo>
                <a:lnTo>
                  <a:pt x="87" y="77"/>
                </a:lnTo>
                <a:close/>
                <a:moveTo>
                  <a:pt x="75" y="69"/>
                </a:moveTo>
                <a:lnTo>
                  <a:pt x="75" y="85"/>
                </a:lnTo>
                <a:lnTo>
                  <a:pt x="83" y="85"/>
                </a:lnTo>
                <a:lnTo>
                  <a:pt x="83" y="69"/>
                </a:lnTo>
                <a:lnTo>
                  <a:pt x="75" y="69"/>
                </a:lnTo>
                <a:lnTo>
                  <a:pt x="75" y="69"/>
                </a:lnTo>
                <a:close/>
                <a:moveTo>
                  <a:pt x="63" y="69"/>
                </a:moveTo>
                <a:lnTo>
                  <a:pt x="63" y="85"/>
                </a:lnTo>
                <a:lnTo>
                  <a:pt x="71" y="85"/>
                </a:lnTo>
                <a:lnTo>
                  <a:pt x="71" y="69"/>
                </a:lnTo>
                <a:lnTo>
                  <a:pt x="63" y="69"/>
                </a:lnTo>
                <a:lnTo>
                  <a:pt x="63" y="69"/>
                </a:lnTo>
                <a:close/>
                <a:moveTo>
                  <a:pt x="48" y="73"/>
                </a:moveTo>
                <a:lnTo>
                  <a:pt x="48" y="85"/>
                </a:lnTo>
                <a:lnTo>
                  <a:pt x="56" y="85"/>
                </a:lnTo>
                <a:lnTo>
                  <a:pt x="56" y="73"/>
                </a:lnTo>
                <a:lnTo>
                  <a:pt x="48" y="73"/>
                </a:lnTo>
                <a:lnTo>
                  <a:pt x="48" y="73"/>
                </a:lnTo>
                <a:close/>
                <a:moveTo>
                  <a:pt x="146" y="18"/>
                </a:moveTo>
                <a:lnTo>
                  <a:pt x="24" y="18"/>
                </a:lnTo>
                <a:lnTo>
                  <a:pt x="24" y="101"/>
                </a:lnTo>
                <a:lnTo>
                  <a:pt x="146" y="101"/>
                </a:lnTo>
                <a:lnTo>
                  <a:pt x="146" y="18"/>
                </a:lnTo>
                <a:close/>
              </a:path>
            </a:pathLst>
          </a:custGeom>
          <a:solidFill>
            <a:schemeClr val="tx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31" name="Freeform 9"/>
          <p:cNvSpPr>
            <a:spLocks noChangeAspect="1" noEditPoints="1" noChangeArrowheads="1"/>
          </p:cNvSpPr>
          <p:nvPr/>
        </p:nvSpPr>
        <p:spPr bwMode="auto">
          <a:xfrm>
            <a:off x="6538656" y="4178964"/>
            <a:ext cx="361886" cy="333007"/>
          </a:xfrm>
          <a:custGeom>
            <a:avLst/>
            <a:gdLst>
              <a:gd name="T0" fmla="*/ 141 w 181"/>
              <a:gd name="T1" fmla="*/ 0 h 165"/>
              <a:gd name="T2" fmla="*/ 149 w 181"/>
              <a:gd name="T3" fmla="*/ 8 h 165"/>
              <a:gd name="T4" fmla="*/ 134 w 181"/>
              <a:gd name="T5" fmla="*/ 47 h 165"/>
              <a:gd name="T6" fmla="*/ 33 w 181"/>
              <a:gd name="T7" fmla="*/ 14 h 165"/>
              <a:gd name="T8" fmla="*/ 39 w 181"/>
              <a:gd name="T9" fmla="*/ 20 h 165"/>
              <a:gd name="T10" fmla="*/ 51 w 181"/>
              <a:gd name="T11" fmla="*/ 31 h 165"/>
              <a:gd name="T12" fmla="*/ 33 w 181"/>
              <a:gd name="T13" fmla="*/ 39 h 165"/>
              <a:gd name="T14" fmla="*/ 39 w 181"/>
              <a:gd name="T15" fmla="*/ 45 h 165"/>
              <a:gd name="T16" fmla="*/ 51 w 181"/>
              <a:gd name="T17" fmla="*/ 55 h 165"/>
              <a:gd name="T18" fmla="*/ 33 w 181"/>
              <a:gd name="T19" fmla="*/ 63 h 165"/>
              <a:gd name="T20" fmla="*/ 39 w 181"/>
              <a:gd name="T21" fmla="*/ 67 h 165"/>
              <a:gd name="T22" fmla="*/ 51 w 181"/>
              <a:gd name="T23" fmla="*/ 77 h 165"/>
              <a:gd name="T24" fmla="*/ 33 w 181"/>
              <a:gd name="T25" fmla="*/ 86 h 165"/>
              <a:gd name="T26" fmla="*/ 39 w 181"/>
              <a:gd name="T27" fmla="*/ 90 h 165"/>
              <a:gd name="T28" fmla="*/ 51 w 181"/>
              <a:gd name="T29" fmla="*/ 100 h 165"/>
              <a:gd name="T30" fmla="*/ 33 w 181"/>
              <a:gd name="T31" fmla="*/ 110 h 165"/>
              <a:gd name="T32" fmla="*/ 39 w 181"/>
              <a:gd name="T33" fmla="*/ 116 h 165"/>
              <a:gd name="T34" fmla="*/ 51 w 181"/>
              <a:gd name="T35" fmla="*/ 126 h 165"/>
              <a:gd name="T36" fmla="*/ 33 w 181"/>
              <a:gd name="T37" fmla="*/ 134 h 165"/>
              <a:gd name="T38" fmla="*/ 33 w 181"/>
              <a:gd name="T39" fmla="*/ 151 h 165"/>
              <a:gd name="T40" fmla="*/ 134 w 181"/>
              <a:gd name="T41" fmla="*/ 118 h 165"/>
              <a:gd name="T42" fmla="*/ 149 w 181"/>
              <a:gd name="T43" fmla="*/ 157 h 165"/>
              <a:gd name="T44" fmla="*/ 141 w 181"/>
              <a:gd name="T45" fmla="*/ 165 h 165"/>
              <a:gd name="T46" fmla="*/ 19 w 181"/>
              <a:gd name="T47" fmla="*/ 165 h 165"/>
              <a:gd name="T48" fmla="*/ 19 w 181"/>
              <a:gd name="T49" fmla="*/ 146 h 165"/>
              <a:gd name="T50" fmla="*/ 0 w 181"/>
              <a:gd name="T51" fmla="*/ 132 h 165"/>
              <a:gd name="T52" fmla="*/ 19 w 181"/>
              <a:gd name="T53" fmla="*/ 120 h 165"/>
              <a:gd name="T54" fmla="*/ 0 w 181"/>
              <a:gd name="T55" fmla="*/ 108 h 165"/>
              <a:gd name="T56" fmla="*/ 19 w 181"/>
              <a:gd name="T57" fmla="*/ 98 h 165"/>
              <a:gd name="T58" fmla="*/ 0 w 181"/>
              <a:gd name="T59" fmla="*/ 83 h 165"/>
              <a:gd name="T60" fmla="*/ 19 w 181"/>
              <a:gd name="T61" fmla="*/ 75 h 165"/>
              <a:gd name="T62" fmla="*/ 0 w 181"/>
              <a:gd name="T63" fmla="*/ 61 h 165"/>
              <a:gd name="T64" fmla="*/ 19 w 181"/>
              <a:gd name="T65" fmla="*/ 51 h 165"/>
              <a:gd name="T66" fmla="*/ 0 w 181"/>
              <a:gd name="T67" fmla="*/ 39 h 165"/>
              <a:gd name="T68" fmla="*/ 19 w 181"/>
              <a:gd name="T69" fmla="*/ 8 h 165"/>
              <a:gd name="T70" fmla="*/ 27 w 181"/>
              <a:gd name="T71" fmla="*/ 0 h 165"/>
              <a:gd name="T72" fmla="*/ 63 w 181"/>
              <a:gd name="T73" fmla="*/ 79 h 165"/>
              <a:gd name="T74" fmla="*/ 84 w 181"/>
              <a:gd name="T75" fmla="*/ 88 h 165"/>
              <a:gd name="T76" fmla="*/ 63 w 181"/>
              <a:gd name="T77" fmla="*/ 79 h 165"/>
              <a:gd name="T78" fmla="*/ 63 w 181"/>
              <a:gd name="T79" fmla="*/ 61 h 165"/>
              <a:gd name="T80" fmla="*/ 100 w 181"/>
              <a:gd name="T81" fmla="*/ 69 h 165"/>
              <a:gd name="T82" fmla="*/ 63 w 181"/>
              <a:gd name="T83" fmla="*/ 61 h 165"/>
              <a:gd name="T84" fmla="*/ 63 w 181"/>
              <a:gd name="T85" fmla="*/ 45 h 165"/>
              <a:gd name="T86" fmla="*/ 116 w 181"/>
              <a:gd name="T87" fmla="*/ 53 h 165"/>
              <a:gd name="T88" fmla="*/ 63 w 181"/>
              <a:gd name="T89" fmla="*/ 45 h 165"/>
              <a:gd name="T90" fmla="*/ 63 w 181"/>
              <a:gd name="T91" fmla="*/ 29 h 165"/>
              <a:gd name="T92" fmla="*/ 116 w 181"/>
              <a:gd name="T93" fmla="*/ 35 h 165"/>
              <a:gd name="T94" fmla="*/ 63 w 181"/>
              <a:gd name="T95" fmla="*/ 29 h 165"/>
              <a:gd name="T96" fmla="*/ 84 w 181"/>
              <a:gd name="T97" fmla="*/ 130 h 165"/>
              <a:gd name="T98" fmla="*/ 106 w 181"/>
              <a:gd name="T99" fmla="*/ 130 h 165"/>
              <a:gd name="T100" fmla="*/ 86 w 181"/>
              <a:gd name="T101" fmla="*/ 108 h 165"/>
              <a:gd name="T102" fmla="*/ 84 w 181"/>
              <a:gd name="T103" fmla="*/ 130 h 165"/>
              <a:gd name="T104" fmla="*/ 161 w 181"/>
              <a:gd name="T105" fmla="*/ 37 h 165"/>
              <a:gd name="T106" fmla="*/ 116 w 181"/>
              <a:gd name="T107" fmla="*/ 120 h 165"/>
              <a:gd name="T108" fmla="*/ 161 w 181"/>
              <a:gd name="T109" fmla="*/ 37 h 16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81"/>
              <a:gd name="T166" fmla="*/ 0 h 165"/>
              <a:gd name="T167" fmla="*/ 181 w 181"/>
              <a:gd name="T168" fmla="*/ 165 h 165"/>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81" h="165">
                <a:moveTo>
                  <a:pt x="27" y="0"/>
                </a:moveTo>
                <a:lnTo>
                  <a:pt x="141" y="0"/>
                </a:lnTo>
                <a:lnTo>
                  <a:pt x="149" y="0"/>
                </a:lnTo>
                <a:lnTo>
                  <a:pt x="149" y="8"/>
                </a:lnTo>
                <a:lnTo>
                  <a:pt x="149" y="35"/>
                </a:lnTo>
                <a:lnTo>
                  <a:pt x="134" y="47"/>
                </a:lnTo>
                <a:lnTo>
                  <a:pt x="134" y="14"/>
                </a:lnTo>
                <a:lnTo>
                  <a:pt x="33" y="14"/>
                </a:lnTo>
                <a:lnTo>
                  <a:pt x="33" y="25"/>
                </a:lnTo>
                <a:lnTo>
                  <a:pt x="39" y="20"/>
                </a:lnTo>
                <a:lnTo>
                  <a:pt x="47" y="18"/>
                </a:lnTo>
                <a:lnTo>
                  <a:pt x="51" y="31"/>
                </a:lnTo>
                <a:lnTo>
                  <a:pt x="45" y="35"/>
                </a:lnTo>
                <a:lnTo>
                  <a:pt x="33" y="39"/>
                </a:lnTo>
                <a:lnTo>
                  <a:pt x="33" y="47"/>
                </a:lnTo>
                <a:lnTo>
                  <a:pt x="39" y="45"/>
                </a:lnTo>
                <a:lnTo>
                  <a:pt x="47" y="41"/>
                </a:lnTo>
                <a:lnTo>
                  <a:pt x="51" y="55"/>
                </a:lnTo>
                <a:lnTo>
                  <a:pt x="45" y="57"/>
                </a:lnTo>
                <a:lnTo>
                  <a:pt x="33" y="63"/>
                </a:lnTo>
                <a:lnTo>
                  <a:pt x="33" y="71"/>
                </a:lnTo>
                <a:lnTo>
                  <a:pt x="39" y="67"/>
                </a:lnTo>
                <a:lnTo>
                  <a:pt x="47" y="65"/>
                </a:lnTo>
                <a:lnTo>
                  <a:pt x="51" y="77"/>
                </a:lnTo>
                <a:lnTo>
                  <a:pt x="45" y="81"/>
                </a:lnTo>
                <a:lnTo>
                  <a:pt x="33" y="86"/>
                </a:lnTo>
                <a:lnTo>
                  <a:pt x="33" y="94"/>
                </a:lnTo>
                <a:lnTo>
                  <a:pt x="39" y="90"/>
                </a:lnTo>
                <a:lnTo>
                  <a:pt x="47" y="88"/>
                </a:lnTo>
                <a:lnTo>
                  <a:pt x="51" y="100"/>
                </a:lnTo>
                <a:lnTo>
                  <a:pt x="45" y="104"/>
                </a:lnTo>
                <a:lnTo>
                  <a:pt x="33" y="110"/>
                </a:lnTo>
                <a:lnTo>
                  <a:pt x="33" y="118"/>
                </a:lnTo>
                <a:lnTo>
                  <a:pt x="39" y="116"/>
                </a:lnTo>
                <a:lnTo>
                  <a:pt x="47" y="112"/>
                </a:lnTo>
                <a:lnTo>
                  <a:pt x="51" y="126"/>
                </a:lnTo>
                <a:lnTo>
                  <a:pt x="45" y="128"/>
                </a:lnTo>
                <a:lnTo>
                  <a:pt x="33" y="134"/>
                </a:lnTo>
                <a:lnTo>
                  <a:pt x="33" y="146"/>
                </a:lnTo>
                <a:lnTo>
                  <a:pt x="33" y="151"/>
                </a:lnTo>
                <a:lnTo>
                  <a:pt x="134" y="151"/>
                </a:lnTo>
                <a:lnTo>
                  <a:pt x="134" y="118"/>
                </a:lnTo>
                <a:lnTo>
                  <a:pt x="149" y="106"/>
                </a:lnTo>
                <a:lnTo>
                  <a:pt x="149" y="157"/>
                </a:lnTo>
                <a:lnTo>
                  <a:pt x="149" y="165"/>
                </a:lnTo>
                <a:lnTo>
                  <a:pt x="141" y="165"/>
                </a:lnTo>
                <a:lnTo>
                  <a:pt x="27" y="165"/>
                </a:lnTo>
                <a:lnTo>
                  <a:pt x="19" y="165"/>
                </a:lnTo>
                <a:lnTo>
                  <a:pt x="19" y="157"/>
                </a:lnTo>
                <a:lnTo>
                  <a:pt x="19" y="146"/>
                </a:lnTo>
                <a:lnTo>
                  <a:pt x="4" y="146"/>
                </a:lnTo>
                <a:lnTo>
                  <a:pt x="0" y="132"/>
                </a:lnTo>
                <a:lnTo>
                  <a:pt x="19" y="124"/>
                </a:lnTo>
                <a:lnTo>
                  <a:pt x="19" y="120"/>
                </a:lnTo>
                <a:lnTo>
                  <a:pt x="4" y="120"/>
                </a:lnTo>
                <a:lnTo>
                  <a:pt x="0" y="108"/>
                </a:lnTo>
                <a:lnTo>
                  <a:pt x="19" y="100"/>
                </a:lnTo>
                <a:lnTo>
                  <a:pt x="19" y="98"/>
                </a:lnTo>
                <a:lnTo>
                  <a:pt x="4" y="98"/>
                </a:lnTo>
                <a:lnTo>
                  <a:pt x="0" y="83"/>
                </a:lnTo>
                <a:lnTo>
                  <a:pt x="19" y="77"/>
                </a:lnTo>
                <a:lnTo>
                  <a:pt x="19" y="75"/>
                </a:lnTo>
                <a:lnTo>
                  <a:pt x="4" y="75"/>
                </a:lnTo>
                <a:lnTo>
                  <a:pt x="0" y="61"/>
                </a:lnTo>
                <a:lnTo>
                  <a:pt x="19" y="53"/>
                </a:lnTo>
                <a:lnTo>
                  <a:pt x="19" y="51"/>
                </a:lnTo>
                <a:lnTo>
                  <a:pt x="4" y="51"/>
                </a:lnTo>
                <a:lnTo>
                  <a:pt x="0" y="39"/>
                </a:lnTo>
                <a:lnTo>
                  <a:pt x="19" y="31"/>
                </a:lnTo>
                <a:lnTo>
                  <a:pt x="19" y="8"/>
                </a:lnTo>
                <a:lnTo>
                  <a:pt x="19" y="0"/>
                </a:lnTo>
                <a:lnTo>
                  <a:pt x="27" y="0"/>
                </a:lnTo>
                <a:lnTo>
                  <a:pt x="27" y="0"/>
                </a:lnTo>
                <a:close/>
                <a:moveTo>
                  <a:pt x="63" y="79"/>
                </a:moveTo>
                <a:lnTo>
                  <a:pt x="63" y="88"/>
                </a:lnTo>
                <a:lnTo>
                  <a:pt x="84" y="88"/>
                </a:lnTo>
                <a:lnTo>
                  <a:pt x="84" y="79"/>
                </a:lnTo>
                <a:lnTo>
                  <a:pt x="63" y="79"/>
                </a:lnTo>
                <a:lnTo>
                  <a:pt x="63" y="79"/>
                </a:lnTo>
                <a:close/>
                <a:moveTo>
                  <a:pt x="63" y="61"/>
                </a:moveTo>
                <a:lnTo>
                  <a:pt x="63" y="69"/>
                </a:lnTo>
                <a:lnTo>
                  <a:pt x="100" y="69"/>
                </a:lnTo>
                <a:lnTo>
                  <a:pt x="100" y="61"/>
                </a:lnTo>
                <a:lnTo>
                  <a:pt x="63" y="61"/>
                </a:lnTo>
                <a:lnTo>
                  <a:pt x="63" y="61"/>
                </a:lnTo>
                <a:close/>
                <a:moveTo>
                  <a:pt x="63" y="45"/>
                </a:moveTo>
                <a:lnTo>
                  <a:pt x="63" y="53"/>
                </a:lnTo>
                <a:lnTo>
                  <a:pt x="116" y="53"/>
                </a:lnTo>
                <a:lnTo>
                  <a:pt x="116" y="45"/>
                </a:lnTo>
                <a:lnTo>
                  <a:pt x="63" y="45"/>
                </a:lnTo>
                <a:lnTo>
                  <a:pt x="63" y="45"/>
                </a:lnTo>
                <a:close/>
                <a:moveTo>
                  <a:pt x="63" y="29"/>
                </a:moveTo>
                <a:lnTo>
                  <a:pt x="63" y="35"/>
                </a:lnTo>
                <a:lnTo>
                  <a:pt x="116" y="35"/>
                </a:lnTo>
                <a:lnTo>
                  <a:pt x="116" y="29"/>
                </a:lnTo>
                <a:lnTo>
                  <a:pt x="63" y="29"/>
                </a:lnTo>
                <a:lnTo>
                  <a:pt x="63" y="29"/>
                </a:lnTo>
                <a:close/>
                <a:moveTo>
                  <a:pt x="84" y="130"/>
                </a:moveTo>
                <a:lnTo>
                  <a:pt x="96" y="130"/>
                </a:lnTo>
                <a:lnTo>
                  <a:pt x="106" y="130"/>
                </a:lnTo>
                <a:lnTo>
                  <a:pt x="96" y="118"/>
                </a:lnTo>
                <a:lnTo>
                  <a:pt x="86" y="108"/>
                </a:lnTo>
                <a:lnTo>
                  <a:pt x="86" y="120"/>
                </a:lnTo>
                <a:lnTo>
                  <a:pt x="84" y="130"/>
                </a:lnTo>
                <a:lnTo>
                  <a:pt x="84" y="130"/>
                </a:lnTo>
                <a:close/>
                <a:moveTo>
                  <a:pt x="161" y="37"/>
                </a:moveTo>
                <a:lnTo>
                  <a:pt x="96" y="100"/>
                </a:lnTo>
                <a:lnTo>
                  <a:pt x="116" y="120"/>
                </a:lnTo>
                <a:lnTo>
                  <a:pt x="181" y="57"/>
                </a:lnTo>
                <a:lnTo>
                  <a:pt x="161" y="37"/>
                </a:lnTo>
                <a:close/>
              </a:path>
            </a:pathLst>
          </a:custGeom>
          <a:solidFill>
            <a:schemeClr val="tx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33" name="文本框 32">
            <a:extLst>
              <a:ext uri="{FF2B5EF4-FFF2-40B4-BE49-F238E27FC236}">
                <a16:creationId xmlns:a16="http://schemas.microsoft.com/office/drawing/2014/main" id="{08D0E11D-9DF4-3F6F-4654-687E1E87F48B}"/>
              </a:ext>
            </a:extLst>
          </p:cNvPr>
          <p:cNvSpPr txBox="1"/>
          <p:nvPr/>
        </p:nvSpPr>
        <p:spPr>
          <a:xfrm>
            <a:off x="1865538" y="1834558"/>
            <a:ext cx="8422955" cy="523220"/>
          </a:xfrm>
          <a:prstGeom prst="rect">
            <a:avLst/>
          </a:prstGeom>
          <a:noFill/>
        </p:spPr>
        <p:txBody>
          <a:bodyPr wrap="square">
            <a:spAutoFit/>
          </a:bodyPr>
          <a:lstStyle/>
          <a:p>
            <a:pPr marL="0" marR="0" lvl="0" indent="0" algn="ctr" defTabSz="914400" rtl="0" eaLnBrk="1" fontAlgn="auto" latinLnBrk="0" hangingPunct="1">
              <a:lnSpc>
                <a:spcPct val="100000"/>
              </a:lnSpc>
              <a:spcBef>
                <a:spcPct val="20000"/>
              </a:spcBef>
              <a:spcAft>
                <a:spcPts val="0"/>
              </a:spcAft>
              <a:buClrTx/>
              <a:buSzTx/>
              <a:buFontTx/>
              <a:buNone/>
              <a:tabLst/>
              <a:defRPr/>
            </a:pPr>
            <a:r>
              <a:rPr lang="en-US" altLang="zh-CN" sz="2800" dirty="0"/>
              <a:t>Transformer Fusion with Optimal Transport</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37" name="文本框 36">
            <a:extLst>
              <a:ext uri="{FF2B5EF4-FFF2-40B4-BE49-F238E27FC236}">
                <a16:creationId xmlns:a16="http://schemas.microsoft.com/office/drawing/2014/main" id="{D66D9E3F-D927-791F-1724-AD43A81C593F}"/>
              </a:ext>
            </a:extLst>
          </p:cNvPr>
          <p:cNvSpPr txBox="1"/>
          <p:nvPr/>
        </p:nvSpPr>
        <p:spPr>
          <a:xfrm>
            <a:off x="2268817" y="2513593"/>
            <a:ext cx="7721725" cy="646331"/>
          </a:xfrm>
          <a:prstGeom prst="rect">
            <a:avLst/>
          </a:prstGeom>
          <a:noFill/>
        </p:spPr>
        <p:txBody>
          <a:bodyPr wrap="square">
            <a:spAutoFit/>
          </a:bodyPr>
          <a:lstStyle/>
          <a:p>
            <a:pPr algn="ctr"/>
            <a:r>
              <a:rPr lang="zh-CN" altLang="en-US"/>
              <a:t>作者：</a:t>
            </a:r>
            <a:r>
              <a:rPr lang="en-US" altLang="zh-CN"/>
              <a:t> Moritz Imfeld∗, Jacopo Graldi∗, Marco Giordano∗,</a:t>
            </a:r>
          </a:p>
          <a:p>
            <a:pPr algn="ctr"/>
            <a:r>
              <a:rPr lang="en-US" altLang="zh-CN"/>
              <a:t> Thomas Hofmann, Sotiris Anagnostidis, Sidak Pal Singh</a:t>
            </a:r>
            <a:endParaRPr lang="zh-CN" altLang="en-US" dirty="0"/>
          </a:p>
        </p:txBody>
      </p:sp>
      <p:sp>
        <p:nvSpPr>
          <p:cNvPr id="2" name="TextBox 84">
            <a:extLst>
              <a:ext uri="{FF2B5EF4-FFF2-40B4-BE49-F238E27FC236}">
                <a16:creationId xmlns:a16="http://schemas.microsoft.com/office/drawing/2014/main" id="{476CEB15-460A-E38A-0E2E-6F32890F6F97}"/>
              </a:ext>
            </a:extLst>
          </p:cNvPr>
          <p:cNvSpPr txBox="1"/>
          <p:nvPr/>
        </p:nvSpPr>
        <p:spPr>
          <a:xfrm>
            <a:off x="4340000" y="4781343"/>
            <a:ext cx="3474028" cy="307777"/>
          </a:xfrm>
          <a:prstGeom prst="rect">
            <a:avLst/>
          </a:prstGeom>
          <a:noFill/>
        </p:spPr>
        <p:txBody>
          <a:bodyPr wrap="none" rtlCol="0">
            <a:spAutoFit/>
          </a:bodyPr>
          <a:lstStyle/>
          <a:p>
            <a:pPr algn="ctr">
              <a:spcBef>
                <a:spcPct val="20000"/>
              </a:spcBef>
              <a:defRPr/>
            </a:pPr>
            <a:r>
              <a:rPr lang="zh-CN" altLang="en-US" sz="1400" dirty="0"/>
              <a:t>汇报人：邱盈钢    日期：</a:t>
            </a:r>
            <a:r>
              <a:rPr lang="en-US" altLang="zh-CN" sz="1400" dirty="0"/>
              <a:t>2024</a:t>
            </a:r>
            <a:r>
              <a:rPr lang="zh-CN" altLang="en-US" sz="1400" dirty="0"/>
              <a:t>年</a:t>
            </a:r>
            <a:r>
              <a:rPr lang="en-US" altLang="zh-CN" sz="1400" dirty="0"/>
              <a:t>11</a:t>
            </a:r>
            <a:r>
              <a:rPr lang="zh-CN" altLang="en-US" sz="1400" dirty="0"/>
              <a:t>月</a:t>
            </a:r>
            <a:r>
              <a:rPr lang="en-US" altLang="zh-CN" sz="1400" dirty="0"/>
              <a:t>17</a:t>
            </a:r>
            <a:r>
              <a:rPr lang="zh-CN" altLang="en-US" sz="1400" dirty="0"/>
              <a:t>日</a:t>
            </a:r>
          </a:p>
        </p:txBody>
      </p:sp>
      <p:sp>
        <p:nvSpPr>
          <p:cNvPr id="4" name="文本框 3">
            <a:extLst>
              <a:ext uri="{FF2B5EF4-FFF2-40B4-BE49-F238E27FC236}">
                <a16:creationId xmlns:a16="http://schemas.microsoft.com/office/drawing/2014/main" id="{E6E2D061-28BD-2CA1-B8C8-1C185FBA6713}"/>
              </a:ext>
            </a:extLst>
          </p:cNvPr>
          <p:cNvSpPr txBox="1"/>
          <p:nvPr/>
        </p:nvSpPr>
        <p:spPr>
          <a:xfrm>
            <a:off x="3048000" y="3244334"/>
            <a:ext cx="6096000" cy="369332"/>
          </a:xfrm>
          <a:prstGeom prst="rect">
            <a:avLst/>
          </a:prstGeom>
          <a:noFill/>
        </p:spPr>
        <p:txBody>
          <a:bodyPr wrap="square">
            <a:spAutoFit/>
          </a:bodyPr>
          <a:lstStyle/>
          <a:p>
            <a:pPr algn="ctr"/>
            <a:r>
              <a:rPr lang="en-US" altLang="zh-CN" dirty="0"/>
              <a:t>2024</a:t>
            </a:r>
            <a:r>
              <a:rPr lang="zh-CN" altLang="en-US" dirty="0"/>
              <a:t>年 </a:t>
            </a:r>
            <a:r>
              <a:rPr lang="en-US" altLang="zh-CN" dirty="0"/>
              <a:t>ICLR</a:t>
            </a:r>
            <a:endParaRPr lang="zh-CN" altLang="en-US" dirty="0"/>
          </a:p>
        </p:txBody>
      </p:sp>
    </p:spTree>
    <p:extLst>
      <p:ext uri="{BB962C8B-B14F-4D97-AF65-F5344CB8AC3E}">
        <p14:creationId xmlns:p14="http://schemas.microsoft.com/office/powerpoint/2010/main" val="13481219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a:cxnSpLocks noChangeShapeType="1"/>
          </p:cNvCxnSpPr>
          <p:nvPr/>
        </p:nvCxnSpPr>
        <p:spPr bwMode="auto">
          <a:xfrm>
            <a:off x="538563" y="2433326"/>
            <a:ext cx="11047638" cy="0"/>
          </a:xfrm>
          <a:prstGeom prst="line">
            <a:avLst/>
          </a:prstGeom>
          <a:noFill/>
          <a:ln w="9525">
            <a:solidFill>
              <a:schemeClr val="accent1"/>
            </a:solidFill>
            <a:round/>
          </a:ln>
          <a:effectLst/>
        </p:spPr>
      </p:cxnSp>
      <p:sp>
        <p:nvSpPr>
          <p:cNvPr id="3" name="TextBox 4"/>
          <p:cNvSpPr txBox="1">
            <a:spLocks noChangeArrowheads="1"/>
          </p:cNvSpPr>
          <p:nvPr/>
        </p:nvSpPr>
        <p:spPr bwMode="auto">
          <a:xfrm>
            <a:off x="2496508" y="1581855"/>
            <a:ext cx="1559580" cy="748538"/>
          </a:xfrm>
          <a:prstGeom prst="rect">
            <a:avLst/>
          </a:prstGeom>
          <a:noFill/>
          <a:ln w="9525">
            <a:noFill/>
            <a:miter lim="800000"/>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265" b="1" i="0" u="none" strike="noStrike" kern="1200" cap="none" spc="0" normalizeH="0" baseline="0" noProof="0" dirty="0">
                <a:ln>
                  <a:noFill/>
                </a:ln>
                <a:solidFill>
                  <a:srgbClr val="2A566E"/>
                </a:solidFill>
                <a:effectLst/>
                <a:uLnTx/>
                <a:uFillTx/>
                <a:latin typeface="微软雅黑" panose="020B0503020204020204" pitchFamily="34" charset="-122"/>
                <a:ea typeface="微软雅黑" panose="020B0503020204020204" pitchFamily="34" charset="-122"/>
                <a:cs typeface="+mn-cs"/>
              </a:rPr>
              <a:t>目录</a:t>
            </a:r>
          </a:p>
        </p:txBody>
      </p:sp>
      <p:sp>
        <p:nvSpPr>
          <p:cNvPr id="4" name="TextBox 5"/>
          <p:cNvSpPr txBox="1">
            <a:spLocks noChangeArrowheads="1"/>
          </p:cNvSpPr>
          <p:nvPr/>
        </p:nvSpPr>
        <p:spPr bwMode="auto">
          <a:xfrm>
            <a:off x="1141350" y="1761447"/>
            <a:ext cx="1882892" cy="461345"/>
          </a:xfrm>
          <a:prstGeom prst="rect">
            <a:avLst/>
          </a:prstGeom>
          <a:noFill/>
          <a:ln w="9525">
            <a:noFill/>
            <a:miter lim="800000"/>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2A566E"/>
                </a:solidFill>
                <a:effectLst/>
                <a:uLnTx/>
                <a:uFillTx/>
                <a:latin typeface="Arial"/>
                <a:ea typeface="微软雅黑" panose="020B0503020204020204" pitchFamily="34" charset="-122"/>
                <a:cs typeface="+mn-cs"/>
              </a:rPr>
              <a:t>Contents</a:t>
            </a:r>
            <a:endParaRPr kumimoji="0" lang="zh-CN" altLang="en-US" sz="2400" b="1" i="0" u="none" strike="noStrike" kern="1200" cap="none" spc="0" normalizeH="0" baseline="0" noProof="0" dirty="0">
              <a:ln>
                <a:noFill/>
              </a:ln>
              <a:solidFill>
                <a:srgbClr val="2A566E"/>
              </a:solidFill>
              <a:effectLst/>
              <a:uLnTx/>
              <a:uFillTx/>
              <a:latin typeface="Arial"/>
              <a:ea typeface="微软雅黑" panose="020B0503020204020204" pitchFamily="34" charset="-122"/>
              <a:cs typeface="+mn-cs"/>
            </a:endParaRPr>
          </a:p>
        </p:txBody>
      </p:sp>
      <p:sp>
        <p:nvSpPr>
          <p:cNvPr id="5" name="矩形 4"/>
          <p:cNvSpPr>
            <a:spLocks noChangeArrowheads="1"/>
          </p:cNvSpPr>
          <p:nvPr/>
        </p:nvSpPr>
        <p:spPr bwMode="auto">
          <a:xfrm>
            <a:off x="3763" y="1570259"/>
            <a:ext cx="534802" cy="534802"/>
          </a:xfrm>
          <a:prstGeom prst="rect">
            <a:avLst/>
          </a:prstGeom>
          <a:solidFill>
            <a:schemeClr val="accent1"/>
          </a:solidFill>
          <a:ln w="9525">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rial"/>
              <a:ea typeface="微软雅黑"/>
              <a:cs typeface="+mn-cs"/>
            </a:endParaRPr>
          </a:p>
        </p:txBody>
      </p:sp>
      <p:grpSp>
        <p:nvGrpSpPr>
          <p:cNvPr id="37" name="组合 36">
            <a:extLst>
              <a:ext uri="{FF2B5EF4-FFF2-40B4-BE49-F238E27FC236}">
                <a16:creationId xmlns:a16="http://schemas.microsoft.com/office/drawing/2014/main" id="{BC056637-90A2-0C27-BBD9-6EFEAD7640DD}"/>
              </a:ext>
            </a:extLst>
          </p:cNvPr>
          <p:cNvGrpSpPr/>
          <p:nvPr/>
        </p:nvGrpSpPr>
        <p:grpSpPr>
          <a:xfrm>
            <a:off x="2436937" y="3167182"/>
            <a:ext cx="731025" cy="729103"/>
            <a:chOff x="2436937" y="3175425"/>
            <a:chExt cx="731025" cy="729103"/>
          </a:xfrm>
        </p:grpSpPr>
        <p:sp>
          <p:nvSpPr>
            <p:cNvPr id="6" name="AutoShape 3"/>
            <p:cNvSpPr>
              <a:spLocks noChangeAspect="1" noChangeArrowheads="1" noTextEdit="1"/>
            </p:cNvSpPr>
            <p:nvPr/>
          </p:nvSpPr>
          <p:spPr bwMode="auto">
            <a:xfrm>
              <a:off x="2436937" y="3175425"/>
              <a:ext cx="723330" cy="721405"/>
            </a:xfrm>
            <a:prstGeom prst="rect">
              <a:avLst/>
            </a:prstGeom>
            <a:noFill/>
            <a:ln w="9525">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rial"/>
                <a:ea typeface="微软雅黑"/>
                <a:cs typeface="+mn-cs"/>
              </a:endParaRPr>
            </a:p>
          </p:txBody>
        </p:sp>
        <p:sp>
          <p:nvSpPr>
            <p:cNvPr id="7" name="Oval 5"/>
            <p:cNvSpPr>
              <a:spLocks noChangeArrowheads="1"/>
            </p:cNvSpPr>
            <p:nvPr/>
          </p:nvSpPr>
          <p:spPr bwMode="auto">
            <a:xfrm>
              <a:off x="2436937" y="3175426"/>
              <a:ext cx="731025" cy="729102"/>
            </a:xfrm>
            <a:prstGeom prst="ellipse">
              <a:avLst/>
            </a:prstGeom>
            <a:solidFill>
              <a:schemeClr val="bg2"/>
            </a:solidFill>
            <a:ln w="9525">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rial"/>
                <a:ea typeface="微软雅黑"/>
                <a:cs typeface="+mn-cs"/>
              </a:endParaRPr>
            </a:p>
          </p:txBody>
        </p:sp>
        <p:sp>
          <p:nvSpPr>
            <p:cNvPr id="8" name="Oval 6"/>
            <p:cNvSpPr>
              <a:spLocks noChangeArrowheads="1"/>
            </p:cNvSpPr>
            <p:nvPr/>
          </p:nvSpPr>
          <p:spPr bwMode="auto">
            <a:xfrm>
              <a:off x="2508862" y="3247348"/>
              <a:ext cx="602133" cy="600209"/>
            </a:xfrm>
            <a:prstGeom prst="ellipse">
              <a:avLst/>
            </a:prstGeom>
            <a:solidFill>
              <a:schemeClr val="accent1"/>
            </a:solidFill>
            <a:ln w="9525">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rial"/>
                <a:ea typeface="微软雅黑"/>
                <a:cs typeface="+mn-cs"/>
              </a:endParaRPr>
            </a:p>
          </p:txBody>
        </p:sp>
        <p:sp>
          <p:nvSpPr>
            <p:cNvPr id="9" name="TextBox 14"/>
            <p:cNvSpPr txBox="1">
              <a:spLocks noChangeArrowheads="1"/>
            </p:cNvSpPr>
            <p:nvPr/>
          </p:nvSpPr>
          <p:spPr bwMode="auto">
            <a:xfrm>
              <a:off x="2614630" y="3264273"/>
              <a:ext cx="443287" cy="584455"/>
            </a:xfrm>
            <a:prstGeom prst="rect">
              <a:avLst/>
            </a:prstGeom>
            <a:noFill/>
            <a:ln w="9525">
              <a:noFill/>
              <a:miter lim="800000"/>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1</a:t>
              </a:r>
              <a:endParaRPr kumimoji="0" lang="zh-CN" altLang="en-US" sz="32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pSp>
      <p:sp>
        <p:nvSpPr>
          <p:cNvPr id="10" name="TextBox 15"/>
          <p:cNvSpPr txBox="1">
            <a:spLocks noChangeArrowheads="1"/>
          </p:cNvSpPr>
          <p:nvPr/>
        </p:nvSpPr>
        <p:spPr bwMode="auto">
          <a:xfrm>
            <a:off x="3300170" y="3247589"/>
            <a:ext cx="3212844" cy="584775"/>
          </a:xfrm>
          <a:prstGeom prst="rect">
            <a:avLst/>
          </a:prstGeom>
          <a:noFill/>
          <a:ln w="9525">
            <a:noFill/>
            <a:miter lim="800000"/>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相关背景</a:t>
            </a:r>
          </a:p>
        </p:txBody>
      </p:sp>
      <p:grpSp>
        <p:nvGrpSpPr>
          <p:cNvPr id="36" name="组合 35">
            <a:extLst>
              <a:ext uri="{FF2B5EF4-FFF2-40B4-BE49-F238E27FC236}">
                <a16:creationId xmlns:a16="http://schemas.microsoft.com/office/drawing/2014/main" id="{730156E4-1C19-8C80-A404-B9F62E7A89E0}"/>
              </a:ext>
            </a:extLst>
          </p:cNvPr>
          <p:cNvGrpSpPr/>
          <p:nvPr/>
        </p:nvGrpSpPr>
        <p:grpSpPr>
          <a:xfrm>
            <a:off x="2436937" y="4427277"/>
            <a:ext cx="731025" cy="729103"/>
            <a:chOff x="2461213" y="4672959"/>
            <a:chExt cx="731025" cy="729103"/>
          </a:xfrm>
        </p:grpSpPr>
        <p:sp>
          <p:nvSpPr>
            <p:cNvPr id="11" name="AutoShape 3"/>
            <p:cNvSpPr>
              <a:spLocks noChangeAspect="1" noChangeArrowheads="1" noTextEdit="1"/>
            </p:cNvSpPr>
            <p:nvPr/>
          </p:nvSpPr>
          <p:spPr bwMode="auto">
            <a:xfrm>
              <a:off x="2461213" y="4672959"/>
              <a:ext cx="723330" cy="721405"/>
            </a:xfrm>
            <a:prstGeom prst="rect">
              <a:avLst/>
            </a:prstGeom>
            <a:noFill/>
            <a:ln w="9525">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rial"/>
                <a:ea typeface="微软雅黑"/>
                <a:cs typeface="+mn-cs"/>
              </a:endParaRPr>
            </a:p>
          </p:txBody>
        </p:sp>
        <p:sp>
          <p:nvSpPr>
            <p:cNvPr id="12" name="Oval 5"/>
            <p:cNvSpPr>
              <a:spLocks noChangeArrowheads="1"/>
            </p:cNvSpPr>
            <p:nvPr/>
          </p:nvSpPr>
          <p:spPr bwMode="auto">
            <a:xfrm>
              <a:off x="2461213" y="4672960"/>
              <a:ext cx="731025" cy="729102"/>
            </a:xfrm>
            <a:prstGeom prst="ellipse">
              <a:avLst/>
            </a:prstGeom>
            <a:solidFill>
              <a:schemeClr val="bg2"/>
            </a:solidFill>
            <a:ln w="9525">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rial"/>
                <a:ea typeface="微软雅黑"/>
                <a:cs typeface="+mn-cs"/>
              </a:endParaRPr>
            </a:p>
          </p:txBody>
        </p:sp>
        <p:sp>
          <p:nvSpPr>
            <p:cNvPr id="13" name="Oval 6"/>
            <p:cNvSpPr>
              <a:spLocks noChangeArrowheads="1"/>
            </p:cNvSpPr>
            <p:nvPr/>
          </p:nvSpPr>
          <p:spPr bwMode="auto">
            <a:xfrm>
              <a:off x="2533138" y="4744882"/>
              <a:ext cx="602133" cy="600209"/>
            </a:xfrm>
            <a:prstGeom prst="ellipse">
              <a:avLst/>
            </a:prstGeom>
            <a:solidFill>
              <a:schemeClr val="accent1"/>
            </a:solidFill>
            <a:ln w="9525">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rial"/>
                <a:ea typeface="微软雅黑"/>
                <a:cs typeface="+mn-cs"/>
              </a:endParaRPr>
            </a:p>
          </p:txBody>
        </p:sp>
        <p:sp>
          <p:nvSpPr>
            <p:cNvPr id="14" name="TextBox 19"/>
            <p:cNvSpPr txBox="1">
              <a:spLocks noChangeArrowheads="1"/>
            </p:cNvSpPr>
            <p:nvPr/>
          </p:nvSpPr>
          <p:spPr bwMode="auto">
            <a:xfrm>
              <a:off x="2604810" y="4761808"/>
              <a:ext cx="443287" cy="584455"/>
            </a:xfrm>
            <a:prstGeom prst="rect">
              <a:avLst/>
            </a:prstGeom>
            <a:noFill/>
            <a:ln w="9525">
              <a:noFill/>
              <a:miter lim="800000"/>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3200" dirty="0">
                  <a:solidFill>
                    <a:srgbClr val="FFFFFF"/>
                  </a:solidFill>
                  <a:latin typeface="微软雅黑" panose="020B0503020204020204" pitchFamily="34" charset="-122"/>
                  <a:ea typeface="微软雅黑" panose="020B0503020204020204" pitchFamily="34" charset="-122"/>
                </a:rPr>
                <a:t>3</a:t>
              </a:r>
              <a:endParaRPr kumimoji="0" lang="zh-CN" altLang="en-US" sz="32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pSp>
      <p:sp>
        <p:nvSpPr>
          <p:cNvPr id="15" name="TextBox 20"/>
          <p:cNvSpPr txBox="1">
            <a:spLocks noChangeArrowheads="1"/>
          </p:cNvSpPr>
          <p:nvPr/>
        </p:nvSpPr>
        <p:spPr bwMode="auto">
          <a:xfrm>
            <a:off x="3300170" y="4499441"/>
            <a:ext cx="2100506" cy="584775"/>
          </a:xfrm>
          <a:prstGeom prst="rect">
            <a:avLst/>
          </a:prstGeom>
          <a:noFill/>
          <a:ln w="9525">
            <a:noFill/>
            <a:miter lim="800000"/>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dirty="0">
                <a:solidFill>
                  <a:srgbClr val="000000">
                    <a:lumMod val="75000"/>
                    <a:lumOff val="25000"/>
                  </a:srgbClr>
                </a:solidFill>
                <a:latin typeface="微软雅黑" panose="020B0503020204020204" pitchFamily="34" charset="-122"/>
                <a:ea typeface="微软雅黑" panose="020B0503020204020204" pitchFamily="34" charset="-122"/>
              </a:rPr>
              <a:t>权重对齐</a:t>
            </a:r>
            <a:endParaRPr kumimoji="0" lang="zh-CN" altLang="en-US" sz="320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grpSp>
        <p:nvGrpSpPr>
          <p:cNvPr id="38" name="组合 37">
            <a:extLst>
              <a:ext uri="{FF2B5EF4-FFF2-40B4-BE49-F238E27FC236}">
                <a16:creationId xmlns:a16="http://schemas.microsoft.com/office/drawing/2014/main" id="{F5E51B17-BA25-4FCC-88F0-584EABBDE948}"/>
              </a:ext>
            </a:extLst>
          </p:cNvPr>
          <p:cNvGrpSpPr/>
          <p:nvPr/>
        </p:nvGrpSpPr>
        <p:grpSpPr>
          <a:xfrm>
            <a:off x="6649459" y="3167182"/>
            <a:ext cx="731025" cy="729103"/>
            <a:chOff x="6649459" y="3167182"/>
            <a:chExt cx="731025" cy="729103"/>
          </a:xfrm>
        </p:grpSpPr>
        <p:sp>
          <p:nvSpPr>
            <p:cNvPr id="16" name="AutoShape 3"/>
            <p:cNvSpPr>
              <a:spLocks noChangeAspect="1" noChangeArrowheads="1" noTextEdit="1"/>
            </p:cNvSpPr>
            <p:nvPr/>
          </p:nvSpPr>
          <p:spPr bwMode="auto">
            <a:xfrm>
              <a:off x="6649460" y="3167183"/>
              <a:ext cx="723330" cy="721408"/>
            </a:xfrm>
            <a:prstGeom prst="rect">
              <a:avLst/>
            </a:prstGeom>
            <a:noFill/>
            <a:ln w="9525">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rial"/>
                <a:ea typeface="微软雅黑"/>
                <a:cs typeface="+mn-cs"/>
              </a:endParaRPr>
            </a:p>
          </p:txBody>
        </p:sp>
        <p:sp>
          <p:nvSpPr>
            <p:cNvPr id="17" name="Oval 5"/>
            <p:cNvSpPr>
              <a:spLocks noChangeArrowheads="1"/>
            </p:cNvSpPr>
            <p:nvPr/>
          </p:nvSpPr>
          <p:spPr bwMode="auto">
            <a:xfrm>
              <a:off x="6649459" y="3167182"/>
              <a:ext cx="731025" cy="729103"/>
            </a:xfrm>
            <a:prstGeom prst="ellipse">
              <a:avLst/>
            </a:prstGeom>
            <a:solidFill>
              <a:schemeClr val="bg2"/>
            </a:solidFill>
            <a:ln w="9525">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rial"/>
                <a:ea typeface="微软雅黑"/>
                <a:cs typeface="+mn-cs"/>
              </a:endParaRPr>
            </a:p>
          </p:txBody>
        </p:sp>
        <p:sp>
          <p:nvSpPr>
            <p:cNvPr id="18" name="Oval 6"/>
            <p:cNvSpPr>
              <a:spLocks noChangeArrowheads="1"/>
            </p:cNvSpPr>
            <p:nvPr/>
          </p:nvSpPr>
          <p:spPr bwMode="auto">
            <a:xfrm>
              <a:off x="6721384" y="3239103"/>
              <a:ext cx="602133" cy="600209"/>
            </a:xfrm>
            <a:prstGeom prst="ellipse">
              <a:avLst/>
            </a:prstGeom>
            <a:solidFill>
              <a:schemeClr val="accent1"/>
            </a:solidFill>
            <a:ln w="9525">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rial"/>
                <a:ea typeface="微软雅黑"/>
                <a:cs typeface="+mn-cs"/>
              </a:endParaRPr>
            </a:p>
          </p:txBody>
        </p:sp>
        <p:sp>
          <p:nvSpPr>
            <p:cNvPr id="19" name="TextBox 24"/>
            <p:cNvSpPr txBox="1">
              <a:spLocks noChangeArrowheads="1"/>
            </p:cNvSpPr>
            <p:nvPr/>
          </p:nvSpPr>
          <p:spPr bwMode="auto">
            <a:xfrm>
              <a:off x="6793057" y="3258144"/>
              <a:ext cx="443287" cy="584455"/>
            </a:xfrm>
            <a:prstGeom prst="rect">
              <a:avLst/>
            </a:prstGeom>
            <a:noFill/>
            <a:ln w="9525">
              <a:noFill/>
              <a:miter lim="800000"/>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3200" dirty="0">
                  <a:solidFill>
                    <a:srgbClr val="FFFFFF"/>
                  </a:solidFill>
                  <a:latin typeface="微软雅黑" panose="020B0503020204020204" pitchFamily="34" charset="-122"/>
                  <a:ea typeface="微软雅黑" panose="020B0503020204020204" pitchFamily="34" charset="-122"/>
                </a:rPr>
                <a:t>2</a:t>
              </a:r>
              <a:endParaRPr kumimoji="0" lang="zh-CN" altLang="en-US" sz="32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pSp>
      <p:sp>
        <p:nvSpPr>
          <p:cNvPr id="20" name="TextBox 25"/>
          <p:cNvSpPr txBox="1">
            <a:spLocks noChangeArrowheads="1"/>
          </p:cNvSpPr>
          <p:nvPr/>
        </p:nvSpPr>
        <p:spPr bwMode="auto">
          <a:xfrm>
            <a:off x="7514646" y="3247589"/>
            <a:ext cx="2922869" cy="584775"/>
          </a:xfrm>
          <a:prstGeom prst="rect">
            <a:avLst/>
          </a:prstGeom>
          <a:noFill/>
          <a:ln w="9525">
            <a:noFill/>
            <a:miter lim="800000"/>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dirty="0">
                <a:solidFill>
                  <a:srgbClr val="000000">
                    <a:lumMod val="75000"/>
                    <a:lumOff val="25000"/>
                  </a:srgbClr>
                </a:solidFill>
                <a:latin typeface="微软雅黑" panose="020B0503020204020204" pitchFamily="34" charset="-122"/>
                <a:ea typeface="微软雅黑" panose="020B0503020204020204" pitchFamily="34" charset="-122"/>
              </a:rPr>
              <a:t>动机</a:t>
            </a:r>
            <a:endParaRPr kumimoji="0" lang="zh-CN" altLang="en-US" sz="320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grpSp>
        <p:nvGrpSpPr>
          <p:cNvPr id="39" name="组合 38">
            <a:extLst>
              <a:ext uri="{FF2B5EF4-FFF2-40B4-BE49-F238E27FC236}">
                <a16:creationId xmlns:a16="http://schemas.microsoft.com/office/drawing/2014/main" id="{BA8F926A-5AB9-A68A-2FA7-0FD6C0776870}"/>
              </a:ext>
            </a:extLst>
          </p:cNvPr>
          <p:cNvGrpSpPr/>
          <p:nvPr/>
        </p:nvGrpSpPr>
        <p:grpSpPr>
          <a:xfrm>
            <a:off x="6673735" y="4427277"/>
            <a:ext cx="731025" cy="729102"/>
            <a:chOff x="6673735" y="4703228"/>
            <a:chExt cx="731025" cy="729102"/>
          </a:xfrm>
        </p:grpSpPr>
        <p:sp>
          <p:nvSpPr>
            <p:cNvPr id="21" name="Oval 5"/>
            <p:cNvSpPr>
              <a:spLocks noChangeArrowheads="1"/>
            </p:cNvSpPr>
            <p:nvPr/>
          </p:nvSpPr>
          <p:spPr bwMode="auto">
            <a:xfrm>
              <a:off x="6673735" y="4703228"/>
              <a:ext cx="731025" cy="729102"/>
            </a:xfrm>
            <a:prstGeom prst="ellipse">
              <a:avLst/>
            </a:prstGeom>
            <a:solidFill>
              <a:schemeClr val="bg2"/>
            </a:solidFill>
            <a:ln w="9525">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rial"/>
                <a:ea typeface="微软雅黑"/>
                <a:cs typeface="+mn-cs"/>
              </a:endParaRPr>
            </a:p>
          </p:txBody>
        </p:sp>
        <p:sp>
          <p:nvSpPr>
            <p:cNvPr id="22" name="Oval 6"/>
            <p:cNvSpPr>
              <a:spLocks noChangeArrowheads="1"/>
            </p:cNvSpPr>
            <p:nvPr/>
          </p:nvSpPr>
          <p:spPr bwMode="auto">
            <a:xfrm>
              <a:off x="6745660" y="4766696"/>
              <a:ext cx="602133" cy="600209"/>
            </a:xfrm>
            <a:prstGeom prst="ellipse">
              <a:avLst/>
            </a:prstGeom>
            <a:solidFill>
              <a:schemeClr val="accent1"/>
            </a:solidFill>
            <a:ln w="9525">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rial"/>
                <a:ea typeface="微软雅黑"/>
                <a:cs typeface="+mn-cs"/>
              </a:endParaRPr>
            </a:p>
          </p:txBody>
        </p:sp>
        <p:sp>
          <p:nvSpPr>
            <p:cNvPr id="23" name="TextBox 29"/>
            <p:cNvSpPr txBox="1">
              <a:spLocks noChangeArrowheads="1"/>
            </p:cNvSpPr>
            <p:nvPr/>
          </p:nvSpPr>
          <p:spPr bwMode="auto">
            <a:xfrm>
              <a:off x="6817333" y="4760192"/>
              <a:ext cx="443287" cy="584455"/>
            </a:xfrm>
            <a:prstGeom prst="rect">
              <a:avLst/>
            </a:prstGeom>
            <a:noFill/>
            <a:ln w="9525">
              <a:noFill/>
              <a:miter lim="800000"/>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4</a:t>
              </a:r>
              <a:endParaRPr kumimoji="0" lang="zh-CN" altLang="en-US" sz="32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pSp>
      <p:sp>
        <p:nvSpPr>
          <p:cNvPr id="24" name="TextBox 30"/>
          <p:cNvSpPr txBox="1">
            <a:spLocks noChangeArrowheads="1"/>
          </p:cNvSpPr>
          <p:nvPr/>
        </p:nvSpPr>
        <p:spPr bwMode="auto">
          <a:xfrm>
            <a:off x="7514646" y="4499441"/>
            <a:ext cx="4201104" cy="584775"/>
          </a:xfrm>
          <a:prstGeom prst="rect">
            <a:avLst/>
          </a:prstGeom>
          <a:noFill/>
          <a:ln w="9525">
            <a:noFill/>
            <a:miter lim="800000"/>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dirty="0">
                <a:solidFill>
                  <a:srgbClr val="000000">
                    <a:lumMod val="75000"/>
                    <a:lumOff val="25000"/>
                  </a:srgbClr>
                </a:solidFill>
                <a:latin typeface="微软雅黑" panose="020B0503020204020204" pitchFamily="34" charset="-122"/>
                <a:ea typeface="微软雅黑" panose="020B0503020204020204" pitchFamily="34" charset="-122"/>
              </a:rPr>
              <a:t>扩展到</a:t>
            </a:r>
            <a:r>
              <a:rPr lang="en-US" altLang="zh-CN" sz="3200" dirty="0">
                <a:solidFill>
                  <a:srgbClr val="000000">
                    <a:lumMod val="75000"/>
                    <a:lumOff val="25000"/>
                  </a:srgbClr>
                </a:solidFill>
                <a:latin typeface="微软雅黑" panose="020B0503020204020204" pitchFamily="34" charset="-122"/>
                <a:ea typeface="微软雅黑" panose="020B0503020204020204" pitchFamily="34" charset="-122"/>
              </a:rPr>
              <a:t>Transformer</a:t>
            </a:r>
            <a:endParaRPr kumimoji="0" lang="zh-CN" altLang="en-US" sz="320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25" name="矩形 24"/>
          <p:cNvSpPr>
            <a:spLocks noChangeArrowheads="1"/>
          </p:cNvSpPr>
          <p:nvPr/>
        </p:nvSpPr>
        <p:spPr bwMode="auto">
          <a:xfrm>
            <a:off x="516407" y="2314882"/>
            <a:ext cx="534802" cy="143928"/>
          </a:xfrm>
          <a:prstGeom prst="rect">
            <a:avLst/>
          </a:prstGeom>
          <a:solidFill>
            <a:schemeClr val="accent2"/>
          </a:solidFill>
          <a:ln w="9525">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rial"/>
              <a:ea typeface="微软雅黑"/>
              <a:cs typeface="+mn-cs"/>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1.</a:t>
            </a:r>
            <a:r>
              <a:rPr lang="zh-CN" altLang="en-US" sz="2800" dirty="0">
                <a:solidFill>
                  <a:srgbClr val="000000">
                    <a:lumMod val="75000"/>
                    <a:lumOff val="25000"/>
                  </a:srgbClr>
                </a:solidFill>
              </a:rPr>
              <a:t>相关背景</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8" name="文本框 7">
            <a:extLst>
              <a:ext uri="{FF2B5EF4-FFF2-40B4-BE49-F238E27FC236}">
                <a16:creationId xmlns:a16="http://schemas.microsoft.com/office/drawing/2014/main" id="{8B1F523D-0150-0759-4B59-A50F8711AA36}"/>
              </a:ext>
            </a:extLst>
          </p:cNvPr>
          <p:cNvSpPr txBox="1"/>
          <p:nvPr/>
        </p:nvSpPr>
        <p:spPr>
          <a:xfrm>
            <a:off x="603504" y="769583"/>
            <a:ext cx="10369296"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模型融合：</a:t>
            </a:r>
            <a:endParaRPr lang="en-US" altLang="zh-CN" b="1" dirty="0">
              <a:solidFill>
                <a:srgbClr val="268F9C"/>
              </a:solidFill>
              <a:latin typeface="+mn-ea"/>
            </a:endParaRPr>
          </a:p>
        </p:txBody>
      </p:sp>
      <p:sp>
        <p:nvSpPr>
          <p:cNvPr id="7" name="文本框 6">
            <a:extLst>
              <a:ext uri="{FF2B5EF4-FFF2-40B4-BE49-F238E27FC236}">
                <a16:creationId xmlns:a16="http://schemas.microsoft.com/office/drawing/2014/main" id="{CA0A7CB7-3E3A-D229-6BD5-CC9C09A23248}"/>
              </a:ext>
            </a:extLst>
          </p:cNvPr>
          <p:cNvSpPr txBox="1"/>
          <p:nvPr/>
        </p:nvSpPr>
        <p:spPr>
          <a:xfrm>
            <a:off x="603504" y="1227718"/>
            <a:ext cx="7511796" cy="369332"/>
          </a:xfrm>
          <a:prstGeom prst="rect">
            <a:avLst/>
          </a:prstGeom>
          <a:noFill/>
        </p:spPr>
        <p:txBody>
          <a:bodyPr wrap="square">
            <a:spAutoFit/>
          </a:bodyPr>
          <a:lstStyle/>
          <a:p>
            <a:pPr marL="285750" indent="-285750">
              <a:buFont typeface="Arial" panose="020B0604020202020204" pitchFamily="34" charset="0"/>
              <a:buChar char="•"/>
            </a:pPr>
            <a:r>
              <a:rPr lang="zh-CN" altLang="en-US" dirty="0">
                <a:latin typeface="+mn-ea"/>
              </a:rPr>
              <a:t>将多个模型的知识或预测结果进行融合，提高模型</a:t>
            </a:r>
            <a:r>
              <a:rPr lang="zh-CN" altLang="en-US" b="1" dirty="0">
                <a:latin typeface="+mn-ea"/>
              </a:rPr>
              <a:t>泛化性</a:t>
            </a:r>
            <a:endParaRPr lang="en-US" altLang="zh-CN" b="1" dirty="0">
              <a:latin typeface="+mn-ea"/>
            </a:endParaRPr>
          </a:p>
        </p:txBody>
      </p:sp>
      <p:sp>
        <p:nvSpPr>
          <p:cNvPr id="120" name="文本框 119">
            <a:extLst>
              <a:ext uri="{FF2B5EF4-FFF2-40B4-BE49-F238E27FC236}">
                <a16:creationId xmlns:a16="http://schemas.microsoft.com/office/drawing/2014/main" id="{D6E8D7B6-2FD6-DAF5-8CC5-DE2700C8224F}"/>
              </a:ext>
            </a:extLst>
          </p:cNvPr>
          <p:cNvSpPr txBox="1"/>
          <p:nvPr/>
        </p:nvSpPr>
        <p:spPr>
          <a:xfrm>
            <a:off x="599052" y="2694656"/>
            <a:ext cx="8049006" cy="369332"/>
          </a:xfrm>
          <a:prstGeom prst="rect">
            <a:avLst/>
          </a:prstGeom>
          <a:noFill/>
        </p:spPr>
        <p:txBody>
          <a:bodyPr wrap="square">
            <a:spAutoFit/>
          </a:bodyPr>
          <a:lstStyle/>
          <a:p>
            <a:pPr marL="285750" indent="-285750">
              <a:buFont typeface="Arial" panose="020B0604020202020204" pitchFamily="34" charset="0"/>
              <a:buChar char="•"/>
            </a:pPr>
            <a:r>
              <a:rPr lang="zh-CN" altLang="en-US" dirty="0">
                <a:latin typeface="+mn-ea"/>
              </a:rPr>
              <a:t>通过模型融合，减少单一模型的偏差或误差，提高</a:t>
            </a:r>
            <a:r>
              <a:rPr lang="zh-CN" altLang="en-US" b="1" dirty="0">
                <a:latin typeface="+mn-ea"/>
              </a:rPr>
              <a:t>预测的稳定性</a:t>
            </a:r>
            <a:r>
              <a:rPr lang="zh-CN" altLang="en-US" dirty="0">
                <a:latin typeface="+mn-ea"/>
              </a:rPr>
              <a:t>。</a:t>
            </a:r>
          </a:p>
        </p:txBody>
      </p:sp>
      <p:sp>
        <p:nvSpPr>
          <p:cNvPr id="122" name="文本框 121">
            <a:extLst>
              <a:ext uri="{FF2B5EF4-FFF2-40B4-BE49-F238E27FC236}">
                <a16:creationId xmlns:a16="http://schemas.microsoft.com/office/drawing/2014/main" id="{22932A7C-20B1-2DB1-0EAE-12D20847E58E}"/>
              </a:ext>
            </a:extLst>
          </p:cNvPr>
          <p:cNvSpPr txBox="1"/>
          <p:nvPr/>
        </p:nvSpPr>
        <p:spPr>
          <a:xfrm>
            <a:off x="599052" y="5559144"/>
            <a:ext cx="11443716" cy="646331"/>
          </a:xfrm>
          <a:prstGeom prst="rect">
            <a:avLst/>
          </a:prstGeom>
          <a:noFill/>
        </p:spPr>
        <p:txBody>
          <a:bodyPr wrap="square">
            <a:spAutoFit/>
          </a:bodyPr>
          <a:lstStyle/>
          <a:p>
            <a:pPr marL="285750" indent="-285750">
              <a:buFont typeface="Arial" panose="020B0604020202020204" pitchFamily="34" charset="0"/>
              <a:buChar char="•"/>
            </a:pPr>
            <a:r>
              <a:rPr lang="zh-CN" altLang="en-US" dirty="0">
                <a:latin typeface="+mn-ea"/>
              </a:rPr>
              <a:t>在分布式学习等应用场景中，可以通过模型融合实现知识共享</a:t>
            </a:r>
            <a:r>
              <a:rPr lang="zh-CN" altLang="en-US" b="1" dirty="0">
                <a:latin typeface="+mn-ea"/>
              </a:rPr>
              <a:t>，</a:t>
            </a:r>
            <a:r>
              <a:rPr lang="zh-CN" altLang="en-US" dirty="0">
                <a:latin typeface="+mn-ea"/>
              </a:rPr>
              <a:t>而无需直接访问不同</a:t>
            </a:r>
            <a:r>
              <a:rPr lang="zh-CN" altLang="en-US" b="1" dirty="0">
                <a:latin typeface="+mn-ea"/>
              </a:rPr>
              <a:t>分布式系统的数据，</a:t>
            </a:r>
            <a:r>
              <a:rPr lang="zh-CN" altLang="en-US" dirty="0">
                <a:latin typeface="+mn-ea"/>
              </a:rPr>
              <a:t>提高私有</a:t>
            </a:r>
            <a:r>
              <a:rPr lang="zh-CN" altLang="en-US" b="1" dirty="0">
                <a:latin typeface="+mn-ea"/>
              </a:rPr>
              <a:t>数据隐私性 </a:t>
            </a:r>
          </a:p>
        </p:txBody>
      </p:sp>
      <p:sp>
        <p:nvSpPr>
          <p:cNvPr id="123" name="矩形 122">
            <a:extLst>
              <a:ext uri="{FF2B5EF4-FFF2-40B4-BE49-F238E27FC236}">
                <a16:creationId xmlns:a16="http://schemas.microsoft.com/office/drawing/2014/main" id="{A0CF81CC-4B5F-3F60-13BB-0DD21B5E1B8F}"/>
              </a:ext>
            </a:extLst>
          </p:cNvPr>
          <p:cNvSpPr/>
          <p:nvPr/>
        </p:nvSpPr>
        <p:spPr>
          <a:xfrm>
            <a:off x="1440180" y="1685853"/>
            <a:ext cx="1028700" cy="53721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Model A</a:t>
            </a:r>
            <a:endParaRPr lang="zh-CN" altLang="en-US" dirty="0"/>
          </a:p>
        </p:txBody>
      </p:sp>
      <p:sp>
        <p:nvSpPr>
          <p:cNvPr id="124" name="矩形 123">
            <a:extLst>
              <a:ext uri="{FF2B5EF4-FFF2-40B4-BE49-F238E27FC236}">
                <a16:creationId xmlns:a16="http://schemas.microsoft.com/office/drawing/2014/main" id="{11193EF6-FE35-0F47-7DD4-8351B05F3223}"/>
              </a:ext>
            </a:extLst>
          </p:cNvPr>
          <p:cNvSpPr/>
          <p:nvPr/>
        </p:nvSpPr>
        <p:spPr>
          <a:xfrm>
            <a:off x="3602149" y="1703219"/>
            <a:ext cx="1028700" cy="53721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Model B</a:t>
            </a:r>
            <a:endParaRPr lang="zh-CN" altLang="en-US" dirty="0"/>
          </a:p>
        </p:txBody>
      </p:sp>
      <p:sp>
        <p:nvSpPr>
          <p:cNvPr id="126" name="文本框 125">
            <a:extLst>
              <a:ext uri="{FF2B5EF4-FFF2-40B4-BE49-F238E27FC236}">
                <a16:creationId xmlns:a16="http://schemas.microsoft.com/office/drawing/2014/main" id="{E400936F-C7AB-27FE-EFEC-918C5E031021}"/>
              </a:ext>
            </a:extLst>
          </p:cNvPr>
          <p:cNvSpPr txBox="1"/>
          <p:nvPr/>
        </p:nvSpPr>
        <p:spPr>
          <a:xfrm>
            <a:off x="1180962" y="2308085"/>
            <a:ext cx="1640204" cy="307777"/>
          </a:xfrm>
          <a:prstGeom prst="rect">
            <a:avLst/>
          </a:prstGeom>
          <a:noFill/>
        </p:spPr>
        <p:txBody>
          <a:bodyPr wrap="square">
            <a:spAutoFit/>
          </a:bodyPr>
          <a:lstStyle/>
          <a:p>
            <a:pPr algn="ctr"/>
            <a:r>
              <a:rPr lang="zh-CN" altLang="en-US" sz="1400" dirty="0">
                <a:latin typeface="+mn-ea"/>
              </a:rPr>
              <a:t>生成</a:t>
            </a:r>
            <a:r>
              <a:rPr lang="en-US" altLang="zh-CN" sz="1400" dirty="0">
                <a:latin typeface="+mn-ea"/>
              </a:rPr>
              <a:t>python</a:t>
            </a:r>
            <a:r>
              <a:rPr lang="zh-CN" altLang="en-US" sz="1400" dirty="0">
                <a:latin typeface="+mn-ea"/>
              </a:rPr>
              <a:t>代码</a:t>
            </a:r>
            <a:endParaRPr lang="zh-CN" altLang="en-US" sz="1400" dirty="0"/>
          </a:p>
        </p:txBody>
      </p:sp>
      <p:sp>
        <p:nvSpPr>
          <p:cNvPr id="127" name="文本框 126">
            <a:extLst>
              <a:ext uri="{FF2B5EF4-FFF2-40B4-BE49-F238E27FC236}">
                <a16:creationId xmlns:a16="http://schemas.microsoft.com/office/drawing/2014/main" id="{FF64B31C-2EF4-2176-06B1-4E2DE30839F7}"/>
              </a:ext>
            </a:extLst>
          </p:cNvPr>
          <p:cNvSpPr txBox="1"/>
          <p:nvPr/>
        </p:nvSpPr>
        <p:spPr>
          <a:xfrm>
            <a:off x="3296397" y="2308086"/>
            <a:ext cx="1640204" cy="307777"/>
          </a:xfrm>
          <a:prstGeom prst="rect">
            <a:avLst/>
          </a:prstGeom>
          <a:noFill/>
        </p:spPr>
        <p:txBody>
          <a:bodyPr wrap="square">
            <a:spAutoFit/>
          </a:bodyPr>
          <a:lstStyle/>
          <a:p>
            <a:pPr algn="ctr"/>
            <a:r>
              <a:rPr lang="zh-CN" altLang="en-US" sz="1400" dirty="0">
                <a:latin typeface="+mn-ea"/>
              </a:rPr>
              <a:t>生成</a:t>
            </a:r>
            <a:r>
              <a:rPr lang="en-US" altLang="zh-CN" sz="1400" dirty="0">
                <a:latin typeface="+mn-ea"/>
              </a:rPr>
              <a:t>java</a:t>
            </a:r>
            <a:r>
              <a:rPr lang="zh-CN" altLang="en-US" sz="1400" dirty="0">
                <a:latin typeface="+mn-ea"/>
              </a:rPr>
              <a:t>代码</a:t>
            </a:r>
            <a:endParaRPr lang="zh-CN" altLang="en-US" sz="1400" dirty="0"/>
          </a:p>
        </p:txBody>
      </p:sp>
      <p:pic>
        <p:nvPicPr>
          <p:cNvPr id="129" name="图形 128" descr="添加 纯色填充">
            <a:extLst>
              <a:ext uri="{FF2B5EF4-FFF2-40B4-BE49-F238E27FC236}">
                <a16:creationId xmlns:a16="http://schemas.microsoft.com/office/drawing/2014/main" id="{62EED947-C114-3EFC-D455-8AF429B704F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850848" y="1795768"/>
            <a:ext cx="369333" cy="369333"/>
          </a:xfrm>
          <a:prstGeom prst="rect">
            <a:avLst/>
          </a:prstGeom>
        </p:spPr>
      </p:pic>
      <p:sp>
        <p:nvSpPr>
          <p:cNvPr id="130" name="箭头: 下 129">
            <a:extLst>
              <a:ext uri="{FF2B5EF4-FFF2-40B4-BE49-F238E27FC236}">
                <a16:creationId xmlns:a16="http://schemas.microsoft.com/office/drawing/2014/main" id="{81FBD76E-A763-6F5A-D36D-623CAA301AD0}"/>
              </a:ext>
            </a:extLst>
          </p:cNvPr>
          <p:cNvSpPr/>
          <p:nvPr/>
        </p:nvSpPr>
        <p:spPr>
          <a:xfrm rot="16200000">
            <a:off x="5096589" y="1748622"/>
            <a:ext cx="412730" cy="580274"/>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dirty="0"/>
          </a:p>
        </p:txBody>
      </p:sp>
      <p:sp>
        <p:nvSpPr>
          <p:cNvPr id="131" name="文本框 130">
            <a:extLst>
              <a:ext uri="{FF2B5EF4-FFF2-40B4-BE49-F238E27FC236}">
                <a16:creationId xmlns:a16="http://schemas.microsoft.com/office/drawing/2014/main" id="{9B30DA62-A2D0-1E98-2EBB-9A2EDD09A810}"/>
              </a:ext>
            </a:extLst>
          </p:cNvPr>
          <p:cNvSpPr txBox="1"/>
          <p:nvPr/>
        </p:nvSpPr>
        <p:spPr>
          <a:xfrm>
            <a:off x="4737256" y="1567362"/>
            <a:ext cx="1131395" cy="307777"/>
          </a:xfrm>
          <a:prstGeom prst="rect">
            <a:avLst/>
          </a:prstGeom>
          <a:noFill/>
        </p:spPr>
        <p:txBody>
          <a:bodyPr wrap="square">
            <a:spAutoFit/>
          </a:bodyPr>
          <a:lstStyle/>
          <a:p>
            <a:pPr algn="ctr"/>
            <a:r>
              <a:rPr lang="en-US" altLang="zh-CN" sz="1400" dirty="0">
                <a:latin typeface="+mn-ea"/>
              </a:rPr>
              <a:t>fusion</a:t>
            </a:r>
            <a:endParaRPr lang="zh-CN" altLang="en-US" sz="1400" dirty="0"/>
          </a:p>
        </p:txBody>
      </p:sp>
      <p:sp>
        <p:nvSpPr>
          <p:cNvPr id="132" name="矩形 131">
            <a:extLst>
              <a:ext uri="{FF2B5EF4-FFF2-40B4-BE49-F238E27FC236}">
                <a16:creationId xmlns:a16="http://schemas.microsoft.com/office/drawing/2014/main" id="{93097436-42D1-F73F-5266-08728208DB72}"/>
              </a:ext>
            </a:extLst>
          </p:cNvPr>
          <p:cNvSpPr/>
          <p:nvPr/>
        </p:nvSpPr>
        <p:spPr>
          <a:xfrm>
            <a:off x="6084561" y="1733578"/>
            <a:ext cx="1640204" cy="53721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Model A+B</a:t>
            </a:r>
            <a:endParaRPr lang="zh-CN" altLang="en-US" dirty="0"/>
          </a:p>
        </p:txBody>
      </p:sp>
      <p:sp>
        <p:nvSpPr>
          <p:cNvPr id="133" name="文本框 132">
            <a:extLst>
              <a:ext uri="{FF2B5EF4-FFF2-40B4-BE49-F238E27FC236}">
                <a16:creationId xmlns:a16="http://schemas.microsoft.com/office/drawing/2014/main" id="{0245BB26-5088-78BE-BE27-0334058500BD}"/>
              </a:ext>
            </a:extLst>
          </p:cNvPr>
          <p:cNvSpPr txBox="1"/>
          <p:nvPr/>
        </p:nvSpPr>
        <p:spPr>
          <a:xfrm>
            <a:off x="5887064" y="2313847"/>
            <a:ext cx="2035198" cy="307777"/>
          </a:xfrm>
          <a:prstGeom prst="rect">
            <a:avLst/>
          </a:prstGeom>
          <a:noFill/>
        </p:spPr>
        <p:txBody>
          <a:bodyPr wrap="square">
            <a:spAutoFit/>
          </a:bodyPr>
          <a:lstStyle/>
          <a:p>
            <a:pPr algn="ctr"/>
            <a:r>
              <a:rPr lang="zh-CN" altLang="en-US" sz="1400" dirty="0">
                <a:latin typeface="+mn-ea"/>
              </a:rPr>
              <a:t>生成</a:t>
            </a:r>
            <a:r>
              <a:rPr lang="en-US" altLang="zh-CN" sz="1400" dirty="0">
                <a:latin typeface="+mn-ea"/>
              </a:rPr>
              <a:t>python</a:t>
            </a:r>
            <a:r>
              <a:rPr lang="zh-CN" altLang="en-US" sz="1400" dirty="0">
                <a:latin typeface="+mn-ea"/>
              </a:rPr>
              <a:t>、</a:t>
            </a:r>
            <a:r>
              <a:rPr lang="en-US" altLang="zh-CN" sz="1400" dirty="0">
                <a:latin typeface="+mn-ea"/>
              </a:rPr>
              <a:t>java</a:t>
            </a:r>
            <a:r>
              <a:rPr lang="zh-CN" altLang="en-US" sz="1400" dirty="0">
                <a:latin typeface="+mn-ea"/>
              </a:rPr>
              <a:t>代码</a:t>
            </a:r>
            <a:endParaRPr lang="zh-CN" altLang="en-US" sz="1400" dirty="0"/>
          </a:p>
        </p:txBody>
      </p:sp>
      <p:sp>
        <p:nvSpPr>
          <p:cNvPr id="134" name="矩形 133">
            <a:extLst>
              <a:ext uri="{FF2B5EF4-FFF2-40B4-BE49-F238E27FC236}">
                <a16:creationId xmlns:a16="http://schemas.microsoft.com/office/drawing/2014/main" id="{158D5C25-B4DF-B026-7FF5-6289DDD11EC8}"/>
              </a:ext>
            </a:extLst>
          </p:cNvPr>
          <p:cNvSpPr/>
          <p:nvPr/>
        </p:nvSpPr>
        <p:spPr>
          <a:xfrm>
            <a:off x="2267697" y="3260721"/>
            <a:ext cx="1028700" cy="53721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Model A</a:t>
            </a:r>
            <a:endParaRPr lang="zh-CN" altLang="en-US" dirty="0"/>
          </a:p>
        </p:txBody>
      </p:sp>
      <p:pic>
        <p:nvPicPr>
          <p:cNvPr id="166" name="图片 165" descr="灰色的猫&#10;&#10;描述已自动生成">
            <a:extLst>
              <a:ext uri="{FF2B5EF4-FFF2-40B4-BE49-F238E27FC236}">
                <a16:creationId xmlns:a16="http://schemas.microsoft.com/office/drawing/2014/main" id="{845F9264-0F3E-3E13-F04A-FD10DF53882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7629" y="3187315"/>
            <a:ext cx="848301" cy="702990"/>
          </a:xfrm>
          <a:prstGeom prst="rect">
            <a:avLst/>
          </a:prstGeom>
        </p:spPr>
      </p:pic>
      <p:cxnSp>
        <p:nvCxnSpPr>
          <p:cNvPr id="168" name="直接箭头连接符 167">
            <a:extLst>
              <a:ext uri="{FF2B5EF4-FFF2-40B4-BE49-F238E27FC236}">
                <a16:creationId xmlns:a16="http://schemas.microsoft.com/office/drawing/2014/main" id="{3E4E94E5-DB74-B96C-FE23-EEF2F784164F}"/>
              </a:ext>
            </a:extLst>
          </p:cNvPr>
          <p:cNvCxnSpPr>
            <a:stCxn id="166" idx="3"/>
            <a:endCxn id="134" idx="1"/>
          </p:cNvCxnSpPr>
          <p:nvPr/>
        </p:nvCxnSpPr>
        <p:spPr>
          <a:xfrm flipV="1">
            <a:off x="1725930" y="3529326"/>
            <a:ext cx="541767" cy="94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0" name="文本框 169">
            <a:extLst>
              <a:ext uri="{FF2B5EF4-FFF2-40B4-BE49-F238E27FC236}">
                <a16:creationId xmlns:a16="http://schemas.microsoft.com/office/drawing/2014/main" id="{AF742A5E-959C-E16E-E48D-C4849EE50DDA}"/>
              </a:ext>
            </a:extLst>
          </p:cNvPr>
          <p:cNvSpPr txBox="1"/>
          <p:nvPr/>
        </p:nvSpPr>
        <p:spPr>
          <a:xfrm>
            <a:off x="1576913" y="3208802"/>
            <a:ext cx="848301" cy="307777"/>
          </a:xfrm>
          <a:prstGeom prst="rect">
            <a:avLst/>
          </a:prstGeom>
          <a:noFill/>
        </p:spPr>
        <p:txBody>
          <a:bodyPr wrap="square">
            <a:spAutoFit/>
          </a:bodyPr>
          <a:lstStyle/>
          <a:p>
            <a:pPr algn="ctr"/>
            <a:r>
              <a:rPr lang="zh-CN" altLang="en-US" sz="1400" dirty="0">
                <a:latin typeface="+mn-ea"/>
              </a:rPr>
              <a:t>训练</a:t>
            </a:r>
            <a:endParaRPr lang="zh-CN" altLang="en-US" sz="1400" dirty="0"/>
          </a:p>
        </p:txBody>
      </p:sp>
      <p:sp>
        <p:nvSpPr>
          <p:cNvPr id="172" name="文本框 171">
            <a:extLst>
              <a:ext uri="{FF2B5EF4-FFF2-40B4-BE49-F238E27FC236}">
                <a16:creationId xmlns:a16="http://schemas.microsoft.com/office/drawing/2014/main" id="{5CC6FB34-E675-45B9-8FBC-49D90D1BDD3A}"/>
              </a:ext>
            </a:extLst>
          </p:cNvPr>
          <p:cNvSpPr txBox="1"/>
          <p:nvPr/>
        </p:nvSpPr>
        <p:spPr>
          <a:xfrm>
            <a:off x="1301779" y="3901705"/>
            <a:ext cx="1640204" cy="307777"/>
          </a:xfrm>
          <a:prstGeom prst="rect">
            <a:avLst/>
          </a:prstGeom>
          <a:noFill/>
        </p:spPr>
        <p:txBody>
          <a:bodyPr wrap="square">
            <a:spAutoFit/>
          </a:bodyPr>
          <a:lstStyle/>
          <a:p>
            <a:pPr algn="ctr"/>
            <a:r>
              <a:rPr lang="zh-CN" altLang="en-US" sz="1400" dirty="0">
                <a:latin typeface="+mn-ea"/>
              </a:rPr>
              <a:t>训练阶段</a:t>
            </a:r>
            <a:endParaRPr lang="zh-CN" altLang="en-US" sz="1400" dirty="0"/>
          </a:p>
        </p:txBody>
      </p:sp>
      <p:sp>
        <p:nvSpPr>
          <p:cNvPr id="173" name="矩形 172">
            <a:extLst>
              <a:ext uri="{FF2B5EF4-FFF2-40B4-BE49-F238E27FC236}">
                <a16:creationId xmlns:a16="http://schemas.microsoft.com/office/drawing/2014/main" id="{D23837B6-C337-123E-09E0-5416955D8EC9}"/>
              </a:ext>
            </a:extLst>
          </p:cNvPr>
          <p:cNvSpPr/>
          <p:nvPr/>
        </p:nvSpPr>
        <p:spPr>
          <a:xfrm>
            <a:off x="4788603" y="3256222"/>
            <a:ext cx="1028700" cy="53721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Model A</a:t>
            </a:r>
            <a:endParaRPr lang="zh-CN" altLang="en-US" dirty="0"/>
          </a:p>
        </p:txBody>
      </p:sp>
      <p:pic>
        <p:nvPicPr>
          <p:cNvPr id="177" name="图片 176" descr="狗躺在草地上&#10;&#10;描述已自动生成">
            <a:extLst>
              <a:ext uri="{FF2B5EF4-FFF2-40B4-BE49-F238E27FC236}">
                <a16:creationId xmlns:a16="http://schemas.microsoft.com/office/drawing/2014/main" id="{0EA933DC-29BD-A259-EB95-DD7B4C0A7FE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08556" y="3156579"/>
            <a:ext cx="720000" cy="720000"/>
          </a:xfrm>
          <a:prstGeom prst="rect">
            <a:avLst/>
          </a:prstGeom>
        </p:spPr>
      </p:pic>
      <p:cxnSp>
        <p:nvCxnSpPr>
          <p:cNvPr id="178" name="直接箭头连接符 177">
            <a:extLst>
              <a:ext uri="{FF2B5EF4-FFF2-40B4-BE49-F238E27FC236}">
                <a16:creationId xmlns:a16="http://schemas.microsoft.com/office/drawing/2014/main" id="{B6445208-10A1-F3D0-ED56-226C877BC6C2}"/>
              </a:ext>
            </a:extLst>
          </p:cNvPr>
          <p:cNvCxnSpPr>
            <a:cxnSpLocks/>
            <a:stCxn id="177" idx="3"/>
            <a:endCxn id="173" idx="1"/>
          </p:cNvCxnSpPr>
          <p:nvPr/>
        </p:nvCxnSpPr>
        <p:spPr>
          <a:xfrm>
            <a:off x="4428556" y="3516579"/>
            <a:ext cx="360047" cy="82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2" name="文本框 181">
            <a:extLst>
              <a:ext uri="{FF2B5EF4-FFF2-40B4-BE49-F238E27FC236}">
                <a16:creationId xmlns:a16="http://schemas.microsoft.com/office/drawing/2014/main" id="{7DF90FBD-05D1-5E25-8CED-59041CD663F6}"/>
              </a:ext>
            </a:extLst>
          </p:cNvPr>
          <p:cNvSpPr txBox="1"/>
          <p:nvPr/>
        </p:nvSpPr>
        <p:spPr>
          <a:xfrm>
            <a:off x="3952887" y="3926433"/>
            <a:ext cx="1640204" cy="307777"/>
          </a:xfrm>
          <a:prstGeom prst="rect">
            <a:avLst/>
          </a:prstGeom>
          <a:noFill/>
        </p:spPr>
        <p:txBody>
          <a:bodyPr wrap="square">
            <a:spAutoFit/>
          </a:bodyPr>
          <a:lstStyle/>
          <a:p>
            <a:pPr algn="ctr"/>
            <a:r>
              <a:rPr lang="zh-CN" altLang="en-US" sz="1400" dirty="0">
                <a:latin typeface="+mn-ea"/>
              </a:rPr>
              <a:t>推理阶段</a:t>
            </a:r>
            <a:endParaRPr lang="zh-CN" altLang="en-US" sz="1400" dirty="0"/>
          </a:p>
        </p:txBody>
      </p:sp>
      <p:cxnSp>
        <p:nvCxnSpPr>
          <p:cNvPr id="184" name="直接箭头连接符 183">
            <a:extLst>
              <a:ext uri="{FF2B5EF4-FFF2-40B4-BE49-F238E27FC236}">
                <a16:creationId xmlns:a16="http://schemas.microsoft.com/office/drawing/2014/main" id="{D35D3038-9727-58EB-3C84-0319A7DBAAB2}"/>
              </a:ext>
            </a:extLst>
          </p:cNvPr>
          <p:cNvCxnSpPr>
            <a:cxnSpLocks/>
            <a:stCxn id="173" idx="3"/>
          </p:cNvCxnSpPr>
          <p:nvPr/>
        </p:nvCxnSpPr>
        <p:spPr>
          <a:xfrm>
            <a:off x="5817303" y="3524827"/>
            <a:ext cx="360047" cy="92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8" name="文本框 187">
                <a:extLst>
                  <a:ext uri="{FF2B5EF4-FFF2-40B4-BE49-F238E27FC236}">
                    <a16:creationId xmlns:a16="http://schemas.microsoft.com/office/drawing/2014/main" id="{8F271623-AFFD-8633-0149-84EE41ECD319}"/>
                  </a:ext>
                </a:extLst>
              </p:cNvPr>
              <p:cNvSpPr txBox="1"/>
              <p:nvPr/>
            </p:nvSpPr>
            <p:spPr>
              <a:xfrm>
                <a:off x="6177350" y="3213804"/>
                <a:ext cx="720000" cy="60555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n-US" altLang="zh-CN" sz="2000" i="1" smtClean="0">
                              <a:latin typeface="Cambria Math" panose="02040503050406030204" pitchFamily="18" charset="0"/>
                            </a:rPr>
                          </m:ctrlPr>
                        </m:dPr>
                        <m:e>
                          <m:eqArr>
                            <m:eqArrPr>
                              <m:ctrlPr>
                                <a:rPr lang="en-US" altLang="zh-CN" sz="2000" b="0" i="1" smtClean="0">
                                  <a:latin typeface="Cambria Math" panose="02040503050406030204" pitchFamily="18" charset="0"/>
                                </a:rPr>
                              </m:ctrlPr>
                            </m:eqArrPr>
                            <m:e>
                              <m:r>
                                <a:rPr lang="en-US" altLang="zh-CN" sz="2000" b="0" i="1" smtClean="0">
                                  <a:latin typeface="Cambria Math" panose="02040503050406030204" pitchFamily="18" charset="0"/>
                                </a:rPr>
                                <m:t>0.6</m:t>
                              </m:r>
                            </m:e>
                            <m:e>
                              <m:r>
                                <a:rPr lang="en-US" altLang="zh-CN" sz="2000" b="0" i="1" smtClean="0">
                                  <a:latin typeface="Cambria Math" panose="02040503050406030204" pitchFamily="18" charset="0"/>
                                </a:rPr>
                                <m:t>0.4</m:t>
                              </m:r>
                            </m:e>
                          </m:eqArr>
                        </m:e>
                      </m:d>
                    </m:oMath>
                  </m:oMathPara>
                </a14:m>
                <a:endParaRPr lang="zh-CN" altLang="en-US" sz="2000" dirty="0"/>
              </a:p>
            </p:txBody>
          </p:sp>
        </mc:Choice>
        <mc:Fallback xmlns="">
          <p:sp>
            <p:nvSpPr>
              <p:cNvPr id="188" name="文本框 187">
                <a:extLst>
                  <a:ext uri="{FF2B5EF4-FFF2-40B4-BE49-F238E27FC236}">
                    <a16:creationId xmlns:a16="http://schemas.microsoft.com/office/drawing/2014/main" id="{8F271623-AFFD-8633-0149-84EE41ECD319}"/>
                  </a:ext>
                </a:extLst>
              </p:cNvPr>
              <p:cNvSpPr txBox="1">
                <a:spLocks noRot="1" noChangeAspect="1" noMove="1" noResize="1" noEditPoints="1" noAdjustHandles="1" noChangeArrowheads="1" noChangeShapeType="1" noTextEdit="1"/>
              </p:cNvSpPr>
              <p:nvPr/>
            </p:nvSpPr>
            <p:spPr>
              <a:xfrm>
                <a:off x="6177350" y="3213804"/>
                <a:ext cx="720000" cy="605550"/>
              </a:xfrm>
              <a:prstGeom prst="rect">
                <a:avLst/>
              </a:prstGeom>
              <a:blipFill>
                <a:blip r:embed="rId7"/>
                <a:stretch>
                  <a:fillRect/>
                </a:stretch>
              </a:blipFill>
            </p:spPr>
            <p:txBody>
              <a:bodyPr/>
              <a:lstStyle/>
              <a:p>
                <a:r>
                  <a:rPr lang="zh-CN" altLang="en-US">
                    <a:noFill/>
                  </a:rPr>
                  <a:t> </a:t>
                </a:r>
              </a:p>
            </p:txBody>
          </p:sp>
        </mc:Fallback>
      </mc:AlternateContent>
      <p:sp>
        <p:nvSpPr>
          <p:cNvPr id="190" name="文本框 189">
            <a:extLst>
              <a:ext uri="{FF2B5EF4-FFF2-40B4-BE49-F238E27FC236}">
                <a16:creationId xmlns:a16="http://schemas.microsoft.com/office/drawing/2014/main" id="{2BF63E27-14D3-0FF3-B71C-016D96DC78D8}"/>
              </a:ext>
            </a:extLst>
          </p:cNvPr>
          <p:cNvSpPr txBox="1"/>
          <p:nvPr/>
        </p:nvSpPr>
        <p:spPr>
          <a:xfrm>
            <a:off x="6603378" y="3219200"/>
            <a:ext cx="587943" cy="307777"/>
          </a:xfrm>
          <a:prstGeom prst="rect">
            <a:avLst/>
          </a:prstGeom>
          <a:noFill/>
        </p:spPr>
        <p:txBody>
          <a:bodyPr wrap="square">
            <a:spAutoFit/>
          </a:bodyPr>
          <a:lstStyle/>
          <a:p>
            <a:pPr algn="ctr"/>
            <a:r>
              <a:rPr lang="zh-CN" altLang="en-US" sz="1400" dirty="0">
                <a:latin typeface="+mn-ea"/>
              </a:rPr>
              <a:t>猫</a:t>
            </a:r>
            <a:endParaRPr lang="zh-CN" altLang="en-US" sz="1400" dirty="0"/>
          </a:p>
        </p:txBody>
      </p:sp>
      <p:sp>
        <p:nvSpPr>
          <p:cNvPr id="191" name="文本框 190">
            <a:extLst>
              <a:ext uri="{FF2B5EF4-FFF2-40B4-BE49-F238E27FC236}">
                <a16:creationId xmlns:a16="http://schemas.microsoft.com/office/drawing/2014/main" id="{7142C537-1FAE-BC77-8502-154D51AEF9F7}"/>
              </a:ext>
            </a:extLst>
          </p:cNvPr>
          <p:cNvSpPr txBox="1"/>
          <p:nvPr/>
        </p:nvSpPr>
        <p:spPr>
          <a:xfrm>
            <a:off x="6618107" y="3517619"/>
            <a:ext cx="587943" cy="307777"/>
          </a:xfrm>
          <a:prstGeom prst="rect">
            <a:avLst/>
          </a:prstGeom>
          <a:noFill/>
        </p:spPr>
        <p:txBody>
          <a:bodyPr wrap="square">
            <a:spAutoFit/>
          </a:bodyPr>
          <a:lstStyle/>
          <a:p>
            <a:pPr algn="ctr"/>
            <a:r>
              <a:rPr lang="zh-CN" altLang="en-US" sz="1400" dirty="0">
                <a:latin typeface="+mn-ea"/>
              </a:rPr>
              <a:t>狗</a:t>
            </a:r>
            <a:endParaRPr lang="zh-CN" altLang="en-US" sz="1400" dirty="0"/>
          </a:p>
        </p:txBody>
      </p:sp>
      <p:sp>
        <p:nvSpPr>
          <p:cNvPr id="206" name="矩形 205">
            <a:extLst>
              <a:ext uri="{FF2B5EF4-FFF2-40B4-BE49-F238E27FC236}">
                <a16:creationId xmlns:a16="http://schemas.microsoft.com/office/drawing/2014/main" id="{DA54C532-BCF1-3568-AAD6-CAF6CBA3631F}"/>
              </a:ext>
            </a:extLst>
          </p:cNvPr>
          <p:cNvSpPr/>
          <p:nvPr/>
        </p:nvSpPr>
        <p:spPr>
          <a:xfrm>
            <a:off x="2267697" y="4474212"/>
            <a:ext cx="1028700" cy="53721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Model B</a:t>
            </a:r>
            <a:endParaRPr lang="zh-CN" altLang="en-US" dirty="0"/>
          </a:p>
        </p:txBody>
      </p:sp>
      <p:cxnSp>
        <p:nvCxnSpPr>
          <p:cNvPr id="208" name="直接箭头连接符 207">
            <a:extLst>
              <a:ext uri="{FF2B5EF4-FFF2-40B4-BE49-F238E27FC236}">
                <a16:creationId xmlns:a16="http://schemas.microsoft.com/office/drawing/2014/main" id="{6B68C628-E97C-3340-5AF8-46433C413D34}"/>
              </a:ext>
            </a:extLst>
          </p:cNvPr>
          <p:cNvCxnSpPr>
            <a:cxnSpLocks/>
            <a:endCxn id="206" idx="1"/>
          </p:cNvCxnSpPr>
          <p:nvPr/>
        </p:nvCxnSpPr>
        <p:spPr>
          <a:xfrm flipV="1">
            <a:off x="1725930" y="4742817"/>
            <a:ext cx="541767" cy="94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9" name="文本框 208">
            <a:extLst>
              <a:ext uri="{FF2B5EF4-FFF2-40B4-BE49-F238E27FC236}">
                <a16:creationId xmlns:a16="http://schemas.microsoft.com/office/drawing/2014/main" id="{4571231B-E7A8-5A28-F952-803E35BF8AF0}"/>
              </a:ext>
            </a:extLst>
          </p:cNvPr>
          <p:cNvSpPr txBox="1"/>
          <p:nvPr/>
        </p:nvSpPr>
        <p:spPr>
          <a:xfrm>
            <a:off x="1576913" y="4422293"/>
            <a:ext cx="848301" cy="307777"/>
          </a:xfrm>
          <a:prstGeom prst="rect">
            <a:avLst/>
          </a:prstGeom>
          <a:noFill/>
        </p:spPr>
        <p:txBody>
          <a:bodyPr wrap="square">
            <a:spAutoFit/>
          </a:bodyPr>
          <a:lstStyle/>
          <a:p>
            <a:pPr algn="ctr"/>
            <a:r>
              <a:rPr lang="zh-CN" altLang="en-US" sz="1400" dirty="0">
                <a:latin typeface="+mn-ea"/>
              </a:rPr>
              <a:t>训练</a:t>
            </a:r>
            <a:endParaRPr lang="zh-CN" altLang="en-US" sz="1400" dirty="0"/>
          </a:p>
        </p:txBody>
      </p:sp>
      <p:sp>
        <p:nvSpPr>
          <p:cNvPr id="210" name="文本框 209">
            <a:extLst>
              <a:ext uri="{FF2B5EF4-FFF2-40B4-BE49-F238E27FC236}">
                <a16:creationId xmlns:a16="http://schemas.microsoft.com/office/drawing/2014/main" id="{0004A626-6707-330C-28FB-AA24E1B937A3}"/>
              </a:ext>
            </a:extLst>
          </p:cNvPr>
          <p:cNvSpPr txBox="1"/>
          <p:nvPr/>
        </p:nvSpPr>
        <p:spPr>
          <a:xfrm>
            <a:off x="1301779" y="5115196"/>
            <a:ext cx="1640204" cy="307777"/>
          </a:xfrm>
          <a:prstGeom prst="rect">
            <a:avLst/>
          </a:prstGeom>
          <a:noFill/>
        </p:spPr>
        <p:txBody>
          <a:bodyPr wrap="square">
            <a:spAutoFit/>
          </a:bodyPr>
          <a:lstStyle/>
          <a:p>
            <a:pPr algn="ctr"/>
            <a:r>
              <a:rPr lang="zh-CN" altLang="en-US" sz="1400" dirty="0">
                <a:latin typeface="+mn-ea"/>
              </a:rPr>
              <a:t>训练阶段</a:t>
            </a:r>
            <a:endParaRPr lang="zh-CN" altLang="en-US" sz="1400" dirty="0"/>
          </a:p>
        </p:txBody>
      </p:sp>
      <p:sp>
        <p:nvSpPr>
          <p:cNvPr id="211" name="矩形 210">
            <a:extLst>
              <a:ext uri="{FF2B5EF4-FFF2-40B4-BE49-F238E27FC236}">
                <a16:creationId xmlns:a16="http://schemas.microsoft.com/office/drawing/2014/main" id="{1EEBDA32-0F17-2DDC-01E8-046392A545F1}"/>
              </a:ext>
            </a:extLst>
          </p:cNvPr>
          <p:cNvSpPr/>
          <p:nvPr/>
        </p:nvSpPr>
        <p:spPr>
          <a:xfrm>
            <a:off x="4788603" y="4469713"/>
            <a:ext cx="1028700" cy="53721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Model B</a:t>
            </a:r>
            <a:endParaRPr lang="zh-CN" altLang="en-US" dirty="0"/>
          </a:p>
        </p:txBody>
      </p:sp>
      <p:pic>
        <p:nvPicPr>
          <p:cNvPr id="212" name="图片 211" descr="狗躺在草地上&#10;&#10;描述已自动生成">
            <a:extLst>
              <a:ext uri="{FF2B5EF4-FFF2-40B4-BE49-F238E27FC236}">
                <a16:creationId xmlns:a16="http://schemas.microsoft.com/office/drawing/2014/main" id="{1942F737-1E10-7500-0FF8-12370FAB189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08556" y="4370070"/>
            <a:ext cx="720000" cy="720000"/>
          </a:xfrm>
          <a:prstGeom prst="rect">
            <a:avLst/>
          </a:prstGeom>
        </p:spPr>
      </p:pic>
      <p:cxnSp>
        <p:nvCxnSpPr>
          <p:cNvPr id="213" name="直接箭头连接符 212">
            <a:extLst>
              <a:ext uri="{FF2B5EF4-FFF2-40B4-BE49-F238E27FC236}">
                <a16:creationId xmlns:a16="http://schemas.microsoft.com/office/drawing/2014/main" id="{9B81E58C-4F0C-F153-1199-A63C793DF53A}"/>
              </a:ext>
            </a:extLst>
          </p:cNvPr>
          <p:cNvCxnSpPr>
            <a:cxnSpLocks/>
            <a:stCxn id="212" idx="3"/>
            <a:endCxn id="211" idx="1"/>
          </p:cNvCxnSpPr>
          <p:nvPr/>
        </p:nvCxnSpPr>
        <p:spPr>
          <a:xfrm>
            <a:off x="4428556" y="4730070"/>
            <a:ext cx="360047" cy="82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4" name="文本框 213">
            <a:extLst>
              <a:ext uri="{FF2B5EF4-FFF2-40B4-BE49-F238E27FC236}">
                <a16:creationId xmlns:a16="http://schemas.microsoft.com/office/drawing/2014/main" id="{C5136BA2-27BF-5045-96F1-AE0EE3509CC3}"/>
              </a:ext>
            </a:extLst>
          </p:cNvPr>
          <p:cNvSpPr txBox="1"/>
          <p:nvPr/>
        </p:nvSpPr>
        <p:spPr>
          <a:xfrm>
            <a:off x="3952887" y="5139924"/>
            <a:ext cx="1640204" cy="307777"/>
          </a:xfrm>
          <a:prstGeom prst="rect">
            <a:avLst/>
          </a:prstGeom>
          <a:noFill/>
        </p:spPr>
        <p:txBody>
          <a:bodyPr wrap="square">
            <a:spAutoFit/>
          </a:bodyPr>
          <a:lstStyle/>
          <a:p>
            <a:pPr algn="ctr"/>
            <a:r>
              <a:rPr lang="zh-CN" altLang="en-US" sz="1400" dirty="0">
                <a:latin typeface="+mn-ea"/>
              </a:rPr>
              <a:t>推理阶段</a:t>
            </a:r>
            <a:endParaRPr lang="zh-CN" altLang="en-US" sz="1400" dirty="0"/>
          </a:p>
        </p:txBody>
      </p:sp>
      <p:cxnSp>
        <p:nvCxnSpPr>
          <p:cNvPr id="215" name="直接箭头连接符 214">
            <a:extLst>
              <a:ext uri="{FF2B5EF4-FFF2-40B4-BE49-F238E27FC236}">
                <a16:creationId xmlns:a16="http://schemas.microsoft.com/office/drawing/2014/main" id="{0BAE7C08-4E8A-FD2F-7EAB-4B245E348F7D}"/>
              </a:ext>
            </a:extLst>
          </p:cNvPr>
          <p:cNvCxnSpPr>
            <a:cxnSpLocks/>
            <a:stCxn id="211" idx="3"/>
          </p:cNvCxnSpPr>
          <p:nvPr/>
        </p:nvCxnSpPr>
        <p:spPr>
          <a:xfrm>
            <a:off x="5817303" y="4738318"/>
            <a:ext cx="360047" cy="92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6" name="文本框 215">
                <a:extLst>
                  <a:ext uri="{FF2B5EF4-FFF2-40B4-BE49-F238E27FC236}">
                    <a16:creationId xmlns:a16="http://schemas.microsoft.com/office/drawing/2014/main" id="{C3B4E5AB-C175-193A-71B6-46D1F3BFBFD3}"/>
                  </a:ext>
                </a:extLst>
              </p:cNvPr>
              <p:cNvSpPr txBox="1"/>
              <p:nvPr/>
            </p:nvSpPr>
            <p:spPr>
              <a:xfrm>
                <a:off x="6382999" y="4424547"/>
                <a:ext cx="440757" cy="60555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n-US" altLang="zh-CN" sz="2000" i="1" smtClean="0">
                              <a:latin typeface="Cambria Math" panose="02040503050406030204" pitchFamily="18" charset="0"/>
                            </a:rPr>
                          </m:ctrlPr>
                        </m:dPr>
                        <m:e>
                          <m:eqArr>
                            <m:eqArrPr>
                              <m:ctrlPr>
                                <a:rPr lang="en-US" altLang="zh-CN" sz="2000" b="0" i="1" smtClean="0">
                                  <a:latin typeface="Cambria Math" panose="02040503050406030204" pitchFamily="18" charset="0"/>
                                </a:rPr>
                              </m:ctrlPr>
                            </m:eqArrPr>
                            <m:e>
                              <m:r>
                                <a:rPr lang="en-US" altLang="zh-CN" sz="2000" b="0" i="1" smtClean="0">
                                  <a:latin typeface="Cambria Math" panose="02040503050406030204" pitchFamily="18" charset="0"/>
                                </a:rPr>
                                <m:t>0.1</m:t>
                              </m:r>
                            </m:e>
                            <m:e>
                              <m:r>
                                <a:rPr lang="en-US" altLang="zh-CN" sz="2000" b="0" i="1" smtClean="0">
                                  <a:latin typeface="Cambria Math" panose="02040503050406030204" pitchFamily="18" charset="0"/>
                                </a:rPr>
                                <m:t>0.9</m:t>
                              </m:r>
                            </m:e>
                          </m:eqArr>
                        </m:e>
                      </m:d>
                    </m:oMath>
                  </m:oMathPara>
                </a14:m>
                <a:endParaRPr lang="zh-CN" altLang="en-US" sz="2000" dirty="0"/>
              </a:p>
            </p:txBody>
          </p:sp>
        </mc:Choice>
        <mc:Fallback xmlns="">
          <p:sp>
            <p:nvSpPr>
              <p:cNvPr id="216" name="文本框 215">
                <a:extLst>
                  <a:ext uri="{FF2B5EF4-FFF2-40B4-BE49-F238E27FC236}">
                    <a16:creationId xmlns:a16="http://schemas.microsoft.com/office/drawing/2014/main" id="{C3B4E5AB-C175-193A-71B6-46D1F3BFBFD3}"/>
                  </a:ext>
                </a:extLst>
              </p:cNvPr>
              <p:cNvSpPr txBox="1">
                <a:spLocks noRot="1" noChangeAspect="1" noMove="1" noResize="1" noEditPoints="1" noAdjustHandles="1" noChangeArrowheads="1" noChangeShapeType="1" noTextEdit="1"/>
              </p:cNvSpPr>
              <p:nvPr/>
            </p:nvSpPr>
            <p:spPr>
              <a:xfrm>
                <a:off x="6382999" y="4424547"/>
                <a:ext cx="440757" cy="605550"/>
              </a:xfrm>
              <a:prstGeom prst="rect">
                <a:avLst/>
              </a:prstGeom>
              <a:blipFill>
                <a:blip r:embed="rId8"/>
                <a:stretch>
                  <a:fillRect l="-11111"/>
                </a:stretch>
              </a:blipFill>
            </p:spPr>
            <p:txBody>
              <a:bodyPr/>
              <a:lstStyle/>
              <a:p>
                <a:r>
                  <a:rPr lang="zh-CN" altLang="en-US">
                    <a:noFill/>
                  </a:rPr>
                  <a:t> </a:t>
                </a:r>
              </a:p>
            </p:txBody>
          </p:sp>
        </mc:Fallback>
      </mc:AlternateContent>
      <p:sp>
        <p:nvSpPr>
          <p:cNvPr id="217" name="文本框 216">
            <a:extLst>
              <a:ext uri="{FF2B5EF4-FFF2-40B4-BE49-F238E27FC236}">
                <a16:creationId xmlns:a16="http://schemas.microsoft.com/office/drawing/2014/main" id="{AAFAE9F9-4025-DBE2-CBD9-EE535CF285F9}"/>
              </a:ext>
            </a:extLst>
          </p:cNvPr>
          <p:cNvSpPr txBox="1"/>
          <p:nvPr/>
        </p:nvSpPr>
        <p:spPr>
          <a:xfrm>
            <a:off x="6639381" y="4432128"/>
            <a:ext cx="587943" cy="307777"/>
          </a:xfrm>
          <a:prstGeom prst="rect">
            <a:avLst/>
          </a:prstGeom>
          <a:noFill/>
        </p:spPr>
        <p:txBody>
          <a:bodyPr wrap="square">
            <a:spAutoFit/>
          </a:bodyPr>
          <a:lstStyle/>
          <a:p>
            <a:pPr algn="ctr"/>
            <a:r>
              <a:rPr lang="zh-CN" altLang="en-US" sz="1400" dirty="0">
                <a:latin typeface="+mn-ea"/>
              </a:rPr>
              <a:t>猫</a:t>
            </a:r>
            <a:endParaRPr lang="zh-CN" altLang="en-US" sz="1400" dirty="0"/>
          </a:p>
        </p:txBody>
      </p:sp>
      <p:sp>
        <p:nvSpPr>
          <p:cNvPr id="218" name="文本框 217">
            <a:extLst>
              <a:ext uri="{FF2B5EF4-FFF2-40B4-BE49-F238E27FC236}">
                <a16:creationId xmlns:a16="http://schemas.microsoft.com/office/drawing/2014/main" id="{E5A2DF48-FF1E-9E38-ECAD-A81B91F3B0FD}"/>
              </a:ext>
            </a:extLst>
          </p:cNvPr>
          <p:cNvSpPr txBox="1"/>
          <p:nvPr/>
        </p:nvSpPr>
        <p:spPr>
          <a:xfrm>
            <a:off x="6652126" y="4719773"/>
            <a:ext cx="587943" cy="307777"/>
          </a:xfrm>
          <a:prstGeom prst="rect">
            <a:avLst/>
          </a:prstGeom>
          <a:noFill/>
        </p:spPr>
        <p:txBody>
          <a:bodyPr wrap="square">
            <a:spAutoFit/>
          </a:bodyPr>
          <a:lstStyle/>
          <a:p>
            <a:pPr algn="ctr"/>
            <a:r>
              <a:rPr lang="zh-CN" altLang="en-US" sz="1400" dirty="0">
                <a:latin typeface="+mn-ea"/>
              </a:rPr>
              <a:t>狗</a:t>
            </a:r>
            <a:endParaRPr lang="zh-CN" altLang="en-US" sz="1400" dirty="0"/>
          </a:p>
        </p:txBody>
      </p:sp>
      <p:pic>
        <p:nvPicPr>
          <p:cNvPr id="219" name="图片 218" descr="狗躺在草地上&#10;&#10;描述已自动生成">
            <a:extLst>
              <a:ext uri="{FF2B5EF4-FFF2-40B4-BE49-F238E27FC236}">
                <a16:creationId xmlns:a16="http://schemas.microsoft.com/office/drawing/2014/main" id="{01D8902E-D813-DB81-388F-CCBE9749291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22942" y="4352192"/>
            <a:ext cx="720000" cy="720000"/>
          </a:xfrm>
          <a:prstGeom prst="rect">
            <a:avLst/>
          </a:prstGeom>
        </p:spPr>
      </p:pic>
      <p:cxnSp>
        <p:nvCxnSpPr>
          <p:cNvPr id="221" name="直接箭头连接符 220">
            <a:extLst>
              <a:ext uri="{FF2B5EF4-FFF2-40B4-BE49-F238E27FC236}">
                <a16:creationId xmlns:a16="http://schemas.microsoft.com/office/drawing/2014/main" id="{89E03D67-8FB1-548F-2A31-4E13C0CD3739}"/>
              </a:ext>
            </a:extLst>
          </p:cNvPr>
          <p:cNvCxnSpPr/>
          <p:nvPr/>
        </p:nvCxnSpPr>
        <p:spPr>
          <a:xfrm>
            <a:off x="7206050" y="3516579"/>
            <a:ext cx="716212" cy="4098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3" name="直接箭头连接符 222">
            <a:extLst>
              <a:ext uri="{FF2B5EF4-FFF2-40B4-BE49-F238E27FC236}">
                <a16:creationId xmlns:a16="http://schemas.microsoft.com/office/drawing/2014/main" id="{78CA299E-574D-EF7B-9773-7FCF9C88C45E}"/>
              </a:ext>
            </a:extLst>
          </p:cNvPr>
          <p:cNvCxnSpPr>
            <a:cxnSpLocks/>
          </p:cNvCxnSpPr>
          <p:nvPr/>
        </p:nvCxnSpPr>
        <p:spPr>
          <a:xfrm flipV="1">
            <a:off x="7206050" y="4123815"/>
            <a:ext cx="716212" cy="5883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5" name="文本框 224">
                <a:extLst>
                  <a:ext uri="{FF2B5EF4-FFF2-40B4-BE49-F238E27FC236}">
                    <a16:creationId xmlns:a16="http://schemas.microsoft.com/office/drawing/2014/main" id="{24B20D91-AB59-2943-9537-C9BBF7B8F979}"/>
                  </a:ext>
                </a:extLst>
              </p:cNvPr>
              <p:cNvSpPr txBox="1"/>
              <p:nvPr/>
            </p:nvSpPr>
            <p:spPr>
              <a:xfrm>
                <a:off x="7972623" y="3721506"/>
                <a:ext cx="720000" cy="61183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n-US" altLang="zh-CN" sz="2000" i="1" smtClean="0">
                              <a:latin typeface="Cambria Math" panose="02040503050406030204" pitchFamily="18" charset="0"/>
                            </a:rPr>
                          </m:ctrlPr>
                        </m:dPr>
                        <m:e>
                          <m:eqArr>
                            <m:eqArrPr>
                              <m:ctrlPr>
                                <a:rPr lang="en-US" altLang="zh-CN" sz="2000" b="0" i="1" smtClean="0">
                                  <a:latin typeface="Cambria Math" panose="02040503050406030204" pitchFamily="18" charset="0"/>
                                </a:rPr>
                              </m:ctrlPr>
                            </m:eqArrPr>
                            <m:e>
                              <m:r>
                                <a:rPr lang="en-US" altLang="zh-CN" sz="2000" b="0" i="1" smtClean="0">
                                  <a:latin typeface="Cambria Math" panose="02040503050406030204" pitchFamily="18" charset="0"/>
                                </a:rPr>
                                <m:t>0.35</m:t>
                              </m:r>
                            </m:e>
                            <m:e>
                              <m:r>
                                <a:rPr lang="en-US" altLang="zh-CN" sz="2000" b="0" i="1" smtClean="0">
                                  <a:latin typeface="Cambria Math" panose="02040503050406030204" pitchFamily="18" charset="0"/>
                                </a:rPr>
                                <m:t>0.65</m:t>
                              </m:r>
                            </m:e>
                          </m:eqArr>
                        </m:e>
                      </m:d>
                    </m:oMath>
                  </m:oMathPara>
                </a14:m>
                <a:endParaRPr lang="zh-CN" altLang="en-US" sz="2000" dirty="0"/>
              </a:p>
            </p:txBody>
          </p:sp>
        </mc:Choice>
        <mc:Fallback xmlns="">
          <p:sp>
            <p:nvSpPr>
              <p:cNvPr id="225" name="文本框 224">
                <a:extLst>
                  <a:ext uri="{FF2B5EF4-FFF2-40B4-BE49-F238E27FC236}">
                    <a16:creationId xmlns:a16="http://schemas.microsoft.com/office/drawing/2014/main" id="{24B20D91-AB59-2943-9537-C9BBF7B8F979}"/>
                  </a:ext>
                </a:extLst>
              </p:cNvPr>
              <p:cNvSpPr txBox="1">
                <a:spLocks noRot="1" noChangeAspect="1" noMove="1" noResize="1" noEditPoints="1" noAdjustHandles="1" noChangeArrowheads="1" noChangeShapeType="1" noTextEdit="1"/>
              </p:cNvSpPr>
              <p:nvPr/>
            </p:nvSpPr>
            <p:spPr>
              <a:xfrm>
                <a:off x="7972623" y="3721506"/>
                <a:ext cx="720000" cy="611834"/>
              </a:xfrm>
              <a:prstGeom prst="rect">
                <a:avLst/>
              </a:prstGeom>
              <a:blipFill>
                <a:blip r:embed="rId9"/>
                <a:stretch>
                  <a:fillRect/>
                </a:stretch>
              </a:blipFill>
            </p:spPr>
            <p:txBody>
              <a:bodyPr/>
              <a:lstStyle/>
              <a:p>
                <a:r>
                  <a:rPr lang="zh-CN" altLang="en-US">
                    <a:noFill/>
                  </a:rPr>
                  <a:t> </a:t>
                </a:r>
              </a:p>
            </p:txBody>
          </p:sp>
        </mc:Fallback>
      </mc:AlternateContent>
      <p:sp>
        <p:nvSpPr>
          <p:cNvPr id="226" name="文本框 225">
            <a:extLst>
              <a:ext uri="{FF2B5EF4-FFF2-40B4-BE49-F238E27FC236}">
                <a16:creationId xmlns:a16="http://schemas.microsoft.com/office/drawing/2014/main" id="{6749B71E-91D3-A7A5-615F-10A15FC97EB5}"/>
              </a:ext>
            </a:extLst>
          </p:cNvPr>
          <p:cNvSpPr txBox="1"/>
          <p:nvPr/>
        </p:nvSpPr>
        <p:spPr>
          <a:xfrm>
            <a:off x="8419122" y="3736416"/>
            <a:ext cx="587943" cy="307777"/>
          </a:xfrm>
          <a:prstGeom prst="rect">
            <a:avLst/>
          </a:prstGeom>
          <a:noFill/>
        </p:spPr>
        <p:txBody>
          <a:bodyPr wrap="square">
            <a:spAutoFit/>
          </a:bodyPr>
          <a:lstStyle/>
          <a:p>
            <a:pPr algn="ctr"/>
            <a:r>
              <a:rPr lang="zh-CN" altLang="en-US" sz="1400" dirty="0">
                <a:latin typeface="+mn-ea"/>
              </a:rPr>
              <a:t>猫</a:t>
            </a:r>
            <a:endParaRPr lang="zh-CN" altLang="en-US" sz="1400" dirty="0"/>
          </a:p>
        </p:txBody>
      </p:sp>
      <p:sp>
        <p:nvSpPr>
          <p:cNvPr id="227" name="文本框 226">
            <a:extLst>
              <a:ext uri="{FF2B5EF4-FFF2-40B4-BE49-F238E27FC236}">
                <a16:creationId xmlns:a16="http://schemas.microsoft.com/office/drawing/2014/main" id="{D8BCB190-7D62-8D22-6DDE-24A3410A5E5B}"/>
              </a:ext>
            </a:extLst>
          </p:cNvPr>
          <p:cNvSpPr txBox="1"/>
          <p:nvPr/>
        </p:nvSpPr>
        <p:spPr>
          <a:xfrm>
            <a:off x="8433851" y="4034835"/>
            <a:ext cx="587943" cy="307777"/>
          </a:xfrm>
          <a:prstGeom prst="rect">
            <a:avLst/>
          </a:prstGeom>
          <a:noFill/>
        </p:spPr>
        <p:txBody>
          <a:bodyPr wrap="square">
            <a:spAutoFit/>
          </a:bodyPr>
          <a:lstStyle/>
          <a:p>
            <a:pPr algn="ctr"/>
            <a:r>
              <a:rPr lang="zh-CN" altLang="en-US" sz="1400" dirty="0">
                <a:latin typeface="+mn-ea"/>
              </a:rPr>
              <a:t>狗</a:t>
            </a:r>
            <a:endParaRPr lang="zh-CN" altLang="en-US" sz="1400" dirty="0"/>
          </a:p>
        </p:txBody>
      </p:sp>
      <p:sp>
        <p:nvSpPr>
          <p:cNvPr id="4" name="文本框 3">
            <a:extLst>
              <a:ext uri="{FF2B5EF4-FFF2-40B4-BE49-F238E27FC236}">
                <a16:creationId xmlns:a16="http://schemas.microsoft.com/office/drawing/2014/main" id="{BA258883-198D-8A7C-17A7-946E89B3E1BA}"/>
              </a:ext>
            </a:extLst>
          </p:cNvPr>
          <p:cNvSpPr txBox="1"/>
          <p:nvPr/>
        </p:nvSpPr>
        <p:spPr>
          <a:xfrm>
            <a:off x="10907486" y="6449406"/>
            <a:ext cx="953142" cy="338554"/>
          </a:xfrm>
          <a:prstGeom prst="rect">
            <a:avLst/>
          </a:prstGeom>
          <a:noFill/>
        </p:spPr>
        <p:txBody>
          <a:bodyPr wrap="square">
            <a:spAutoFit/>
          </a:bodyPr>
          <a:lstStyle/>
          <a:p>
            <a:r>
              <a:rPr lang="en-US" altLang="zh-CN" sz="1600" b="1" dirty="0">
                <a:solidFill>
                  <a:schemeClr val="bg1">
                    <a:lumMod val="50000"/>
                  </a:schemeClr>
                </a:solidFill>
                <a:latin typeface="+mn-ea"/>
              </a:rPr>
              <a:t>1/21</a:t>
            </a:r>
            <a:endParaRPr lang="zh-CN" altLang="en-US" sz="1600" b="1" dirty="0">
              <a:solidFill>
                <a:schemeClr val="bg1">
                  <a:lumMod val="50000"/>
                </a:schemeClr>
              </a:solidFill>
            </a:endParaRPr>
          </a:p>
        </p:txBody>
      </p:sp>
    </p:spTree>
    <p:extLst>
      <p:ext uri="{BB962C8B-B14F-4D97-AF65-F5344CB8AC3E}">
        <p14:creationId xmlns:p14="http://schemas.microsoft.com/office/powerpoint/2010/main" val="20499879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0"/>
                                        </p:tgtEl>
                                        <p:attrNameLst>
                                          <p:attrName>style.visibility</p:attrName>
                                        </p:attrNameLst>
                                      </p:cBhvr>
                                      <p:to>
                                        <p:strVal val="visible"/>
                                      </p:to>
                                    </p:set>
                                    <p:animEffect transition="in" filter="fade">
                                      <p:cBhvr>
                                        <p:cTn id="7" dur="500"/>
                                        <p:tgtEl>
                                          <p:spTgt spid="13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3"/>
                                        </p:tgtEl>
                                        <p:attrNameLst>
                                          <p:attrName>style.visibility</p:attrName>
                                        </p:attrNameLst>
                                      </p:cBhvr>
                                      <p:to>
                                        <p:strVal val="visible"/>
                                      </p:to>
                                    </p:set>
                                    <p:animEffect transition="in" filter="fade">
                                      <p:cBhvr>
                                        <p:cTn id="13" dur="500"/>
                                        <p:tgtEl>
                                          <p:spTgt spid="12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4"/>
                                        </p:tgtEl>
                                        <p:attrNameLst>
                                          <p:attrName>style.visibility</p:attrName>
                                        </p:attrNameLst>
                                      </p:cBhvr>
                                      <p:to>
                                        <p:strVal val="visible"/>
                                      </p:to>
                                    </p:set>
                                    <p:animEffect transition="in" filter="fade">
                                      <p:cBhvr>
                                        <p:cTn id="16" dur="500"/>
                                        <p:tgtEl>
                                          <p:spTgt spid="1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6"/>
                                        </p:tgtEl>
                                        <p:attrNameLst>
                                          <p:attrName>style.visibility</p:attrName>
                                        </p:attrNameLst>
                                      </p:cBhvr>
                                      <p:to>
                                        <p:strVal val="visible"/>
                                      </p:to>
                                    </p:set>
                                    <p:animEffect transition="in" filter="fade">
                                      <p:cBhvr>
                                        <p:cTn id="19" dur="500"/>
                                        <p:tgtEl>
                                          <p:spTgt spid="1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7"/>
                                        </p:tgtEl>
                                        <p:attrNameLst>
                                          <p:attrName>style.visibility</p:attrName>
                                        </p:attrNameLst>
                                      </p:cBhvr>
                                      <p:to>
                                        <p:strVal val="visible"/>
                                      </p:to>
                                    </p:set>
                                    <p:animEffect transition="in" filter="fade">
                                      <p:cBhvr>
                                        <p:cTn id="22" dur="500"/>
                                        <p:tgtEl>
                                          <p:spTgt spid="127"/>
                                        </p:tgtEl>
                                      </p:cBhvr>
                                    </p:animEffect>
                                  </p:childTnLst>
                                </p:cTn>
                              </p:par>
                              <p:par>
                                <p:cTn id="23" presetID="10" presetClass="entr" presetSubtype="0" fill="hold" nodeType="withEffect">
                                  <p:stCondLst>
                                    <p:cond delay="0"/>
                                  </p:stCondLst>
                                  <p:childTnLst>
                                    <p:set>
                                      <p:cBhvr>
                                        <p:cTn id="24" dur="1" fill="hold">
                                          <p:stCondLst>
                                            <p:cond delay="0"/>
                                          </p:stCondLst>
                                        </p:cTn>
                                        <p:tgtEl>
                                          <p:spTgt spid="129"/>
                                        </p:tgtEl>
                                        <p:attrNameLst>
                                          <p:attrName>style.visibility</p:attrName>
                                        </p:attrNameLst>
                                      </p:cBhvr>
                                      <p:to>
                                        <p:strVal val="visible"/>
                                      </p:to>
                                    </p:set>
                                    <p:animEffect transition="in" filter="fade">
                                      <p:cBhvr>
                                        <p:cTn id="25" dur="500"/>
                                        <p:tgtEl>
                                          <p:spTgt spid="12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1"/>
                                        </p:tgtEl>
                                        <p:attrNameLst>
                                          <p:attrName>style.visibility</p:attrName>
                                        </p:attrNameLst>
                                      </p:cBhvr>
                                      <p:to>
                                        <p:strVal val="visible"/>
                                      </p:to>
                                    </p:set>
                                    <p:animEffect transition="in" filter="fade">
                                      <p:cBhvr>
                                        <p:cTn id="28" dur="500"/>
                                        <p:tgtEl>
                                          <p:spTgt spid="13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2"/>
                                        </p:tgtEl>
                                        <p:attrNameLst>
                                          <p:attrName>style.visibility</p:attrName>
                                        </p:attrNameLst>
                                      </p:cBhvr>
                                      <p:to>
                                        <p:strVal val="visible"/>
                                      </p:to>
                                    </p:set>
                                    <p:animEffect transition="in" filter="fade">
                                      <p:cBhvr>
                                        <p:cTn id="31" dur="500"/>
                                        <p:tgtEl>
                                          <p:spTgt spid="13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3"/>
                                        </p:tgtEl>
                                        <p:attrNameLst>
                                          <p:attrName>style.visibility</p:attrName>
                                        </p:attrNameLst>
                                      </p:cBhvr>
                                      <p:to>
                                        <p:strVal val="visible"/>
                                      </p:to>
                                    </p:set>
                                    <p:animEffect transition="in" filter="fade">
                                      <p:cBhvr>
                                        <p:cTn id="34" dur="500"/>
                                        <p:tgtEl>
                                          <p:spTgt spid="133"/>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20"/>
                                        </p:tgtEl>
                                        <p:attrNameLst>
                                          <p:attrName>style.visibility</p:attrName>
                                        </p:attrNameLst>
                                      </p:cBhvr>
                                      <p:to>
                                        <p:strVal val="visible"/>
                                      </p:to>
                                    </p:set>
                                    <p:animEffect transition="in" filter="fade">
                                      <p:cBhvr>
                                        <p:cTn id="39" dur="500"/>
                                        <p:tgtEl>
                                          <p:spTgt spid="120"/>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34"/>
                                        </p:tgtEl>
                                        <p:attrNameLst>
                                          <p:attrName>style.visibility</p:attrName>
                                        </p:attrNameLst>
                                      </p:cBhvr>
                                      <p:to>
                                        <p:strVal val="visible"/>
                                      </p:to>
                                    </p:set>
                                    <p:animEffect transition="in" filter="fade">
                                      <p:cBhvr>
                                        <p:cTn id="44" dur="500"/>
                                        <p:tgtEl>
                                          <p:spTgt spid="134"/>
                                        </p:tgtEl>
                                      </p:cBhvr>
                                    </p:animEffect>
                                  </p:childTnLst>
                                </p:cTn>
                              </p:par>
                              <p:par>
                                <p:cTn id="45" presetID="10" presetClass="entr" presetSubtype="0" fill="hold" nodeType="withEffect">
                                  <p:stCondLst>
                                    <p:cond delay="0"/>
                                  </p:stCondLst>
                                  <p:childTnLst>
                                    <p:set>
                                      <p:cBhvr>
                                        <p:cTn id="46" dur="1" fill="hold">
                                          <p:stCondLst>
                                            <p:cond delay="0"/>
                                          </p:stCondLst>
                                        </p:cTn>
                                        <p:tgtEl>
                                          <p:spTgt spid="166"/>
                                        </p:tgtEl>
                                        <p:attrNameLst>
                                          <p:attrName>style.visibility</p:attrName>
                                        </p:attrNameLst>
                                      </p:cBhvr>
                                      <p:to>
                                        <p:strVal val="visible"/>
                                      </p:to>
                                    </p:set>
                                    <p:animEffect transition="in" filter="fade">
                                      <p:cBhvr>
                                        <p:cTn id="47" dur="500"/>
                                        <p:tgtEl>
                                          <p:spTgt spid="166"/>
                                        </p:tgtEl>
                                      </p:cBhvr>
                                    </p:animEffect>
                                  </p:childTnLst>
                                </p:cTn>
                              </p:par>
                              <p:par>
                                <p:cTn id="48" presetID="10" presetClass="entr" presetSubtype="0" fill="hold" nodeType="withEffect">
                                  <p:stCondLst>
                                    <p:cond delay="0"/>
                                  </p:stCondLst>
                                  <p:childTnLst>
                                    <p:set>
                                      <p:cBhvr>
                                        <p:cTn id="49" dur="1" fill="hold">
                                          <p:stCondLst>
                                            <p:cond delay="0"/>
                                          </p:stCondLst>
                                        </p:cTn>
                                        <p:tgtEl>
                                          <p:spTgt spid="168"/>
                                        </p:tgtEl>
                                        <p:attrNameLst>
                                          <p:attrName>style.visibility</p:attrName>
                                        </p:attrNameLst>
                                      </p:cBhvr>
                                      <p:to>
                                        <p:strVal val="visible"/>
                                      </p:to>
                                    </p:set>
                                    <p:animEffect transition="in" filter="fade">
                                      <p:cBhvr>
                                        <p:cTn id="50" dur="500"/>
                                        <p:tgtEl>
                                          <p:spTgt spid="16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70"/>
                                        </p:tgtEl>
                                        <p:attrNameLst>
                                          <p:attrName>style.visibility</p:attrName>
                                        </p:attrNameLst>
                                      </p:cBhvr>
                                      <p:to>
                                        <p:strVal val="visible"/>
                                      </p:to>
                                    </p:set>
                                    <p:animEffect transition="in" filter="fade">
                                      <p:cBhvr>
                                        <p:cTn id="53" dur="500"/>
                                        <p:tgtEl>
                                          <p:spTgt spid="17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72"/>
                                        </p:tgtEl>
                                        <p:attrNameLst>
                                          <p:attrName>style.visibility</p:attrName>
                                        </p:attrNameLst>
                                      </p:cBhvr>
                                      <p:to>
                                        <p:strVal val="visible"/>
                                      </p:to>
                                    </p:set>
                                    <p:animEffect transition="in" filter="fade">
                                      <p:cBhvr>
                                        <p:cTn id="56" dur="500"/>
                                        <p:tgtEl>
                                          <p:spTgt spid="172"/>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173"/>
                                        </p:tgtEl>
                                        <p:attrNameLst>
                                          <p:attrName>style.visibility</p:attrName>
                                        </p:attrNameLst>
                                      </p:cBhvr>
                                      <p:to>
                                        <p:strVal val="visible"/>
                                      </p:to>
                                    </p:set>
                                    <p:animEffect transition="in" filter="fade">
                                      <p:cBhvr>
                                        <p:cTn id="61" dur="500"/>
                                        <p:tgtEl>
                                          <p:spTgt spid="173"/>
                                        </p:tgtEl>
                                      </p:cBhvr>
                                    </p:animEffect>
                                  </p:childTnLst>
                                </p:cTn>
                              </p:par>
                              <p:par>
                                <p:cTn id="62" presetID="10" presetClass="entr" presetSubtype="0" fill="hold" nodeType="withEffect">
                                  <p:stCondLst>
                                    <p:cond delay="0"/>
                                  </p:stCondLst>
                                  <p:childTnLst>
                                    <p:set>
                                      <p:cBhvr>
                                        <p:cTn id="63" dur="1" fill="hold">
                                          <p:stCondLst>
                                            <p:cond delay="0"/>
                                          </p:stCondLst>
                                        </p:cTn>
                                        <p:tgtEl>
                                          <p:spTgt spid="177"/>
                                        </p:tgtEl>
                                        <p:attrNameLst>
                                          <p:attrName>style.visibility</p:attrName>
                                        </p:attrNameLst>
                                      </p:cBhvr>
                                      <p:to>
                                        <p:strVal val="visible"/>
                                      </p:to>
                                    </p:set>
                                    <p:animEffect transition="in" filter="fade">
                                      <p:cBhvr>
                                        <p:cTn id="64" dur="500"/>
                                        <p:tgtEl>
                                          <p:spTgt spid="177"/>
                                        </p:tgtEl>
                                      </p:cBhvr>
                                    </p:animEffect>
                                  </p:childTnLst>
                                </p:cTn>
                              </p:par>
                              <p:par>
                                <p:cTn id="65" presetID="10" presetClass="entr" presetSubtype="0" fill="hold" nodeType="withEffect">
                                  <p:stCondLst>
                                    <p:cond delay="0"/>
                                  </p:stCondLst>
                                  <p:childTnLst>
                                    <p:set>
                                      <p:cBhvr>
                                        <p:cTn id="66" dur="1" fill="hold">
                                          <p:stCondLst>
                                            <p:cond delay="0"/>
                                          </p:stCondLst>
                                        </p:cTn>
                                        <p:tgtEl>
                                          <p:spTgt spid="178"/>
                                        </p:tgtEl>
                                        <p:attrNameLst>
                                          <p:attrName>style.visibility</p:attrName>
                                        </p:attrNameLst>
                                      </p:cBhvr>
                                      <p:to>
                                        <p:strVal val="visible"/>
                                      </p:to>
                                    </p:set>
                                    <p:animEffect transition="in" filter="fade">
                                      <p:cBhvr>
                                        <p:cTn id="67" dur="500"/>
                                        <p:tgtEl>
                                          <p:spTgt spid="178"/>
                                        </p:tgtEl>
                                      </p:cBhvr>
                                    </p:animEffect>
                                  </p:childTnLst>
                                </p:cTn>
                              </p:par>
                              <p:par>
                                <p:cTn id="68" presetID="10" presetClass="entr" presetSubtype="0" fill="hold" nodeType="withEffect">
                                  <p:stCondLst>
                                    <p:cond delay="0"/>
                                  </p:stCondLst>
                                  <p:childTnLst>
                                    <p:set>
                                      <p:cBhvr>
                                        <p:cTn id="69" dur="1" fill="hold">
                                          <p:stCondLst>
                                            <p:cond delay="0"/>
                                          </p:stCondLst>
                                        </p:cTn>
                                        <p:tgtEl>
                                          <p:spTgt spid="184"/>
                                        </p:tgtEl>
                                        <p:attrNameLst>
                                          <p:attrName>style.visibility</p:attrName>
                                        </p:attrNameLst>
                                      </p:cBhvr>
                                      <p:to>
                                        <p:strVal val="visible"/>
                                      </p:to>
                                    </p:set>
                                    <p:animEffect transition="in" filter="fade">
                                      <p:cBhvr>
                                        <p:cTn id="70" dur="500"/>
                                        <p:tgtEl>
                                          <p:spTgt spid="18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188"/>
                                        </p:tgtEl>
                                        <p:attrNameLst>
                                          <p:attrName>style.visibility</p:attrName>
                                        </p:attrNameLst>
                                      </p:cBhvr>
                                      <p:to>
                                        <p:strVal val="visible"/>
                                      </p:to>
                                    </p:set>
                                    <p:animEffect transition="in" filter="fade">
                                      <p:cBhvr>
                                        <p:cTn id="73" dur="500"/>
                                        <p:tgtEl>
                                          <p:spTgt spid="188"/>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190"/>
                                        </p:tgtEl>
                                        <p:attrNameLst>
                                          <p:attrName>style.visibility</p:attrName>
                                        </p:attrNameLst>
                                      </p:cBhvr>
                                      <p:to>
                                        <p:strVal val="visible"/>
                                      </p:to>
                                    </p:set>
                                    <p:animEffect transition="in" filter="fade">
                                      <p:cBhvr>
                                        <p:cTn id="76" dur="500"/>
                                        <p:tgtEl>
                                          <p:spTgt spid="190"/>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191"/>
                                        </p:tgtEl>
                                        <p:attrNameLst>
                                          <p:attrName>style.visibility</p:attrName>
                                        </p:attrNameLst>
                                      </p:cBhvr>
                                      <p:to>
                                        <p:strVal val="visible"/>
                                      </p:to>
                                    </p:set>
                                    <p:animEffect transition="in" filter="fade">
                                      <p:cBhvr>
                                        <p:cTn id="79" dur="500"/>
                                        <p:tgtEl>
                                          <p:spTgt spid="191"/>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182"/>
                                        </p:tgtEl>
                                        <p:attrNameLst>
                                          <p:attrName>style.visibility</p:attrName>
                                        </p:attrNameLst>
                                      </p:cBhvr>
                                      <p:to>
                                        <p:strVal val="visible"/>
                                      </p:to>
                                    </p:set>
                                    <p:animEffect transition="in" filter="fade">
                                      <p:cBhvr>
                                        <p:cTn id="82" dur="500"/>
                                        <p:tgtEl>
                                          <p:spTgt spid="182"/>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206"/>
                                        </p:tgtEl>
                                        <p:attrNameLst>
                                          <p:attrName>style.visibility</p:attrName>
                                        </p:attrNameLst>
                                      </p:cBhvr>
                                      <p:to>
                                        <p:strVal val="visible"/>
                                      </p:to>
                                    </p:set>
                                    <p:animEffect transition="in" filter="fade">
                                      <p:cBhvr>
                                        <p:cTn id="87" dur="500"/>
                                        <p:tgtEl>
                                          <p:spTgt spid="206"/>
                                        </p:tgtEl>
                                      </p:cBhvr>
                                    </p:animEffect>
                                  </p:childTnLst>
                                </p:cTn>
                              </p:par>
                              <p:par>
                                <p:cTn id="88" presetID="10" presetClass="entr" presetSubtype="0" fill="hold" nodeType="withEffect">
                                  <p:stCondLst>
                                    <p:cond delay="0"/>
                                  </p:stCondLst>
                                  <p:childTnLst>
                                    <p:set>
                                      <p:cBhvr>
                                        <p:cTn id="89" dur="1" fill="hold">
                                          <p:stCondLst>
                                            <p:cond delay="0"/>
                                          </p:stCondLst>
                                        </p:cTn>
                                        <p:tgtEl>
                                          <p:spTgt spid="208"/>
                                        </p:tgtEl>
                                        <p:attrNameLst>
                                          <p:attrName>style.visibility</p:attrName>
                                        </p:attrNameLst>
                                      </p:cBhvr>
                                      <p:to>
                                        <p:strVal val="visible"/>
                                      </p:to>
                                    </p:set>
                                    <p:animEffect transition="in" filter="fade">
                                      <p:cBhvr>
                                        <p:cTn id="90" dur="500"/>
                                        <p:tgtEl>
                                          <p:spTgt spid="208"/>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209"/>
                                        </p:tgtEl>
                                        <p:attrNameLst>
                                          <p:attrName>style.visibility</p:attrName>
                                        </p:attrNameLst>
                                      </p:cBhvr>
                                      <p:to>
                                        <p:strVal val="visible"/>
                                      </p:to>
                                    </p:set>
                                    <p:animEffect transition="in" filter="fade">
                                      <p:cBhvr>
                                        <p:cTn id="93" dur="500"/>
                                        <p:tgtEl>
                                          <p:spTgt spid="209"/>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210"/>
                                        </p:tgtEl>
                                        <p:attrNameLst>
                                          <p:attrName>style.visibility</p:attrName>
                                        </p:attrNameLst>
                                      </p:cBhvr>
                                      <p:to>
                                        <p:strVal val="visible"/>
                                      </p:to>
                                    </p:set>
                                    <p:animEffect transition="in" filter="fade">
                                      <p:cBhvr>
                                        <p:cTn id="96" dur="500"/>
                                        <p:tgtEl>
                                          <p:spTgt spid="210"/>
                                        </p:tgtEl>
                                      </p:cBhvr>
                                    </p:animEffect>
                                  </p:childTnLst>
                                </p:cTn>
                              </p:par>
                              <p:par>
                                <p:cTn id="97" presetID="10" presetClass="entr" presetSubtype="0" fill="hold" nodeType="withEffect">
                                  <p:stCondLst>
                                    <p:cond delay="0"/>
                                  </p:stCondLst>
                                  <p:childTnLst>
                                    <p:set>
                                      <p:cBhvr>
                                        <p:cTn id="98" dur="1" fill="hold">
                                          <p:stCondLst>
                                            <p:cond delay="0"/>
                                          </p:stCondLst>
                                        </p:cTn>
                                        <p:tgtEl>
                                          <p:spTgt spid="219"/>
                                        </p:tgtEl>
                                        <p:attrNameLst>
                                          <p:attrName>style.visibility</p:attrName>
                                        </p:attrNameLst>
                                      </p:cBhvr>
                                      <p:to>
                                        <p:strVal val="visible"/>
                                      </p:to>
                                    </p:set>
                                    <p:animEffect transition="in" filter="fade">
                                      <p:cBhvr>
                                        <p:cTn id="99" dur="500"/>
                                        <p:tgtEl>
                                          <p:spTgt spid="219"/>
                                        </p:tgtEl>
                                      </p:cBhvr>
                                    </p:animEffec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grpId="0" nodeType="clickEffect">
                                  <p:stCondLst>
                                    <p:cond delay="0"/>
                                  </p:stCondLst>
                                  <p:childTnLst>
                                    <p:set>
                                      <p:cBhvr>
                                        <p:cTn id="103" dur="1" fill="hold">
                                          <p:stCondLst>
                                            <p:cond delay="0"/>
                                          </p:stCondLst>
                                        </p:cTn>
                                        <p:tgtEl>
                                          <p:spTgt spid="211"/>
                                        </p:tgtEl>
                                        <p:attrNameLst>
                                          <p:attrName>style.visibility</p:attrName>
                                        </p:attrNameLst>
                                      </p:cBhvr>
                                      <p:to>
                                        <p:strVal val="visible"/>
                                      </p:to>
                                    </p:set>
                                    <p:animEffect transition="in" filter="fade">
                                      <p:cBhvr>
                                        <p:cTn id="104" dur="500"/>
                                        <p:tgtEl>
                                          <p:spTgt spid="211"/>
                                        </p:tgtEl>
                                      </p:cBhvr>
                                    </p:animEffect>
                                  </p:childTnLst>
                                </p:cTn>
                              </p:par>
                              <p:par>
                                <p:cTn id="105" presetID="10" presetClass="entr" presetSubtype="0" fill="hold" nodeType="withEffect">
                                  <p:stCondLst>
                                    <p:cond delay="0"/>
                                  </p:stCondLst>
                                  <p:childTnLst>
                                    <p:set>
                                      <p:cBhvr>
                                        <p:cTn id="106" dur="1" fill="hold">
                                          <p:stCondLst>
                                            <p:cond delay="0"/>
                                          </p:stCondLst>
                                        </p:cTn>
                                        <p:tgtEl>
                                          <p:spTgt spid="212"/>
                                        </p:tgtEl>
                                        <p:attrNameLst>
                                          <p:attrName>style.visibility</p:attrName>
                                        </p:attrNameLst>
                                      </p:cBhvr>
                                      <p:to>
                                        <p:strVal val="visible"/>
                                      </p:to>
                                    </p:set>
                                    <p:animEffect transition="in" filter="fade">
                                      <p:cBhvr>
                                        <p:cTn id="107" dur="500"/>
                                        <p:tgtEl>
                                          <p:spTgt spid="212"/>
                                        </p:tgtEl>
                                      </p:cBhvr>
                                    </p:animEffect>
                                  </p:childTnLst>
                                </p:cTn>
                              </p:par>
                              <p:par>
                                <p:cTn id="108" presetID="10" presetClass="entr" presetSubtype="0" fill="hold" nodeType="withEffect">
                                  <p:stCondLst>
                                    <p:cond delay="0"/>
                                  </p:stCondLst>
                                  <p:childTnLst>
                                    <p:set>
                                      <p:cBhvr>
                                        <p:cTn id="109" dur="1" fill="hold">
                                          <p:stCondLst>
                                            <p:cond delay="0"/>
                                          </p:stCondLst>
                                        </p:cTn>
                                        <p:tgtEl>
                                          <p:spTgt spid="213"/>
                                        </p:tgtEl>
                                        <p:attrNameLst>
                                          <p:attrName>style.visibility</p:attrName>
                                        </p:attrNameLst>
                                      </p:cBhvr>
                                      <p:to>
                                        <p:strVal val="visible"/>
                                      </p:to>
                                    </p:set>
                                    <p:animEffect transition="in" filter="fade">
                                      <p:cBhvr>
                                        <p:cTn id="110" dur="500"/>
                                        <p:tgtEl>
                                          <p:spTgt spid="213"/>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214"/>
                                        </p:tgtEl>
                                        <p:attrNameLst>
                                          <p:attrName>style.visibility</p:attrName>
                                        </p:attrNameLst>
                                      </p:cBhvr>
                                      <p:to>
                                        <p:strVal val="visible"/>
                                      </p:to>
                                    </p:set>
                                    <p:animEffect transition="in" filter="fade">
                                      <p:cBhvr>
                                        <p:cTn id="113" dur="500"/>
                                        <p:tgtEl>
                                          <p:spTgt spid="214"/>
                                        </p:tgtEl>
                                      </p:cBhvr>
                                    </p:animEffect>
                                  </p:childTnLst>
                                </p:cTn>
                              </p:par>
                              <p:par>
                                <p:cTn id="114" presetID="10" presetClass="entr" presetSubtype="0" fill="hold" nodeType="withEffect">
                                  <p:stCondLst>
                                    <p:cond delay="0"/>
                                  </p:stCondLst>
                                  <p:childTnLst>
                                    <p:set>
                                      <p:cBhvr>
                                        <p:cTn id="115" dur="1" fill="hold">
                                          <p:stCondLst>
                                            <p:cond delay="0"/>
                                          </p:stCondLst>
                                        </p:cTn>
                                        <p:tgtEl>
                                          <p:spTgt spid="215"/>
                                        </p:tgtEl>
                                        <p:attrNameLst>
                                          <p:attrName>style.visibility</p:attrName>
                                        </p:attrNameLst>
                                      </p:cBhvr>
                                      <p:to>
                                        <p:strVal val="visible"/>
                                      </p:to>
                                    </p:set>
                                    <p:animEffect transition="in" filter="fade">
                                      <p:cBhvr>
                                        <p:cTn id="116" dur="500"/>
                                        <p:tgtEl>
                                          <p:spTgt spid="215"/>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216"/>
                                        </p:tgtEl>
                                        <p:attrNameLst>
                                          <p:attrName>style.visibility</p:attrName>
                                        </p:attrNameLst>
                                      </p:cBhvr>
                                      <p:to>
                                        <p:strVal val="visible"/>
                                      </p:to>
                                    </p:set>
                                    <p:animEffect transition="in" filter="fade">
                                      <p:cBhvr>
                                        <p:cTn id="119" dur="500"/>
                                        <p:tgtEl>
                                          <p:spTgt spid="216"/>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217"/>
                                        </p:tgtEl>
                                        <p:attrNameLst>
                                          <p:attrName>style.visibility</p:attrName>
                                        </p:attrNameLst>
                                      </p:cBhvr>
                                      <p:to>
                                        <p:strVal val="visible"/>
                                      </p:to>
                                    </p:set>
                                    <p:animEffect transition="in" filter="fade">
                                      <p:cBhvr>
                                        <p:cTn id="122" dur="500"/>
                                        <p:tgtEl>
                                          <p:spTgt spid="217"/>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218"/>
                                        </p:tgtEl>
                                        <p:attrNameLst>
                                          <p:attrName>style.visibility</p:attrName>
                                        </p:attrNameLst>
                                      </p:cBhvr>
                                      <p:to>
                                        <p:strVal val="visible"/>
                                      </p:to>
                                    </p:set>
                                    <p:animEffect transition="in" filter="fade">
                                      <p:cBhvr>
                                        <p:cTn id="125" dur="500"/>
                                        <p:tgtEl>
                                          <p:spTgt spid="218"/>
                                        </p:tgtEl>
                                      </p:cBhvr>
                                    </p:animEffect>
                                  </p:childTnLst>
                                </p:cTn>
                              </p:par>
                            </p:childTnLst>
                          </p:cTn>
                        </p:par>
                      </p:childTnLst>
                    </p:cTn>
                  </p:par>
                  <p:par>
                    <p:cTn id="126" fill="hold">
                      <p:stCondLst>
                        <p:cond delay="indefinite"/>
                      </p:stCondLst>
                      <p:childTnLst>
                        <p:par>
                          <p:cTn id="127" fill="hold">
                            <p:stCondLst>
                              <p:cond delay="0"/>
                            </p:stCondLst>
                            <p:childTnLst>
                              <p:par>
                                <p:cTn id="128" presetID="10" presetClass="entr" presetSubtype="0" fill="hold" nodeType="clickEffect">
                                  <p:stCondLst>
                                    <p:cond delay="0"/>
                                  </p:stCondLst>
                                  <p:childTnLst>
                                    <p:set>
                                      <p:cBhvr>
                                        <p:cTn id="129" dur="1" fill="hold">
                                          <p:stCondLst>
                                            <p:cond delay="0"/>
                                          </p:stCondLst>
                                        </p:cTn>
                                        <p:tgtEl>
                                          <p:spTgt spid="221"/>
                                        </p:tgtEl>
                                        <p:attrNameLst>
                                          <p:attrName>style.visibility</p:attrName>
                                        </p:attrNameLst>
                                      </p:cBhvr>
                                      <p:to>
                                        <p:strVal val="visible"/>
                                      </p:to>
                                    </p:set>
                                    <p:animEffect transition="in" filter="fade">
                                      <p:cBhvr>
                                        <p:cTn id="130" dur="500"/>
                                        <p:tgtEl>
                                          <p:spTgt spid="221"/>
                                        </p:tgtEl>
                                      </p:cBhvr>
                                    </p:animEffect>
                                  </p:childTnLst>
                                </p:cTn>
                              </p:par>
                              <p:par>
                                <p:cTn id="131" presetID="10" presetClass="entr" presetSubtype="0" fill="hold" nodeType="withEffect">
                                  <p:stCondLst>
                                    <p:cond delay="0"/>
                                  </p:stCondLst>
                                  <p:childTnLst>
                                    <p:set>
                                      <p:cBhvr>
                                        <p:cTn id="132" dur="1" fill="hold">
                                          <p:stCondLst>
                                            <p:cond delay="0"/>
                                          </p:stCondLst>
                                        </p:cTn>
                                        <p:tgtEl>
                                          <p:spTgt spid="223"/>
                                        </p:tgtEl>
                                        <p:attrNameLst>
                                          <p:attrName>style.visibility</p:attrName>
                                        </p:attrNameLst>
                                      </p:cBhvr>
                                      <p:to>
                                        <p:strVal val="visible"/>
                                      </p:to>
                                    </p:set>
                                    <p:animEffect transition="in" filter="fade">
                                      <p:cBhvr>
                                        <p:cTn id="133" dur="500"/>
                                        <p:tgtEl>
                                          <p:spTgt spid="223"/>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225"/>
                                        </p:tgtEl>
                                        <p:attrNameLst>
                                          <p:attrName>style.visibility</p:attrName>
                                        </p:attrNameLst>
                                      </p:cBhvr>
                                      <p:to>
                                        <p:strVal val="visible"/>
                                      </p:to>
                                    </p:set>
                                    <p:animEffect transition="in" filter="fade">
                                      <p:cBhvr>
                                        <p:cTn id="136" dur="500"/>
                                        <p:tgtEl>
                                          <p:spTgt spid="225"/>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226"/>
                                        </p:tgtEl>
                                        <p:attrNameLst>
                                          <p:attrName>style.visibility</p:attrName>
                                        </p:attrNameLst>
                                      </p:cBhvr>
                                      <p:to>
                                        <p:strVal val="visible"/>
                                      </p:to>
                                    </p:set>
                                    <p:animEffect transition="in" filter="fade">
                                      <p:cBhvr>
                                        <p:cTn id="139" dur="500"/>
                                        <p:tgtEl>
                                          <p:spTgt spid="226"/>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227"/>
                                        </p:tgtEl>
                                        <p:attrNameLst>
                                          <p:attrName>style.visibility</p:attrName>
                                        </p:attrNameLst>
                                      </p:cBhvr>
                                      <p:to>
                                        <p:strVal val="visible"/>
                                      </p:to>
                                    </p:set>
                                    <p:animEffect transition="in" filter="fade">
                                      <p:cBhvr>
                                        <p:cTn id="142" dur="500"/>
                                        <p:tgtEl>
                                          <p:spTgt spid="227"/>
                                        </p:tgtEl>
                                      </p:cBhvr>
                                    </p:animEffect>
                                  </p:childTnLst>
                                </p:cTn>
                              </p:par>
                            </p:childTnLst>
                          </p:cTn>
                        </p:par>
                      </p:childTnLst>
                    </p:cTn>
                  </p:par>
                  <p:par>
                    <p:cTn id="143" fill="hold">
                      <p:stCondLst>
                        <p:cond delay="indefinite"/>
                      </p:stCondLst>
                      <p:childTnLst>
                        <p:par>
                          <p:cTn id="144" fill="hold">
                            <p:stCondLst>
                              <p:cond delay="0"/>
                            </p:stCondLst>
                            <p:childTnLst>
                              <p:par>
                                <p:cTn id="145" presetID="10" presetClass="entr" presetSubtype="0" fill="hold" grpId="0" nodeType="clickEffect">
                                  <p:stCondLst>
                                    <p:cond delay="0"/>
                                  </p:stCondLst>
                                  <p:childTnLst>
                                    <p:set>
                                      <p:cBhvr>
                                        <p:cTn id="146" dur="1" fill="hold">
                                          <p:stCondLst>
                                            <p:cond delay="0"/>
                                          </p:stCondLst>
                                        </p:cTn>
                                        <p:tgtEl>
                                          <p:spTgt spid="122"/>
                                        </p:tgtEl>
                                        <p:attrNameLst>
                                          <p:attrName>style.visibility</p:attrName>
                                        </p:attrNameLst>
                                      </p:cBhvr>
                                      <p:to>
                                        <p:strVal val="visible"/>
                                      </p:to>
                                    </p:set>
                                    <p:animEffect transition="in" filter="fade">
                                      <p:cBhvr>
                                        <p:cTn id="147" dur="500"/>
                                        <p:tgtEl>
                                          <p:spTgt spid="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20" grpId="0"/>
      <p:bldP spid="122" grpId="0"/>
      <p:bldP spid="123" grpId="0" animBg="1"/>
      <p:bldP spid="124" grpId="0" animBg="1"/>
      <p:bldP spid="126" grpId="0"/>
      <p:bldP spid="127" grpId="0"/>
      <p:bldP spid="130" grpId="0" animBg="1"/>
      <p:bldP spid="131" grpId="0"/>
      <p:bldP spid="132" grpId="0" animBg="1"/>
      <p:bldP spid="133" grpId="0"/>
      <p:bldP spid="134" grpId="0" animBg="1"/>
      <p:bldP spid="170" grpId="0"/>
      <p:bldP spid="172" grpId="0"/>
      <p:bldP spid="173" grpId="0" animBg="1"/>
      <p:bldP spid="182" grpId="0"/>
      <p:bldP spid="188" grpId="0"/>
      <p:bldP spid="190" grpId="0"/>
      <p:bldP spid="191" grpId="0"/>
      <p:bldP spid="206" grpId="0" animBg="1"/>
      <p:bldP spid="209" grpId="0"/>
      <p:bldP spid="210" grpId="0"/>
      <p:bldP spid="211" grpId="0" animBg="1"/>
      <p:bldP spid="214" grpId="0"/>
      <p:bldP spid="216" grpId="0"/>
      <p:bldP spid="217" grpId="0"/>
      <p:bldP spid="218" grpId="0"/>
      <p:bldP spid="225" grpId="0"/>
      <p:bldP spid="226" grpId="0"/>
      <p:bldP spid="22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1.</a:t>
            </a:r>
            <a:r>
              <a:rPr lang="zh-CN" altLang="en-US" sz="2800" dirty="0">
                <a:solidFill>
                  <a:srgbClr val="000000">
                    <a:lumMod val="75000"/>
                    <a:lumOff val="25000"/>
                  </a:srgbClr>
                </a:solidFill>
              </a:rPr>
              <a:t>相关背景</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8" name="文本框 7">
            <a:extLst>
              <a:ext uri="{FF2B5EF4-FFF2-40B4-BE49-F238E27FC236}">
                <a16:creationId xmlns:a16="http://schemas.microsoft.com/office/drawing/2014/main" id="{8B1F523D-0150-0759-4B59-A50F8711AA36}"/>
              </a:ext>
            </a:extLst>
          </p:cNvPr>
          <p:cNvSpPr txBox="1"/>
          <p:nvPr/>
        </p:nvSpPr>
        <p:spPr>
          <a:xfrm>
            <a:off x="603504" y="769583"/>
            <a:ext cx="10369296"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集成学习：</a:t>
            </a:r>
            <a:endParaRPr lang="en-US" altLang="zh-CN" b="1" dirty="0">
              <a:solidFill>
                <a:srgbClr val="268F9C"/>
              </a:solidFill>
              <a:latin typeface="+mn-ea"/>
            </a:endParaRPr>
          </a:p>
        </p:txBody>
      </p:sp>
      <p:sp>
        <p:nvSpPr>
          <p:cNvPr id="7" name="文本框 6">
            <a:extLst>
              <a:ext uri="{FF2B5EF4-FFF2-40B4-BE49-F238E27FC236}">
                <a16:creationId xmlns:a16="http://schemas.microsoft.com/office/drawing/2014/main" id="{CA0A7CB7-3E3A-D229-6BD5-CC9C09A23248}"/>
              </a:ext>
            </a:extLst>
          </p:cNvPr>
          <p:cNvSpPr txBox="1"/>
          <p:nvPr/>
        </p:nvSpPr>
        <p:spPr>
          <a:xfrm>
            <a:off x="603504" y="1227718"/>
            <a:ext cx="9420606" cy="800219"/>
          </a:xfrm>
          <a:prstGeom prst="rect">
            <a:avLst/>
          </a:prstGeom>
          <a:noFill/>
        </p:spPr>
        <p:txBody>
          <a:bodyPr wrap="square">
            <a:spAutoFit/>
          </a:bodyPr>
          <a:lstStyle/>
          <a:p>
            <a:pPr marL="285750" indent="-285750">
              <a:spcAft>
                <a:spcPts val="1200"/>
              </a:spcAft>
              <a:buFont typeface="Arial" panose="020B0604020202020204" pitchFamily="34" charset="0"/>
              <a:buChar char="•"/>
            </a:pPr>
            <a:r>
              <a:rPr lang="zh-CN" altLang="en-US" dirty="0">
                <a:latin typeface="+mn-ea"/>
              </a:rPr>
              <a:t>训练多个模型，但是每个模型的训练数据的分布可能相差很大</a:t>
            </a:r>
            <a:endParaRPr lang="en-US" altLang="zh-CN" dirty="0">
              <a:latin typeface="+mn-ea"/>
            </a:endParaRPr>
          </a:p>
          <a:p>
            <a:pPr marL="285750" indent="-285750">
              <a:spcAft>
                <a:spcPts val="1200"/>
              </a:spcAft>
              <a:buFont typeface="Arial" panose="020B0604020202020204" pitchFamily="34" charset="0"/>
              <a:buChar char="•"/>
            </a:pPr>
            <a:r>
              <a:rPr lang="zh-CN" altLang="en-US" dirty="0">
                <a:latin typeface="+mn-ea"/>
              </a:rPr>
              <a:t>例如</a:t>
            </a:r>
            <a:r>
              <a:rPr lang="en-US" altLang="zh-CN" dirty="0">
                <a:latin typeface="+mn-ea"/>
              </a:rPr>
              <a:t>ImageNet</a:t>
            </a:r>
            <a:r>
              <a:rPr lang="zh-CN" altLang="en-US" dirty="0">
                <a:latin typeface="+mn-ea"/>
              </a:rPr>
              <a:t>数据集中将图片分为了</a:t>
            </a:r>
            <a:r>
              <a:rPr lang="en-US" altLang="zh-CN" dirty="0">
                <a:latin typeface="+mn-ea"/>
              </a:rPr>
              <a:t>1000</a:t>
            </a:r>
            <a:r>
              <a:rPr lang="zh-CN" altLang="en-US" dirty="0">
                <a:latin typeface="+mn-ea"/>
              </a:rPr>
              <a:t>个种类，每个模型负责预测其中的几个种类</a:t>
            </a:r>
            <a:endParaRPr lang="en-US" altLang="zh-CN" dirty="0">
              <a:latin typeface="+mn-ea"/>
            </a:endParaRPr>
          </a:p>
        </p:txBody>
      </p:sp>
      <p:grpSp>
        <p:nvGrpSpPr>
          <p:cNvPr id="4" name="组合 3">
            <a:extLst>
              <a:ext uri="{FF2B5EF4-FFF2-40B4-BE49-F238E27FC236}">
                <a16:creationId xmlns:a16="http://schemas.microsoft.com/office/drawing/2014/main" id="{162CC38D-F895-DFCD-1A8C-FEDC8A1271C4}"/>
              </a:ext>
            </a:extLst>
          </p:cNvPr>
          <p:cNvGrpSpPr/>
          <p:nvPr/>
        </p:nvGrpSpPr>
        <p:grpSpPr>
          <a:xfrm>
            <a:off x="906948" y="2212847"/>
            <a:ext cx="9497827" cy="558517"/>
            <a:chOff x="906948" y="2212847"/>
            <a:chExt cx="9497827" cy="558517"/>
          </a:xfrm>
        </p:grpSpPr>
        <p:sp>
          <p:nvSpPr>
            <p:cNvPr id="2" name="矩形 1">
              <a:extLst>
                <a:ext uri="{FF2B5EF4-FFF2-40B4-BE49-F238E27FC236}">
                  <a16:creationId xmlns:a16="http://schemas.microsoft.com/office/drawing/2014/main" id="{4CC9BAA0-76A8-9517-D8EC-84C1DB2019A9}"/>
                </a:ext>
              </a:extLst>
            </p:cNvPr>
            <p:cNvSpPr/>
            <p:nvPr/>
          </p:nvSpPr>
          <p:spPr>
            <a:xfrm>
              <a:off x="2646335" y="2220164"/>
              <a:ext cx="1028700" cy="53721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Model 1</a:t>
              </a:r>
              <a:endParaRPr lang="zh-CN" altLang="en-US" dirty="0"/>
            </a:p>
          </p:txBody>
        </p:sp>
        <p:sp>
          <p:nvSpPr>
            <p:cNvPr id="5" name="文本框 4">
              <a:extLst>
                <a:ext uri="{FF2B5EF4-FFF2-40B4-BE49-F238E27FC236}">
                  <a16:creationId xmlns:a16="http://schemas.microsoft.com/office/drawing/2014/main" id="{3016B01E-4C3D-E5B2-B28C-CFCD7F4F38EC}"/>
                </a:ext>
              </a:extLst>
            </p:cNvPr>
            <p:cNvSpPr txBox="1"/>
            <p:nvPr/>
          </p:nvSpPr>
          <p:spPr>
            <a:xfrm>
              <a:off x="906948" y="2234154"/>
              <a:ext cx="1344762" cy="523220"/>
            </a:xfrm>
            <a:prstGeom prst="rect">
              <a:avLst/>
            </a:prstGeom>
            <a:noFill/>
          </p:spPr>
          <p:txBody>
            <a:bodyPr wrap="square">
              <a:spAutoFit/>
            </a:bodyPr>
            <a:lstStyle/>
            <a:p>
              <a:pPr algn="ctr"/>
              <a:r>
                <a:rPr lang="zh-CN" altLang="en-US" sz="1400" dirty="0"/>
                <a:t>动物类</a:t>
              </a:r>
              <a:endParaRPr lang="en-US" altLang="zh-CN" sz="1400" dirty="0"/>
            </a:p>
            <a:p>
              <a:pPr algn="ctr"/>
              <a:r>
                <a:rPr lang="en-US" altLang="zh-CN" sz="1400" dirty="0"/>
                <a:t>(</a:t>
              </a:r>
              <a:r>
                <a:rPr lang="zh-CN" altLang="en-US" sz="1400" dirty="0"/>
                <a:t>猫、狗、鸟等</a:t>
              </a:r>
              <a:r>
                <a:rPr lang="en-US" altLang="zh-CN" sz="1400" dirty="0"/>
                <a:t>)</a:t>
              </a:r>
              <a:endParaRPr lang="zh-CN" altLang="en-US" sz="1400" dirty="0"/>
            </a:p>
          </p:txBody>
        </p:sp>
        <p:cxnSp>
          <p:nvCxnSpPr>
            <p:cNvPr id="6" name="直接箭头连接符 5">
              <a:extLst>
                <a:ext uri="{FF2B5EF4-FFF2-40B4-BE49-F238E27FC236}">
                  <a16:creationId xmlns:a16="http://schemas.microsoft.com/office/drawing/2014/main" id="{FF549C93-AFC6-0950-7E41-FBBB8AD57598}"/>
                </a:ext>
              </a:extLst>
            </p:cNvPr>
            <p:cNvCxnSpPr>
              <a:cxnSpLocks/>
              <a:stCxn id="5" idx="3"/>
              <a:endCxn id="2" idx="1"/>
            </p:cNvCxnSpPr>
            <p:nvPr/>
          </p:nvCxnSpPr>
          <p:spPr>
            <a:xfrm flipV="1">
              <a:off x="2251710" y="2488769"/>
              <a:ext cx="394625" cy="69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矩形 12">
              <a:extLst>
                <a:ext uri="{FF2B5EF4-FFF2-40B4-BE49-F238E27FC236}">
                  <a16:creationId xmlns:a16="http://schemas.microsoft.com/office/drawing/2014/main" id="{78BBC761-0CBE-FF28-2D32-4372E1144E1A}"/>
                </a:ext>
              </a:extLst>
            </p:cNvPr>
            <p:cNvSpPr/>
            <p:nvPr/>
          </p:nvSpPr>
          <p:spPr>
            <a:xfrm>
              <a:off x="5730483" y="2234154"/>
              <a:ext cx="1028700" cy="53721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Model 2</a:t>
              </a:r>
              <a:endParaRPr lang="zh-CN" altLang="en-US" dirty="0"/>
            </a:p>
          </p:txBody>
        </p:sp>
        <p:sp>
          <p:nvSpPr>
            <p:cNvPr id="14" name="文本框 13">
              <a:extLst>
                <a:ext uri="{FF2B5EF4-FFF2-40B4-BE49-F238E27FC236}">
                  <a16:creationId xmlns:a16="http://schemas.microsoft.com/office/drawing/2014/main" id="{086E365D-9374-D138-7FA8-0955DF55688D}"/>
                </a:ext>
              </a:extLst>
            </p:cNvPr>
            <p:cNvSpPr txBox="1"/>
            <p:nvPr/>
          </p:nvSpPr>
          <p:spPr>
            <a:xfrm>
              <a:off x="4069659" y="2234154"/>
              <a:ext cx="1344762" cy="523220"/>
            </a:xfrm>
            <a:prstGeom prst="rect">
              <a:avLst/>
            </a:prstGeom>
            <a:noFill/>
          </p:spPr>
          <p:txBody>
            <a:bodyPr wrap="square">
              <a:spAutoFit/>
            </a:bodyPr>
            <a:lstStyle/>
            <a:p>
              <a:pPr algn="ctr"/>
              <a:r>
                <a:rPr lang="zh-CN" altLang="en-US" sz="1400" dirty="0"/>
                <a:t>植物类</a:t>
              </a:r>
              <a:endParaRPr lang="en-US" altLang="zh-CN" sz="1400" dirty="0"/>
            </a:p>
            <a:p>
              <a:pPr algn="ctr"/>
              <a:r>
                <a:rPr lang="en-US" altLang="zh-CN" sz="1400" dirty="0"/>
                <a:t>(</a:t>
              </a:r>
              <a:r>
                <a:rPr lang="zh-CN" altLang="en-US" sz="1400" dirty="0"/>
                <a:t>树木、水果等</a:t>
              </a:r>
              <a:r>
                <a:rPr lang="en-US" altLang="zh-CN" sz="1400" dirty="0"/>
                <a:t>)</a:t>
              </a:r>
              <a:endParaRPr lang="zh-CN" altLang="en-US" sz="1400" dirty="0"/>
            </a:p>
          </p:txBody>
        </p:sp>
        <p:cxnSp>
          <p:nvCxnSpPr>
            <p:cNvPr id="15" name="直接箭头连接符 14">
              <a:extLst>
                <a:ext uri="{FF2B5EF4-FFF2-40B4-BE49-F238E27FC236}">
                  <a16:creationId xmlns:a16="http://schemas.microsoft.com/office/drawing/2014/main" id="{70EA5386-3D61-4237-DD6A-40EC8729521C}"/>
                </a:ext>
              </a:extLst>
            </p:cNvPr>
            <p:cNvCxnSpPr>
              <a:cxnSpLocks/>
              <a:stCxn id="14" idx="3"/>
              <a:endCxn id="13" idx="1"/>
            </p:cNvCxnSpPr>
            <p:nvPr/>
          </p:nvCxnSpPr>
          <p:spPr>
            <a:xfrm>
              <a:off x="5414421" y="2495764"/>
              <a:ext cx="316062" cy="69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09E59D9F-D2B2-2784-F604-9C2E3D434A76}"/>
                </a:ext>
              </a:extLst>
            </p:cNvPr>
            <p:cNvSpPr txBox="1"/>
            <p:nvPr/>
          </p:nvSpPr>
          <p:spPr>
            <a:xfrm>
              <a:off x="6906578" y="2226837"/>
              <a:ext cx="563291" cy="523220"/>
            </a:xfrm>
            <a:prstGeom prst="rect">
              <a:avLst/>
            </a:prstGeom>
            <a:noFill/>
          </p:spPr>
          <p:txBody>
            <a:bodyPr wrap="square">
              <a:spAutoFit/>
            </a:bodyPr>
            <a:lstStyle/>
            <a:p>
              <a:pPr algn="ctr"/>
              <a:r>
                <a:rPr lang="en-US" altLang="zh-CN" sz="2800" b="1" dirty="0"/>
                <a:t>···</a:t>
              </a:r>
              <a:endParaRPr lang="zh-CN" altLang="en-US" sz="2800" b="1" dirty="0"/>
            </a:p>
          </p:txBody>
        </p:sp>
        <p:sp>
          <p:nvSpPr>
            <p:cNvPr id="23" name="矩形 22">
              <a:extLst>
                <a:ext uri="{FF2B5EF4-FFF2-40B4-BE49-F238E27FC236}">
                  <a16:creationId xmlns:a16="http://schemas.microsoft.com/office/drawing/2014/main" id="{2529615D-EE33-F696-669F-5624F86E4012}"/>
                </a:ext>
              </a:extLst>
            </p:cNvPr>
            <p:cNvSpPr/>
            <p:nvPr/>
          </p:nvSpPr>
          <p:spPr>
            <a:xfrm>
              <a:off x="9376075" y="2212847"/>
              <a:ext cx="1028700" cy="53721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Model n</a:t>
              </a:r>
              <a:endParaRPr lang="zh-CN" altLang="en-US" dirty="0"/>
            </a:p>
          </p:txBody>
        </p:sp>
        <p:sp>
          <p:nvSpPr>
            <p:cNvPr id="24" name="文本框 23">
              <a:extLst>
                <a:ext uri="{FF2B5EF4-FFF2-40B4-BE49-F238E27FC236}">
                  <a16:creationId xmlns:a16="http://schemas.microsoft.com/office/drawing/2014/main" id="{AE1EA46F-EAEC-6D57-02DF-E13A63C00D0F}"/>
                </a:ext>
              </a:extLst>
            </p:cNvPr>
            <p:cNvSpPr txBox="1"/>
            <p:nvPr/>
          </p:nvSpPr>
          <p:spPr>
            <a:xfrm>
              <a:off x="7636688" y="2226837"/>
              <a:ext cx="1344762" cy="523220"/>
            </a:xfrm>
            <a:prstGeom prst="rect">
              <a:avLst/>
            </a:prstGeom>
            <a:noFill/>
          </p:spPr>
          <p:txBody>
            <a:bodyPr wrap="square">
              <a:spAutoFit/>
            </a:bodyPr>
            <a:lstStyle/>
            <a:p>
              <a:pPr algn="ctr"/>
              <a:r>
                <a:rPr lang="zh-CN" altLang="en-US" sz="1400" dirty="0"/>
                <a:t>动物类</a:t>
              </a:r>
              <a:endParaRPr lang="en-US" altLang="zh-CN" sz="1400" dirty="0"/>
            </a:p>
            <a:p>
              <a:pPr algn="ctr"/>
              <a:r>
                <a:rPr lang="en-US" altLang="zh-CN" sz="1400" dirty="0"/>
                <a:t>(</a:t>
              </a:r>
              <a:r>
                <a:rPr lang="zh-CN" altLang="en-US" sz="1400" dirty="0"/>
                <a:t>猫、狗、鸟等</a:t>
              </a:r>
              <a:r>
                <a:rPr lang="en-US" altLang="zh-CN" sz="1400" dirty="0"/>
                <a:t>)</a:t>
              </a:r>
              <a:endParaRPr lang="zh-CN" altLang="en-US" sz="1400" dirty="0"/>
            </a:p>
          </p:txBody>
        </p:sp>
        <p:cxnSp>
          <p:nvCxnSpPr>
            <p:cNvPr id="25" name="直接箭头连接符 24">
              <a:extLst>
                <a:ext uri="{FF2B5EF4-FFF2-40B4-BE49-F238E27FC236}">
                  <a16:creationId xmlns:a16="http://schemas.microsoft.com/office/drawing/2014/main" id="{1EA5A78E-2BCC-E0F4-381D-F0F14FB7B073}"/>
                </a:ext>
              </a:extLst>
            </p:cNvPr>
            <p:cNvCxnSpPr>
              <a:cxnSpLocks/>
              <a:stCxn id="24" idx="3"/>
              <a:endCxn id="23" idx="1"/>
            </p:cNvCxnSpPr>
            <p:nvPr/>
          </p:nvCxnSpPr>
          <p:spPr>
            <a:xfrm flipV="1">
              <a:off x="8981450" y="2481452"/>
              <a:ext cx="394625" cy="69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26" name="文本框 25">
            <a:extLst>
              <a:ext uri="{FF2B5EF4-FFF2-40B4-BE49-F238E27FC236}">
                <a16:creationId xmlns:a16="http://schemas.microsoft.com/office/drawing/2014/main" id="{C4DAA628-C420-5A9E-E75E-EC150BF907DA}"/>
              </a:ext>
            </a:extLst>
          </p:cNvPr>
          <p:cNvSpPr txBox="1"/>
          <p:nvPr/>
        </p:nvSpPr>
        <p:spPr>
          <a:xfrm>
            <a:off x="603504" y="3123799"/>
            <a:ext cx="9420606" cy="800219"/>
          </a:xfrm>
          <a:prstGeom prst="rect">
            <a:avLst/>
          </a:prstGeom>
          <a:noFill/>
        </p:spPr>
        <p:txBody>
          <a:bodyPr wrap="square">
            <a:spAutoFit/>
          </a:bodyPr>
          <a:lstStyle/>
          <a:p>
            <a:pPr marL="285750" indent="-285750">
              <a:spcAft>
                <a:spcPts val="1200"/>
              </a:spcAft>
              <a:buFont typeface="Arial" panose="020B0604020202020204" pitchFamily="34" charset="0"/>
              <a:buChar char="•"/>
            </a:pPr>
            <a:r>
              <a:rPr lang="zh-CN" altLang="en-US" dirty="0">
                <a:latin typeface="+mn-ea"/>
              </a:rPr>
              <a:t>推理时，对于一个输入，每个模型都要输入进行推理预测，得到</a:t>
            </a:r>
            <a:r>
              <a:rPr lang="en-US" altLang="zh-CN" dirty="0">
                <a:latin typeface="+mn-ea"/>
              </a:rPr>
              <a:t>n</a:t>
            </a:r>
            <a:r>
              <a:rPr lang="zh-CN" altLang="en-US" dirty="0">
                <a:latin typeface="+mn-ea"/>
              </a:rPr>
              <a:t>个输出</a:t>
            </a:r>
            <a:endParaRPr lang="en-US" altLang="zh-CN" dirty="0">
              <a:latin typeface="+mn-ea"/>
            </a:endParaRPr>
          </a:p>
          <a:p>
            <a:pPr marL="285750" indent="-285750">
              <a:spcAft>
                <a:spcPts val="1200"/>
              </a:spcAft>
              <a:buFont typeface="Arial" panose="020B0604020202020204" pitchFamily="34" charset="0"/>
              <a:buChar char="•"/>
            </a:pPr>
            <a:r>
              <a:rPr lang="zh-CN" altLang="en-US" dirty="0">
                <a:latin typeface="+mn-ea"/>
              </a:rPr>
              <a:t>将这</a:t>
            </a:r>
            <a:r>
              <a:rPr lang="en-US" altLang="zh-CN" dirty="0">
                <a:latin typeface="+mn-ea"/>
              </a:rPr>
              <a:t>n</a:t>
            </a:r>
            <a:r>
              <a:rPr lang="zh-CN" altLang="en-US" dirty="0">
                <a:latin typeface="+mn-ea"/>
              </a:rPr>
              <a:t>个输出通过一定方法进行融合，如平均输出分布或者投票等</a:t>
            </a:r>
            <a:endParaRPr lang="en-US" altLang="zh-CN" dirty="0">
              <a:latin typeface="+mn-ea"/>
            </a:endParaRPr>
          </a:p>
        </p:txBody>
      </p:sp>
      <p:grpSp>
        <p:nvGrpSpPr>
          <p:cNvPr id="9" name="组合 8">
            <a:extLst>
              <a:ext uri="{FF2B5EF4-FFF2-40B4-BE49-F238E27FC236}">
                <a16:creationId xmlns:a16="http://schemas.microsoft.com/office/drawing/2014/main" id="{57D4C175-76FD-E7EB-CC87-BDF842D1C020}"/>
              </a:ext>
            </a:extLst>
          </p:cNvPr>
          <p:cNvGrpSpPr/>
          <p:nvPr/>
        </p:nvGrpSpPr>
        <p:grpSpPr>
          <a:xfrm>
            <a:off x="1349105" y="4144214"/>
            <a:ext cx="7732688" cy="1178846"/>
            <a:chOff x="1349105" y="4144214"/>
            <a:chExt cx="7732688" cy="1178846"/>
          </a:xfrm>
        </p:grpSpPr>
        <p:sp>
          <p:nvSpPr>
            <p:cNvPr id="27" name="矩形 26">
              <a:extLst>
                <a:ext uri="{FF2B5EF4-FFF2-40B4-BE49-F238E27FC236}">
                  <a16:creationId xmlns:a16="http://schemas.microsoft.com/office/drawing/2014/main" id="{23191A96-F7DB-EEBB-DB28-75E813EE0708}"/>
                </a:ext>
              </a:extLst>
            </p:cNvPr>
            <p:cNvSpPr/>
            <p:nvPr/>
          </p:nvSpPr>
          <p:spPr>
            <a:xfrm>
              <a:off x="2646335" y="4144214"/>
              <a:ext cx="1028700" cy="53721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Model 1</a:t>
              </a:r>
              <a:endParaRPr lang="zh-CN" altLang="en-US" dirty="0"/>
            </a:p>
          </p:txBody>
        </p:sp>
        <p:sp>
          <p:nvSpPr>
            <p:cNvPr id="29" name="文本框 28">
              <a:extLst>
                <a:ext uri="{FF2B5EF4-FFF2-40B4-BE49-F238E27FC236}">
                  <a16:creationId xmlns:a16="http://schemas.microsoft.com/office/drawing/2014/main" id="{BB298D2E-D573-F733-4375-20CE252DB3FC}"/>
                </a:ext>
              </a:extLst>
            </p:cNvPr>
            <p:cNvSpPr txBox="1"/>
            <p:nvPr/>
          </p:nvSpPr>
          <p:spPr>
            <a:xfrm>
              <a:off x="1349105" y="4251593"/>
              <a:ext cx="902605" cy="307777"/>
            </a:xfrm>
            <a:prstGeom prst="rect">
              <a:avLst/>
            </a:prstGeom>
            <a:noFill/>
          </p:spPr>
          <p:txBody>
            <a:bodyPr wrap="square">
              <a:spAutoFit/>
            </a:bodyPr>
            <a:lstStyle/>
            <a:p>
              <a:r>
                <a:rPr lang="zh-CN" altLang="en-US" sz="1400"/>
                <a:t>狗的图片</a:t>
              </a:r>
              <a:endParaRPr lang="zh-CN" altLang="en-US" sz="1400" dirty="0"/>
            </a:p>
          </p:txBody>
        </p:sp>
        <p:cxnSp>
          <p:nvCxnSpPr>
            <p:cNvPr id="30" name="直接箭头连接符 29">
              <a:extLst>
                <a:ext uri="{FF2B5EF4-FFF2-40B4-BE49-F238E27FC236}">
                  <a16:creationId xmlns:a16="http://schemas.microsoft.com/office/drawing/2014/main" id="{BE79530E-F597-286A-297B-AC8DB5E2CEBC}"/>
                </a:ext>
              </a:extLst>
            </p:cNvPr>
            <p:cNvCxnSpPr>
              <a:cxnSpLocks/>
              <a:stCxn id="29" idx="3"/>
              <a:endCxn id="27" idx="1"/>
            </p:cNvCxnSpPr>
            <p:nvPr/>
          </p:nvCxnSpPr>
          <p:spPr>
            <a:xfrm>
              <a:off x="2251710" y="4405482"/>
              <a:ext cx="394625" cy="73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矩形 33">
              <a:extLst>
                <a:ext uri="{FF2B5EF4-FFF2-40B4-BE49-F238E27FC236}">
                  <a16:creationId xmlns:a16="http://schemas.microsoft.com/office/drawing/2014/main" id="{CD596A9D-104B-708E-3C0C-69708315867B}"/>
                </a:ext>
              </a:extLst>
            </p:cNvPr>
            <p:cNvSpPr/>
            <p:nvPr/>
          </p:nvSpPr>
          <p:spPr>
            <a:xfrm>
              <a:off x="5193085" y="4156985"/>
              <a:ext cx="1028700" cy="53721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Model 2</a:t>
              </a:r>
              <a:endParaRPr lang="zh-CN" altLang="en-US" dirty="0"/>
            </a:p>
          </p:txBody>
        </p:sp>
        <p:sp>
          <p:nvSpPr>
            <p:cNvPr id="35" name="文本框 34">
              <a:extLst>
                <a:ext uri="{FF2B5EF4-FFF2-40B4-BE49-F238E27FC236}">
                  <a16:creationId xmlns:a16="http://schemas.microsoft.com/office/drawing/2014/main" id="{AFF52DA3-4561-20E9-726B-2FAAF5090354}"/>
                </a:ext>
              </a:extLst>
            </p:cNvPr>
            <p:cNvSpPr txBox="1"/>
            <p:nvPr/>
          </p:nvSpPr>
          <p:spPr>
            <a:xfrm>
              <a:off x="3895855" y="4264364"/>
              <a:ext cx="902605" cy="307777"/>
            </a:xfrm>
            <a:prstGeom prst="rect">
              <a:avLst/>
            </a:prstGeom>
            <a:noFill/>
          </p:spPr>
          <p:txBody>
            <a:bodyPr wrap="square">
              <a:spAutoFit/>
            </a:bodyPr>
            <a:lstStyle/>
            <a:p>
              <a:r>
                <a:rPr lang="zh-CN" altLang="en-US" sz="1400" dirty="0"/>
                <a:t>狗的图片</a:t>
              </a:r>
            </a:p>
          </p:txBody>
        </p:sp>
        <p:cxnSp>
          <p:nvCxnSpPr>
            <p:cNvPr id="36" name="直接箭头连接符 35">
              <a:extLst>
                <a:ext uri="{FF2B5EF4-FFF2-40B4-BE49-F238E27FC236}">
                  <a16:creationId xmlns:a16="http://schemas.microsoft.com/office/drawing/2014/main" id="{FDC36A97-E34C-9D87-CE90-B968366C1BF0}"/>
                </a:ext>
              </a:extLst>
            </p:cNvPr>
            <p:cNvCxnSpPr>
              <a:cxnSpLocks/>
              <a:stCxn id="35" idx="3"/>
              <a:endCxn id="34" idx="1"/>
            </p:cNvCxnSpPr>
            <p:nvPr/>
          </p:nvCxnSpPr>
          <p:spPr>
            <a:xfrm>
              <a:off x="4798460" y="4418253"/>
              <a:ext cx="394625" cy="73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35DEB6F8-836C-7A6C-C146-F390D950B53D}"/>
                </a:ext>
              </a:extLst>
            </p:cNvPr>
            <p:cNvCxnSpPr>
              <a:cxnSpLocks/>
              <a:stCxn id="27" idx="2"/>
              <a:endCxn id="41" idx="0"/>
            </p:cNvCxnSpPr>
            <p:nvPr/>
          </p:nvCxnSpPr>
          <p:spPr>
            <a:xfrm flipH="1">
              <a:off x="3160684" y="4681424"/>
              <a:ext cx="1" cy="3223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文本框 40">
              <a:extLst>
                <a:ext uri="{FF2B5EF4-FFF2-40B4-BE49-F238E27FC236}">
                  <a16:creationId xmlns:a16="http://schemas.microsoft.com/office/drawing/2014/main" id="{70426D85-CC42-A62E-1AC4-51B822A5CB1B}"/>
                </a:ext>
              </a:extLst>
            </p:cNvPr>
            <p:cNvSpPr txBox="1"/>
            <p:nvPr/>
          </p:nvSpPr>
          <p:spPr>
            <a:xfrm>
              <a:off x="2947084" y="5003781"/>
              <a:ext cx="427200" cy="307777"/>
            </a:xfrm>
            <a:prstGeom prst="rect">
              <a:avLst/>
            </a:prstGeom>
            <a:noFill/>
          </p:spPr>
          <p:txBody>
            <a:bodyPr wrap="square">
              <a:spAutoFit/>
            </a:bodyPr>
            <a:lstStyle/>
            <a:p>
              <a:pPr algn="ctr"/>
              <a:r>
                <a:rPr lang="zh-CN" altLang="en-US" sz="1400" dirty="0"/>
                <a:t>狗</a:t>
              </a:r>
            </a:p>
          </p:txBody>
        </p:sp>
        <p:sp>
          <p:nvSpPr>
            <p:cNvPr id="44" name="文本框 43">
              <a:extLst>
                <a:ext uri="{FF2B5EF4-FFF2-40B4-BE49-F238E27FC236}">
                  <a16:creationId xmlns:a16="http://schemas.microsoft.com/office/drawing/2014/main" id="{CE8C7B80-7173-D062-8CA5-4BB84FD0CC3A}"/>
                </a:ext>
              </a:extLst>
            </p:cNvPr>
            <p:cNvSpPr txBox="1"/>
            <p:nvPr/>
          </p:nvSpPr>
          <p:spPr>
            <a:xfrm>
              <a:off x="5302146" y="4972082"/>
              <a:ext cx="810578" cy="307777"/>
            </a:xfrm>
            <a:prstGeom prst="rect">
              <a:avLst/>
            </a:prstGeom>
            <a:noFill/>
          </p:spPr>
          <p:txBody>
            <a:bodyPr wrap="square">
              <a:spAutoFit/>
            </a:bodyPr>
            <a:lstStyle/>
            <a:p>
              <a:pPr algn="ctr"/>
              <a:r>
                <a:rPr lang="zh-CN" altLang="en-US" sz="1400" dirty="0"/>
                <a:t>苹果</a:t>
              </a:r>
            </a:p>
          </p:txBody>
        </p:sp>
        <p:cxnSp>
          <p:nvCxnSpPr>
            <p:cNvPr id="45" name="直接箭头连接符 44">
              <a:extLst>
                <a:ext uri="{FF2B5EF4-FFF2-40B4-BE49-F238E27FC236}">
                  <a16:creationId xmlns:a16="http://schemas.microsoft.com/office/drawing/2014/main" id="{A3B355A0-9C4C-4CB3-0666-3F5B441D5732}"/>
                </a:ext>
              </a:extLst>
            </p:cNvPr>
            <p:cNvCxnSpPr>
              <a:cxnSpLocks/>
              <a:stCxn id="34" idx="2"/>
              <a:endCxn id="44" idx="0"/>
            </p:cNvCxnSpPr>
            <p:nvPr/>
          </p:nvCxnSpPr>
          <p:spPr>
            <a:xfrm>
              <a:off x="5707435" y="4694195"/>
              <a:ext cx="0" cy="2778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文本框 47">
              <a:extLst>
                <a:ext uri="{FF2B5EF4-FFF2-40B4-BE49-F238E27FC236}">
                  <a16:creationId xmlns:a16="http://schemas.microsoft.com/office/drawing/2014/main" id="{971C2893-E76C-212E-5089-921573789435}"/>
                </a:ext>
              </a:extLst>
            </p:cNvPr>
            <p:cNvSpPr txBox="1"/>
            <p:nvPr/>
          </p:nvSpPr>
          <p:spPr>
            <a:xfrm>
              <a:off x="6221785" y="4192829"/>
              <a:ext cx="563291" cy="523220"/>
            </a:xfrm>
            <a:prstGeom prst="rect">
              <a:avLst/>
            </a:prstGeom>
            <a:noFill/>
          </p:spPr>
          <p:txBody>
            <a:bodyPr wrap="square">
              <a:spAutoFit/>
            </a:bodyPr>
            <a:lstStyle/>
            <a:p>
              <a:pPr algn="ctr"/>
              <a:r>
                <a:rPr lang="en-US" altLang="zh-CN" sz="2800" b="1" dirty="0"/>
                <a:t>···</a:t>
              </a:r>
              <a:endParaRPr lang="zh-CN" altLang="en-US" sz="2800" b="1" dirty="0"/>
            </a:p>
          </p:txBody>
        </p:sp>
        <p:sp>
          <p:nvSpPr>
            <p:cNvPr id="49" name="矩形 48">
              <a:extLst>
                <a:ext uri="{FF2B5EF4-FFF2-40B4-BE49-F238E27FC236}">
                  <a16:creationId xmlns:a16="http://schemas.microsoft.com/office/drawing/2014/main" id="{C5989F86-2613-020C-7FBD-243714F3FF81}"/>
                </a:ext>
              </a:extLst>
            </p:cNvPr>
            <p:cNvSpPr/>
            <p:nvPr/>
          </p:nvSpPr>
          <p:spPr>
            <a:xfrm>
              <a:off x="8053093" y="4178839"/>
              <a:ext cx="1028700" cy="53721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Model n</a:t>
              </a:r>
              <a:endParaRPr lang="zh-CN" altLang="en-US" dirty="0"/>
            </a:p>
          </p:txBody>
        </p:sp>
        <p:cxnSp>
          <p:nvCxnSpPr>
            <p:cNvPr id="51" name="直接箭头连接符 50">
              <a:extLst>
                <a:ext uri="{FF2B5EF4-FFF2-40B4-BE49-F238E27FC236}">
                  <a16:creationId xmlns:a16="http://schemas.microsoft.com/office/drawing/2014/main" id="{81701DB6-C0F0-4D4F-BC46-9FE4A11214F2}"/>
                </a:ext>
              </a:extLst>
            </p:cNvPr>
            <p:cNvCxnSpPr>
              <a:cxnSpLocks/>
              <a:stCxn id="57" idx="3"/>
              <a:endCxn id="49" idx="1"/>
            </p:cNvCxnSpPr>
            <p:nvPr/>
          </p:nvCxnSpPr>
          <p:spPr>
            <a:xfrm flipV="1">
              <a:off x="7746758" y="4447444"/>
              <a:ext cx="306335" cy="69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文本框 51">
              <a:extLst>
                <a:ext uri="{FF2B5EF4-FFF2-40B4-BE49-F238E27FC236}">
                  <a16:creationId xmlns:a16="http://schemas.microsoft.com/office/drawing/2014/main" id="{688A9C74-04D9-E62A-462A-D47A626D33AE}"/>
                </a:ext>
              </a:extLst>
            </p:cNvPr>
            <p:cNvSpPr txBox="1"/>
            <p:nvPr/>
          </p:nvSpPr>
          <p:spPr>
            <a:xfrm>
              <a:off x="8312686" y="5015283"/>
              <a:ext cx="522210" cy="307777"/>
            </a:xfrm>
            <a:prstGeom prst="rect">
              <a:avLst/>
            </a:prstGeom>
            <a:noFill/>
          </p:spPr>
          <p:txBody>
            <a:bodyPr wrap="square">
              <a:spAutoFit/>
            </a:bodyPr>
            <a:lstStyle/>
            <a:p>
              <a:pPr algn="ctr"/>
              <a:r>
                <a:rPr lang="zh-CN" altLang="en-US" sz="1400" dirty="0"/>
                <a:t>狗</a:t>
              </a:r>
            </a:p>
          </p:txBody>
        </p:sp>
        <p:cxnSp>
          <p:nvCxnSpPr>
            <p:cNvPr id="53" name="直接箭头连接符 52">
              <a:extLst>
                <a:ext uri="{FF2B5EF4-FFF2-40B4-BE49-F238E27FC236}">
                  <a16:creationId xmlns:a16="http://schemas.microsoft.com/office/drawing/2014/main" id="{51272D26-3715-ABE9-EBCD-0465B06D2800}"/>
                </a:ext>
              </a:extLst>
            </p:cNvPr>
            <p:cNvCxnSpPr>
              <a:cxnSpLocks/>
              <a:stCxn id="49" idx="2"/>
              <a:endCxn id="52" idx="0"/>
            </p:cNvCxnSpPr>
            <p:nvPr/>
          </p:nvCxnSpPr>
          <p:spPr>
            <a:xfrm>
              <a:off x="8567443" y="4716049"/>
              <a:ext cx="6348" cy="2992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文本框 56">
              <a:extLst>
                <a:ext uri="{FF2B5EF4-FFF2-40B4-BE49-F238E27FC236}">
                  <a16:creationId xmlns:a16="http://schemas.microsoft.com/office/drawing/2014/main" id="{6A937E8A-65B1-1628-389E-88226A226D02}"/>
                </a:ext>
              </a:extLst>
            </p:cNvPr>
            <p:cNvSpPr txBox="1"/>
            <p:nvPr/>
          </p:nvSpPr>
          <p:spPr>
            <a:xfrm>
              <a:off x="6844153" y="4300550"/>
              <a:ext cx="902605" cy="307777"/>
            </a:xfrm>
            <a:prstGeom prst="rect">
              <a:avLst/>
            </a:prstGeom>
            <a:noFill/>
          </p:spPr>
          <p:txBody>
            <a:bodyPr wrap="square">
              <a:spAutoFit/>
            </a:bodyPr>
            <a:lstStyle/>
            <a:p>
              <a:r>
                <a:rPr lang="zh-CN" altLang="en-US" sz="1400" dirty="0"/>
                <a:t>狗的图片</a:t>
              </a:r>
            </a:p>
          </p:txBody>
        </p:sp>
      </p:grpSp>
      <p:sp>
        <p:nvSpPr>
          <p:cNvPr id="62" name="文本框 61">
            <a:extLst>
              <a:ext uri="{FF2B5EF4-FFF2-40B4-BE49-F238E27FC236}">
                <a16:creationId xmlns:a16="http://schemas.microsoft.com/office/drawing/2014/main" id="{2AE42DE3-6F04-1100-42B5-3F9266E0C793}"/>
              </a:ext>
            </a:extLst>
          </p:cNvPr>
          <p:cNvSpPr txBox="1"/>
          <p:nvPr/>
        </p:nvSpPr>
        <p:spPr>
          <a:xfrm>
            <a:off x="603504" y="5329547"/>
            <a:ext cx="10929366" cy="369332"/>
          </a:xfrm>
          <a:prstGeom prst="rect">
            <a:avLst/>
          </a:prstGeom>
          <a:noFill/>
        </p:spPr>
        <p:txBody>
          <a:bodyPr wrap="square">
            <a:spAutoFit/>
          </a:bodyPr>
          <a:lstStyle/>
          <a:p>
            <a:pPr marL="285750" indent="-285750">
              <a:spcAft>
                <a:spcPts val="1200"/>
              </a:spcAft>
              <a:buFont typeface="Arial" panose="020B0604020202020204" pitchFamily="34" charset="0"/>
              <a:buChar char="•"/>
            </a:pPr>
            <a:r>
              <a:rPr lang="zh-CN" altLang="en-US" b="1" dirty="0">
                <a:latin typeface="+mn-ea"/>
              </a:rPr>
              <a:t>优点</a:t>
            </a:r>
            <a:r>
              <a:rPr lang="zh-CN" altLang="en-US" dirty="0">
                <a:latin typeface="+mn-ea"/>
              </a:rPr>
              <a:t>：</a:t>
            </a:r>
            <a:r>
              <a:rPr lang="en-US" altLang="zh-CN" dirty="0">
                <a:latin typeface="+mn-ea"/>
              </a:rPr>
              <a:t>1.</a:t>
            </a:r>
            <a:r>
              <a:rPr lang="zh-CN" altLang="en-US" dirty="0">
                <a:latin typeface="+mn-ea"/>
              </a:rPr>
              <a:t>可以减小单个模型的偏差；</a:t>
            </a:r>
            <a:r>
              <a:rPr lang="en-US" altLang="zh-CN" dirty="0">
                <a:latin typeface="+mn-ea"/>
              </a:rPr>
              <a:t>2.</a:t>
            </a:r>
            <a:r>
              <a:rPr lang="zh-CN" altLang="en-US" dirty="0">
                <a:latin typeface="+mn-ea"/>
              </a:rPr>
              <a:t>可以通过分布式训练加快训练速度</a:t>
            </a:r>
            <a:endParaRPr lang="en-US" altLang="zh-CN" dirty="0">
              <a:latin typeface="+mn-ea"/>
            </a:endParaRPr>
          </a:p>
        </p:txBody>
      </p:sp>
      <p:sp>
        <p:nvSpPr>
          <p:cNvPr id="63" name="文本框 62">
            <a:extLst>
              <a:ext uri="{FF2B5EF4-FFF2-40B4-BE49-F238E27FC236}">
                <a16:creationId xmlns:a16="http://schemas.microsoft.com/office/drawing/2014/main" id="{A2EB1CFF-D285-77FE-E4B4-1404CAC469CC}"/>
              </a:ext>
            </a:extLst>
          </p:cNvPr>
          <p:cNvSpPr txBox="1"/>
          <p:nvPr/>
        </p:nvSpPr>
        <p:spPr>
          <a:xfrm>
            <a:off x="603504" y="5913168"/>
            <a:ext cx="10929366" cy="369332"/>
          </a:xfrm>
          <a:prstGeom prst="rect">
            <a:avLst/>
          </a:prstGeom>
          <a:noFill/>
        </p:spPr>
        <p:txBody>
          <a:bodyPr wrap="square">
            <a:spAutoFit/>
          </a:bodyPr>
          <a:lstStyle/>
          <a:p>
            <a:pPr marL="285750" indent="-285750">
              <a:spcAft>
                <a:spcPts val="1200"/>
              </a:spcAft>
              <a:buFont typeface="Arial" panose="020B0604020202020204" pitchFamily="34" charset="0"/>
              <a:buChar char="•"/>
            </a:pPr>
            <a:r>
              <a:rPr lang="zh-CN" altLang="en-US" b="1" dirty="0">
                <a:latin typeface="+mn-ea"/>
              </a:rPr>
              <a:t>缺点</a:t>
            </a:r>
            <a:r>
              <a:rPr lang="zh-CN" altLang="en-US" dirty="0">
                <a:latin typeface="+mn-ea"/>
              </a:rPr>
              <a:t>：推理时，需要维护多个模型，消耗的资源较多，不能部署的一些边缘设备上</a:t>
            </a:r>
            <a:r>
              <a:rPr lang="en-US" altLang="zh-CN" dirty="0">
                <a:latin typeface="+mn-ea"/>
              </a:rPr>
              <a:t>(</a:t>
            </a:r>
            <a:r>
              <a:rPr lang="zh-CN" altLang="en-US" dirty="0">
                <a:latin typeface="+mn-ea"/>
              </a:rPr>
              <a:t>如个人电脑上</a:t>
            </a:r>
            <a:r>
              <a:rPr lang="en-US" altLang="zh-CN" dirty="0">
                <a:latin typeface="+mn-ea"/>
              </a:rPr>
              <a:t>)</a:t>
            </a:r>
          </a:p>
        </p:txBody>
      </p:sp>
      <p:grpSp>
        <p:nvGrpSpPr>
          <p:cNvPr id="11" name="组合 10">
            <a:extLst>
              <a:ext uri="{FF2B5EF4-FFF2-40B4-BE49-F238E27FC236}">
                <a16:creationId xmlns:a16="http://schemas.microsoft.com/office/drawing/2014/main" id="{F896FF85-B3FB-BDDA-49D3-857F2B7D04DB}"/>
              </a:ext>
            </a:extLst>
          </p:cNvPr>
          <p:cNvGrpSpPr/>
          <p:nvPr/>
        </p:nvGrpSpPr>
        <p:grpSpPr>
          <a:xfrm>
            <a:off x="9077944" y="3959024"/>
            <a:ext cx="1645538" cy="1226233"/>
            <a:chOff x="9077944" y="3959024"/>
            <a:chExt cx="1645538" cy="1226233"/>
          </a:xfrm>
        </p:grpSpPr>
        <p:grpSp>
          <p:nvGrpSpPr>
            <p:cNvPr id="10" name="组合 9">
              <a:extLst>
                <a:ext uri="{FF2B5EF4-FFF2-40B4-BE49-F238E27FC236}">
                  <a16:creationId xmlns:a16="http://schemas.microsoft.com/office/drawing/2014/main" id="{D3316EE6-5902-2E90-1823-1D66F3B482EF}"/>
                </a:ext>
              </a:extLst>
            </p:cNvPr>
            <p:cNvGrpSpPr/>
            <p:nvPr/>
          </p:nvGrpSpPr>
          <p:grpSpPr>
            <a:xfrm>
              <a:off x="9182860" y="3959024"/>
              <a:ext cx="1540622" cy="1226233"/>
              <a:chOff x="9182860" y="3959024"/>
              <a:chExt cx="1540622" cy="1226233"/>
            </a:xfrm>
          </p:grpSpPr>
          <mc:AlternateContent xmlns:mc="http://schemas.openxmlformats.org/markup-compatibility/2006" xmlns:a14="http://schemas.microsoft.com/office/drawing/2010/main">
            <mc:Choice Requires="a14">
              <p:sp>
                <p:nvSpPr>
                  <p:cNvPr id="64" name="文本框 63">
                    <a:extLst>
                      <a:ext uri="{FF2B5EF4-FFF2-40B4-BE49-F238E27FC236}">
                        <a16:creationId xmlns:a16="http://schemas.microsoft.com/office/drawing/2014/main" id="{8C019B4D-805B-6395-2A46-BC8B6DCA6796}"/>
                      </a:ext>
                    </a:extLst>
                  </p:cNvPr>
                  <p:cNvSpPr txBox="1"/>
                  <p:nvPr/>
                </p:nvSpPr>
                <p:spPr>
                  <a:xfrm>
                    <a:off x="9742377" y="3959024"/>
                    <a:ext cx="720000" cy="1226233"/>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n-US" altLang="zh-CN" sz="2000" i="1" smtClean="0">
                                  <a:latin typeface="Cambria Math" panose="02040503050406030204" pitchFamily="18" charset="0"/>
                                </a:rPr>
                              </m:ctrlPr>
                            </m:dPr>
                            <m:e>
                              <m:eqArr>
                                <m:eqArrPr>
                                  <m:ctrlPr>
                                    <a:rPr lang="en-US" altLang="zh-CN" sz="2000" b="0" i="1" smtClean="0">
                                      <a:latin typeface="Cambria Math" panose="02040503050406030204" pitchFamily="18" charset="0"/>
                                    </a:rPr>
                                  </m:ctrlPr>
                                </m:eqArr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𝑘</m:t>
                                      </m:r>
                                    </m:e>
                                    <m:sub>
                                      <m:r>
                                        <a:rPr lang="en-US" altLang="zh-CN" sz="2000" b="0" i="1" smtClean="0">
                                          <a:latin typeface="Cambria Math" panose="02040503050406030204" pitchFamily="18" charset="0"/>
                                        </a:rPr>
                                        <m:t>1</m:t>
                                      </m:r>
                                    </m:sub>
                                  </m:sSub>
                                </m:e>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𝑘</m:t>
                                      </m:r>
                                    </m:e>
                                    <m:sub>
                                      <m:r>
                                        <a:rPr lang="en-US" altLang="zh-CN" sz="2000" b="0" i="1" smtClean="0">
                                          <a:latin typeface="Cambria Math" panose="02040503050406030204" pitchFamily="18" charset="0"/>
                                        </a:rPr>
                                        <m:t>2</m:t>
                                      </m:r>
                                    </m:sub>
                                  </m:sSub>
                                </m:e>
                                <m:e>
                                  <m:r>
                                    <a:rPr lang="en-US" altLang="zh-CN" sz="2000" b="0" i="1" smtClean="0">
                                      <a:latin typeface="Cambria Math" panose="02040503050406030204" pitchFamily="18" charset="0"/>
                                    </a:rPr>
                                    <m:t>…</m:t>
                                  </m:r>
                                </m:e>
                                <m:e/>
                              </m:eqArr>
                            </m:e>
                          </m:d>
                        </m:oMath>
                      </m:oMathPara>
                    </a14:m>
                    <a:endParaRPr lang="zh-CN" altLang="en-US" sz="2000" dirty="0"/>
                  </a:p>
                </p:txBody>
              </p:sp>
            </mc:Choice>
            <mc:Fallback xmlns="">
              <p:sp>
                <p:nvSpPr>
                  <p:cNvPr id="64" name="文本框 63">
                    <a:extLst>
                      <a:ext uri="{FF2B5EF4-FFF2-40B4-BE49-F238E27FC236}">
                        <a16:creationId xmlns:a16="http://schemas.microsoft.com/office/drawing/2014/main" id="{8C019B4D-805B-6395-2A46-BC8B6DCA6796}"/>
                      </a:ext>
                    </a:extLst>
                  </p:cNvPr>
                  <p:cNvSpPr txBox="1">
                    <a:spLocks noRot="1" noChangeAspect="1" noMove="1" noResize="1" noEditPoints="1" noAdjustHandles="1" noChangeArrowheads="1" noChangeShapeType="1" noTextEdit="1"/>
                  </p:cNvSpPr>
                  <p:nvPr/>
                </p:nvSpPr>
                <p:spPr>
                  <a:xfrm>
                    <a:off x="9742377" y="3959024"/>
                    <a:ext cx="720000" cy="1226233"/>
                  </a:xfrm>
                  <a:prstGeom prst="rect">
                    <a:avLst/>
                  </a:prstGeom>
                  <a:blipFill>
                    <a:blip r:embed="rId3"/>
                    <a:stretch>
                      <a:fillRect/>
                    </a:stretch>
                  </a:blipFill>
                </p:spPr>
                <p:txBody>
                  <a:bodyPr/>
                  <a:lstStyle/>
                  <a:p>
                    <a:r>
                      <a:rPr lang="zh-CN" altLang="en-US">
                        <a:noFill/>
                      </a:rPr>
                      <a:t> </a:t>
                    </a:r>
                  </a:p>
                </p:txBody>
              </p:sp>
            </mc:Fallback>
          </mc:AlternateContent>
          <p:sp>
            <p:nvSpPr>
              <p:cNvPr id="65" name="文本框 64">
                <a:extLst>
                  <a:ext uri="{FF2B5EF4-FFF2-40B4-BE49-F238E27FC236}">
                    <a16:creationId xmlns:a16="http://schemas.microsoft.com/office/drawing/2014/main" id="{3BBB918A-5A10-C31A-3B77-3C7BDEA6DBBB}"/>
                  </a:ext>
                </a:extLst>
              </p:cNvPr>
              <p:cNvSpPr txBox="1"/>
              <p:nvPr/>
            </p:nvSpPr>
            <p:spPr>
              <a:xfrm>
                <a:off x="10201272" y="4012717"/>
                <a:ext cx="522210" cy="307777"/>
              </a:xfrm>
              <a:prstGeom prst="rect">
                <a:avLst/>
              </a:prstGeom>
              <a:noFill/>
            </p:spPr>
            <p:txBody>
              <a:bodyPr wrap="square">
                <a:spAutoFit/>
              </a:bodyPr>
              <a:lstStyle/>
              <a:p>
                <a:pPr algn="ctr"/>
                <a:r>
                  <a:rPr lang="zh-CN" altLang="en-US" sz="1400" dirty="0"/>
                  <a:t>狗</a:t>
                </a:r>
              </a:p>
            </p:txBody>
          </p:sp>
          <p:sp>
            <p:nvSpPr>
              <p:cNvPr id="67" name="文本框 66">
                <a:extLst>
                  <a:ext uri="{FF2B5EF4-FFF2-40B4-BE49-F238E27FC236}">
                    <a16:creationId xmlns:a16="http://schemas.microsoft.com/office/drawing/2014/main" id="{7DF94C1F-D508-9C6C-559E-FB564AE9340A}"/>
                  </a:ext>
                </a:extLst>
              </p:cNvPr>
              <p:cNvSpPr txBox="1"/>
              <p:nvPr/>
            </p:nvSpPr>
            <p:spPr>
              <a:xfrm>
                <a:off x="10218061" y="4367025"/>
                <a:ext cx="488632" cy="307777"/>
              </a:xfrm>
              <a:prstGeom prst="rect">
                <a:avLst/>
              </a:prstGeom>
              <a:noFill/>
            </p:spPr>
            <p:txBody>
              <a:bodyPr wrap="square">
                <a:spAutoFit/>
              </a:bodyPr>
              <a:lstStyle/>
              <a:p>
                <a:pPr algn="ctr"/>
                <a:r>
                  <a:rPr lang="zh-CN" altLang="en-US" sz="1400" dirty="0"/>
                  <a:t>猫</a:t>
                </a:r>
              </a:p>
            </p:txBody>
          </p:sp>
          <p:sp>
            <p:nvSpPr>
              <p:cNvPr id="68" name="箭头: 下 67">
                <a:extLst>
                  <a:ext uri="{FF2B5EF4-FFF2-40B4-BE49-F238E27FC236}">
                    <a16:creationId xmlns:a16="http://schemas.microsoft.com/office/drawing/2014/main" id="{C9B1D4E8-FD32-9D30-A502-C8BF5104AAD7}"/>
                  </a:ext>
                </a:extLst>
              </p:cNvPr>
              <p:cNvSpPr/>
              <p:nvPr/>
            </p:nvSpPr>
            <p:spPr>
              <a:xfrm rot="16200000">
                <a:off x="9266632" y="4192681"/>
                <a:ext cx="412730" cy="580274"/>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dirty="0"/>
              </a:p>
            </p:txBody>
          </p:sp>
        </p:grpSp>
        <p:sp>
          <p:nvSpPr>
            <p:cNvPr id="71" name="文本框 70">
              <a:extLst>
                <a:ext uri="{FF2B5EF4-FFF2-40B4-BE49-F238E27FC236}">
                  <a16:creationId xmlns:a16="http://schemas.microsoft.com/office/drawing/2014/main" id="{79EE8278-829C-75B3-51E1-581F4D827A7C}"/>
                </a:ext>
              </a:extLst>
            </p:cNvPr>
            <p:cNvSpPr txBox="1"/>
            <p:nvPr/>
          </p:nvSpPr>
          <p:spPr>
            <a:xfrm>
              <a:off x="9077944" y="4017247"/>
              <a:ext cx="620367" cy="307777"/>
            </a:xfrm>
            <a:prstGeom prst="rect">
              <a:avLst/>
            </a:prstGeom>
            <a:noFill/>
          </p:spPr>
          <p:txBody>
            <a:bodyPr wrap="square">
              <a:spAutoFit/>
            </a:bodyPr>
            <a:lstStyle/>
            <a:p>
              <a:pPr marL="0" algn="ctr" rtl="0" eaLnBrk="1" latinLnBrk="0" hangingPunct="1">
                <a:spcBef>
                  <a:spcPts val="0"/>
                </a:spcBef>
                <a:spcAft>
                  <a:spcPts val="0"/>
                </a:spcAft>
              </a:pPr>
              <a:r>
                <a:rPr lang="zh-CN" altLang="en-US" sz="1400" kern="1200" dirty="0">
                  <a:solidFill>
                    <a:srgbClr val="000000"/>
                  </a:solidFill>
                  <a:effectLst/>
                  <a:latin typeface="Arial" panose="020B0604020202020204" pitchFamily="34" charset="0"/>
                  <a:ea typeface="微软雅黑" panose="020B0503020204020204" pitchFamily="34" charset="-122"/>
                  <a:cs typeface="+mn-cs"/>
                </a:rPr>
                <a:t>投票</a:t>
              </a:r>
              <a:endParaRPr lang="zh-CN" altLang="zh-CN" sz="1400" dirty="0">
                <a:effectLst/>
              </a:endParaRPr>
            </a:p>
          </p:txBody>
        </p:sp>
      </p:grpSp>
      <p:sp>
        <p:nvSpPr>
          <p:cNvPr id="12" name="文本框 11">
            <a:extLst>
              <a:ext uri="{FF2B5EF4-FFF2-40B4-BE49-F238E27FC236}">
                <a16:creationId xmlns:a16="http://schemas.microsoft.com/office/drawing/2014/main" id="{F079CA84-509E-2BE2-9E79-6FFC825A9197}"/>
              </a:ext>
            </a:extLst>
          </p:cNvPr>
          <p:cNvSpPr txBox="1"/>
          <p:nvPr/>
        </p:nvSpPr>
        <p:spPr>
          <a:xfrm>
            <a:off x="10907486" y="6449406"/>
            <a:ext cx="953142" cy="338554"/>
          </a:xfrm>
          <a:prstGeom prst="rect">
            <a:avLst/>
          </a:prstGeom>
          <a:noFill/>
        </p:spPr>
        <p:txBody>
          <a:bodyPr wrap="square">
            <a:spAutoFit/>
          </a:bodyPr>
          <a:lstStyle/>
          <a:p>
            <a:r>
              <a:rPr lang="en-US" altLang="zh-CN" sz="1600" b="1" dirty="0">
                <a:solidFill>
                  <a:schemeClr val="bg1">
                    <a:lumMod val="50000"/>
                  </a:schemeClr>
                </a:solidFill>
                <a:latin typeface="+mn-ea"/>
              </a:rPr>
              <a:t>2/21</a:t>
            </a:r>
            <a:endParaRPr lang="zh-CN" altLang="en-US" sz="1600" b="1" dirty="0">
              <a:solidFill>
                <a:schemeClr val="bg1">
                  <a:lumMod val="50000"/>
                </a:schemeClr>
              </a:solidFill>
            </a:endParaRPr>
          </a:p>
        </p:txBody>
      </p:sp>
    </p:spTree>
    <p:extLst>
      <p:ext uri="{BB962C8B-B14F-4D97-AF65-F5344CB8AC3E}">
        <p14:creationId xmlns:p14="http://schemas.microsoft.com/office/powerpoint/2010/main" val="6154916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6">
                                            <p:txEl>
                                              <p:pRg st="0" end="0"/>
                                            </p:txEl>
                                          </p:spTgt>
                                        </p:tgtEl>
                                        <p:attrNameLst>
                                          <p:attrName>style.visibility</p:attrName>
                                        </p:attrNameLst>
                                      </p:cBhvr>
                                      <p:to>
                                        <p:strVal val="visible"/>
                                      </p:to>
                                    </p:set>
                                    <p:animEffect transition="in" filter="fade">
                                      <p:cBhvr>
                                        <p:cTn id="22" dur="500"/>
                                        <p:tgtEl>
                                          <p:spTgt spid="26">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6">
                                            <p:txEl>
                                              <p:pRg st="1" end="1"/>
                                            </p:txEl>
                                          </p:spTgt>
                                        </p:tgtEl>
                                        <p:attrNameLst>
                                          <p:attrName>style.visibility</p:attrName>
                                        </p:attrNameLst>
                                      </p:cBhvr>
                                      <p:to>
                                        <p:strVal val="visible"/>
                                      </p:to>
                                    </p:set>
                                    <p:animEffect transition="in" filter="fade">
                                      <p:cBhvr>
                                        <p:cTn id="32" dur="500"/>
                                        <p:tgtEl>
                                          <p:spTgt spid="26">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62"/>
                                        </p:tgtEl>
                                        <p:attrNameLst>
                                          <p:attrName>style.visibility</p:attrName>
                                        </p:attrNameLst>
                                      </p:cBhvr>
                                      <p:to>
                                        <p:strVal val="visible"/>
                                      </p:to>
                                    </p:set>
                                    <p:animEffect transition="in" filter="fade">
                                      <p:cBhvr>
                                        <p:cTn id="42" dur="500"/>
                                        <p:tgtEl>
                                          <p:spTgt spid="6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63"/>
                                        </p:tgtEl>
                                        <p:attrNameLst>
                                          <p:attrName>style.visibility</p:attrName>
                                        </p:attrNameLst>
                                      </p:cBhvr>
                                      <p:to>
                                        <p:strVal val="visible"/>
                                      </p:to>
                                    </p:set>
                                    <p:animEffect transition="in" filter="fade">
                                      <p:cBhvr>
                                        <p:cTn id="47"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P spid="6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1.</a:t>
            </a:r>
            <a:r>
              <a:rPr lang="zh-CN" altLang="en-US" sz="2800" dirty="0">
                <a:solidFill>
                  <a:srgbClr val="000000">
                    <a:lumMod val="75000"/>
                    <a:lumOff val="25000"/>
                  </a:srgbClr>
                </a:solidFill>
              </a:rPr>
              <a:t>相关背景</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8" name="文本框 7">
            <a:extLst>
              <a:ext uri="{FF2B5EF4-FFF2-40B4-BE49-F238E27FC236}">
                <a16:creationId xmlns:a16="http://schemas.microsoft.com/office/drawing/2014/main" id="{8B1F523D-0150-0759-4B59-A50F8711AA36}"/>
              </a:ext>
            </a:extLst>
          </p:cNvPr>
          <p:cNvSpPr txBox="1"/>
          <p:nvPr/>
        </p:nvSpPr>
        <p:spPr>
          <a:xfrm>
            <a:off x="603504" y="769583"/>
            <a:ext cx="10369296"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知识蒸馏：</a:t>
            </a:r>
            <a:endParaRPr lang="en-US" altLang="zh-CN" b="1" dirty="0">
              <a:solidFill>
                <a:srgbClr val="268F9C"/>
              </a:solidFill>
              <a:latin typeface="+mn-ea"/>
            </a:endParaRPr>
          </a:p>
        </p:txBody>
      </p:sp>
      <p:sp>
        <p:nvSpPr>
          <p:cNvPr id="7" name="文本框 6">
            <a:extLst>
              <a:ext uri="{FF2B5EF4-FFF2-40B4-BE49-F238E27FC236}">
                <a16:creationId xmlns:a16="http://schemas.microsoft.com/office/drawing/2014/main" id="{CA0A7CB7-3E3A-D229-6BD5-CC9C09A23248}"/>
              </a:ext>
            </a:extLst>
          </p:cNvPr>
          <p:cNvSpPr txBox="1"/>
          <p:nvPr/>
        </p:nvSpPr>
        <p:spPr>
          <a:xfrm>
            <a:off x="603504" y="1227718"/>
            <a:ext cx="10689336" cy="800219"/>
          </a:xfrm>
          <a:prstGeom prst="rect">
            <a:avLst/>
          </a:prstGeom>
          <a:noFill/>
        </p:spPr>
        <p:txBody>
          <a:bodyPr wrap="square">
            <a:spAutoFit/>
          </a:bodyPr>
          <a:lstStyle/>
          <a:p>
            <a:pPr marL="285750" indent="-285750">
              <a:spcAft>
                <a:spcPts val="1200"/>
              </a:spcAft>
              <a:buFont typeface="Arial" panose="020B0604020202020204" pitchFamily="34" charset="0"/>
              <a:buChar char="•"/>
            </a:pPr>
            <a:r>
              <a:rPr lang="zh-CN" altLang="en-US" dirty="0">
                <a:latin typeface="+mn-ea"/>
              </a:rPr>
              <a:t>将一个参数量多、知识丰富的大模型（教师模型）的知识传递给一个参数量较少的小模型</a:t>
            </a:r>
            <a:r>
              <a:rPr lang="en-US" altLang="zh-CN" dirty="0">
                <a:latin typeface="+mn-ea"/>
              </a:rPr>
              <a:t>(</a:t>
            </a:r>
            <a:r>
              <a:rPr lang="zh-CN" altLang="en-US" dirty="0">
                <a:latin typeface="+mn-ea"/>
              </a:rPr>
              <a:t>学生模型</a:t>
            </a:r>
            <a:r>
              <a:rPr lang="en-US" altLang="zh-CN" dirty="0">
                <a:latin typeface="+mn-ea"/>
              </a:rPr>
              <a:t>)</a:t>
            </a:r>
          </a:p>
          <a:p>
            <a:pPr marL="285750" indent="-285750">
              <a:spcAft>
                <a:spcPts val="1200"/>
              </a:spcAft>
              <a:buFont typeface="Arial" panose="020B0604020202020204" pitchFamily="34" charset="0"/>
              <a:buChar char="•"/>
            </a:pPr>
            <a:r>
              <a:rPr lang="zh-CN" altLang="en-US" dirty="0">
                <a:latin typeface="+mn-ea"/>
              </a:rPr>
              <a:t>知识迁移通过学生模型学习教师模型的输出实现</a:t>
            </a:r>
            <a:endParaRPr lang="en-US" altLang="zh-CN" dirty="0">
              <a:latin typeface="+mn-ea"/>
            </a:endParaRPr>
          </a:p>
        </p:txBody>
      </p:sp>
      <p:grpSp>
        <p:nvGrpSpPr>
          <p:cNvPr id="2" name="组合 1">
            <a:extLst>
              <a:ext uri="{FF2B5EF4-FFF2-40B4-BE49-F238E27FC236}">
                <a16:creationId xmlns:a16="http://schemas.microsoft.com/office/drawing/2014/main" id="{C7AD961F-E3B4-3E69-B679-444D38EDAF14}"/>
              </a:ext>
            </a:extLst>
          </p:cNvPr>
          <p:cNvGrpSpPr/>
          <p:nvPr/>
        </p:nvGrpSpPr>
        <p:grpSpPr>
          <a:xfrm>
            <a:off x="823538" y="2426456"/>
            <a:ext cx="3864608" cy="1673616"/>
            <a:chOff x="823538" y="2426456"/>
            <a:chExt cx="3864608" cy="1673616"/>
          </a:xfrm>
        </p:grpSpPr>
        <p:sp>
          <p:nvSpPr>
            <p:cNvPr id="4" name="矩形 3">
              <a:extLst>
                <a:ext uri="{FF2B5EF4-FFF2-40B4-BE49-F238E27FC236}">
                  <a16:creationId xmlns:a16="http://schemas.microsoft.com/office/drawing/2014/main" id="{45BE98BC-2A8C-D987-5FA8-EEB136552992}"/>
                </a:ext>
              </a:extLst>
            </p:cNvPr>
            <p:cNvSpPr/>
            <p:nvPr/>
          </p:nvSpPr>
          <p:spPr>
            <a:xfrm>
              <a:off x="1913024" y="2426456"/>
              <a:ext cx="1685636" cy="831093"/>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教师模型</a:t>
              </a:r>
              <a:endParaRPr lang="en-US" altLang="zh-CN" dirty="0"/>
            </a:p>
            <a:p>
              <a:pPr algn="ctr"/>
              <a:r>
                <a:rPr lang="zh-CN" altLang="en-US" dirty="0"/>
                <a:t>（如</a:t>
              </a:r>
              <a:r>
                <a:rPr lang="en-US" altLang="zh-CN" dirty="0"/>
                <a:t>GPT4</a:t>
              </a:r>
              <a:r>
                <a:rPr lang="zh-CN" altLang="en-US" dirty="0"/>
                <a:t>）</a:t>
              </a:r>
            </a:p>
          </p:txBody>
        </p:sp>
        <p:cxnSp>
          <p:nvCxnSpPr>
            <p:cNvPr id="9" name="直接箭头连接符 8">
              <a:extLst>
                <a:ext uri="{FF2B5EF4-FFF2-40B4-BE49-F238E27FC236}">
                  <a16:creationId xmlns:a16="http://schemas.microsoft.com/office/drawing/2014/main" id="{26DBAFF9-1016-A82A-F9A2-713E428F9602}"/>
                </a:ext>
              </a:extLst>
            </p:cNvPr>
            <p:cNvCxnSpPr>
              <a:cxnSpLocks/>
              <a:stCxn id="4" idx="2"/>
              <a:endCxn id="12" idx="0"/>
            </p:cNvCxnSpPr>
            <p:nvPr/>
          </p:nvCxnSpPr>
          <p:spPr>
            <a:xfrm flipH="1">
              <a:off x="1244947" y="3257549"/>
              <a:ext cx="1510895" cy="3200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9DF7131F-4E9E-4782-C460-C6E6633310FE}"/>
                </a:ext>
              </a:extLst>
            </p:cNvPr>
            <p:cNvCxnSpPr>
              <a:cxnSpLocks/>
              <a:stCxn id="4" idx="2"/>
              <a:endCxn id="16" idx="0"/>
            </p:cNvCxnSpPr>
            <p:nvPr/>
          </p:nvCxnSpPr>
          <p:spPr>
            <a:xfrm flipH="1">
              <a:off x="2252210" y="3257549"/>
              <a:ext cx="503632" cy="3200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42" name="组合 41">
              <a:extLst>
                <a:ext uri="{FF2B5EF4-FFF2-40B4-BE49-F238E27FC236}">
                  <a16:creationId xmlns:a16="http://schemas.microsoft.com/office/drawing/2014/main" id="{8AE4318B-FF29-333A-D776-0109DB7116D3}"/>
                </a:ext>
              </a:extLst>
            </p:cNvPr>
            <p:cNvGrpSpPr/>
            <p:nvPr/>
          </p:nvGrpSpPr>
          <p:grpSpPr>
            <a:xfrm>
              <a:off x="823538" y="3569969"/>
              <a:ext cx="3864608" cy="530103"/>
              <a:chOff x="812108" y="2987039"/>
              <a:chExt cx="3864608" cy="530103"/>
            </a:xfrm>
          </p:grpSpPr>
          <p:sp>
            <p:nvSpPr>
              <p:cNvPr id="12" name="椭圆 11">
                <a:extLst>
                  <a:ext uri="{FF2B5EF4-FFF2-40B4-BE49-F238E27FC236}">
                    <a16:creationId xmlns:a16="http://schemas.microsoft.com/office/drawing/2014/main" id="{2F046959-91C7-00D1-9019-2B3FA82E1670}"/>
                  </a:ext>
                </a:extLst>
              </p:cNvPr>
              <p:cNvSpPr/>
              <p:nvPr/>
            </p:nvSpPr>
            <p:spPr>
              <a:xfrm>
                <a:off x="812108" y="2994660"/>
                <a:ext cx="842818" cy="522482"/>
              </a:xfrm>
              <a:prstGeom prst="ellipse">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400" dirty="0"/>
                  <a:t>数学推理</a:t>
                </a:r>
              </a:p>
            </p:txBody>
          </p:sp>
          <p:sp>
            <p:nvSpPr>
              <p:cNvPr id="16" name="椭圆 15">
                <a:extLst>
                  <a:ext uri="{FF2B5EF4-FFF2-40B4-BE49-F238E27FC236}">
                    <a16:creationId xmlns:a16="http://schemas.microsoft.com/office/drawing/2014/main" id="{85C1EAB2-F4CB-50D4-105C-DE0455569620}"/>
                  </a:ext>
                </a:extLst>
              </p:cNvPr>
              <p:cNvSpPr/>
              <p:nvPr/>
            </p:nvSpPr>
            <p:spPr>
              <a:xfrm>
                <a:off x="1819371" y="2994660"/>
                <a:ext cx="842818" cy="522482"/>
              </a:xfrm>
              <a:prstGeom prst="ellipse">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400" dirty="0"/>
                  <a:t>文本生成</a:t>
                </a:r>
              </a:p>
            </p:txBody>
          </p:sp>
          <p:sp>
            <p:nvSpPr>
              <p:cNvPr id="17" name="椭圆 16">
                <a:extLst>
                  <a:ext uri="{FF2B5EF4-FFF2-40B4-BE49-F238E27FC236}">
                    <a16:creationId xmlns:a16="http://schemas.microsoft.com/office/drawing/2014/main" id="{1985A5F6-EC94-8BC0-33C1-3D9786D856C7}"/>
                  </a:ext>
                </a:extLst>
              </p:cNvPr>
              <p:cNvSpPr/>
              <p:nvPr/>
            </p:nvSpPr>
            <p:spPr>
              <a:xfrm>
                <a:off x="2826634" y="2994660"/>
                <a:ext cx="842818" cy="522482"/>
              </a:xfrm>
              <a:prstGeom prst="ellipse">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400" dirty="0"/>
                  <a:t>文本理解</a:t>
                </a:r>
              </a:p>
            </p:txBody>
          </p:sp>
          <p:sp>
            <p:nvSpPr>
              <p:cNvPr id="21" name="椭圆 20">
                <a:extLst>
                  <a:ext uri="{FF2B5EF4-FFF2-40B4-BE49-F238E27FC236}">
                    <a16:creationId xmlns:a16="http://schemas.microsoft.com/office/drawing/2014/main" id="{56B91AD9-62AC-7D92-3683-1E881B872C63}"/>
                  </a:ext>
                </a:extLst>
              </p:cNvPr>
              <p:cNvSpPr/>
              <p:nvPr/>
            </p:nvSpPr>
            <p:spPr>
              <a:xfrm>
                <a:off x="3833898" y="2987039"/>
                <a:ext cx="842818" cy="522482"/>
              </a:xfrm>
              <a:prstGeom prst="ellipse">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b="1" dirty="0"/>
                  <a:t>···</a:t>
                </a:r>
                <a:endParaRPr lang="zh-CN" altLang="en-US" b="1" dirty="0"/>
              </a:p>
            </p:txBody>
          </p:sp>
        </p:grpSp>
        <p:cxnSp>
          <p:nvCxnSpPr>
            <p:cNvPr id="31" name="直接箭头连接符 30">
              <a:extLst>
                <a:ext uri="{FF2B5EF4-FFF2-40B4-BE49-F238E27FC236}">
                  <a16:creationId xmlns:a16="http://schemas.microsoft.com/office/drawing/2014/main" id="{25CB628D-5CAD-9BDD-DBCE-553807860645}"/>
                </a:ext>
              </a:extLst>
            </p:cNvPr>
            <p:cNvCxnSpPr>
              <a:cxnSpLocks/>
              <a:stCxn id="4" idx="2"/>
              <a:endCxn id="17" idx="0"/>
            </p:cNvCxnSpPr>
            <p:nvPr/>
          </p:nvCxnSpPr>
          <p:spPr>
            <a:xfrm>
              <a:off x="2755842" y="3257549"/>
              <a:ext cx="503631" cy="3200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0896DEDB-9BF7-2981-679D-C82DF2A6B845}"/>
                </a:ext>
              </a:extLst>
            </p:cNvPr>
            <p:cNvCxnSpPr>
              <a:cxnSpLocks/>
              <a:stCxn id="4" idx="2"/>
              <a:endCxn id="21" idx="0"/>
            </p:cNvCxnSpPr>
            <p:nvPr/>
          </p:nvCxnSpPr>
          <p:spPr>
            <a:xfrm>
              <a:off x="2755842" y="3257549"/>
              <a:ext cx="1510895" cy="3124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6" name="组合 5">
            <a:extLst>
              <a:ext uri="{FF2B5EF4-FFF2-40B4-BE49-F238E27FC236}">
                <a16:creationId xmlns:a16="http://schemas.microsoft.com/office/drawing/2014/main" id="{67477C07-78C2-9549-6352-0905BBE1F474}"/>
              </a:ext>
            </a:extLst>
          </p:cNvPr>
          <p:cNvGrpSpPr/>
          <p:nvPr/>
        </p:nvGrpSpPr>
        <p:grpSpPr>
          <a:xfrm>
            <a:off x="5267861" y="2038285"/>
            <a:ext cx="3622710" cy="1159924"/>
            <a:chOff x="5267861" y="2038285"/>
            <a:chExt cx="3622710" cy="1159924"/>
          </a:xfrm>
        </p:grpSpPr>
        <p:sp>
          <p:nvSpPr>
            <p:cNvPr id="43" name="矩形 42">
              <a:extLst>
                <a:ext uri="{FF2B5EF4-FFF2-40B4-BE49-F238E27FC236}">
                  <a16:creationId xmlns:a16="http://schemas.microsoft.com/office/drawing/2014/main" id="{D1A3D675-394E-6AF5-4BDF-B2E526B007F6}"/>
                </a:ext>
              </a:extLst>
            </p:cNvPr>
            <p:cNvSpPr/>
            <p:nvPr/>
          </p:nvSpPr>
          <p:spPr>
            <a:xfrm>
              <a:off x="7204935" y="2218991"/>
              <a:ext cx="1685636" cy="831093"/>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教师模型</a:t>
              </a:r>
              <a:endParaRPr lang="en-US" altLang="zh-CN" dirty="0"/>
            </a:p>
            <a:p>
              <a:pPr algn="ctr"/>
              <a:r>
                <a:rPr lang="zh-CN" altLang="en-US" dirty="0"/>
                <a:t>（如</a:t>
              </a:r>
              <a:r>
                <a:rPr lang="en-US" altLang="zh-CN" dirty="0"/>
                <a:t>GPT4</a:t>
              </a:r>
              <a:r>
                <a:rPr lang="zh-CN" altLang="en-US" dirty="0"/>
                <a:t>）</a:t>
              </a:r>
            </a:p>
          </p:txBody>
        </p:sp>
        <p:sp>
          <p:nvSpPr>
            <p:cNvPr id="47" name="文本框 46">
              <a:extLst>
                <a:ext uri="{FF2B5EF4-FFF2-40B4-BE49-F238E27FC236}">
                  <a16:creationId xmlns:a16="http://schemas.microsoft.com/office/drawing/2014/main" id="{74D8FF13-0BDD-8BD5-4F57-D303B9FA8E21}"/>
                </a:ext>
              </a:extLst>
            </p:cNvPr>
            <p:cNvSpPr txBox="1"/>
            <p:nvPr/>
          </p:nvSpPr>
          <p:spPr>
            <a:xfrm>
              <a:off x="5267861" y="2038285"/>
              <a:ext cx="1345398" cy="523220"/>
            </a:xfrm>
            <a:prstGeom prst="rect">
              <a:avLst/>
            </a:prstGeom>
            <a:noFill/>
          </p:spPr>
          <p:txBody>
            <a:bodyPr wrap="square">
              <a:spAutoFit/>
            </a:bodyPr>
            <a:lstStyle/>
            <a:p>
              <a:pPr algn="ctr"/>
              <a:r>
                <a:rPr lang="zh-CN" altLang="en-US" sz="1400" dirty="0">
                  <a:latin typeface="+mn-ea"/>
                </a:rPr>
                <a:t>生成一首诗</a:t>
              </a:r>
              <a:endParaRPr lang="en-US" altLang="zh-CN" sz="1400" dirty="0">
                <a:latin typeface="+mn-ea"/>
              </a:endParaRPr>
            </a:p>
            <a:p>
              <a:pPr algn="ctr"/>
              <a:r>
                <a:rPr lang="en-US" altLang="zh-CN" sz="1400" dirty="0">
                  <a:latin typeface="+mn-ea"/>
                </a:rPr>
                <a:t>(</a:t>
              </a:r>
              <a:r>
                <a:rPr lang="zh-CN" altLang="en-US" sz="1400" dirty="0">
                  <a:latin typeface="+mn-ea"/>
                </a:rPr>
                <a:t>文本生成</a:t>
              </a:r>
              <a:r>
                <a:rPr lang="en-US" altLang="zh-CN" sz="1400" dirty="0">
                  <a:latin typeface="+mn-ea"/>
                </a:rPr>
                <a:t>)</a:t>
              </a:r>
              <a:endParaRPr lang="zh-CN" altLang="en-US" sz="1400" dirty="0"/>
            </a:p>
          </p:txBody>
        </p:sp>
        <p:sp>
          <p:nvSpPr>
            <p:cNvPr id="50" name="文本框 49">
              <a:extLst>
                <a:ext uri="{FF2B5EF4-FFF2-40B4-BE49-F238E27FC236}">
                  <a16:creationId xmlns:a16="http://schemas.microsoft.com/office/drawing/2014/main" id="{841E9845-7AC8-E030-F11A-B4A60ED5A598}"/>
                </a:ext>
              </a:extLst>
            </p:cNvPr>
            <p:cNvSpPr txBox="1"/>
            <p:nvPr/>
          </p:nvSpPr>
          <p:spPr>
            <a:xfrm>
              <a:off x="5267861" y="2674989"/>
              <a:ext cx="1345398" cy="523220"/>
            </a:xfrm>
            <a:prstGeom prst="rect">
              <a:avLst/>
            </a:prstGeom>
            <a:noFill/>
          </p:spPr>
          <p:txBody>
            <a:bodyPr wrap="square">
              <a:spAutoFit/>
            </a:bodyPr>
            <a:lstStyle/>
            <a:p>
              <a:pPr algn="ctr"/>
              <a:r>
                <a:rPr lang="en-US" altLang="zh-CN" sz="1400" dirty="0">
                  <a:latin typeface="+mn-ea"/>
                </a:rPr>
                <a:t>1+1</a:t>
              </a:r>
              <a:r>
                <a:rPr lang="zh-CN" altLang="en-US" sz="1400" dirty="0">
                  <a:latin typeface="+mn-ea"/>
                </a:rPr>
                <a:t>等于几</a:t>
              </a:r>
              <a:endParaRPr lang="en-US" altLang="zh-CN" sz="1400" dirty="0">
                <a:latin typeface="+mn-ea"/>
              </a:endParaRPr>
            </a:p>
            <a:p>
              <a:pPr algn="ctr"/>
              <a:r>
                <a:rPr lang="en-US" altLang="zh-CN" sz="1400" dirty="0">
                  <a:latin typeface="+mn-ea"/>
                </a:rPr>
                <a:t>(</a:t>
              </a:r>
              <a:r>
                <a:rPr lang="zh-CN" altLang="en-US" sz="1400" dirty="0">
                  <a:latin typeface="+mn-ea"/>
                </a:rPr>
                <a:t>数学推理</a:t>
              </a:r>
              <a:r>
                <a:rPr lang="en-US" altLang="zh-CN" sz="1400" dirty="0">
                  <a:latin typeface="+mn-ea"/>
                </a:rPr>
                <a:t>)</a:t>
              </a:r>
              <a:endParaRPr lang="zh-CN" altLang="en-US" sz="1400" dirty="0"/>
            </a:p>
          </p:txBody>
        </p:sp>
        <p:cxnSp>
          <p:nvCxnSpPr>
            <p:cNvPr id="54" name="直接箭头连接符 53">
              <a:extLst>
                <a:ext uri="{FF2B5EF4-FFF2-40B4-BE49-F238E27FC236}">
                  <a16:creationId xmlns:a16="http://schemas.microsoft.com/office/drawing/2014/main" id="{9545A4B5-75A9-570F-BB64-614CFBDDC685}"/>
                </a:ext>
              </a:extLst>
            </p:cNvPr>
            <p:cNvCxnSpPr>
              <a:cxnSpLocks/>
              <a:stCxn id="47" idx="3"/>
            </p:cNvCxnSpPr>
            <p:nvPr/>
          </p:nvCxnSpPr>
          <p:spPr>
            <a:xfrm>
              <a:off x="6613259" y="2299895"/>
              <a:ext cx="5916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直接箭头连接符 60">
              <a:extLst>
                <a:ext uri="{FF2B5EF4-FFF2-40B4-BE49-F238E27FC236}">
                  <a16:creationId xmlns:a16="http://schemas.microsoft.com/office/drawing/2014/main" id="{BDDF5983-BB61-3FAF-AA04-35893A335365}"/>
                </a:ext>
              </a:extLst>
            </p:cNvPr>
            <p:cNvCxnSpPr>
              <a:cxnSpLocks/>
              <a:stCxn id="50" idx="3"/>
            </p:cNvCxnSpPr>
            <p:nvPr/>
          </p:nvCxnSpPr>
          <p:spPr>
            <a:xfrm>
              <a:off x="6613259" y="2936599"/>
              <a:ext cx="5916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10" name="组合 9">
            <a:extLst>
              <a:ext uri="{FF2B5EF4-FFF2-40B4-BE49-F238E27FC236}">
                <a16:creationId xmlns:a16="http://schemas.microsoft.com/office/drawing/2014/main" id="{7931C8A0-C7A8-1529-473D-2B6620338BDC}"/>
              </a:ext>
            </a:extLst>
          </p:cNvPr>
          <p:cNvGrpSpPr/>
          <p:nvPr/>
        </p:nvGrpSpPr>
        <p:grpSpPr>
          <a:xfrm>
            <a:off x="8890571" y="2078892"/>
            <a:ext cx="1775915" cy="978554"/>
            <a:chOff x="8890571" y="2078892"/>
            <a:chExt cx="1775915" cy="978554"/>
          </a:xfrm>
        </p:grpSpPr>
        <p:cxnSp>
          <p:nvCxnSpPr>
            <p:cNvPr id="72" name="直接箭头连接符 71">
              <a:extLst>
                <a:ext uri="{FF2B5EF4-FFF2-40B4-BE49-F238E27FC236}">
                  <a16:creationId xmlns:a16="http://schemas.microsoft.com/office/drawing/2014/main" id="{42F1EBC6-2EBA-F567-FDF8-0F846F35415E}"/>
                </a:ext>
              </a:extLst>
            </p:cNvPr>
            <p:cNvCxnSpPr>
              <a:cxnSpLocks/>
            </p:cNvCxnSpPr>
            <p:nvPr/>
          </p:nvCxnSpPr>
          <p:spPr>
            <a:xfrm>
              <a:off x="8890571" y="2299895"/>
              <a:ext cx="5916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直接箭头连接符 72">
              <a:extLst>
                <a:ext uri="{FF2B5EF4-FFF2-40B4-BE49-F238E27FC236}">
                  <a16:creationId xmlns:a16="http://schemas.microsoft.com/office/drawing/2014/main" id="{BA2299AD-38D5-50C2-0FD2-02748FF9F7E3}"/>
                </a:ext>
              </a:extLst>
            </p:cNvPr>
            <p:cNvCxnSpPr>
              <a:cxnSpLocks/>
            </p:cNvCxnSpPr>
            <p:nvPr/>
          </p:nvCxnSpPr>
          <p:spPr>
            <a:xfrm>
              <a:off x="8890571" y="2890084"/>
              <a:ext cx="5916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4" name="文本框 73">
                  <a:extLst>
                    <a:ext uri="{FF2B5EF4-FFF2-40B4-BE49-F238E27FC236}">
                      <a16:creationId xmlns:a16="http://schemas.microsoft.com/office/drawing/2014/main" id="{67AF4FD2-6449-CF01-DF06-2F692B767CEC}"/>
                    </a:ext>
                  </a:extLst>
                </p:cNvPr>
                <p:cNvSpPr txBox="1"/>
                <p:nvPr/>
              </p:nvSpPr>
              <p:spPr>
                <a:xfrm>
                  <a:off x="9321088" y="2078892"/>
                  <a:ext cx="1345398" cy="36933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𝑜𝑢𝑡𝑝𝑢</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1</m:t>
                            </m:r>
                          </m:sub>
                        </m:sSub>
                      </m:oMath>
                    </m:oMathPara>
                  </a14:m>
                  <a:endParaRPr lang="zh-CN" altLang="en-US" dirty="0"/>
                </a:p>
              </p:txBody>
            </p:sp>
          </mc:Choice>
          <mc:Fallback xmlns="">
            <p:sp>
              <p:nvSpPr>
                <p:cNvPr id="74" name="文本框 73">
                  <a:extLst>
                    <a:ext uri="{FF2B5EF4-FFF2-40B4-BE49-F238E27FC236}">
                      <a16:creationId xmlns:a16="http://schemas.microsoft.com/office/drawing/2014/main" id="{67AF4FD2-6449-CF01-DF06-2F692B767CEC}"/>
                    </a:ext>
                  </a:extLst>
                </p:cNvPr>
                <p:cNvSpPr txBox="1">
                  <a:spLocks noRot="1" noChangeAspect="1" noMove="1" noResize="1" noEditPoints="1" noAdjustHandles="1" noChangeArrowheads="1" noChangeShapeType="1" noTextEdit="1"/>
                </p:cNvSpPr>
                <p:nvPr/>
              </p:nvSpPr>
              <p:spPr>
                <a:xfrm>
                  <a:off x="9321088" y="2078892"/>
                  <a:ext cx="1345398" cy="369332"/>
                </a:xfrm>
                <a:prstGeom prst="rect">
                  <a:avLst/>
                </a:prstGeom>
                <a:blipFill>
                  <a:blip r:embed="rId3"/>
                  <a:stretch>
                    <a:fillRect b="-114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8" name="文本框 77">
                  <a:extLst>
                    <a:ext uri="{FF2B5EF4-FFF2-40B4-BE49-F238E27FC236}">
                      <a16:creationId xmlns:a16="http://schemas.microsoft.com/office/drawing/2014/main" id="{EFACF558-02ED-3490-3653-9ECB62160EA7}"/>
                    </a:ext>
                  </a:extLst>
                </p:cNvPr>
                <p:cNvSpPr txBox="1"/>
                <p:nvPr/>
              </p:nvSpPr>
              <p:spPr>
                <a:xfrm>
                  <a:off x="9321088" y="2688114"/>
                  <a:ext cx="1345398" cy="36933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𝑜𝑢𝑡𝑝𝑢</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2</m:t>
                            </m:r>
                          </m:sub>
                        </m:sSub>
                      </m:oMath>
                    </m:oMathPara>
                  </a14:m>
                  <a:endParaRPr lang="zh-CN" altLang="en-US" dirty="0"/>
                </a:p>
              </p:txBody>
            </p:sp>
          </mc:Choice>
          <mc:Fallback xmlns="">
            <p:sp>
              <p:nvSpPr>
                <p:cNvPr id="78" name="文本框 77">
                  <a:extLst>
                    <a:ext uri="{FF2B5EF4-FFF2-40B4-BE49-F238E27FC236}">
                      <a16:creationId xmlns:a16="http://schemas.microsoft.com/office/drawing/2014/main" id="{EFACF558-02ED-3490-3653-9ECB62160EA7}"/>
                    </a:ext>
                  </a:extLst>
                </p:cNvPr>
                <p:cNvSpPr txBox="1">
                  <a:spLocks noRot="1" noChangeAspect="1" noMove="1" noResize="1" noEditPoints="1" noAdjustHandles="1" noChangeArrowheads="1" noChangeShapeType="1" noTextEdit="1"/>
                </p:cNvSpPr>
                <p:nvPr/>
              </p:nvSpPr>
              <p:spPr>
                <a:xfrm>
                  <a:off x="9321088" y="2688114"/>
                  <a:ext cx="1345398" cy="369332"/>
                </a:xfrm>
                <a:prstGeom prst="rect">
                  <a:avLst/>
                </a:prstGeom>
                <a:blipFill>
                  <a:blip r:embed="rId4"/>
                  <a:stretch>
                    <a:fillRect b="-11475"/>
                  </a:stretch>
                </a:blipFill>
              </p:spPr>
              <p:txBody>
                <a:bodyPr/>
                <a:lstStyle/>
                <a:p>
                  <a:r>
                    <a:rPr lang="zh-CN" altLang="en-US">
                      <a:noFill/>
                    </a:rPr>
                    <a:t> </a:t>
                  </a:r>
                </a:p>
              </p:txBody>
            </p:sp>
          </mc:Fallback>
        </mc:AlternateContent>
      </p:grpSp>
      <p:grpSp>
        <p:nvGrpSpPr>
          <p:cNvPr id="11" name="组合 10">
            <a:extLst>
              <a:ext uri="{FF2B5EF4-FFF2-40B4-BE49-F238E27FC236}">
                <a16:creationId xmlns:a16="http://schemas.microsoft.com/office/drawing/2014/main" id="{DCAF236F-00E2-DD45-6202-195F90F60803}"/>
              </a:ext>
            </a:extLst>
          </p:cNvPr>
          <p:cNvGrpSpPr/>
          <p:nvPr/>
        </p:nvGrpSpPr>
        <p:grpSpPr>
          <a:xfrm>
            <a:off x="6074365" y="3330273"/>
            <a:ext cx="2436755" cy="966952"/>
            <a:chOff x="6074365" y="3330273"/>
            <a:chExt cx="2436755" cy="966952"/>
          </a:xfrm>
        </p:grpSpPr>
        <mc:AlternateContent xmlns:mc="http://schemas.openxmlformats.org/markup-compatibility/2006" xmlns:a14="http://schemas.microsoft.com/office/drawing/2010/main">
          <mc:Choice Requires="a14">
            <p:sp>
              <p:nvSpPr>
                <p:cNvPr id="75" name="文本框 74">
                  <a:extLst>
                    <a:ext uri="{FF2B5EF4-FFF2-40B4-BE49-F238E27FC236}">
                      <a16:creationId xmlns:a16="http://schemas.microsoft.com/office/drawing/2014/main" id="{9FF44BF7-692D-2D5B-2081-638EFBB2A470}"/>
                    </a:ext>
                  </a:extLst>
                </p:cNvPr>
                <p:cNvSpPr txBox="1"/>
                <p:nvPr/>
              </p:nvSpPr>
              <p:spPr>
                <a:xfrm>
                  <a:off x="6074365" y="3927893"/>
                  <a:ext cx="818798" cy="36933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𝑜𝑢𝑡𝑝𝑢</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2</m:t>
                            </m:r>
                          </m:sub>
                        </m:sSub>
                      </m:oMath>
                    </m:oMathPara>
                  </a14:m>
                  <a:endParaRPr lang="zh-CN" altLang="en-US" dirty="0"/>
                </a:p>
              </p:txBody>
            </p:sp>
          </mc:Choice>
          <mc:Fallback xmlns="">
            <p:sp>
              <p:nvSpPr>
                <p:cNvPr id="75" name="文本框 74">
                  <a:extLst>
                    <a:ext uri="{FF2B5EF4-FFF2-40B4-BE49-F238E27FC236}">
                      <a16:creationId xmlns:a16="http://schemas.microsoft.com/office/drawing/2014/main" id="{9FF44BF7-692D-2D5B-2081-638EFBB2A470}"/>
                    </a:ext>
                  </a:extLst>
                </p:cNvPr>
                <p:cNvSpPr txBox="1">
                  <a:spLocks noRot="1" noChangeAspect="1" noMove="1" noResize="1" noEditPoints="1" noAdjustHandles="1" noChangeArrowheads="1" noChangeShapeType="1" noTextEdit="1"/>
                </p:cNvSpPr>
                <p:nvPr/>
              </p:nvSpPr>
              <p:spPr>
                <a:xfrm>
                  <a:off x="6074365" y="3927893"/>
                  <a:ext cx="818798" cy="369332"/>
                </a:xfrm>
                <a:prstGeom prst="rect">
                  <a:avLst/>
                </a:prstGeom>
                <a:blipFill>
                  <a:blip r:embed="rId5"/>
                  <a:stretch>
                    <a:fillRect l="-14815" r="-741" b="-11475"/>
                  </a:stretch>
                </a:blipFill>
              </p:spPr>
              <p:txBody>
                <a:bodyPr/>
                <a:lstStyle/>
                <a:p>
                  <a:r>
                    <a:rPr lang="zh-CN" altLang="en-US">
                      <a:noFill/>
                    </a:rPr>
                    <a:t> </a:t>
                  </a:r>
                </a:p>
              </p:txBody>
            </p:sp>
          </mc:Fallback>
        </mc:AlternateContent>
        <p:sp>
          <p:nvSpPr>
            <p:cNvPr id="76" name="矩形 75">
              <a:extLst>
                <a:ext uri="{FF2B5EF4-FFF2-40B4-BE49-F238E27FC236}">
                  <a16:creationId xmlns:a16="http://schemas.microsoft.com/office/drawing/2014/main" id="{8606BF67-6A3F-2092-0E6C-99FC840930FD}"/>
                </a:ext>
              </a:extLst>
            </p:cNvPr>
            <p:cNvSpPr/>
            <p:nvPr/>
          </p:nvSpPr>
          <p:spPr>
            <a:xfrm>
              <a:off x="7463595" y="3646525"/>
              <a:ext cx="1047525" cy="445926"/>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t>学生模型</a:t>
              </a:r>
            </a:p>
          </p:txBody>
        </p:sp>
        <mc:AlternateContent xmlns:mc="http://schemas.openxmlformats.org/markup-compatibility/2006" xmlns:a14="http://schemas.microsoft.com/office/drawing/2010/main">
          <mc:Choice Requires="a14">
            <p:sp>
              <p:nvSpPr>
                <p:cNvPr id="77" name="文本框 76">
                  <a:extLst>
                    <a:ext uri="{FF2B5EF4-FFF2-40B4-BE49-F238E27FC236}">
                      <a16:creationId xmlns:a16="http://schemas.microsoft.com/office/drawing/2014/main" id="{C0319B27-4558-9352-DC16-1D9BD20BA259}"/>
                    </a:ext>
                  </a:extLst>
                </p:cNvPr>
                <p:cNvSpPr txBox="1"/>
                <p:nvPr/>
              </p:nvSpPr>
              <p:spPr>
                <a:xfrm>
                  <a:off x="6074365" y="3423405"/>
                  <a:ext cx="842818" cy="36933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𝑜𝑢𝑡𝑝𝑢</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1</m:t>
                            </m:r>
                          </m:sub>
                        </m:sSub>
                      </m:oMath>
                    </m:oMathPara>
                  </a14:m>
                  <a:endParaRPr lang="zh-CN" altLang="en-US" dirty="0"/>
                </a:p>
              </p:txBody>
            </p:sp>
          </mc:Choice>
          <mc:Fallback xmlns="">
            <p:sp>
              <p:nvSpPr>
                <p:cNvPr id="77" name="文本框 76">
                  <a:extLst>
                    <a:ext uri="{FF2B5EF4-FFF2-40B4-BE49-F238E27FC236}">
                      <a16:creationId xmlns:a16="http://schemas.microsoft.com/office/drawing/2014/main" id="{C0319B27-4558-9352-DC16-1D9BD20BA259}"/>
                    </a:ext>
                  </a:extLst>
                </p:cNvPr>
                <p:cNvSpPr txBox="1">
                  <a:spLocks noRot="1" noChangeAspect="1" noMove="1" noResize="1" noEditPoints="1" noAdjustHandles="1" noChangeArrowheads="1" noChangeShapeType="1" noTextEdit="1"/>
                </p:cNvSpPr>
                <p:nvPr/>
              </p:nvSpPr>
              <p:spPr>
                <a:xfrm>
                  <a:off x="6074365" y="3423405"/>
                  <a:ext cx="842818" cy="369332"/>
                </a:xfrm>
                <a:prstGeom prst="rect">
                  <a:avLst/>
                </a:prstGeom>
                <a:blipFill>
                  <a:blip r:embed="rId6"/>
                  <a:stretch>
                    <a:fillRect l="-12950" b="-13333"/>
                  </a:stretch>
                </a:blipFill>
              </p:spPr>
              <p:txBody>
                <a:bodyPr/>
                <a:lstStyle/>
                <a:p>
                  <a:r>
                    <a:rPr lang="zh-CN" altLang="en-US">
                      <a:noFill/>
                    </a:rPr>
                    <a:t> </a:t>
                  </a:r>
                </a:p>
              </p:txBody>
            </p:sp>
          </mc:Fallback>
        </mc:AlternateContent>
        <p:cxnSp>
          <p:nvCxnSpPr>
            <p:cNvPr id="79" name="直接箭头连接符 78">
              <a:extLst>
                <a:ext uri="{FF2B5EF4-FFF2-40B4-BE49-F238E27FC236}">
                  <a16:creationId xmlns:a16="http://schemas.microsoft.com/office/drawing/2014/main" id="{E08B8B65-B6A8-8FBF-12EF-E21649EC75C7}"/>
                </a:ext>
              </a:extLst>
            </p:cNvPr>
            <p:cNvCxnSpPr>
              <a:cxnSpLocks/>
              <a:stCxn id="77" idx="3"/>
              <a:endCxn id="76" idx="1"/>
            </p:cNvCxnSpPr>
            <p:nvPr/>
          </p:nvCxnSpPr>
          <p:spPr>
            <a:xfrm>
              <a:off x="6917183" y="3608071"/>
              <a:ext cx="546412" cy="2614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直接箭头连接符 84">
              <a:extLst>
                <a:ext uri="{FF2B5EF4-FFF2-40B4-BE49-F238E27FC236}">
                  <a16:creationId xmlns:a16="http://schemas.microsoft.com/office/drawing/2014/main" id="{B182782D-D5B6-C173-C83D-3E29E416D17D}"/>
                </a:ext>
              </a:extLst>
            </p:cNvPr>
            <p:cNvCxnSpPr>
              <a:cxnSpLocks/>
              <a:stCxn id="75" idx="3"/>
              <a:endCxn id="76" idx="1"/>
            </p:cNvCxnSpPr>
            <p:nvPr/>
          </p:nvCxnSpPr>
          <p:spPr>
            <a:xfrm flipV="1">
              <a:off x="6893163" y="3869488"/>
              <a:ext cx="570432" cy="2430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1" name="文本框 90">
              <a:extLst>
                <a:ext uri="{FF2B5EF4-FFF2-40B4-BE49-F238E27FC236}">
                  <a16:creationId xmlns:a16="http://schemas.microsoft.com/office/drawing/2014/main" id="{E64F3530-EB93-A783-6DFF-DB3436ADD534}"/>
                </a:ext>
              </a:extLst>
            </p:cNvPr>
            <p:cNvSpPr txBox="1"/>
            <p:nvPr/>
          </p:nvSpPr>
          <p:spPr>
            <a:xfrm>
              <a:off x="6997193" y="3330273"/>
              <a:ext cx="650234" cy="307777"/>
            </a:xfrm>
            <a:prstGeom prst="rect">
              <a:avLst/>
            </a:prstGeom>
            <a:noFill/>
          </p:spPr>
          <p:txBody>
            <a:bodyPr wrap="square">
              <a:spAutoFit/>
            </a:bodyPr>
            <a:lstStyle/>
            <a:p>
              <a:r>
                <a:rPr lang="zh-CN" altLang="en-US" sz="1400" dirty="0">
                  <a:latin typeface="+mn-ea"/>
                </a:rPr>
                <a:t>训练</a:t>
              </a:r>
              <a:endParaRPr lang="zh-CN" altLang="en-US" sz="1400" dirty="0"/>
            </a:p>
          </p:txBody>
        </p:sp>
      </p:grpSp>
      <p:sp>
        <p:nvSpPr>
          <p:cNvPr id="92" name="文本框 91">
            <a:extLst>
              <a:ext uri="{FF2B5EF4-FFF2-40B4-BE49-F238E27FC236}">
                <a16:creationId xmlns:a16="http://schemas.microsoft.com/office/drawing/2014/main" id="{D9F9B1EF-663C-C4E4-030A-9905C7C4DC11}"/>
              </a:ext>
            </a:extLst>
          </p:cNvPr>
          <p:cNvSpPr txBox="1"/>
          <p:nvPr/>
        </p:nvSpPr>
        <p:spPr>
          <a:xfrm>
            <a:off x="609682" y="4830064"/>
            <a:ext cx="10929366" cy="369332"/>
          </a:xfrm>
          <a:prstGeom prst="rect">
            <a:avLst/>
          </a:prstGeom>
          <a:noFill/>
        </p:spPr>
        <p:txBody>
          <a:bodyPr wrap="square">
            <a:spAutoFit/>
          </a:bodyPr>
          <a:lstStyle/>
          <a:p>
            <a:pPr marL="285750" indent="-285750">
              <a:spcAft>
                <a:spcPts val="1200"/>
              </a:spcAft>
              <a:buFont typeface="Arial" panose="020B0604020202020204" pitchFamily="34" charset="0"/>
              <a:buChar char="•"/>
            </a:pPr>
            <a:r>
              <a:rPr lang="zh-CN" altLang="en-US" b="1" dirty="0">
                <a:latin typeface="+mn-ea"/>
              </a:rPr>
              <a:t>优点</a:t>
            </a:r>
            <a:r>
              <a:rPr lang="zh-CN" altLang="en-US" dirty="0">
                <a:latin typeface="+mn-ea"/>
              </a:rPr>
              <a:t>：可以显著减小模型的参数量，使其能够在一些边缘设备上部署</a:t>
            </a:r>
            <a:endParaRPr lang="en-US" altLang="zh-CN" dirty="0">
              <a:latin typeface="+mn-ea"/>
            </a:endParaRPr>
          </a:p>
        </p:txBody>
      </p:sp>
      <p:sp>
        <p:nvSpPr>
          <p:cNvPr id="93" name="文本框 92">
            <a:extLst>
              <a:ext uri="{FF2B5EF4-FFF2-40B4-BE49-F238E27FC236}">
                <a16:creationId xmlns:a16="http://schemas.microsoft.com/office/drawing/2014/main" id="{455FB31D-D21F-109D-30BE-4AB0399FFC2D}"/>
              </a:ext>
            </a:extLst>
          </p:cNvPr>
          <p:cNvSpPr txBox="1"/>
          <p:nvPr/>
        </p:nvSpPr>
        <p:spPr>
          <a:xfrm>
            <a:off x="609681" y="5405377"/>
            <a:ext cx="11582319" cy="369332"/>
          </a:xfrm>
          <a:prstGeom prst="rect">
            <a:avLst/>
          </a:prstGeom>
          <a:noFill/>
        </p:spPr>
        <p:txBody>
          <a:bodyPr wrap="square">
            <a:spAutoFit/>
          </a:bodyPr>
          <a:lstStyle/>
          <a:p>
            <a:pPr marL="285750" indent="-285750">
              <a:spcAft>
                <a:spcPts val="1200"/>
              </a:spcAft>
              <a:buFont typeface="Arial" panose="020B0604020202020204" pitchFamily="34" charset="0"/>
              <a:buChar char="•"/>
            </a:pPr>
            <a:r>
              <a:rPr lang="zh-CN" altLang="en-US" b="1" dirty="0">
                <a:latin typeface="+mn-ea"/>
              </a:rPr>
              <a:t>缺点</a:t>
            </a:r>
            <a:r>
              <a:rPr lang="zh-CN" altLang="en-US" dirty="0">
                <a:latin typeface="+mn-ea"/>
              </a:rPr>
              <a:t>：训练一个全能的教师模型非常困难（</a:t>
            </a:r>
            <a:r>
              <a:rPr lang="en-US" altLang="zh-CN" dirty="0">
                <a:latin typeface="+mn-ea"/>
              </a:rPr>
              <a:t>GPT4</a:t>
            </a:r>
            <a:r>
              <a:rPr lang="zh-CN" altLang="en-US" dirty="0">
                <a:latin typeface="+mn-ea"/>
              </a:rPr>
              <a:t>的训练数据大约有</a:t>
            </a:r>
            <a:r>
              <a:rPr lang="en-US" altLang="zh-CN" b="0" i="0" dirty="0">
                <a:solidFill>
                  <a:srgbClr val="191B1F"/>
                </a:solidFill>
                <a:effectLst/>
                <a:latin typeface="-apple-system"/>
              </a:rPr>
              <a:t>13TB</a:t>
            </a:r>
            <a:r>
              <a:rPr lang="zh-CN" altLang="en-US" b="0" i="0" dirty="0">
                <a:solidFill>
                  <a:srgbClr val="191B1F"/>
                </a:solidFill>
                <a:effectLst/>
                <a:latin typeface="-apple-system"/>
              </a:rPr>
              <a:t>，训练成本上千万甚至上亿美元</a:t>
            </a:r>
            <a:r>
              <a:rPr lang="zh-CN" altLang="en-US" dirty="0">
                <a:latin typeface="+mn-ea"/>
              </a:rPr>
              <a:t>）</a:t>
            </a:r>
            <a:endParaRPr lang="en-US" altLang="zh-CN" dirty="0">
              <a:latin typeface="+mn-ea"/>
            </a:endParaRPr>
          </a:p>
        </p:txBody>
      </p:sp>
      <p:sp>
        <p:nvSpPr>
          <p:cNvPr id="5" name="文本框 4">
            <a:extLst>
              <a:ext uri="{FF2B5EF4-FFF2-40B4-BE49-F238E27FC236}">
                <a16:creationId xmlns:a16="http://schemas.microsoft.com/office/drawing/2014/main" id="{46146E9D-3F3A-EE09-5155-3E9196D75B24}"/>
              </a:ext>
            </a:extLst>
          </p:cNvPr>
          <p:cNvSpPr txBox="1"/>
          <p:nvPr/>
        </p:nvSpPr>
        <p:spPr>
          <a:xfrm>
            <a:off x="10907486" y="6449406"/>
            <a:ext cx="953142" cy="338554"/>
          </a:xfrm>
          <a:prstGeom prst="rect">
            <a:avLst/>
          </a:prstGeom>
          <a:noFill/>
        </p:spPr>
        <p:txBody>
          <a:bodyPr wrap="square">
            <a:spAutoFit/>
          </a:bodyPr>
          <a:lstStyle/>
          <a:p>
            <a:r>
              <a:rPr lang="en-US" altLang="zh-CN" sz="1600" b="1" dirty="0">
                <a:solidFill>
                  <a:schemeClr val="bg1">
                    <a:lumMod val="50000"/>
                  </a:schemeClr>
                </a:solidFill>
                <a:latin typeface="+mn-ea"/>
              </a:rPr>
              <a:t>3/21</a:t>
            </a:r>
            <a:endParaRPr lang="zh-CN" altLang="en-US" sz="1600" b="1" dirty="0">
              <a:solidFill>
                <a:schemeClr val="bg1">
                  <a:lumMod val="50000"/>
                </a:schemeClr>
              </a:solidFill>
            </a:endParaRPr>
          </a:p>
        </p:txBody>
      </p:sp>
    </p:spTree>
    <p:extLst>
      <p:ext uri="{BB962C8B-B14F-4D97-AF65-F5344CB8AC3E}">
        <p14:creationId xmlns:p14="http://schemas.microsoft.com/office/powerpoint/2010/main" val="41959282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animEffect transition="in" filter="fade">
                                      <p:cBhvr>
                                        <p:cTn id="17" dur="500"/>
                                        <p:tgtEl>
                                          <p:spTgt spid="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2"/>
                                        </p:tgtEl>
                                        <p:attrNameLst>
                                          <p:attrName>style.visibility</p:attrName>
                                        </p:attrNameLst>
                                      </p:cBhvr>
                                      <p:to>
                                        <p:strVal val="visible"/>
                                      </p:to>
                                    </p:set>
                                    <p:animEffect transition="in" filter="fade">
                                      <p:cBhvr>
                                        <p:cTn id="37" dur="500"/>
                                        <p:tgtEl>
                                          <p:spTgt spid="9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93"/>
                                        </p:tgtEl>
                                        <p:attrNameLst>
                                          <p:attrName>style.visibility</p:attrName>
                                        </p:attrNameLst>
                                      </p:cBhvr>
                                      <p:to>
                                        <p:strVal val="visible"/>
                                      </p:to>
                                    </p:set>
                                    <p:animEffect transition="in" filter="fade">
                                      <p:cBhvr>
                                        <p:cTn id="42" dur="500"/>
                                        <p:tgtEl>
                                          <p:spTgt spid="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p:bldP spid="9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1.</a:t>
            </a:r>
            <a:r>
              <a:rPr lang="zh-CN" altLang="en-US" sz="2800" dirty="0">
                <a:solidFill>
                  <a:srgbClr val="000000">
                    <a:lumMod val="75000"/>
                    <a:lumOff val="25000"/>
                  </a:srgbClr>
                </a:solidFill>
              </a:rPr>
              <a:t>相关背景</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8" name="文本框 7">
            <a:extLst>
              <a:ext uri="{FF2B5EF4-FFF2-40B4-BE49-F238E27FC236}">
                <a16:creationId xmlns:a16="http://schemas.microsoft.com/office/drawing/2014/main" id="{8B1F523D-0150-0759-4B59-A50F8711AA36}"/>
              </a:ext>
            </a:extLst>
          </p:cNvPr>
          <p:cNvSpPr txBox="1"/>
          <p:nvPr/>
        </p:nvSpPr>
        <p:spPr>
          <a:xfrm>
            <a:off x="603504" y="769583"/>
            <a:ext cx="10369296"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参数平均：</a:t>
            </a:r>
            <a:endParaRPr lang="en-US" altLang="zh-CN" b="1" dirty="0">
              <a:solidFill>
                <a:srgbClr val="268F9C"/>
              </a:solidFill>
              <a:latin typeface="+mn-ea"/>
            </a:endParaRPr>
          </a:p>
        </p:txBody>
      </p:sp>
      <p:sp>
        <p:nvSpPr>
          <p:cNvPr id="7" name="文本框 6">
            <a:extLst>
              <a:ext uri="{FF2B5EF4-FFF2-40B4-BE49-F238E27FC236}">
                <a16:creationId xmlns:a16="http://schemas.microsoft.com/office/drawing/2014/main" id="{CA0A7CB7-3E3A-D229-6BD5-CC9C09A23248}"/>
              </a:ext>
            </a:extLst>
          </p:cNvPr>
          <p:cNvSpPr txBox="1"/>
          <p:nvPr/>
        </p:nvSpPr>
        <p:spPr>
          <a:xfrm>
            <a:off x="603504" y="1158229"/>
            <a:ext cx="9420606" cy="800219"/>
          </a:xfrm>
          <a:prstGeom prst="rect">
            <a:avLst/>
          </a:prstGeom>
          <a:noFill/>
        </p:spPr>
        <p:txBody>
          <a:bodyPr wrap="square">
            <a:spAutoFit/>
          </a:bodyPr>
          <a:lstStyle/>
          <a:p>
            <a:pPr marL="285750" indent="-285750">
              <a:spcAft>
                <a:spcPts val="1200"/>
              </a:spcAft>
              <a:buFont typeface="Arial" panose="020B0604020202020204" pitchFamily="34" charset="0"/>
              <a:buChar char="•"/>
            </a:pPr>
            <a:r>
              <a:rPr lang="zh-CN" altLang="en-US" dirty="0">
                <a:latin typeface="+mn-ea"/>
              </a:rPr>
              <a:t>获得多个小模型的成本往往更低，但是小模型通常只有某个领域的专有知识</a:t>
            </a:r>
            <a:endParaRPr lang="en-US" altLang="zh-CN" dirty="0">
              <a:latin typeface="+mn-ea"/>
            </a:endParaRPr>
          </a:p>
          <a:p>
            <a:pPr marL="285750" indent="-285750">
              <a:spcAft>
                <a:spcPts val="1200"/>
              </a:spcAft>
              <a:buFont typeface="Arial" panose="020B0604020202020204" pitchFamily="34" charset="0"/>
              <a:buChar char="•"/>
            </a:pPr>
            <a:r>
              <a:rPr lang="zh-CN" altLang="en-US" dirty="0">
                <a:latin typeface="+mn-ea"/>
              </a:rPr>
              <a:t>可以通过将不同模型的参数进行平均</a:t>
            </a:r>
            <a:r>
              <a:rPr lang="en-US" altLang="zh-CN" dirty="0">
                <a:latin typeface="+mn-ea"/>
              </a:rPr>
              <a:t>(</a:t>
            </a:r>
            <a:r>
              <a:rPr lang="zh-CN" altLang="en-US" dirty="0">
                <a:latin typeface="+mn-ea"/>
              </a:rPr>
              <a:t>论文：</a:t>
            </a:r>
            <a:r>
              <a:rPr lang="en-US" altLang="zh-CN" dirty="0">
                <a:latin typeface="+mn-ea"/>
              </a:rPr>
              <a:t>model soup)</a:t>
            </a:r>
            <a:r>
              <a:rPr lang="zh-CN" altLang="en-US" dirty="0">
                <a:latin typeface="+mn-ea"/>
              </a:rPr>
              <a:t>，对知识进行融合</a:t>
            </a:r>
            <a:endParaRPr lang="en-US" altLang="zh-CN" dirty="0">
              <a:latin typeface="+mn-ea"/>
            </a:endParaRPr>
          </a:p>
        </p:txBody>
      </p:sp>
      <p:grpSp>
        <p:nvGrpSpPr>
          <p:cNvPr id="114" name="组合 113">
            <a:extLst>
              <a:ext uri="{FF2B5EF4-FFF2-40B4-BE49-F238E27FC236}">
                <a16:creationId xmlns:a16="http://schemas.microsoft.com/office/drawing/2014/main" id="{4DDC151F-C1B3-3FB3-5D6C-AE9551E10D6D}"/>
              </a:ext>
            </a:extLst>
          </p:cNvPr>
          <p:cNvGrpSpPr/>
          <p:nvPr/>
        </p:nvGrpSpPr>
        <p:grpSpPr>
          <a:xfrm>
            <a:off x="1629573" y="2116740"/>
            <a:ext cx="1515258" cy="1026972"/>
            <a:chOff x="9763495" y="1703326"/>
            <a:chExt cx="1822488" cy="1026972"/>
          </a:xfrm>
          <a:solidFill>
            <a:schemeClr val="bg1">
              <a:lumMod val="50000"/>
            </a:schemeClr>
          </a:solidFill>
        </p:grpSpPr>
        <p:grpSp>
          <p:nvGrpSpPr>
            <p:cNvPr id="115" name="组合 114">
              <a:extLst>
                <a:ext uri="{FF2B5EF4-FFF2-40B4-BE49-F238E27FC236}">
                  <a16:creationId xmlns:a16="http://schemas.microsoft.com/office/drawing/2014/main" id="{856447E3-2AE9-85C1-79A0-10397C80172B}"/>
                </a:ext>
              </a:extLst>
            </p:cNvPr>
            <p:cNvGrpSpPr/>
            <p:nvPr/>
          </p:nvGrpSpPr>
          <p:grpSpPr>
            <a:xfrm>
              <a:off x="10876955" y="1703812"/>
              <a:ext cx="145539" cy="1026000"/>
              <a:chOff x="8792817" y="1721414"/>
              <a:chExt cx="145539" cy="1026000"/>
            </a:xfrm>
            <a:grpFill/>
          </p:grpSpPr>
          <p:sp>
            <p:nvSpPr>
              <p:cNvPr id="146" name="椭圆 145">
                <a:extLst>
                  <a:ext uri="{FF2B5EF4-FFF2-40B4-BE49-F238E27FC236}">
                    <a16:creationId xmlns:a16="http://schemas.microsoft.com/office/drawing/2014/main" id="{3437969F-05E9-E5E3-A90F-26F042E5397C}"/>
                  </a:ext>
                </a:extLst>
              </p:cNvPr>
              <p:cNvSpPr/>
              <p:nvPr/>
            </p:nvSpPr>
            <p:spPr>
              <a:xfrm>
                <a:off x="8794356" y="1721414"/>
                <a:ext cx="144000" cy="144000"/>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147" name="椭圆 146">
                <a:extLst>
                  <a:ext uri="{FF2B5EF4-FFF2-40B4-BE49-F238E27FC236}">
                    <a16:creationId xmlns:a16="http://schemas.microsoft.com/office/drawing/2014/main" id="{AA0C7728-C3C7-6557-C979-2BF78BBA9EC8}"/>
                  </a:ext>
                </a:extLst>
              </p:cNvPr>
              <p:cNvSpPr/>
              <p:nvPr/>
            </p:nvSpPr>
            <p:spPr>
              <a:xfrm>
                <a:off x="8792817" y="2167065"/>
                <a:ext cx="144000" cy="144000"/>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148" name="椭圆 147">
                <a:extLst>
                  <a:ext uri="{FF2B5EF4-FFF2-40B4-BE49-F238E27FC236}">
                    <a16:creationId xmlns:a16="http://schemas.microsoft.com/office/drawing/2014/main" id="{9FA487E2-746E-DD41-40F0-C9A0C445BE8D}"/>
                  </a:ext>
                </a:extLst>
              </p:cNvPr>
              <p:cNvSpPr/>
              <p:nvPr/>
            </p:nvSpPr>
            <p:spPr>
              <a:xfrm>
                <a:off x="8792817" y="2603414"/>
                <a:ext cx="144000" cy="144000"/>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grpSp>
        <p:grpSp>
          <p:nvGrpSpPr>
            <p:cNvPr id="116" name="组合 115">
              <a:extLst>
                <a:ext uri="{FF2B5EF4-FFF2-40B4-BE49-F238E27FC236}">
                  <a16:creationId xmlns:a16="http://schemas.microsoft.com/office/drawing/2014/main" id="{0D4584CF-8CA9-4808-813A-C0B495E16E30}"/>
                </a:ext>
              </a:extLst>
            </p:cNvPr>
            <p:cNvGrpSpPr/>
            <p:nvPr/>
          </p:nvGrpSpPr>
          <p:grpSpPr>
            <a:xfrm>
              <a:off x="9763495" y="1924027"/>
              <a:ext cx="144000" cy="585570"/>
              <a:chOff x="7743758" y="1982787"/>
              <a:chExt cx="144000" cy="585570"/>
            </a:xfrm>
            <a:grpFill/>
          </p:grpSpPr>
          <p:sp>
            <p:nvSpPr>
              <p:cNvPr id="144" name="椭圆 143">
                <a:extLst>
                  <a:ext uri="{FF2B5EF4-FFF2-40B4-BE49-F238E27FC236}">
                    <a16:creationId xmlns:a16="http://schemas.microsoft.com/office/drawing/2014/main" id="{D655BA5D-E162-5D65-34E5-E9F9BA69B6F6}"/>
                  </a:ext>
                </a:extLst>
              </p:cNvPr>
              <p:cNvSpPr/>
              <p:nvPr/>
            </p:nvSpPr>
            <p:spPr>
              <a:xfrm>
                <a:off x="7743758" y="1982787"/>
                <a:ext cx="144000" cy="144000"/>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145" name="椭圆 144">
                <a:extLst>
                  <a:ext uri="{FF2B5EF4-FFF2-40B4-BE49-F238E27FC236}">
                    <a16:creationId xmlns:a16="http://schemas.microsoft.com/office/drawing/2014/main" id="{F29FFD60-F958-AC99-BD9D-F1A67F684ED6}"/>
                  </a:ext>
                </a:extLst>
              </p:cNvPr>
              <p:cNvSpPr/>
              <p:nvPr/>
            </p:nvSpPr>
            <p:spPr>
              <a:xfrm>
                <a:off x="7743758" y="2424357"/>
                <a:ext cx="144000" cy="144000"/>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grpSp>
        <p:grpSp>
          <p:nvGrpSpPr>
            <p:cNvPr id="117" name="组合 116">
              <a:extLst>
                <a:ext uri="{FF2B5EF4-FFF2-40B4-BE49-F238E27FC236}">
                  <a16:creationId xmlns:a16="http://schemas.microsoft.com/office/drawing/2014/main" id="{D7CFA81C-912E-BDF7-FC23-FD8433BEF242}"/>
                </a:ext>
              </a:extLst>
            </p:cNvPr>
            <p:cNvGrpSpPr/>
            <p:nvPr/>
          </p:nvGrpSpPr>
          <p:grpSpPr>
            <a:xfrm>
              <a:off x="11435224" y="1924027"/>
              <a:ext cx="150759" cy="585570"/>
              <a:chOff x="9713661" y="1982787"/>
              <a:chExt cx="150759" cy="585570"/>
            </a:xfrm>
            <a:grpFill/>
          </p:grpSpPr>
          <p:sp>
            <p:nvSpPr>
              <p:cNvPr id="142" name="椭圆 141">
                <a:extLst>
                  <a:ext uri="{FF2B5EF4-FFF2-40B4-BE49-F238E27FC236}">
                    <a16:creationId xmlns:a16="http://schemas.microsoft.com/office/drawing/2014/main" id="{E7089079-BE4F-D2CF-B725-3CE22D973536}"/>
                  </a:ext>
                </a:extLst>
              </p:cNvPr>
              <p:cNvSpPr/>
              <p:nvPr/>
            </p:nvSpPr>
            <p:spPr>
              <a:xfrm>
                <a:off x="9713661" y="2424357"/>
                <a:ext cx="144000" cy="144000"/>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143" name="椭圆 142">
                <a:extLst>
                  <a:ext uri="{FF2B5EF4-FFF2-40B4-BE49-F238E27FC236}">
                    <a16:creationId xmlns:a16="http://schemas.microsoft.com/office/drawing/2014/main" id="{E435B863-2BBB-1968-D307-60701D628965}"/>
                  </a:ext>
                </a:extLst>
              </p:cNvPr>
              <p:cNvSpPr/>
              <p:nvPr/>
            </p:nvSpPr>
            <p:spPr>
              <a:xfrm>
                <a:off x="9720420" y="1982787"/>
                <a:ext cx="144000" cy="144000"/>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grpSp>
        <p:sp>
          <p:nvSpPr>
            <p:cNvPr id="118" name="椭圆 117">
              <a:extLst>
                <a:ext uri="{FF2B5EF4-FFF2-40B4-BE49-F238E27FC236}">
                  <a16:creationId xmlns:a16="http://schemas.microsoft.com/office/drawing/2014/main" id="{11AFDC49-1598-C3E3-0AF9-5842E30FC9F7}"/>
                </a:ext>
              </a:extLst>
            </p:cNvPr>
            <p:cNvSpPr/>
            <p:nvPr/>
          </p:nvSpPr>
          <p:spPr>
            <a:xfrm>
              <a:off x="10320225" y="1703326"/>
              <a:ext cx="144000" cy="144000"/>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119" name="椭圆 118">
              <a:extLst>
                <a:ext uri="{FF2B5EF4-FFF2-40B4-BE49-F238E27FC236}">
                  <a16:creationId xmlns:a16="http://schemas.microsoft.com/office/drawing/2014/main" id="{7FAD9E0C-56BD-65A2-0BD1-93AF05D91102}"/>
                </a:ext>
              </a:extLst>
            </p:cNvPr>
            <p:cNvSpPr/>
            <p:nvPr/>
          </p:nvSpPr>
          <p:spPr>
            <a:xfrm>
              <a:off x="10320225" y="2586298"/>
              <a:ext cx="144000" cy="144000"/>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120" name="椭圆 119">
              <a:extLst>
                <a:ext uri="{FF2B5EF4-FFF2-40B4-BE49-F238E27FC236}">
                  <a16:creationId xmlns:a16="http://schemas.microsoft.com/office/drawing/2014/main" id="{807187F5-423D-0DEE-C242-6CC2AC12248B}"/>
                </a:ext>
              </a:extLst>
            </p:cNvPr>
            <p:cNvSpPr/>
            <p:nvPr/>
          </p:nvSpPr>
          <p:spPr>
            <a:xfrm>
              <a:off x="10320225" y="2144812"/>
              <a:ext cx="144000" cy="144000"/>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cxnSp>
          <p:nvCxnSpPr>
            <p:cNvPr id="121" name="直接箭头连接符 120">
              <a:extLst>
                <a:ext uri="{FF2B5EF4-FFF2-40B4-BE49-F238E27FC236}">
                  <a16:creationId xmlns:a16="http://schemas.microsoft.com/office/drawing/2014/main" id="{2BF097A6-AE90-B9B9-A1C0-FF5EB04FCAB5}"/>
                </a:ext>
              </a:extLst>
            </p:cNvPr>
            <p:cNvCxnSpPr>
              <a:cxnSpLocks/>
              <a:stCxn id="144" idx="6"/>
              <a:endCxn id="118" idx="2"/>
            </p:cNvCxnSpPr>
            <p:nvPr/>
          </p:nvCxnSpPr>
          <p:spPr>
            <a:xfrm flipV="1">
              <a:off x="9907495" y="1775326"/>
              <a:ext cx="412730" cy="220701"/>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22" name="直接箭头连接符 121">
              <a:extLst>
                <a:ext uri="{FF2B5EF4-FFF2-40B4-BE49-F238E27FC236}">
                  <a16:creationId xmlns:a16="http://schemas.microsoft.com/office/drawing/2014/main" id="{FA41B74C-A94D-01B3-6CF7-BF70138EF0E9}"/>
                </a:ext>
              </a:extLst>
            </p:cNvPr>
            <p:cNvCxnSpPr>
              <a:cxnSpLocks/>
              <a:stCxn id="144" idx="6"/>
              <a:endCxn id="120" idx="2"/>
            </p:cNvCxnSpPr>
            <p:nvPr/>
          </p:nvCxnSpPr>
          <p:spPr>
            <a:xfrm>
              <a:off x="9907495" y="1996027"/>
              <a:ext cx="412730" cy="220785"/>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23" name="直接箭头连接符 122">
              <a:extLst>
                <a:ext uri="{FF2B5EF4-FFF2-40B4-BE49-F238E27FC236}">
                  <a16:creationId xmlns:a16="http://schemas.microsoft.com/office/drawing/2014/main" id="{F8C8F68C-085E-291C-0970-5989CD37769A}"/>
                </a:ext>
              </a:extLst>
            </p:cNvPr>
            <p:cNvCxnSpPr>
              <a:cxnSpLocks/>
              <a:stCxn id="144" idx="6"/>
              <a:endCxn id="119" idx="2"/>
            </p:cNvCxnSpPr>
            <p:nvPr/>
          </p:nvCxnSpPr>
          <p:spPr>
            <a:xfrm>
              <a:off x="9907495" y="1996027"/>
              <a:ext cx="412730" cy="662271"/>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24" name="直接箭头连接符 123">
              <a:extLst>
                <a:ext uri="{FF2B5EF4-FFF2-40B4-BE49-F238E27FC236}">
                  <a16:creationId xmlns:a16="http://schemas.microsoft.com/office/drawing/2014/main" id="{AC29B0F4-6235-5AB1-E989-831303D5334D}"/>
                </a:ext>
              </a:extLst>
            </p:cNvPr>
            <p:cNvCxnSpPr>
              <a:cxnSpLocks/>
              <a:stCxn id="145" idx="6"/>
              <a:endCxn id="118" idx="2"/>
            </p:cNvCxnSpPr>
            <p:nvPr/>
          </p:nvCxnSpPr>
          <p:spPr>
            <a:xfrm flipV="1">
              <a:off x="9907495" y="1775326"/>
              <a:ext cx="412730" cy="662271"/>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25" name="直接箭头连接符 124">
              <a:extLst>
                <a:ext uri="{FF2B5EF4-FFF2-40B4-BE49-F238E27FC236}">
                  <a16:creationId xmlns:a16="http://schemas.microsoft.com/office/drawing/2014/main" id="{CBE7D946-1E1B-6377-7D28-01D4B4EDC05D}"/>
                </a:ext>
              </a:extLst>
            </p:cNvPr>
            <p:cNvCxnSpPr>
              <a:cxnSpLocks/>
              <a:stCxn id="145" idx="6"/>
              <a:endCxn id="120" idx="2"/>
            </p:cNvCxnSpPr>
            <p:nvPr/>
          </p:nvCxnSpPr>
          <p:spPr>
            <a:xfrm flipV="1">
              <a:off x="9907495" y="2216812"/>
              <a:ext cx="412730" cy="220785"/>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26" name="直接箭头连接符 125">
              <a:extLst>
                <a:ext uri="{FF2B5EF4-FFF2-40B4-BE49-F238E27FC236}">
                  <a16:creationId xmlns:a16="http://schemas.microsoft.com/office/drawing/2014/main" id="{ED5F38F0-CEEB-5D94-B37C-FC53DEEF3C29}"/>
                </a:ext>
              </a:extLst>
            </p:cNvPr>
            <p:cNvCxnSpPr>
              <a:cxnSpLocks/>
              <a:stCxn id="145" idx="6"/>
              <a:endCxn id="119" idx="2"/>
            </p:cNvCxnSpPr>
            <p:nvPr/>
          </p:nvCxnSpPr>
          <p:spPr>
            <a:xfrm>
              <a:off x="9907495" y="2437597"/>
              <a:ext cx="412730" cy="220701"/>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27" name="直接箭头连接符 126">
              <a:extLst>
                <a:ext uri="{FF2B5EF4-FFF2-40B4-BE49-F238E27FC236}">
                  <a16:creationId xmlns:a16="http://schemas.microsoft.com/office/drawing/2014/main" id="{72428EF4-34CE-189B-B0B0-784610B1C202}"/>
                </a:ext>
              </a:extLst>
            </p:cNvPr>
            <p:cNvCxnSpPr>
              <a:cxnSpLocks/>
              <a:stCxn id="118" idx="6"/>
              <a:endCxn id="146" idx="2"/>
            </p:cNvCxnSpPr>
            <p:nvPr/>
          </p:nvCxnSpPr>
          <p:spPr>
            <a:xfrm>
              <a:off x="10464225" y="1775326"/>
              <a:ext cx="414269" cy="486"/>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28" name="直接箭头连接符 127">
              <a:extLst>
                <a:ext uri="{FF2B5EF4-FFF2-40B4-BE49-F238E27FC236}">
                  <a16:creationId xmlns:a16="http://schemas.microsoft.com/office/drawing/2014/main" id="{5594D65A-00C0-EF57-3F5A-E7EDF59107FE}"/>
                </a:ext>
              </a:extLst>
            </p:cNvPr>
            <p:cNvCxnSpPr>
              <a:cxnSpLocks/>
              <a:stCxn id="118" idx="6"/>
              <a:endCxn id="148" idx="2"/>
            </p:cNvCxnSpPr>
            <p:nvPr/>
          </p:nvCxnSpPr>
          <p:spPr>
            <a:xfrm>
              <a:off x="10464225" y="1775326"/>
              <a:ext cx="412730" cy="882486"/>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29" name="直接箭头连接符 128">
              <a:extLst>
                <a:ext uri="{FF2B5EF4-FFF2-40B4-BE49-F238E27FC236}">
                  <a16:creationId xmlns:a16="http://schemas.microsoft.com/office/drawing/2014/main" id="{4687EDF0-11FF-2DFE-96AE-2D32A1BC51D8}"/>
                </a:ext>
              </a:extLst>
            </p:cNvPr>
            <p:cNvCxnSpPr>
              <a:cxnSpLocks/>
              <a:stCxn id="118" idx="6"/>
              <a:endCxn id="147" idx="2"/>
            </p:cNvCxnSpPr>
            <p:nvPr/>
          </p:nvCxnSpPr>
          <p:spPr>
            <a:xfrm>
              <a:off x="10464225" y="1775326"/>
              <a:ext cx="412730" cy="446137"/>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30" name="直接连接符 129">
              <a:extLst>
                <a:ext uri="{FF2B5EF4-FFF2-40B4-BE49-F238E27FC236}">
                  <a16:creationId xmlns:a16="http://schemas.microsoft.com/office/drawing/2014/main" id="{7572000A-A943-7FA8-FE4C-C2144FA1B7CF}"/>
                </a:ext>
              </a:extLst>
            </p:cNvPr>
            <p:cNvCxnSpPr>
              <a:cxnSpLocks/>
              <a:stCxn id="120" idx="6"/>
              <a:endCxn id="147" idx="2"/>
            </p:cNvCxnSpPr>
            <p:nvPr/>
          </p:nvCxnSpPr>
          <p:spPr>
            <a:xfrm>
              <a:off x="10464225" y="2216812"/>
              <a:ext cx="412730" cy="4651"/>
            </a:xfrm>
            <a:prstGeom prst="line">
              <a:avLst/>
            </a:prstGeom>
            <a:grpFill/>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1" name="直接箭头连接符 130">
              <a:extLst>
                <a:ext uri="{FF2B5EF4-FFF2-40B4-BE49-F238E27FC236}">
                  <a16:creationId xmlns:a16="http://schemas.microsoft.com/office/drawing/2014/main" id="{D8EE6720-843A-275B-8EB4-E4AEF5B28B02}"/>
                </a:ext>
              </a:extLst>
            </p:cNvPr>
            <p:cNvCxnSpPr>
              <a:cxnSpLocks/>
              <a:stCxn id="120" idx="6"/>
              <a:endCxn id="146" idx="2"/>
            </p:cNvCxnSpPr>
            <p:nvPr/>
          </p:nvCxnSpPr>
          <p:spPr>
            <a:xfrm flipV="1">
              <a:off x="10464225" y="1775812"/>
              <a:ext cx="414269" cy="441000"/>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32" name="直接箭头连接符 131">
              <a:extLst>
                <a:ext uri="{FF2B5EF4-FFF2-40B4-BE49-F238E27FC236}">
                  <a16:creationId xmlns:a16="http://schemas.microsoft.com/office/drawing/2014/main" id="{45EA3914-282B-83D8-B2BC-C5A59043DCE1}"/>
                </a:ext>
              </a:extLst>
            </p:cNvPr>
            <p:cNvCxnSpPr>
              <a:cxnSpLocks/>
              <a:stCxn id="120" idx="6"/>
              <a:endCxn id="148" idx="2"/>
            </p:cNvCxnSpPr>
            <p:nvPr/>
          </p:nvCxnSpPr>
          <p:spPr>
            <a:xfrm>
              <a:off x="10464225" y="2216812"/>
              <a:ext cx="412730" cy="441000"/>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33" name="直接箭头连接符 132">
              <a:extLst>
                <a:ext uri="{FF2B5EF4-FFF2-40B4-BE49-F238E27FC236}">
                  <a16:creationId xmlns:a16="http://schemas.microsoft.com/office/drawing/2014/main" id="{7865085E-E2E7-D710-65BA-A9F84BAC2C8A}"/>
                </a:ext>
              </a:extLst>
            </p:cNvPr>
            <p:cNvCxnSpPr>
              <a:cxnSpLocks/>
              <a:stCxn id="119" idx="6"/>
              <a:endCxn id="146" idx="2"/>
            </p:cNvCxnSpPr>
            <p:nvPr/>
          </p:nvCxnSpPr>
          <p:spPr>
            <a:xfrm flipV="1">
              <a:off x="10464225" y="1775812"/>
              <a:ext cx="414269" cy="882486"/>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34" name="直接箭头连接符 133">
              <a:extLst>
                <a:ext uri="{FF2B5EF4-FFF2-40B4-BE49-F238E27FC236}">
                  <a16:creationId xmlns:a16="http://schemas.microsoft.com/office/drawing/2014/main" id="{DFD5A712-BD73-1505-D47D-2C66214D7C07}"/>
                </a:ext>
              </a:extLst>
            </p:cNvPr>
            <p:cNvCxnSpPr>
              <a:cxnSpLocks/>
              <a:stCxn id="119" idx="6"/>
              <a:endCxn id="148" idx="2"/>
            </p:cNvCxnSpPr>
            <p:nvPr/>
          </p:nvCxnSpPr>
          <p:spPr>
            <a:xfrm flipV="1">
              <a:off x="10464225" y="2657812"/>
              <a:ext cx="412730" cy="486"/>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35" name="直接箭头连接符 134">
              <a:extLst>
                <a:ext uri="{FF2B5EF4-FFF2-40B4-BE49-F238E27FC236}">
                  <a16:creationId xmlns:a16="http://schemas.microsoft.com/office/drawing/2014/main" id="{7FDA4CE0-6348-A0EA-2AF6-360A9E83E836}"/>
                </a:ext>
              </a:extLst>
            </p:cNvPr>
            <p:cNvCxnSpPr>
              <a:cxnSpLocks/>
              <a:stCxn id="119" idx="6"/>
              <a:endCxn id="147" idx="2"/>
            </p:cNvCxnSpPr>
            <p:nvPr/>
          </p:nvCxnSpPr>
          <p:spPr>
            <a:xfrm flipV="1">
              <a:off x="10464225" y="2221463"/>
              <a:ext cx="412730" cy="436835"/>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36" name="直接箭头连接符 135">
              <a:extLst>
                <a:ext uri="{FF2B5EF4-FFF2-40B4-BE49-F238E27FC236}">
                  <a16:creationId xmlns:a16="http://schemas.microsoft.com/office/drawing/2014/main" id="{2265E09A-1169-BC4E-3991-3E670C9EADB5}"/>
                </a:ext>
              </a:extLst>
            </p:cNvPr>
            <p:cNvCxnSpPr>
              <a:cxnSpLocks/>
              <a:stCxn id="146" idx="6"/>
              <a:endCxn id="143" idx="2"/>
            </p:cNvCxnSpPr>
            <p:nvPr/>
          </p:nvCxnSpPr>
          <p:spPr>
            <a:xfrm>
              <a:off x="11022494" y="1775812"/>
              <a:ext cx="419489" cy="220215"/>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37" name="直接箭头连接符 136">
              <a:extLst>
                <a:ext uri="{FF2B5EF4-FFF2-40B4-BE49-F238E27FC236}">
                  <a16:creationId xmlns:a16="http://schemas.microsoft.com/office/drawing/2014/main" id="{0B70593F-C3D6-48B5-E5FB-2C84D228FB50}"/>
                </a:ext>
              </a:extLst>
            </p:cNvPr>
            <p:cNvCxnSpPr>
              <a:cxnSpLocks/>
              <a:stCxn id="146" idx="6"/>
              <a:endCxn id="142" idx="2"/>
            </p:cNvCxnSpPr>
            <p:nvPr/>
          </p:nvCxnSpPr>
          <p:spPr>
            <a:xfrm>
              <a:off x="11022494" y="1775812"/>
              <a:ext cx="412730" cy="661785"/>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38" name="直接箭头连接符 137">
              <a:extLst>
                <a:ext uri="{FF2B5EF4-FFF2-40B4-BE49-F238E27FC236}">
                  <a16:creationId xmlns:a16="http://schemas.microsoft.com/office/drawing/2014/main" id="{07A7BF45-C20D-FED0-C1C7-77660EFA6174}"/>
                </a:ext>
              </a:extLst>
            </p:cNvPr>
            <p:cNvCxnSpPr>
              <a:cxnSpLocks/>
              <a:stCxn id="147" idx="6"/>
              <a:endCxn id="143" idx="2"/>
            </p:cNvCxnSpPr>
            <p:nvPr/>
          </p:nvCxnSpPr>
          <p:spPr>
            <a:xfrm flipV="1">
              <a:off x="11020955" y="1996027"/>
              <a:ext cx="421028" cy="225436"/>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39" name="直接箭头连接符 138">
              <a:extLst>
                <a:ext uri="{FF2B5EF4-FFF2-40B4-BE49-F238E27FC236}">
                  <a16:creationId xmlns:a16="http://schemas.microsoft.com/office/drawing/2014/main" id="{B38C0859-92E9-A77F-578F-CEB538AE8591}"/>
                </a:ext>
              </a:extLst>
            </p:cNvPr>
            <p:cNvCxnSpPr>
              <a:cxnSpLocks/>
              <a:stCxn id="147" idx="6"/>
              <a:endCxn id="142" idx="2"/>
            </p:cNvCxnSpPr>
            <p:nvPr/>
          </p:nvCxnSpPr>
          <p:spPr>
            <a:xfrm>
              <a:off x="11020955" y="2221463"/>
              <a:ext cx="414269" cy="216134"/>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40" name="直接箭头连接符 139">
              <a:extLst>
                <a:ext uri="{FF2B5EF4-FFF2-40B4-BE49-F238E27FC236}">
                  <a16:creationId xmlns:a16="http://schemas.microsoft.com/office/drawing/2014/main" id="{43B17566-5BC4-1912-3417-733AD4CF0200}"/>
                </a:ext>
              </a:extLst>
            </p:cNvPr>
            <p:cNvCxnSpPr>
              <a:cxnSpLocks/>
              <a:stCxn id="148" idx="6"/>
              <a:endCxn id="143" idx="2"/>
            </p:cNvCxnSpPr>
            <p:nvPr/>
          </p:nvCxnSpPr>
          <p:spPr>
            <a:xfrm flipV="1">
              <a:off x="11020955" y="1996027"/>
              <a:ext cx="421028" cy="661785"/>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41" name="直接箭头连接符 140">
              <a:extLst>
                <a:ext uri="{FF2B5EF4-FFF2-40B4-BE49-F238E27FC236}">
                  <a16:creationId xmlns:a16="http://schemas.microsoft.com/office/drawing/2014/main" id="{1AB1DF2D-FC01-3C2E-4450-BF117EC233C1}"/>
                </a:ext>
              </a:extLst>
            </p:cNvPr>
            <p:cNvCxnSpPr>
              <a:cxnSpLocks/>
              <a:stCxn id="148" idx="6"/>
              <a:endCxn id="142" idx="2"/>
            </p:cNvCxnSpPr>
            <p:nvPr/>
          </p:nvCxnSpPr>
          <p:spPr>
            <a:xfrm flipV="1">
              <a:off x="11020955" y="2437597"/>
              <a:ext cx="414269" cy="220215"/>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grpSp>
      <p:grpSp>
        <p:nvGrpSpPr>
          <p:cNvPr id="2" name="组合 1">
            <a:extLst>
              <a:ext uri="{FF2B5EF4-FFF2-40B4-BE49-F238E27FC236}">
                <a16:creationId xmlns:a16="http://schemas.microsoft.com/office/drawing/2014/main" id="{423B9F3F-EB6A-C6A5-46FD-0C7CD739F3A8}"/>
              </a:ext>
            </a:extLst>
          </p:cNvPr>
          <p:cNvGrpSpPr/>
          <p:nvPr/>
        </p:nvGrpSpPr>
        <p:grpSpPr>
          <a:xfrm>
            <a:off x="1369298" y="2992262"/>
            <a:ext cx="1893977" cy="717957"/>
            <a:chOff x="1369298" y="2992262"/>
            <a:chExt cx="1893977" cy="717957"/>
          </a:xfrm>
        </p:grpSpPr>
        <p:cxnSp>
          <p:nvCxnSpPr>
            <p:cNvPr id="219" name="直接箭头连接符 218">
              <a:extLst>
                <a:ext uri="{FF2B5EF4-FFF2-40B4-BE49-F238E27FC236}">
                  <a16:creationId xmlns:a16="http://schemas.microsoft.com/office/drawing/2014/main" id="{A307C0EF-AC8D-BCDE-9716-9C80EF3DB86B}"/>
                </a:ext>
              </a:extLst>
            </p:cNvPr>
            <p:cNvCxnSpPr>
              <a:cxnSpLocks/>
              <a:endCxn id="225" idx="0"/>
            </p:cNvCxnSpPr>
            <p:nvPr/>
          </p:nvCxnSpPr>
          <p:spPr>
            <a:xfrm flipH="1">
              <a:off x="1817395" y="2998740"/>
              <a:ext cx="103479" cy="32416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5" name="文本框 224">
                  <a:extLst>
                    <a:ext uri="{FF2B5EF4-FFF2-40B4-BE49-F238E27FC236}">
                      <a16:creationId xmlns:a16="http://schemas.microsoft.com/office/drawing/2014/main" id="{5FF92552-5954-565A-3002-091CFFD97132}"/>
                    </a:ext>
                  </a:extLst>
                </p:cNvPr>
                <p:cNvSpPr txBox="1"/>
                <p:nvPr/>
              </p:nvSpPr>
              <p:spPr>
                <a:xfrm>
                  <a:off x="1369298" y="3322909"/>
                  <a:ext cx="896194" cy="374077"/>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𝑊</m:t>
                            </m:r>
                          </m:e>
                          <m:sub>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𝐴</m:t>
                            </m:r>
                          </m:sup>
                        </m:sSubSup>
                      </m:oMath>
                    </m:oMathPara>
                  </a14:m>
                  <a:endParaRPr lang="zh-CN" altLang="en-US" dirty="0"/>
                </a:p>
              </p:txBody>
            </p:sp>
          </mc:Choice>
          <mc:Fallback xmlns="">
            <p:sp>
              <p:nvSpPr>
                <p:cNvPr id="225" name="文本框 224">
                  <a:extLst>
                    <a:ext uri="{FF2B5EF4-FFF2-40B4-BE49-F238E27FC236}">
                      <a16:creationId xmlns:a16="http://schemas.microsoft.com/office/drawing/2014/main" id="{5FF92552-5954-565A-3002-091CFFD97132}"/>
                    </a:ext>
                  </a:extLst>
                </p:cNvPr>
                <p:cNvSpPr txBox="1">
                  <a:spLocks noRot="1" noChangeAspect="1" noMove="1" noResize="1" noEditPoints="1" noAdjustHandles="1" noChangeArrowheads="1" noChangeShapeType="1" noTextEdit="1"/>
                </p:cNvSpPr>
                <p:nvPr/>
              </p:nvSpPr>
              <p:spPr>
                <a:xfrm>
                  <a:off x="1369298" y="3322909"/>
                  <a:ext cx="896194" cy="374077"/>
                </a:xfrm>
                <a:prstGeom prst="rect">
                  <a:avLst/>
                </a:prstGeom>
                <a:blipFill>
                  <a:blip r:embed="rId3"/>
                  <a:stretch>
                    <a:fillRect b="-327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6" name="文本框 225">
                  <a:extLst>
                    <a:ext uri="{FF2B5EF4-FFF2-40B4-BE49-F238E27FC236}">
                      <a16:creationId xmlns:a16="http://schemas.microsoft.com/office/drawing/2014/main" id="{A7C85C3C-0BD7-6839-CAD0-CD38AA6BAF92}"/>
                    </a:ext>
                  </a:extLst>
                </p:cNvPr>
                <p:cNvSpPr txBox="1"/>
                <p:nvPr/>
              </p:nvSpPr>
              <p:spPr>
                <a:xfrm>
                  <a:off x="2156478" y="3327075"/>
                  <a:ext cx="518575" cy="37459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𝑊</m:t>
                            </m:r>
                          </m:e>
                          <m:sub>
                            <m:r>
                              <a:rPr lang="en-US" altLang="zh-CN" b="0" i="1" smtClean="0">
                                <a:latin typeface="Cambria Math" panose="02040503050406030204" pitchFamily="18" charset="0"/>
                              </a:rPr>
                              <m:t>2</m:t>
                            </m:r>
                          </m:sub>
                          <m:sup>
                            <m:r>
                              <a:rPr lang="en-US" altLang="zh-CN" b="0" i="1" smtClean="0">
                                <a:latin typeface="Cambria Math" panose="02040503050406030204" pitchFamily="18" charset="0"/>
                              </a:rPr>
                              <m:t>𝐴</m:t>
                            </m:r>
                          </m:sup>
                        </m:sSubSup>
                      </m:oMath>
                    </m:oMathPara>
                  </a14:m>
                  <a:endParaRPr lang="zh-CN" altLang="en-US" dirty="0"/>
                </a:p>
              </p:txBody>
            </p:sp>
          </mc:Choice>
          <mc:Fallback xmlns="">
            <p:sp>
              <p:nvSpPr>
                <p:cNvPr id="226" name="文本框 225">
                  <a:extLst>
                    <a:ext uri="{FF2B5EF4-FFF2-40B4-BE49-F238E27FC236}">
                      <a16:creationId xmlns:a16="http://schemas.microsoft.com/office/drawing/2014/main" id="{A7C85C3C-0BD7-6839-CAD0-CD38AA6BAF92}"/>
                    </a:ext>
                  </a:extLst>
                </p:cNvPr>
                <p:cNvSpPr txBox="1">
                  <a:spLocks noRot="1" noChangeAspect="1" noMove="1" noResize="1" noEditPoints="1" noAdjustHandles="1" noChangeArrowheads="1" noChangeShapeType="1" noTextEdit="1"/>
                </p:cNvSpPr>
                <p:nvPr/>
              </p:nvSpPr>
              <p:spPr>
                <a:xfrm>
                  <a:off x="2156478" y="3327075"/>
                  <a:ext cx="518575" cy="374590"/>
                </a:xfrm>
                <a:prstGeom prst="rect">
                  <a:avLst/>
                </a:prstGeom>
                <a:blipFill>
                  <a:blip r:embed="rId4"/>
                  <a:stretch>
                    <a:fillRect l="-7059" b="-327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7" name="文本框 226">
                  <a:extLst>
                    <a:ext uri="{FF2B5EF4-FFF2-40B4-BE49-F238E27FC236}">
                      <a16:creationId xmlns:a16="http://schemas.microsoft.com/office/drawing/2014/main" id="{227E8742-FC29-90AD-5723-DCF68874C39B}"/>
                    </a:ext>
                  </a:extLst>
                </p:cNvPr>
                <p:cNvSpPr txBox="1"/>
                <p:nvPr/>
              </p:nvSpPr>
              <p:spPr>
                <a:xfrm>
                  <a:off x="2744700" y="3334219"/>
                  <a:ext cx="518575" cy="37600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𝑊</m:t>
                            </m:r>
                          </m:e>
                          <m:sub>
                            <m:r>
                              <a:rPr lang="en-US" altLang="zh-CN" b="0" i="1" smtClean="0">
                                <a:latin typeface="Cambria Math" panose="02040503050406030204" pitchFamily="18" charset="0"/>
                              </a:rPr>
                              <m:t>3</m:t>
                            </m:r>
                          </m:sub>
                          <m:sup>
                            <m:r>
                              <a:rPr lang="en-US" altLang="zh-CN" b="0" i="1" smtClean="0">
                                <a:latin typeface="Cambria Math" panose="02040503050406030204" pitchFamily="18" charset="0"/>
                              </a:rPr>
                              <m:t>𝐴</m:t>
                            </m:r>
                          </m:sup>
                        </m:sSubSup>
                      </m:oMath>
                    </m:oMathPara>
                  </a14:m>
                  <a:endParaRPr lang="zh-CN" altLang="en-US" dirty="0"/>
                </a:p>
              </p:txBody>
            </p:sp>
          </mc:Choice>
          <mc:Fallback xmlns="">
            <p:sp>
              <p:nvSpPr>
                <p:cNvPr id="227" name="文本框 226">
                  <a:extLst>
                    <a:ext uri="{FF2B5EF4-FFF2-40B4-BE49-F238E27FC236}">
                      <a16:creationId xmlns:a16="http://schemas.microsoft.com/office/drawing/2014/main" id="{227E8742-FC29-90AD-5723-DCF68874C39B}"/>
                    </a:ext>
                  </a:extLst>
                </p:cNvPr>
                <p:cNvSpPr txBox="1">
                  <a:spLocks noRot="1" noChangeAspect="1" noMove="1" noResize="1" noEditPoints="1" noAdjustHandles="1" noChangeArrowheads="1" noChangeShapeType="1" noTextEdit="1"/>
                </p:cNvSpPr>
                <p:nvPr/>
              </p:nvSpPr>
              <p:spPr>
                <a:xfrm>
                  <a:off x="2744700" y="3334219"/>
                  <a:ext cx="518575" cy="376000"/>
                </a:xfrm>
                <a:prstGeom prst="rect">
                  <a:avLst/>
                </a:prstGeom>
                <a:blipFill>
                  <a:blip r:embed="rId5"/>
                  <a:stretch>
                    <a:fillRect l="-5882" b="-1613"/>
                  </a:stretch>
                </a:blipFill>
              </p:spPr>
              <p:txBody>
                <a:bodyPr/>
                <a:lstStyle/>
                <a:p>
                  <a:r>
                    <a:rPr lang="zh-CN" altLang="en-US">
                      <a:noFill/>
                    </a:rPr>
                    <a:t> </a:t>
                  </a:r>
                </a:p>
              </p:txBody>
            </p:sp>
          </mc:Fallback>
        </mc:AlternateContent>
        <p:cxnSp>
          <p:nvCxnSpPr>
            <p:cNvPr id="228" name="直接箭头连接符 227">
              <a:extLst>
                <a:ext uri="{FF2B5EF4-FFF2-40B4-BE49-F238E27FC236}">
                  <a16:creationId xmlns:a16="http://schemas.microsoft.com/office/drawing/2014/main" id="{97DB7375-4C85-1667-7BA3-77FBD4967689}"/>
                </a:ext>
              </a:extLst>
            </p:cNvPr>
            <p:cNvCxnSpPr>
              <a:cxnSpLocks/>
              <a:endCxn id="226" idx="0"/>
            </p:cNvCxnSpPr>
            <p:nvPr/>
          </p:nvCxnSpPr>
          <p:spPr>
            <a:xfrm>
              <a:off x="2415766" y="3108857"/>
              <a:ext cx="0" cy="21821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3" name="直接箭头连接符 232">
              <a:extLst>
                <a:ext uri="{FF2B5EF4-FFF2-40B4-BE49-F238E27FC236}">
                  <a16:creationId xmlns:a16="http://schemas.microsoft.com/office/drawing/2014/main" id="{F71537D8-A35E-FFF5-77DE-98137F01DFC6}"/>
                </a:ext>
              </a:extLst>
            </p:cNvPr>
            <p:cNvCxnSpPr>
              <a:cxnSpLocks/>
              <a:endCxn id="227" idx="0"/>
            </p:cNvCxnSpPr>
            <p:nvPr/>
          </p:nvCxnSpPr>
          <p:spPr>
            <a:xfrm>
              <a:off x="2842290" y="2992262"/>
              <a:ext cx="161698" cy="34195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pic>
        <p:nvPicPr>
          <p:cNvPr id="237" name="图形 236" descr="添加 纯色填充">
            <a:extLst>
              <a:ext uri="{FF2B5EF4-FFF2-40B4-BE49-F238E27FC236}">
                <a16:creationId xmlns:a16="http://schemas.microsoft.com/office/drawing/2014/main" id="{1990E509-602F-5042-3BE3-C7F79A30C11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V="1">
            <a:off x="3218387" y="2497614"/>
            <a:ext cx="369333" cy="309910"/>
          </a:xfrm>
          <a:prstGeom prst="rect">
            <a:avLst/>
          </a:prstGeom>
        </p:spPr>
      </p:pic>
      <p:grpSp>
        <p:nvGrpSpPr>
          <p:cNvPr id="282" name="组合 281">
            <a:extLst>
              <a:ext uri="{FF2B5EF4-FFF2-40B4-BE49-F238E27FC236}">
                <a16:creationId xmlns:a16="http://schemas.microsoft.com/office/drawing/2014/main" id="{5BF98213-154D-B090-9AE2-ADD3FC5B9C15}"/>
              </a:ext>
            </a:extLst>
          </p:cNvPr>
          <p:cNvGrpSpPr/>
          <p:nvPr/>
        </p:nvGrpSpPr>
        <p:grpSpPr>
          <a:xfrm>
            <a:off x="3746244" y="2104152"/>
            <a:ext cx="1515258" cy="1026972"/>
            <a:chOff x="9763495" y="1703326"/>
            <a:chExt cx="1822488" cy="1026972"/>
          </a:xfrm>
          <a:solidFill>
            <a:schemeClr val="bg1">
              <a:lumMod val="50000"/>
            </a:schemeClr>
          </a:solidFill>
        </p:grpSpPr>
        <p:grpSp>
          <p:nvGrpSpPr>
            <p:cNvPr id="283" name="组合 282">
              <a:extLst>
                <a:ext uri="{FF2B5EF4-FFF2-40B4-BE49-F238E27FC236}">
                  <a16:creationId xmlns:a16="http://schemas.microsoft.com/office/drawing/2014/main" id="{1A3608A7-A423-C624-F002-55198C3BA459}"/>
                </a:ext>
              </a:extLst>
            </p:cNvPr>
            <p:cNvGrpSpPr/>
            <p:nvPr/>
          </p:nvGrpSpPr>
          <p:grpSpPr>
            <a:xfrm>
              <a:off x="10876955" y="1703812"/>
              <a:ext cx="145539" cy="1026000"/>
              <a:chOff x="8792817" y="1721414"/>
              <a:chExt cx="145539" cy="1026000"/>
            </a:xfrm>
            <a:grpFill/>
          </p:grpSpPr>
          <p:sp>
            <p:nvSpPr>
              <p:cNvPr id="314" name="椭圆 313">
                <a:extLst>
                  <a:ext uri="{FF2B5EF4-FFF2-40B4-BE49-F238E27FC236}">
                    <a16:creationId xmlns:a16="http://schemas.microsoft.com/office/drawing/2014/main" id="{D143FBCD-A697-3628-F2D4-7F43A4CBBAEA}"/>
                  </a:ext>
                </a:extLst>
              </p:cNvPr>
              <p:cNvSpPr/>
              <p:nvPr/>
            </p:nvSpPr>
            <p:spPr>
              <a:xfrm>
                <a:off x="8794356" y="1721414"/>
                <a:ext cx="144000" cy="144000"/>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315" name="椭圆 314">
                <a:extLst>
                  <a:ext uri="{FF2B5EF4-FFF2-40B4-BE49-F238E27FC236}">
                    <a16:creationId xmlns:a16="http://schemas.microsoft.com/office/drawing/2014/main" id="{AC5D10B6-1FF3-2445-2FBE-65B163911A9E}"/>
                  </a:ext>
                </a:extLst>
              </p:cNvPr>
              <p:cNvSpPr/>
              <p:nvPr/>
            </p:nvSpPr>
            <p:spPr>
              <a:xfrm>
                <a:off x="8792817" y="2167065"/>
                <a:ext cx="144000" cy="144000"/>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316" name="椭圆 315">
                <a:extLst>
                  <a:ext uri="{FF2B5EF4-FFF2-40B4-BE49-F238E27FC236}">
                    <a16:creationId xmlns:a16="http://schemas.microsoft.com/office/drawing/2014/main" id="{985D5CA5-E760-1AB8-599A-3C6F605B9BBA}"/>
                  </a:ext>
                </a:extLst>
              </p:cNvPr>
              <p:cNvSpPr/>
              <p:nvPr/>
            </p:nvSpPr>
            <p:spPr>
              <a:xfrm>
                <a:off x="8792817" y="2603414"/>
                <a:ext cx="144000" cy="144000"/>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grpSp>
        <p:grpSp>
          <p:nvGrpSpPr>
            <p:cNvPr id="284" name="组合 283">
              <a:extLst>
                <a:ext uri="{FF2B5EF4-FFF2-40B4-BE49-F238E27FC236}">
                  <a16:creationId xmlns:a16="http://schemas.microsoft.com/office/drawing/2014/main" id="{9E474E35-0EC9-7ECC-0714-30C3AADAC184}"/>
                </a:ext>
              </a:extLst>
            </p:cNvPr>
            <p:cNvGrpSpPr/>
            <p:nvPr/>
          </p:nvGrpSpPr>
          <p:grpSpPr>
            <a:xfrm>
              <a:off x="9763495" y="1924027"/>
              <a:ext cx="144000" cy="585570"/>
              <a:chOff x="7743758" y="1982787"/>
              <a:chExt cx="144000" cy="585570"/>
            </a:xfrm>
            <a:grpFill/>
          </p:grpSpPr>
          <p:sp>
            <p:nvSpPr>
              <p:cNvPr id="312" name="椭圆 311">
                <a:extLst>
                  <a:ext uri="{FF2B5EF4-FFF2-40B4-BE49-F238E27FC236}">
                    <a16:creationId xmlns:a16="http://schemas.microsoft.com/office/drawing/2014/main" id="{F8C50BB4-F4E3-48F9-C7C6-642114BC9FF7}"/>
                  </a:ext>
                </a:extLst>
              </p:cNvPr>
              <p:cNvSpPr/>
              <p:nvPr/>
            </p:nvSpPr>
            <p:spPr>
              <a:xfrm>
                <a:off x="7743758" y="1982787"/>
                <a:ext cx="144000" cy="144000"/>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313" name="椭圆 312">
                <a:extLst>
                  <a:ext uri="{FF2B5EF4-FFF2-40B4-BE49-F238E27FC236}">
                    <a16:creationId xmlns:a16="http://schemas.microsoft.com/office/drawing/2014/main" id="{0442814F-666D-B35F-EF63-B318D77F602B}"/>
                  </a:ext>
                </a:extLst>
              </p:cNvPr>
              <p:cNvSpPr/>
              <p:nvPr/>
            </p:nvSpPr>
            <p:spPr>
              <a:xfrm>
                <a:off x="7743758" y="2424357"/>
                <a:ext cx="144000" cy="144000"/>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grpSp>
        <p:grpSp>
          <p:nvGrpSpPr>
            <p:cNvPr id="285" name="组合 284">
              <a:extLst>
                <a:ext uri="{FF2B5EF4-FFF2-40B4-BE49-F238E27FC236}">
                  <a16:creationId xmlns:a16="http://schemas.microsoft.com/office/drawing/2014/main" id="{AFE2A5AE-2FDA-ACFA-00A7-AAC52F0E4CE3}"/>
                </a:ext>
              </a:extLst>
            </p:cNvPr>
            <p:cNvGrpSpPr/>
            <p:nvPr/>
          </p:nvGrpSpPr>
          <p:grpSpPr>
            <a:xfrm>
              <a:off x="11435224" y="1924027"/>
              <a:ext cx="150759" cy="585570"/>
              <a:chOff x="9713661" y="1982787"/>
              <a:chExt cx="150759" cy="585570"/>
            </a:xfrm>
            <a:grpFill/>
          </p:grpSpPr>
          <p:sp>
            <p:nvSpPr>
              <p:cNvPr id="310" name="椭圆 309">
                <a:extLst>
                  <a:ext uri="{FF2B5EF4-FFF2-40B4-BE49-F238E27FC236}">
                    <a16:creationId xmlns:a16="http://schemas.microsoft.com/office/drawing/2014/main" id="{C69838DD-C4D0-248A-50BE-1C94590EDB69}"/>
                  </a:ext>
                </a:extLst>
              </p:cNvPr>
              <p:cNvSpPr/>
              <p:nvPr/>
            </p:nvSpPr>
            <p:spPr>
              <a:xfrm>
                <a:off x="9713661" y="2424357"/>
                <a:ext cx="144000" cy="144000"/>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311" name="椭圆 310">
                <a:extLst>
                  <a:ext uri="{FF2B5EF4-FFF2-40B4-BE49-F238E27FC236}">
                    <a16:creationId xmlns:a16="http://schemas.microsoft.com/office/drawing/2014/main" id="{4271F337-4FFA-727D-65AB-609504240750}"/>
                  </a:ext>
                </a:extLst>
              </p:cNvPr>
              <p:cNvSpPr/>
              <p:nvPr/>
            </p:nvSpPr>
            <p:spPr>
              <a:xfrm>
                <a:off x="9720420" y="1982787"/>
                <a:ext cx="144000" cy="144000"/>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grpSp>
        <p:sp>
          <p:nvSpPr>
            <p:cNvPr id="286" name="椭圆 285">
              <a:extLst>
                <a:ext uri="{FF2B5EF4-FFF2-40B4-BE49-F238E27FC236}">
                  <a16:creationId xmlns:a16="http://schemas.microsoft.com/office/drawing/2014/main" id="{A853C15F-FCB6-B2E4-574E-64D88E242994}"/>
                </a:ext>
              </a:extLst>
            </p:cNvPr>
            <p:cNvSpPr/>
            <p:nvPr/>
          </p:nvSpPr>
          <p:spPr>
            <a:xfrm>
              <a:off x="10320225" y="1703326"/>
              <a:ext cx="144000" cy="144000"/>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287" name="椭圆 286">
              <a:extLst>
                <a:ext uri="{FF2B5EF4-FFF2-40B4-BE49-F238E27FC236}">
                  <a16:creationId xmlns:a16="http://schemas.microsoft.com/office/drawing/2014/main" id="{1A1CDD76-8BD5-289B-201D-306D5635E006}"/>
                </a:ext>
              </a:extLst>
            </p:cNvPr>
            <p:cNvSpPr/>
            <p:nvPr/>
          </p:nvSpPr>
          <p:spPr>
            <a:xfrm>
              <a:off x="10320225" y="2586298"/>
              <a:ext cx="144000" cy="144000"/>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288" name="椭圆 287">
              <a:extLst>
                <a:ext uri="{FF2B5EF4-FFF2-40B4-BE49-F238E27FC236}">
                  <a16:creationId xmlns:a16="http://schemas.microsoft.com/office/drawing/2014/main" id="{66428FF7-93D1-AE6E-F783-875C957FA21C}"/>
                </a:ext>
              </a:extLst>
            </p:cNvPr>
            <p:cNvSpPr/>
            <p:nvPr/>
          </p:nvSpPr>
          <p:spPr>
            <a:xfrm>
              <a:off x="10320225" y="2144812"/>
              <a:ext cx="144000" cy="144000"/>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cxnSp>
          <p:nvCxnSpPr>
            <p:cNvPr id="289" name="直接箭头连接符 288">
              <a:extLst>
                <a:ext uri="{FF2B5EF4-FFF2-40B4-BE49-F238E27FC236}">
                  <a16:creationId xmlns:a16="http://schemas.microsoft.com/office/drawing/2014/main" id="{E540AFAD-AC06-1067-1DAB-0B193191165E}"/>
                </a:ext>
              </a:extLst>
            </p:cNvPr>
            <p:cNvCxnSpPr>
              <a:cxnSpLocks/>
              <a:stCxn id="312" idx="6"/>
              <a:endCxn id="286" idx="2"/>
            </p:cNvCxnSpPr>
            <p:nvPr/>
          </p:nvCxnSpPr>
          <p:spPr>
            <a:xfrm flipV="1">
              <a:off x="9907495" y="1775326"/>
              <a:ext cx="412730" cy="220701"/>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90" name="直接箭头连接符 289">
              <a:extLst>
                <a:ext uri="{FF2B5EF4-FFF2-40B4-BE49-F238E27FC236}">
                  <a16:creationId xmlns:a16="http://schemas.microsoft.com/office/drawing/2014/main" id="{F3958D1D-375B-732F-1620-01774D9D4FFC}"/>
                </a:ext>
              </a:extLst>
            </p:cNvPr>
            <p:cNvCxnSpPr>
              <a:cxnSpLocks/>
              <a:stCxn id="312" idx="6"/>
              <a:endCxn id="288" idx="2"/>
            </p:cNvCxnSpPr>
            <p:nvPr/>
          </p:nvCxnSpPr>
          <p:spPr>
            <a:xfrm>
              <a:off x="9907495" y="1996027"/>
              <a:ext cx="412730" cy="220785"/>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91" name="直接箭头连接符 290">
              <a:extLst>
                <a:ext uri="{FF2B5EF4-FFF2-40B4-BE49-F238E27FC236}">
                  <a16:creationId xmlns:a16="http://schemas.microsoft.com/office/drawing/2014/main" id="{FB6B97C5-6F9E-9CC1-F14D-ACB1818D040D}"/>
                </a:ext>
              </a:extLst>
            </p:cNvPr>
            <p:cNvCxnSpPr>
              <a:cxnSpLocks/>
              <a:stCxn id="312" idx="6"/>
              <a:endCxn id="287" idx="2"/>
            </p:cNvCxnSpPr>
            <p:nvPr/>
          </p:nvCxnSpPr>
          <p:spPr>
            <a:xfrm>
              <a:off x="9907495" y="1996027"/>
              <a:ext cx="412730" cy="662271"/>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92" name="直接箭头连接符 291">
              <a:extLst>
                <a:ext uri="{FF2B5EF4-FFF2-40B4-BE49-F238E27FC236}">
                  <a16:creationId xmlns:a16="http://schemas.microsoft.com/office/drawing/2014/main" id="{CB7B2032-8E8A-D91A-B3E5-BC6FF326E113}"/>
                </a:ext>
              </a:extLst>
            </p:cNvPr>
            <p:cNvCxnSpPr>
              <a:cxnSpLocks/>
              <a:stCxn id="313" idx="6"/>
              <a:endCxn id="286" idx="2"/>
            </p:cNvCxnSpPr>
            <p:nvPr/>
          </p:nvCxnSpPr>
          <p:spPr>
            <a:xfrm flipV="1">
              <a:off x="9907495" y="1775326"/>
              <a:ext cx="412730" cy="662271"/>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93" name="直接箭头连接符 292">
              <a:extLst>
                <a:ext uri="{FF2B5EF4-FFF2-40B4-BE49-F238E27FC236}">
                  <a16:creationId xmlns:a16="http://schemas.microsoft.com/office/drawing/2014/main" id="{48BD28D6-47B4-B0AC-6A7D-19A5FBA3A869}"/>
                </a:ext>
              </a:extLst>
            </p:cNvPr>
            <p:cNvCxnSpPr>
              <a:cxnSpLocks/>
              <a:stCxn id="313" idx="6"/>
              <a:endCxn id="288" idx="2"/>
            </p:cNvCxnSpPr>
            <p:nvPr/>
          </p:nvCxnSpPr>
          <p:spPr>
            <a:xfrm flipV="1">
              <a:off x="9907495" y="2216812"/>
              <a:ext cx="412730" cy="220785"/>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94" name="直接箭头连接符 293">
              <a:extLst>
                <a:ext uri="{FF2B5EF4-FFF2-40B4-BE49-F238E27FC236}">
                  <a16:creationId xmlns:a16="http://schemas.microsoft.com/office/drawing/2014/main" id="{A30B64DB-C84F-6E19-1F4D-1574BCB1BBB1}"/>
                </a:ext>
              </a:extLst>
            </p:cNvPr>
            <p:cNvCxnSpPr>
              <a:cxnSpLocks/>
              <a:stCxn id="313" idx="6"/>
              <a:endCxn id="287" idx="2"/>
            </p:cNvCxnSpPr>
            <p:nvPr/>
          </p:nvCxnSpPr>
          <p:spPr>
            <a:xfrm>
              <a:off x="9907495" y="2437597"/>
              <a:ext cx="412730" cy="220701"/>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95" name="直接箭头连接符 294">
              <a:extLst>
                <a:ext uri="{FF2B5EF4-FFF2-40B4-BE49-F238E27FC236}">
                  <a16:creationId xmlns:a16="http://schemas.microsoft.com/office/drawing/2014/main" id="{BBFD37C1-53F8-2FCD-53CC-DB5C67A0B380}"/>
                </a:ext>
              </a:extLst>
            </p:cNvPr>
            <p:cNvCxnSpPr>
              <a:cxnSpLocks/>
              <a:stCxn id="286" idx="6"/>
              <a:endCxn id="314" idx="2"/>
            </p:cNvCxnSpPr>
            <p:nvPr/>
          </p:nvCxnSpPr>
          <p:spPr>
            <a:xfrm>
              <a:off x="10464225" y="1775326"/>
              <a:ext cx="414269" cy="486"/>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96" name="直接箭头连接符 295">
              <a:extLst>
                <a:ext uri="{FF2B5EF4-FFF2-40B4-BE49-F238E27FC236}">
                  <a16:creationId xmlns:a16="http://schemas.microsoft.com/office/drawing/2014/main" id="{F96429BB-4435-B21B-E4C5-DD4D26F6E41F}"/>
                </a:ext>
              </a:extLst>
            </p:cNvPr>
            <p:cNvCxnSpPr>
              <a:cxnSpLocks/>
              <a:stCxn id="286" idx="6"/>
              <a:endCxn id="316" idx="2"/>
            </p:cNvCxnSpPr>
            <p:nvPr/>
          </p:nvCxnSpPr>
          <p:spPr>
            <a:xfrm>
              <a:off x="10464225" y="1775326"/>
              <a:ext cx="412730" cy="882486"/>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97" name="直接箭头连接符 296">
              <a:extLst>
                <a:ext uri="{FF2B5EF4-FFF2-40B4-BE49-F238E27FC236}">
                  <a16:creationId xmlns:a16="http://schemas.microsoft.com/office/drawing/2014/main" id="{F205FF41-3EC4-8FF2-335B-EC8B0C37FEFE}"/>
                </a:ext>
              </a:extLst>
            </p:cNvPr>
            <p:cNvCxnSpPr>
              <a:cxnSpLocks/>
              <a:stCxn id="286" idx="6"/>
              <a:endCxn id="315" idx="2"/>
            </p:cNvCxnSpPr>
            <p:nvPr/>
          </p:nvCxnSpPr>
          <p:spPr>
            <a:xfrm>
              <a:off x="10464225" y="1775326"/>
              <a:ext cx="412730" cy="446137"/>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98" name="直接连接符 297">
              <a:extLst>
                <a:ext uri="{FF2B5EF4-FFF2-40B4-BE49-F238E27FC236}">
                  <a16:creationId xmlns:a16="http://schemas.microsoft.com/office/drawing/2014/main" id="{5B68744D-5C17-A958-85AD-44499EDC6EAF}"/>
                </a:ext>
              </a:extLst>
            </p:cNvPr>
            <p:cNvCxnSpPr>
              <a:cxnSpLocks/>
              <a:stCxn id="288" idx="6"/>
              <a:endCxn id="315" idx="2"/>
            </p:cNvCxnSpPr>
            <p:nvPr/>
          </p:nvCxnSpPr>
          <p:spPr>
            <a:xfrm>
              <a:off x="10464225" y="2216812"/>
              <a:ext cx="412730" cy="4651"/>
            </a:xfrm>
            <a:prstGeom prst="line">
              <a:avLst/>
            </a:prstGeom>
            <a:grpFill/>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99" name="直接箭头连接符 298">
              <a:extLst>
                <a:ext uri="{FF2B5EF4-FFF2-40B4-BE49-F238E27FC236}">
                  <a16:creationId xmlns:a16="http://schemas.microsoft.com/office/drawing/2014/main" id="{9B6ED1B8-9ABC-1D43-06E2-D1E6D91C6BEC}"/>
                </a:ext>
              </a:extLst>
            </p:cNvPr>
            <p:cNvCxnSpPr>
              <a:cxnSpLocks/>
              <a:stCxn id="288" idx="6"/>
              <a:endCxn id="314" idx="2"/>
            </p:cNvCxnSpPr>
            <p:nvPr/>
          </p:nvCxnSpPr>
          <p:spPr>
            <a:xfrm flipV="1">
              <a:off x="10464225" y="1775812"/>
              <a:ext cx="414269" cy="441000"/>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00" name="直接箭头连接符 299">
              <a:extLst>
                <a:ext uri="{FF2B5EF4-FFF2-40B4-BE49-F238E27FC236}">
                  <a16:creationId xmlns:a16="http://schemas.microsoft.com/office/drawing/2014/main" id="{36EB08DD-827D-82EC-58F7-473966AE882F}"/>
                </a:ext>
              </a:extLst>
            </p:cNvPr>
            <p:cNvCxnSpPr>
              <a:cxnSpLocks/>
              <a:stCxn id="288" idx="6"/>
              <a:endCxn id="316" idx="2"/>
            </p:cNvCxnSpPr>
            <p:nvPr/>
          </p:nvCxnSpPr>
          <p:spPr>
            <a:xfrm>
              <a:off x="10464225" y="2216812"/>
              <a:ext cx="412730" cy="441000"/>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01" name="直接箭头连接符 300">
              <a:extLst>
                <a:ext uri="{FF2B5EF4-FFF2-40B4-BE49-F238E27FC236}">
                  <a16:creationId xmlns:a16="http://schemas.microsoft.com/office/drawing/2014/main" id="{F14CF89A-D2DE-5707-8860-32D64FFA82E5}"/>
                </a:ext>
              </a:extLst>
            </p:cNvPr>
            <p:cNvCxnSpPr>
              <a:cxnSpLocks/>
              <a:stCxn id="287" idx="6"/>
              <a:endCxn id="314" idx="2"/>
            </p:cNvCxnSpPr>
            <p:nvPr/>
          </p:nvCxnSpPr>
          <p:spPr>
            <a:xfrm flipV="1">
              <a:off x="10464225" y="1775812"/>
              <a:ext cx="414269" cy="882486"/>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02" name="直接箭头连接符 301">
              <a:extLst>
                <a:ext uri="{FF2B5EF4-FFF2-40B4-BE49-F238E27FC236}">
                  <a16:creationId xmlns:a16="http://schemas.microsoft.com/office/drawing/2014/main" id="{2EEBB1A6-5FD9-2DC5-E045-502A58475896}"/>
                </a:ext>
              </a:extLst>
            </p:cNvPr>
            <p:cNvCxnSpPr>
              <a:cxnSpLocks/>
              <a:stCxn id="287" idx="6"/>
              <a:endCxn id="316" idx="2"/>
            </p:cNvCxnSpPr>
            <p:nvPr/>
          </p:nvCxnSpPr>
          <p:spPr>
            <a:xfrm flipV="1">
              <a:off x="10464225" y="2657812"/>
              <a:ext cx="412730" cy="486"/>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03" name="直接箭头连接符 302">
              <a:extLst>
                <a:ext uri="{FF2B5EF4-FFF2-40B4-BE49-F238E27FC236}">
                  <a16:creationId xmlns:a16="http://schemas.microsoft.com/office/drawing/2014/main" id="{21C5CCB5-C905-E72B-9DC3-DA703B5E2905}"/>
                </a:ext>
              </a:extLst>
            </p:cNvPr>
            <p:cNvCxnSpPr>
              <a:cxnSpLocks/>
              <a:stCxn id="287" idx="6"/>
              <a:endCxn id="315" idx="2"/>
            </p:cNvCxnSpPr>
            <p:nvPr/>
          </p:nvCxnSpPr>
          <p:spPr>
            <a:xfrm flipV="1">
              <a:off x="10464225" y="2221463"/>
              <a:ext cx="412730" cy="436835"/>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04" name="直接箭头连接符 303">
              <a:extLst>
                <a:ext uri="{FF2B5EF4-FFF2-40B4-BE49-F238E27FC236}">
                  <a16:creationId xmlns:a16="http://schemas.microsoft.com/office/drawing/2014/main" id="{0BD9C9DF-5754-DFB8-7AA0-149530126F30}"/>
                </a:ext>
              </a:extLst>
            </p:cNvPr>
            <p:cNvCxnSpPr>
              <a:cxnSpLocks/>
              <a:stCxn id="314" idx="6"/>
              <a:endCxn id="311" idx="2"/>
            </p:cNvCxnSpPr>
            <p:nvPr/>
          </p:nvCxnSpPr>
          <p:spPr>
            <a:xfrm>
              <a:off x="11022494" y="1775812"/>
              <a:ext cx="419489" cy="220215"/>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05" name="直接箭头连接符 304">
              <a:extLst>
                <a:ext uri="{FF2B5EF4-FFF2-40B4-BE49-F238E27FC236}">
                  <a16:creationId xmlns:a16="http://schemas.microsoft.com/office/drawing/2014/main" id="{E592B4A2-A6D6-BA7C-8624-F6B0737E68D2}"/>
                </a:ext>
              </a:extLst>
            </p:cNvPr>
            <p:cNvCxnSpPr>
              <a:cxnSpLocks/>
              <a:stCxn id="314" idx="6"/>
              <a:endCxn id="310" idx="2"/>
            </p:cNvCxnSpPr>
            <p:nvPr/>
          </p:nvCxnSpPr>
          <p:spPr>
            <a:xfrm>
              <a:off x="11022494" y="1775812"/>
              <a:ext cx="412730" cy="661785"/>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06" name="直接箭头连接符 305">
              <a:extLst>
                <a:ext uri="{FF2B5EF4-FFF2-40B4-BE49-F238E27FC236}">
                  <a16:creationId xmlns:a16="http://schemas.microsoft.com/office/drawing/2014/main" id="{BD5CD8A6-9436-895F-8F86-4961730D249D}"/>
                </a:ext>
              </a:extLst>
            </p:cNvPr>
            <p:cNvCxnSpPr>
              <a:cxnSpLocks/>
              <a:stCxn id="315" idx="6"/>
              <a:endCxn id="311" idx="2"/>
            </p:cNvCxnSpPr>
            <p:nvPr/>
          </p:nvCxnSpPr>
          <p:spPr>
            <a:xfrm flipV="1">
              <a:off x="11020955" y="1996027"/>
              <a:ext cx="421028" cy="225436"/>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07" name="直接箭头连接符 306">
              <a:extLst>
                <a:ext uri="{FF2B5EF4-FFF2-40B4-BE49-F238E27FC236}">
                  <a16:creationId xmlns:a16="http://schemas.microsoft.com/office/drawing/2014/main" id="{92D90D4B-63A4-0E21-FBBD-7DD0DEDFF125}"/>
                </a:ext>
              </a:extLst>
            </p:cNvPr>
            <p:cNvCxnSpPr>
              <a:cxnSpLocks/>
              <a:stCxn id="315" idx="6"/>
              <a:endCxn id="310" idx="2"/>
            </p:cNvCxnSpPr>
            <p:nvPr/>
          </p:nvCxnSpPr>
          <p:spPr>
            <a:xfrm>
              <a:off x="11020955" y="2221463"/>
              <a:ext cx="414269" cy="216134"/>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08" name="直接箭头连接符 307">
              <a:extLst>
                <a:ext uri="{FF2B5EF4-FFF2-40B4-BE49-F238E27FC236}">
                  <a16:creationId xmlns:a16="http://schemas.microsoft.com/office/drawing/2014/main" id="{45E26564-C2E8-2A0E-C556-22445224E5E0}"/>
                </a:ext>
              </a:extLst>
            </p:cNvPr>
            <p:cNvCxnSpPr>
              <a:cxnSpLocks/>
              <a:stCxn id="316" idx="6"/>
              <a:endCxn id="311" idx="2"/>
            </p:cNvCxnSpPr>
            <p:nvPr/>
          </p:nvCxnSpPr>
          <p:spPr>
            <a:xfrm flipV="1">
              <a:off x="11020955" y="1996027"/>
              <a:ext cx="421028" cy="661785"/>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09" name="直接箭头连接符 308">
              <a:extLst>
                <a:ext uri="{FF2B5EF4-FFF2-40B4-BE49-F238E27FC236}">
                  <a16:creationId xmlns:a16="http://schemas.microsoft.com/office/drawing/2014/main" id="{EF023E1C-CF2A-E876-3DCC-4ED9B651492D}"/>
                </a:ext>
              </a:extLst>
            </p:cNvPr>
            <p:cNvCxnSpPr>
              <a:cxnSpLocks/>
              <a:stCxn id="316" idx="6"/>
              <a:endCxn id="310" idx="2"/>
            </p:cNvCxnSpPr>
            <p:nvPr/>
          </p:nvCxnSpPr>
          <p:spPr>
            <a:xfrm flipV="1">
              <a:off x="11020955" y="2437597"/>
              <a:ext cx="414269" cy="220215"/>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grpSp>
      <p:grpSp>
        <p:nvGrpSpPr>
          <p:cNvPr id="4" name="组合 3">
            <a:extLst>
              <a:ext uri="{FF2B5EF4-FFF2-40B4-BE49-F238E27FC236}">
                <a16:creationId xmlns:a16="http://schemas.microsoft.com/office/drawing/2014/main" id="{27ED2617-3A02-BFD8-F5AD-AC637FA2C629}"/>
              </a:ext>
            </a:extLst>
          </p:cNvPr>
          <p:cNvGrpSpPr/>
          <p:nvPr/>
        </p:nvGrpSpPr>
        <p:grpSpPr>
          <a:xfrm>
            <a:off x="3485969" y="2979674"/>
            <a:ext cx="1893977" cy="716547"/>
            <a:chOff x="3485969" y="2979674"/>
            <a:chExt cx="1893977" cy="716547"/>
          </a:xfrm>
        </p:grpSpPr>
        <p:cxnSp>
          <p:nvCxnSpPr>
            <p:cNvPr id="317" name="直接箭头连接符 316">
              <a:extLst>
                <a:ext uri="{FF2B5EF4-FFF2-40B4-BE49-F238E27FC236}">
                  <a16:creationId xmlns:a16="http://schemas.microsoft.com/office/drawing/2014/main" id="{EADFDA72-6F6A-2EE5-9B11-49D8B3FE9D60}"/>
                </a:ext>
              </a:extLst>
            </p:cNvPr>
            <p:cNvCxnSpPr>
              <a:cxnSpLocks/>
              <a:endCxn id="318" idx="0"/>
            </p:cNvCxnSpPr>
            <p:nvPr/>
          </p:nvCxnSpPr>
          <p:spPr>
            <a:xfrm flipH="1">
              <a:off x="3934066" y="2986152"/>
              <a:ext cx="103479" cy="32416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8" name="文本框 317">
                  <a:extLst>
                    <a:ext uri="{FF2B5EF4-FFF2-40B4-BE49-F238E27FC236}">
                      <a16:creationId xmlns:a16="http://schemas.microsoft.com/office/drawing/2014/main" id="{48FAA3E8-DE6E-5773-48F3-AA2BE6AFB00D}"/>
                    </a:ext>
                  </a:extLst>
                </p:cNvPr>
                <p:cNvSpPr txBox="1"/>
                <p:nvPr/>
              </p:nvSpPr>
              <p:spPr>
                <a:xfrm>
                  <a:off x="3485969" y="3310321"/>
                  <a:ext cx="896194" cy="372666"/>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𝑊</m:t>
                            </m:r>
                          </m:e>
                          <m:sub>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𝐵</m:t>
                            </m:r>
                          </m:sup>
                        </m:sSubSup>
                      </m:oMath>
                    </m:oMathPara>
                  </a14:m>
                  <a:endParaRPr lang="zh-CN" altLang="en-US" dirty="0"/>
                </a:p>
              </p:txBody>
            </p:sp>
          </mc:Choice>
          <mc:Fallback xmlns="">
            <p:sp>
              <p:nvSpPr>
                <p:cNvPr id="318" name="文本框 317">
                  <a:extLst>
                    <a:ext uri="{FF2B5EF4-FFF2-40B4-BE49-F238E27FC236}">
                      <a16:creationId xmlns:a16="http://schemas.microsoft.com/office/drawing/2014/main" id="{48FAA3E8-DE6E-5773-48F3-AA2BE6AFB00D}"/>
                    </a:ext>
                  </a:extLst>
                </p:cNvPr>
                <p:cNvSpPr txBox="1">
                  <a:spLocks noRot="1" noChangeAspect="1" noMove="1" noResize="1" noEditPoints="1" noAdjustHandles="1" noChangeArrowheads="1" noChangeShapeType="1" noTextEdit="1"/>
                </p:cNvSpPr>
                <p:nvPr/>
              </p:nvSpPr>
              <p:spPr>
                <a:xfrm>
                  <a:off x="3485969" y="3310321"/>
                  <a:ext cx="896194" cy="372666"/>
                </a:xfrm>
                <a:prstGeom prst="rect">
                  <a:avLst/>
                </a:prstGeom>
                <a:blipFill>
                  <a:blip r:embed="rId8"/>
                  <a:stretch>
                    <a:fillRect b="-327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9" name="文本框 318">
                  <a:extLst>
                    <a:ext uri="{FF2B5EF4-FFF2-40B4-BE49-F238E27FC236}">
                      <a16:creationId xmlns:a16="http://schemas.microsoft.com/office/drawing/2014/main" id="{CE78EE7F-50E0-C7B0-11F3-C3145302A2B1}"/>
                    </a:ext>
                  </a:extLst>
                </p:cNvPr>
                <p:cNvSpPr txBox="1"/>
                <p:nvPr/>
              </p:nvSpPr>
              <p:spPr>
                <a:xfrm>
                  <a:off x="4273149" y="3314487"/>
                  <a:ext cx="518575" cy="373179"/>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𝑊</m:t>
                            </m:r>
                          </m:e>
                          <m:sub>
                            <m:r>
                              <a:rPr lang="en-US" altLang="zh-CN" b="0" i="1" smtClean="0">
                                <a:latin typeface="Cambria Math" panose="02040503050406030204" pitchFamily="18" charset="0"/>
                              </a:rPr>
                              <m:t>2</m:t>
                            </m:r>
                          </m:sub>
                          <m:sup>
                            <m:r>
                              <a:rPr lang="en-US" altLang="zh-CN" b="0" i="1" smtClean="0">
                                <a:latin typeface="Cambria Math" panose="02040503050406030204" pitchFamily="18" charset="0"/>
                              </a:rPr>
                              <m:t>𝐵</m:t>
                            </m:r>
                          </m:sup>
                        </m:sSubSup>
                      </m:oMath>
                    </m:oMathPara>
                  </a14:m>
                  <a:endParaRPr lang="zh-CN" altLang="en-US" dirty="0"/>
                </a:p>
              </p:txBody>
            </p:sp>
          </mc:Choice>
          <mc:Fallback xmlns="">
            <p:sp>
              <p:nvSpPr>
                <p:cNvPr id="319" name="文本框 318">
                  <a:extLst>
                    <a:ext uri="{FF2B5EF4-FFF2-40B4-BE49-F238E27FC236}">
                      <a16:creationId xmlns:a16="http://schemas.microsoft.com/office/drawing/2014/main" id="{CE78EE7F-50E0-C7B0-11F3-C3145302A2B1}"/>
                    </a:ext>
                  </a:extLst>
                </p:cNvPr>
                <p:cNvSpPr txBox="1">
                  <a:spLocks noRot="1" noChangeAspect="1" noMove="1" noResize="1" noEditPoints="1" noAdjustHandles="1" noChangeArrowheads="1" noChangeShapeType="1" noTextEdit="1"/>
                </p:cNvSpPr>
                <p:nvPr/>
              </p:nvSpPr>
              <p:spPr>
                <a:xfrm>
                  <a:off x="4273149" y="3314487"/>
                  <a:ext cx="518575" cy="373179"/>
                </a:xfrm>
                <a:prstGeom prst="rect">
                  <a:avLst/>
                </a:prstGeom>
                <a:blipFill>
                  <a:blip r:embed="rId9"/>
                  <a:stretch>
                    <a:fillRect l="-7059" b="-327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0" name="文本框 319">
                  <a:extLst>
                    <a:ext uri="{FF2B5EF4-FFF2-40B4-BE49-F238E27FC236}">
                      <a16:creationId xmlns:a16="http://schemas.microsoft.com/office/drawing/2014/main" id="{45A71843-22F8-4436-842D-FD1ACB57F455}"/>
                    </a:ext>
                  </a:extLst>
                </p:cNvPr>
                <p:cNvSpPr txBox="1"/>
                <p:nvPr/>
              </p:nvSpPr>
              <p:spPr>
                <a:xfrm>
                  <a:off x="4861371" y="3321631"/>
                  <a:ext cx="518575" cy="37459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𝑊</m:t>
                            </m:r>
                          </m:e>
                          <m:sub>
                            <m:r>
                              <a:rPr lang="en-US" altLang="zh-CN" b="0" i="1" smtClean="0">
                                <a:latin typeface="Cambria Math" panose="02040503050406030204" pitchFamily="18" charset="0"/>
                              </a:rPr>
                              <m:t>3</m:t>
                            </m:r>
                          </m:sub>
                          <m:sup>
                            <m:r>
                              <a:rPr lang="en-US" altLang="zh-CN" b="0" i="1" smtClean="0">
                                <a:latin typeface="Cambria Math" panose="02040503050406030204" pitchFamily="18" charset="0"/>
                              </a:rPr>
                              <m:t>𝐵</m:t>
                            </m:r>
                          </m:sup>
                        </m:sSubSup>
                      </m:oMath>
                    </m:oMathPara>
                  </a14:m>
                  <a:endParaRPr lang="zh-CN" altLang="en-US" dirty="0"/>
                </a:p>
              </p:txBody>
            </p:sp>
          </mc:Choice>
          <mc:Fallback xmlns="">
            <p:sp>
              <p:nvSpPr>
                <p:cNvPr id="320" name="文本框 319">
                  <a:extLst>
                    <a:ext uri="{FF2B5EF4-FFF2-40B4-BE49-F238E27FC236}">
                      <a16:creationId xmlns:a16="http://schemas.microsoft.com/office/drawing/2014/main" id="{45A71843-22F8-4436-842D-FD1ACB57F455}"/>
                    </a:ext>
                  </a:extLst>
                </p:cNvPr>
                <p:cNvSpPr txBox="1">
                  <a:spLocks noRot="1" noChangeAspect="1" noMove="1" noResize="1" noEditPoints="1" noAdjustHandles="1" noChangeArrowheads="1" noChangeShapeType="1" noTextEdit="1"/>
                </p:cNvSpPr>
                <p:nvPr/>
              </p:nvSpPr>
              <p:spPr>
                <a:xfrm>
                  <a:off x="4861371" y="3321631"/>
                  <a:ext cx="518575" cy="374590"/>
                </a:xfrm>
                <a:prstGeom prst="rect">
                  <a:avLst/>
                </a:prstGeom>
                <a:blipFill>
                  <a:blip r:embed="rId10"/>
                  <a:stretch>
                    <a:fillRect l="-5814" b="-3279"/>
                  </a:stretch>
                </a:blipFill>
              </p:spPr>
              <p:txBody>
                <a:bodyPr/>
                <a:lstStyle/>
                <a:p>
                  <a:r>
                    <a:rPr lang="zh-CN" altLang="en-US">
                      <a:noFill/>
                    </a:rPr>
                    <a:t> </a:t>
                  </a:r>
                </a:p>
              </p:txBody>
            </p:sp>
          </mc:Fallback>
        </mc:AlternateContent>
        <p:cxnSp>
          <p:nvCxnSpPr>
            <p:cNvPr id="321" name="直接箭头连接符 320">
              <a:extLst>
                <a:ext uri="{FF2B5EF4-FFF2-40B4-BE49-F238E27FC236}">
                  <a16:creationId xmlns:a16="http://schemas.microsoft.com/office/drawing/2014/main" id="{D7591053-946B-202E-186F-5D9EF4E9ABDD}"/>
                </a:ext>
              </a:extLst>
            </p:cNvPr>
            <p:cNvCxnSpPr>
              <a:cxnSpLocks/>
              <a:endCxn id="319" idx="0"/>
            </p:cNvCxnSpPr>
            <p:nvPr/>
          </p:nvCxnSpPr>
          <p:spPr>
            <a:xfrm>
              <a:off x="4532437" y="3096269"/>
              <a:ext cx="0" cy="21821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2" name="直接箭头连接符 321">
              <a:extLst>
                <a:ext uri="{FF2B5EF4-FFF2-40B4-BE49-F238E27FC236}">
                  <a16:creationId xmlns:a16="http://schemas.microsoft.com/office/drawing/2014/main" id="{17A47331-9FD4-AF66-DC6F-25A8A8FDC2A8}"/>
                </a:ext>
              </a:extLst>
            </p:cNvPr>
            <p:cNvCxnSpPr>
              <a:cxnSpLocks/>
              <a:endCxn id="320" idx="0"/>
            </p:cNvCxnSpPr>
            <p:nvPr/>
          </p:nvCxnSpPr>
          <p:spPr>
            <a:xfrm>
              <a:off x="4958961" y="2979674"/>
              <a:ext cx="161698" cy="34195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 name="组合 5">
            <a:extLst>
              <a:ext uri="{FF2B5EF4-FFF2-40B4-BE49-F238E27FC236}">
                <a16:creationId xmlns:a16="http://schemas.microsoft.com/office/drawing/2014/main" id="{C22B4DDE-BDE5-5685-9510-BEB488CA02A8}"/>
              </a:ext>
            </a:extLst>
          </p:cNvPr>
          <p:cNvGrpSpPr/>
          <p:nvPr/>
        </p:nvGrpSpPr>
        <p:grpSpPr>
          <a:xfrm>
            <a:off x="5379946" y="2093805"/>
            <a:ext cx="3393312" cy="1658167"/>
            <a:chOff x="5379946" y="2093805"/>
            <a:chExt cx="3393312" cy="1658167"/>
          </a:xfrm>
        </p:grpSpPr>
        <p:sp>
          <p:nvSpPr>
            <p:cNvPr id="239" name="箭头: 下 238">
              <a:extLst>
                <a:ext uri="{FF2B5EF4-FFF2-40B4-BE49-F238E27FC236}">
                  <a16:creationId xmlns:a16="http://schemas.microsoft.com/office/drawing/2014/main" id="{98937CC4-0B25-3773-BEB5-DA5CB76A09FA}"/>
                </a:ext>
              </a:extLst>
            </p:cNvPr>
            <p:cNvSpPr/>
            <p:nvPr/>
          </p:nvSpPr>
          <p:spPr>
            <a:xfrm rot="16200000">
              <a:off x="5670152" y="2204602"/>
              <a:ext cx="412730" cy="793113"/>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dirty="0"/>
            </a:p>
          </p:txBody>
        </p:sp>
        <p:sp>
          <p:nvSpPr>
            <p:cNvPr id="367" name="文本框 366">
              <a:extLst>
                <a:ext uri="{FF2B5EF4-FFF2-40B4-BE49-F238E27FC236}">
                  <a16:creationId xmlns:a16="http://schemas.microsoft.com/office/drawing/2014/main" id="{F72A5D28-B106-604F-C7C1-173649D310B9}"/>
                </a:ext>
              </a:extLst>
            </p:cNvPr>
            <p:cNvSpPr txBox="1"/>
            <p:nvPr/>
          </p:nvSpPr>
          <p:spPr>
            <a:xfrm>
              <a:off x="5379946" y="2183552"/>
              <a:ext cx="925755" cy="307777"/>
            </a:xfrm>
            <a:prstGeom prst="rect">
              <a:avLst/>
            </a:prstGeom>
            <a:noFill/>
          </p:spPr>
          <p:txBody>
            <a:bodyPr wrap="square">
              <a:spAutoFit/>
            </a:bodyPr>
            <a:lstStyle/>
            <a:p>
              <a:r>
                <a:rPr lang="zh-CN" altLang="en-US" sz="1400" dirty="0">
                  <a:latin typeface="+mn-ea"/>
                </a:rPr>
                <a:t>参数平均</a:t>
              </a:r>
              <a:endParaRPr lang="zh-CN" altLang="en-US" sz="1400" dirty="0"/>
            </a:p>
          </p:txBody>
        </p:sp>
        <p:grpSp>
          <p:nvGrpSpPr>
            <p:cNvPr id="368" name="组合 367">
              <a:extLst>
                <a:ext uri="{FF2B5EF4-FFF2-40B4-BE49-F238E27FC236}">
                  <a16:creationId xmlns:a16="http://schemas.microsoft.com/office/drawing/2014/main" id="{3E80D3F2-5D5F-0541-8FE4-9487E042DD7F}"/>
                </a:ext>
              </a:extLst>
            </p:cNvPr>
            <p:cNvGrpSpPr/>
            <p:nvPr/>
          </p:nvGrpSpPr>
          <p:grpSpPr>
            <a:xfrm>
              <a:off x="6543870" y="2093805"/>
              <a:ext cx="1515258" cy="1026972"/>
              <a:chOff x="9763495" y="1703326"/>
              <a:chExt cx="1822488" cy="1026972"/>
            </a:xfrm>
            <a:solidFill>
              <a:schemeClr val="bg1">
                <a:lumMod val="50000"/>
              </a:schemeClr>
            </a:solidFill>
          </p:grpSpPr>
          <p:grpSp>
            <p:nvGrpSpPr>
              <p:cNvPr id="369" name="组合 368">
                <a:extLst>
                  <a:ext uri="{FF2B5EF4-FFF2-40B4-BE49-F238E27FC236}">
                    <a16:creationId xmlns:a16="http://schemas.microsoft.com/office/drawing/2014/main" id="{2114692A-ADA9-C1A5-4C18-05F5AA0B1A7D}"/>
                  </a:ext>
                </a:extLst>
              </p:cNvPr>
              <p:cNvGrpSpPr/>
              <p:nvPr/>
            </p:nvGrpSpPr>
            <p:grpSpPr>
              <a:xfrm>
                <a:off x="10876955" y="1703812"/>
                <a:ext cx="145539" cy="1026000"/>
                <a:chOff x="8792817" y="1721414"/>
                <a:chExt cx="145539" cy="1026000"/>
              </a:xfrm>
              <a:grpFill/>
            </p:grpSpPr>
            <p:sp>
              <p:nvSpPr>
                <p:cNvPr id="400" name="椭圆 399">
                  <a:extLst>
                    <a:ext uri="{FF2B5EF4-FFF2-40B4-BE49-F238E27FC236}">
                      <a16:creationId xmlns:a16="http://schemas.microsoft.com/office/drawing/2014/main" id="{13701126-7DD9-3B2F-DD8C-69E954E6DA56}"/>
                    </a:ext>
                  </a:extLst>
                </p:cNvPr>
                <p:cNvSpPr/>
                <p:nvPr/>
              </p:nvSpPr>
              <p:spPr>
                <a:xfrm>
                  <a:off x="8794356" y="1721414"/>
                  <a:ext cx="144000" cy="144000"/>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401" name="椭圆 400">
                  <a:extLst>
                    <a:ext uri="{FF2B5EF4-FFF2-40B4-BE49-F238E27FC236}">
                      <a16:creationId xmlns:a16="http://schemas.microsoft.com/office/drawing/2014/main" id="{290BC124-0207-393B-BD66-D85742BDD99E}"/>
                    </a:ext>
                  </a:extLst>
                </p:cNvPr>
                <p:cNvSpPr/>
                <p:nvPr/>
              </p:nvSpPr>
              <p:spPr>
                <a:xfrm>
                  <a:off x="8792817" y="2167065"/>
                  <a:ext cx="144000" cy="144000"/>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402" name="椭圆 401">
                  <a:extLst>
                    <a:ext uri="{FF2B5EF4-FFF2-40B4-BE49-F238E27FC236}">
                      <a16:creationId xmlns:a16="http://schemas.microsoft.com/office/drawing/2014/main" id="{1A496234-DFC0-CE4B-7B63-51EAF7B7500E}"/>
                    </a:ext>
                  </a:extLst>
                </p:cNvPr>
                <p:cNvSpPr/>
                <p:nvPr/>
              </p:nvSpPr>
              <p:spPr>
                <a:xfrm>
                  <a:off x="8792817" y="2603414"/>
                  <a:ext cx="144000" cy="144000"/>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grpSp>
          <p:grpSp>
            <p:nvGrpSpPr>
              <p:cNvPr id="370" name="组合 369">
                <a:extLst>
                  <a:ext uri="{FF2B5EF4-FFF2-40B4-BE49-F238E27FC236}">
                    <a16:creationId xmlns:a16="http://schemas.microsoft.com/office/drawing/2014/main" id="{E6354914-6E78-BD08-9CA1-8819198DCEEA}"/>
                  </a:ext>
                </a:extLst>
              </p:cNvPr>
              <p:cNvGrpSpPr/>
              <p:nvPr/>
            </p:nvGrpSpPr>
            <p:grpSpPr>
              <a:xfrm>
                <a:off x="9763495" y="1924027"/>
                <a:ext cx="144000" cy="585570"/>
                <a:chOff x="7743758" y="1982787"/>
                <a:chExt cx="144000" cy="585570"/>
              </a:xfrm>
              <a:grpFill/>
            </p:grpSpPr>
            <p:sp>
              <p:nvSpPr>
                <p:cNvPr id="398" name="椭圆 397">
                  <a:extLst>
                    <a:ext uri="{FF2B5EF4-FFF2-40B4-BE49-F238E27FC236}">
                      <a16:creationId xmlns:a16="http://schemas.microsoft.com/office/drawing/2014/main" id="{984EEDCE-17D0-7421-7F95-23F20FFA265B}"/>
                    </a:ext>
                  </a:extLst>
                </p:cNvPr>
                <p:cNvSpPr/>
                <p:nvPr/>
              </p:nvSpPr>
              <p:spPr>
                <a:xfrm>
                  <a:off x="7743758" y="1982787"/>
                  <a:ext cx="144000" cy="144000"/>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399" name="椭圆 398">
                  <a:extLst>
                    <a:ext uri="{FF2B5EF4-FFF2-40B4-BE49-F238E27FC236}">
                      <a16:creationId xmlns:a16="http://schemas.microsoft.com/office/drawing/2014/main" id="{710D1881-E1E2-F4FA-CF01-765064E4E55C}"/>
                    </a:ext>
                  </a:extLst>
                </p:cNvPr>
                <p:cNvSpPr/>
                <p:nvPr/>
              </p:nvSpPr>
              <p:spPr>
                <a:xfrm>
                  <a:off x="7743758" y="2424357"/>
                  <a:ext cx="144000" cy="144000"/>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grpSp>
          <p:grpSp>
            <p:nvGrpSpPr>
              <p:cNvPr id="371" name="组合 370">
                <a:extLst>
                  <a:ext uri="{FF2B5EF4-FFF2-40B4-BE49-F238E27FC236}">
                    <a16:creationId xmlns:a16="http://schemas.microsoft.com/office/drawing/2014/main" id="{50D2D95F-29A8-31A3-9C3C-2FC59F08EB47}"/>
                  </a:ext>
                </a:extLst>
              </p:cNvPr>
              <p:cNvGrpSpPr/>
              <p:nvPr/>
            </p:nvGrpSpPr>
            <p:grpSpPr>
              <a:xfrm>
                <a:off x="11435224" y="1924027"/>
                <a:ext cx="150759" cy="585570"/>
                <a:chOff x="9713661" y="1982787"/>
                <a:chExt cx="150759" cy="585570"/>
              </a:xfrm>
              <a:grpFill/>
            </p:grpSpPr>
            <p:sp>
              <p:nvSpPr>
                <p:cNvPr id="396" name="椭圆 395">
                  <a:extLst>
                    <a:ext uri="{FF2B5EF4-FFF2-40B4-BE49-F238E27FC236}">
                      <a16:creationId xmlns:a16="http://schemas.microsoft.com/office/drawing/2014/main" id="{304FD14B-DAC5-B72E-CAB1-ADED4B3F0F35}"/>
                    </a:ext>
                  </a:extLst>
                </p:cNvPr>
                <p:cNvSpPr/>
                <p:nvPr/>
              </p:nvSpPr>
              <p:spPr>
                <a:xfrm>
                  <a:off x="9713661" y="2424357"/>
                  <a:ext cx="144000" cy="144000"/>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397" name="椭圆 396">
                  <a:extLst>
                    <a:ext uri="{FF2B5EF4-FFF2-40B4-BE49-F238E27FC236}">
                      <a16:creationId xmlns:a16="http://schemas.microsoft.com/office/drawing/2014/main" id="{A29B510B-EDA5-C1B1-4B58-0D4BA9C8D1BF}"/>
                    </a:ext>
                  </a:extLst>
                </p:cNvPr>
                <p:cNvSpPr/>
                <p:nvPr/>
              </p:nvSpPr>
              <p:spPr>
                <a:xfrm>
                  <a:off x="9720420" y="1982787"/>
                  <a:ext cx="144000" cy="144000"/>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grpSp>
          <p:sp>
            <p:nvSpPr>
              <p:cNvPr id="372" name="椭圆 371">
                <a:extLst>
                  <a:ext uri="{FF2B5EF4-FFF2-40B4-BE49-F238E27FC236}">
                    <a16:creationId xmlns:a16="http://schemas.microsoft.com/office/drawing/2014/main" id="{F07DF3F9-A807-4CDA-16C2-A8995470AB07}"/>
                  </a:ext>
                </a:extLst>
              </p:cNvPr>
              <p:cNvSpPr/>
              <p:nvPr/>
            </p:nvSpPr>
            <p:spPr>
              <a:xfrm>
                <a:off x="10320225" y="1703326"/>
                <a:ext cx="144000" cy="144000"/>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373" name="椭圆 372">
                <a:extLst>
                  <a:ext uri="{FF2B5EF4-FFF2-40B4-BE49-F238E27FC236}">
                    <a16:creationId xmlns:a16="http://schemas.microsoft.com/office/drawing/2014/main" id="{95C47B41-3234-E782-5A17-1472EE92CFE2}"/>
                  </a:ext>
                </a:extLst>
              </p:cNvPr>
              <p:cNvSpPr/>
              <p:nvPr/>
            </p:nvSpPr>
            <p:spPr>
              <a:xfrm>
                <a:off x="10320225" y="2586298"/>
                <a:ext cx="144000" cy="144000"/>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374" name="椭圆 373">
                <a:extLst>
                  <a:ext uri="{FF2B5EF4-FFF2-40B4-BE49-F238E27FC236}">
                    <a16:creationId xmlns:a16="http://schemas.microsoft.com/office/drawing/2014/main" id="{1910AA69-9FAA-70DD-EAA4-2D26549D690B}"/>
                  </a:ext>
                </a:extLst>
              </p:cNvPr>
              <p:cNvSpPr/>
              <p:nvPr/>
            </p:nvSpPr>
            <p:spPr>
              <a:xfrm>
                <a:off x="10320225" y="2144812"/>
                <a:ext cx="144000" cy="144000"/>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cxnSp>
            <p:nvCxnSpPr>
              <p:cNvPr id="375" name="直接箭头连接符 374">
                <a:extLst>
                  <a:ext uri="{FF2B5EF4-FFF2-40B4-BE49-F238E27FC236}">
                    <a16:creationId xmlns:a16="http://schemas.microsoft.com/office/drawing/2014/main" id="{3E0C3C3F-FBFB-574F-B62D-54C823DE01C9}"/>
                  </a:ext>
                </a:extLst>
              </p:cNvPr>
              <p:cNvCxnSpPr>
                <a:cxnSpLocks/>
                <a:stCxn id="398" idx="6"/>
                <a:endCxn id="372" idx="2"/>
              </p:cNvCxnSpPr>
              <p:nvPr/>
            </p:nvCxnSpPr>
            <p:spPr>
              <a:xfrm flipV="1">
                <a:off x="9907495" y="1775326"/>
                <a:ext cx="412730" cy="220701"/>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76" name="直接箭头连接符 375">
                <a:extLst>
                  <a:ext uri="{FF2B5EF4-FFF2-40B4-BE49-F238E27FC236}">
                    <a16:creationId xmlns:a16="http://schemas.microsoft.com/office/drawing/2014/main" id="{A2D52568-5F1D-854F-F088-D4C4BC8A18B1}"/>
                  </a:ext>
                </a:extLst>
              </p:cNvPr>
              <p:cNvCxnSpPr>
                <a:cxnSpLocks/>
                <a:stCxn id="398" idx="6"/>
                <a:endCxn id="374" idx="2"/>
              </p:cNvCxnSpPr>
              <p:nvPr/>
            </p:nvCxnSpPr>
            <p:spPr>
              <a:xfrm>
                <a:off x="9907495" y="1996027"/>
                <a:ext cx="412730" cy="220785"/>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77" name="直接箭头连接符 376">
                <a:extLst>
                  <a:ext uri="{FF2B5EF4-FFF2-40B4-BE49-F238E27FC236}">
                    <a16:creationId xmlns:a16="http://schemas.microsoft.com/office/drawing/2014/main" id="{0B71A139-ADB0-3965-2EC1-F46DACDECB7D}"/>
                  </a:ext>
                </a:extLst>
              </p:cNvPr>
              <p:cNvCxnSpPr>
                <a:cxnSpLocks/>
                <a:stCxn id="398" idx="6"/>
                <a:endCxn id="373" idx="2"/>
              </p:cNvCxnSpPr>
              <p:nvPr/>
            </p:nvCxnSpPr>
            <p:spPr>
              <a:xfrm>
                <a:off x="9907495" y="1996027"/>
                <a:ext cx="412730" cy="662271"/>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78" name="直接箭头连接符 377">
                <a:extLst>
                  <a:ext uri="{FF2B5EF4-FFF2-40B4-BE49-F238E27FC236}">
                    <a16:creationId xmlns:a16="http://schemas.microsoft.com/office/drawing/2014/main" id="{D4360E0F-6BC0-E96F-6C0A-36FF7E1BE632}"/>
                  </a:ext>
                </a:extLst>
              </p:cNvPr>
              <p:cNvCxnSpPr>
                <a:cxnSpLocks/>
                <a:stCxn id="399" idx="6"/>
                <a:endCxn id="372" idx="2"/>
              </p:cNvCxnSpPr>
              <p:nvPr/>
            </p:nvCxnSpPr>
            <p:spPr>
              <a:xfrm flipV="1">
                <a:off x="9907495" y="1775326"/>
                <a:ext cx="412730" cy="662271"/>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79" name="直接箭头连接符 378">
                <a:extLst>
                  <a:ext uri="{FF2B5EF4-FFF2-40B4-BE49-F238E27FC236}">
                    <a16:creationId xmlns:a16="http://schemas.microsoft.com/office/drawing/2014/main" id="{1C6402B2-FAB6-D8B3-B5C9-EE1F334C5E1D}"/>
                  </a:ext>
                </a:extLst>
              </p:cNvPr>
              <p:cNvCxnSpPr>
                <a:cxnSpLocks/>
                <a:stCxn id="399" idx="6"/>
                <a:endCxn id="374" idx="2"/>
              </p:cNvCxnSpPr>
              <p:nvPr/>
            </p:nvCxnSpPr>
            <p:spPr>
              <a:xfrm flipV="1">
                <a:off x="9907495" y="2216812"/>
                <a:ext cx="412730" cy="220785"/>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80" name="直接箭头连接符 379">
                <a:extLst>
                  <a:ext uri="{FF2B5EF4-FFF2-40B4-BE49-F238E27FC236}">
                    <a16:creationId xmlns:a16="http://schemas.microsoft.com/office/drawing/2014/main" id="{43301B02-F8BF-6BF8-9BEA-77A0A01FDB57}"/>
                  </a:ext>
                </a:extLst>
              </p:cNvPr>
              <p:cNvCxnSpPr>
                <a:cxnSpLocks/>
                <a:stCxn id="399" idx="6"/>
                <a:endCxn id="373" idx="2"/>
              </p:cNvCxnSpPr>
              <p:nvPr/>
            </p:nvCxnSpPr>
            <p:spPr>
              <a:xfrm>
                <a:off x="9907495" y="2437597"/>
                <a:ext cx="412730" cy="220701"/>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81" name="直接箭头连接符 380">
                <a:extLst>
                  <a:ext uri="{FF2B5EF4-FFF2-40B4-BE49-F238E27FC236}">
                    <a16:creationId xmlns:a16="http://schemas.microsoft.com/office/drawing/2014/main" id="{4DC059BA-51C6-CCA8-788C-0472B9D96A6A}"/>
                  </a:ext>
                </a:extLst>
              </p:cNvPr>
              <p:cNvCxnSpPr>
                <a:cxnSpLocks/>
                <a:stCxn id="372" idx="6"/>
                <a:endCxn id="400" idx="2"/>
              </p:cNvCxnSpPr>
              <p:nvPr/>
            </p:nvCxnSpPr>
            <p:spPr>
              <a:xfrm>
                <a:off x="10464225" y="1775326"/>
                <a:ext cx="414269" cy="486"/>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82" name="直接箭头连接符 381">
                <a:extLst>
                  <a:ext uri="{FF2B5EF4-FFF2-40B4-BE49-F238E27FC236}">
                    <a16:creationId xmlns:a16="http://schemas.microsoft.com/office/drawing/2014/main" id="{6324890B-35FE-56FA-A7E0-E9DC68CDA8F0}"/>
                  </a:ext>
                </a:extLst>
              </p:cNvPr>
              <p:cNvCxnSpPr>
                <a:cxnSpLocks/>
                <a:stCxn id="372" idx="6"/>
                <a:endCxn id="402" idx="2"/>
              </p:cNvCxnSpPr>
              <p:nvPr/>
            </p:nvCxnSpPr>
            <p:spPr>
              <a:xfrm>
                <a:off x="10464225" y="1775326"/>
                <a:ext cx="412730" cy="882486"/>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83" name="直接箭头连接符 382">
                <a:extLst>
                  <a:ext uri="{FF2B5EF4-FFF2-40B4-BE49-F238E27FC236}">
                    <a16:creationId xmlns:a16="http://schemas.microsoft.com/office/drawing/2014/main" id="{0969DDF0-F438-F710-09E8-4CBFADC33619}"/>
                  </a:ext>
                </a:extLst>
              </p:cNvPr>
              <p:cNvCxnSpPr>
                <a:cxnSpLocks/>
                <a:stCxn id="372" idx="6"/>
                <a:endCxn id="401" idx="2"/>
              </p:cNvCxnSpPr>
              <p:nvPr/>
            </p:nvCxnSpPr>
            <p:spPr>
              <a:xfrm>
                <a:off x="10464225" y="1775326"/>
                <a:ext cx="412730" cy="446137"/>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84" name="直接连接符 383">
                <a:extLst>
                  <a:ext uri="{FF2B5EF4-FFF2-40B4-BE49-F238E27FC236}">
                    <a16:creationId xmlns:a16="http://schemas.microsoft.com/office/drawing/2014/main" id="{24D53A94-C3A6-BCFD-D703-5C795309BA65}"/>
                  </a:ext>
                </a:extLst>
              </p:cNvPr>
              <p:cNvCxnSpPr>
                <a:cxnSpLocks/>
                <a:stCxn id="374" idx="6"/>
                <a:endCxn id="401" idx="2"/>
              </p:cNvCxnSpPr>
              <p:nvPr/>
            </p:nvCxnSpPr>
            <p:spPr>
              <a:xfrm>
                <a:off x="10464225" y="2216812"/>
                <a:ext cx="412730" cy="4651"/>
              </a:xfrm>
              <a:prstGeom prst="line">
                <a:avLst/>
              </a:prstGeom>
              <a:grpFill/>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85" name="直接箭头连接符 384">
                <a:extLst>
                  <a:ext uri="{FF2B5EF4-FFF2-40B4-BE49-F238E27FC236}">
                    <a16:creationId xmlns:a16="http://schemas.microsoft.com/office/drawing/2014/main" id="{10A10095-2992-CF5C-D9C0-8E875E4EF1DF}"/>
                  </a:ext>
                </a:extLst>
              </p:cNvPr>
              <p:cNvCxnSpPr>
                <a:cxnSpLocks/>
                <a:stCxn id="374" idx="6"/>
                <a:endCxn id="400" idx="2"/>
              </p:cNvCxnSpPr>
              <p:nvPr/>
            </p:nvCxnSpPr>
            <p:spPr>
              <a:xfrm flipV="1">
                <a:off x="10464225" y="1775812"/>
                <a:ext cx="414269" cy="441000"/>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86" name="直接箭头连接符 385">
                <a:extLst>
                  <a:ext uri="{FF2B5EF4-FFF2-40B4-BE49-F238E27FC236}">
                    <a16:creationId xmlns:a16="http://schemas.microsoft.com/office/drawing/2014/main" id="{42934C50-7009-2C22-8C05-004C38A9AFD9}"/>
                  </a:ext>
                </a:extLst>
              </p:cNvPr>
              <p:cNvCxnSpPr>
                <a:cxnSpLocks/>
                <a:stCxn id="374" idx="6"/>
                <a:endCxn id="402" idx="2"/>
              </p:cNvCxnSpPr>
              <p:nvPr/>
            </p:nvCxnSpPr>
            <p:spPr>
              <a:xfrm>
                <a:off x="10464225" y="2216812"/>
                <a:ext cx="412730" cy="441000"/>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87" name="直接箭头连接符 386">
                <a:extLst>
                  <a:ext uri="{FF2B5EF4-FFF2-40B4-BE49-F238E27FC236}">
                    <a16:creationId xmlns:a16="http://schemas.microsoft.com/office/drawing/2014/main" id="{BACB7F06-4619-6072-8B73-C6393D1AE867}"/>
                  </a:ext>
                </a:extLst>
              </p:cNvPr>
              <p:cNvCxnSpPr>
                <a:cxnSpLocks/>
                <a:stCxn id="373" idx="6"/>
                <a:endCxn id="400" idx="2"/>
              </p:cNvCxnSpPr>
              <p:nvPr/>
            </p:nvCxnSpPr>
            <p:spPr>
              <a:xfrm flipV="1">
                <a:off x="10464225" y="1775812"/>
                <a:ext cx="414269" cy="882486"/>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88" name="直接箭头连接符 387">
                <a:extLst>
                  <a:ext uri="{FF2B5EF4-FFF2-40B4-BE49-F238E27FC236}">
                    <a16:creationId xmlns:a16="http://schemas.microsoft.com/office/drawing/2014/main" id="{87C62BE3-4999-25AB-64F6-A5203A999124}"/>
                  </a:ext>
                </a:extLst>
              </p:cNvPr>
              <p:cNvCxnSpPr>
                <a:cxnSpLocks/>
                <a:stCxn id="373" idx="6"/>
                <a:endCxn id="402" idx="2"/>
              </p:cNvCxnSpPr>
              <p:nvPr/>
            </p:nvCxnSpPr>
            <p:spPr>
              <a:xfrm flipV="1">
                <a:off x="10464225" y="2657812"/>
                <a:ext cx="412730" cy="486"/>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89" name="直接箭头连接符 388">
                <a:extLst>
                  <a:ext uri="{FF2B5EF4-FFF2-40B4-BE49-F238E27FC236}">
                    <a16:creationId xmlns:a16="http://schemas.microsoft.com/office/drawing/2014/main" id="{D4C73A2A-B04F-BC67-830C-DF1695C43A50}"/>
                  </a:ext>
                </a:extLst>
              </p:cNvPr>
              <p:cNvCxnSpPr>
                <a:cxnSpLocks/>
                <a:stCxn id="373" idx="6"/>
                <a:endCxn id="401" idx="2"/>
              </p:cNvCxnSpPr>
              <p:nvPr/>
            </p:nvCxnSpPr>
            <p:spPr>
              <a:xfrm flipV="1">
                <a:off x="10464225" y="2221463"/>
                <a:ext cx="412730" cy="436835"/>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90" name="直接箭头连接符 389">
                <a:extLst>
                  <a:ext uri="{FF2B5EF4-FFF2-40B4-BE49-F238E27FC236}">
                    <a16:creationId xmlns:a16="http://schemas.microsoft.com/office/drawing/2014/main" id="{89430BB4-1FA8-95EE-CD84-830B59DEA32F}"/>
                  </a:ext>
                </a:extLst>
              </p:cNvPr>
              <p:cNvCxnSpPr>
                <a:cxnSpLocks/>
                <a:stCxn id="400" idx="6"/>
                <a:endCxn id="397" idx="2"/>
              </p:cNvCxnSpPr>
              <p:nvPr/>
            </p:nvCxnSpPr>
            <p:spPr>
              <a:xfrm>
                <a:off x="11022494" y="1775812"/>
                <a:ext cx="419489" cy="220215"/>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91" name="直接箭头连接符 390">
                <a:extLst>
                  <a:ext uri="{FF2B5EF4-FFF2-40B4-BE49-F238E27FC236}">
                    <a16:creationId xmlns:a16="http://schemas.microsoft.com/office/drawing/2014/main" id="{F07379B7-98DD-4FF1-13B2-EAE34101F6F1}"/>
                  </a:ext>
                </a:extLst>
              </p:cNvPr>
              <p:cNvCxnSpPr>
                <a:cxnSpLocks/>
                <a:stCxn id="400" idx="6"/>
                <a:endCxn id="396" idx="2"/>
              </p:cNvCxnSpPr>
              <p:nvPr/>
            </p:nvCxnSpPr>
            <p:spPr>
              <a:xfrm>
                <a:off x="11022494" y="1775812"/>
                <a:ext cx="412730" cy="661785"/>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92" name="直接箭头连接符 391">
                <a:extLst>
                  <a:ext uri="{FF2B5EF4-FFF2-40B4-BE49-F238E27FC236}">
                    <a16:creationId xmlns:a16="http://schemas.microsoft.com/office/drawing/2014/main" id="{3704D8DC-0F99-87DF-D685-92055DA3A7CA}"/>
                  </a:ext>
                </a:extLst>
              </p:cNvPr>
              <p:cNvCxnSpPr>
                <a:cxnSpLocks/>
                <a:stCxn id="401" idx="6"/>
                <a:endCxn id="397" idx="2"/>
              </p:cNvCxnSpPr>
              <p:nvPr/>
            </p:nvCxnSpPr>
            <p:spPr>
              <a:xfrm flipV="1">
                <a:off x="11020955" y="1996027"/>
                <a:ext cx="421028" cy="225436"/>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93" name="直接箭头连接符 392">
                <a:extLst>
                  <a:ext uri="{FF2B5EF4-FFF2-40B4-BE49-F238E27FC236}">
                    <a16:creationId xmlns:a16="http://schemas.microsoft.com/office/drawing/2014/main" id="{F4E18756-746C-4CCF-FEED-3D56D84E4FC2}"/>
                  </a:ext>
                </a:extLst>
              </p:cNvPr>
              <p:cNvCxnSpPr>
                <a:cxnSpLocks/>
                <a:stCxn id="401" idx="6"/>
                <a:endCxn id="396" idx="2"/>
              </p:cNvCxnSpPr>
              <p:nvPr/>
            </p:nvCxnSpPr>
            <p:spPr>
              <a:xfrm>
                <a:off x="11020955" y="2221463"/>
                <a:ext cx="414269" cy="216134"/>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94" name="直接箭头连接符 393">
                <a:extLst>
                  <a:ext uri="{FF2B5EF4-FFF2-40B4-BE49-F238E27FC236}">
                    <a16:creationId xmlns:a16="http://schemas.microsoft.com/office/drawing/2014/main" id="{EF1F378E-F407-2F47-6027-37E355BEF18C}"/>
                  </a:ext>
                </a:extLst>
              </p:cNvPr>
              <p:cNvCxnSpPr>
                <a:cxnSpLocks/>
                <a:stCxn id="402" idx="6"/>
                <a:endCxn id="397" idx="2"/>
              </p:cNvCxnSpPr>
              <p:nvPr/>
            </p:nvCxnSpPr>
            <p:spPr>
              <a:xfrm flipV="1">
                <a:off x="11020955" y="1996027"/>
                <a:ext cx="421028" cy="661785"/>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95" name="直接箭头连接符 394">
                <a:extLst>
                  <a:ext uri="{FF2B5EF4-FFF2-40B4-BE49-F238E27FC236}">
                    <a16:creationId xmlns:a16="http://schemas.microsoft.com/office/drawing/2014/main" id="{28A0D9B5-6C83-169A-B672-D3C68721BC36}"/>
                  </a:ext>
                </a:extLst>
              </p:cNvPr>
              <p:cNvCxnSpPr>
                <a:cxnSpLocks/>
                <a:stCxn id="402" idx="6"/>
                <a:endCxn id="396" idx="2"/>
              </p:cNvCxnSpPr>
              <p:nvPr/>
            </p:nvCxnSpPr>
            <p:spPr>
              <a:xfrm flipV="1">
                <a:off x="11020955" y="2437597"/>
                <a:ext cx="414269" cy="220215"/>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grpSp>
        <p:cxnSp>
          <p:nvCxnSpPr>
            <p:cNvPr id="403" name="直接箭头连接符 402">
              <a:extLst>
                <a:ext uri="{FF2B5EF4-FFF2-40B4-BE49-F238E27FC236}">
                  <a16:creationId xmlns:a16="http://schemas.microsoft.com/office/drawing/2014/main" id="{1869DFDC-CA00-DD3C-8A6D-F50B662F4A25}"/>
                </a:ext>
              </a:extLst>
            </p:cNvPr>
            <p:cNvCxnSpPr>
              <a:cxnSpLocks/>
            </p:cNvCxnSpPr>
            <p:nvPr/>
          </p:nvCxnSpPr>
          <p:spPr>
            <a:xfrm flipH="1">
              <a:off x="6650508" y="2946974"/>
              <a:ext cx="196767" cy="28870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04" name="文本框 403">
                  <a:extLst>
                    <a:ext uri="{FF2B5EF4-FFF2-40B4-BE49-F238E27FC236}">
                      <a16:creationId xmlns:a16="http://schemas.microsoft.com/office/drawing/2014/main" id="{54F31E18-E37B-1B7C-E93E-C3F8BE413783}"/>
                    </a:ext>
                  </a:extLst>
                </p:cNvPr>
                <p:cNvSpPr txBox="1"/>
                <p:nvPr/>
              </p:nvSpPr>
              <p:spPr>
                <a:xfrm>
                  <a:off x="5980259" y="3268506"/>
                  <a:ext cx="2792999" cy="483466"/>
                </a:xfrm>
                <a:prstGeom prst="rect">
                  <a:avLst/>
                </a:prstGeom>
                <a:noFill/>
              </p:spPr>
              <p:txBody>
                <a:bodyPr wrap="square">
                  <a:spAutoFit/>
                </a:bodyPr>
                <a:lstStyle/>
                <a:p>
                  <a:pPr algn="ctr"/>
                  <a14:m>
                    <m:oMath xmlns:m="http://schemas.openxmlformats.org/officeDocument/2006/math">
                      <m:sSubSup>
                        <m:sSubSupPr>
                          <m:ctrlPr>
                            <a:rPr lang="en-US" altLang="zh-CN" b="0" i="1" smtClean="0">
                              <a:latin typeface="Cambria Math" panose="02040503050406030204" pitchFamily="18" charset="0"/>
                            </a:rPr>
                          </m:ctrlPr>
                        </m:sSubSupPr>
                        <m:e>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𝑊</m:t>
                              </m:r>
                            </m:e>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𝑓𝑢𝑒𝑠</m:t>
                              </m:r>
                            </m:sup>
                          </m:sSubSup>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2</m:t>
                              </m:r>
                            </m:den>
                          </m:f>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𝑊</m:t>
                              </m:r>
                            </m:e>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𝐴</m:t>
                              </m:r>
                            </m:sup>
                          </m:sSubSup>
                          <m:r>
                            <a:rPr lang="en-US" altLang="zh-CN" b="0" i="1" smtClean="0">
                              <a:latin typeface="Cambria Math" panose="02040503050406030204" pitchFamily="18" charset="0"/>
                            </a:rPr>
                            <m:t>+</m:t>
                          </m:r>
                          <m:r>
                            <a:rPr lang="en-US" altLang="zh-CN" b="0" i="1" smtClean="0">
                              <a:latin typeface="Cambria Math" panose="02040503050406030204" pitchFamily="18" charset="0"/>
                            </a:rPr>
                            <m:t>𝑊</m:t>
                          </m:r>
                        </m:e>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𝐵</m:t>
                          </m:r>
                        </m:sup>
                      </m:sSubSup>
                    </m:oMath>
                  </a14:m>
                  <a:r>
                    <a:rPr lang="en-US" altLang="zh-CN" dirty="0"/>
                    <a:t>)</a:t>
                  </a:r>
                  <a:endParaRPr lang="zh-CN" altLang="en-US" dirty="0"/>
                </a:p>
              </p:txBody>
            </p:sp>
          </mc:Choice>
          <mc:Fallback xmlns="">
            <p:sp>
              <p:nvSpPr>
                <p:cNvPr id="404" name="文本框 403">
                  <a:extLst>
                    <a:ext uri="{FF2B5EF4-FFF2-40B4-BE49-F238E27FC236}">
                      <a16:creationId xmlns:a16="http://schemas.microsoft.com/office/drawing/2014/main" id="{54F31E18-E37B-1B7C-E93E-C3F8BE413783}"/>
                    </a:ext>
                  </a:extLst>
                </p:cNvPr>
                <p:cNvSpPr txBox="1">
                  <a:spLocks noRot="1" noChangeAspect="1" noMove="1" noResize="1" noEditPoints="1" noAdjustHandles="1" noChangeArrowheads="1" noChangeShapeType="1" noTextEdit="1"/>
                </p:cNvSpPr>
                <p:nvPr/>
              </p:nvSpPr>
              <p:spPr>
                <a:xfrm>
                  <a:off x="5980259" y="3268506"/>
                  <a:ext cx="2792999" cy="483466"/>
                </a:xfrm>
                <a:prstGeom prst="rect">
                  <a:avLst/>
                </a:prstGeom>
                <a:blipFill>
                  <a:blip r:embed="rId11"/>
                  <a:stretch>
                    <a:fillRect b="-7595"/>
                  </a:stretch>
                </a:blipFill>
              </p:spPr>
              <p:txBody>
                <a:bodyPr/>
                <a:lstStyle/>
                <a:p>
                  <a:r>
                    <a:rPr lang="zh-CN" altLang="en-US">
                      <a:noFill/>
                    </a:rPr>
                    <a:t> </a:t>
                  </a:r>
                </a:p>
              </p:txBody>
            </p:sp>
          </mc:Fallback>
        </mc:AlternateContent>
        <p:cxnSp>
          <p:nvCxnSpPr>
            <p:cNvPr id="413" name="直接箭头连接符 412">
              <a:extLst>
                <a:ext uri="{FF2B5EF4-FFF2-40B4-BE49-F238E27FC236}">
                  <a16:creationId xmlns:a16="http://schemas.microsoft.com/office/drawing/2014/main" id="{AE68ABB0-D375-C337-19BC-27D525A37F6F}"/>
                </a:ext>
              </a:extLst>
            </p:cNvPr>
            <p:cNvCxnSpPr>
              <a:cxnSpLocks/>
              <a:endCxn id="404" idx="0"/>
            </p:cNvCxnSpPr>
            <p:nvPr/>
          </p:nvCxnSpPr>
          <p:spPr>
            <a:xfrm>
              <a:off x="7354201" y="3043640"/>
              <a:ext cx="22558" cy="22486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6" name="直接箭头连接符 415">
              <a:extLst>
                <a:ext uri="{FF2B5EF4-FFF2-40B4-BE49-F238E27FC236}">
                  <a16:creationId xmlns:a16="http://schemas.microsoft.com/office/drawing/2014/main" id="{CBABE784-FDEE-FA9F-76E5-77E5DCBDE0B2}"/>
                </a:ext>
              </a:extLst>
            </p:cNvPr>
            <p:cNvCxnSpPr>
              <a:cxnSpLocks/>
            </p:cNvCxnSpPr>
            <p:nvPr/>
          </p:nvCxnSpPr>
          <p:spPr>
            <a:xfrm>
              <a:off x="7778935" y="2915271"/>
              <a:ext cx="273294" cy="32041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429" name="文本框 428">
            <a:extLst>
              <a:ext uri="{FF2B5EF4-FFF2-40B4-BE49-F238E27FC236}">
                <a16:creationId xmlns:a16="http://schemas.microsoft.com/office/drawing/2014/main" id="{823144C6-98CA-9C4E-EA9C-A71A2E1B72A9}"/>
              </a:ext>
            </a:extLst>
          </p:cNvPr>
          <p:cNvSpPr txBox="1"/>
          <p:nvPr/>
        </p:nvSpPr>
        <p:spPr>
          <a:xfrm>
            <a:off x="603504" y="4122558"/>
            <a:ext cx="10585337" cy="646331"/>
          </a:xfrm>
          <a:prstGeom prst="rect">
            <a:avLst/>
          </a:prstGeom>
          <a:noFill/>
        </p:spPr>
        <p:txBody>
          <a:bodyPr wrap="square">
            <a:spAutoFit/>
          </a:bodyPr>
          <a:lstStyle/>
          <a:p>
            <a:pPr marL="285750" indent="-285750">
              <a:spcAft>
                <a:spcPts val="1200"/>
              </a:spcAft>
              <a:buFont typeface="Arial" panose="020B0604020202020204" pitchFamily="34" charset="0"/>
              <a:buChar char="•"/>
            </a:pPr>
            <a:r>
              <a:rPr lang="zh-CN" altLang="en-US" b="1" dirty="0">
                <a:latin typeface="+mn-ea"/>
              </a:rPr>
              <a:t>优点</a:t>
            </a:r>
            <a:r>
              <a:rPr lang="zh-CN" altLang="en-US" dirty="0">
                <a:latin typeface="+mn-ea"/>
              </a:rPr>
              <a:t>：可以将多个模型融合成一个模型，实现了知识融合的同时，减少推理时的内存开销，以及训练知识丰富的大模型的花费</a:t>
            </a:r>
            <a:endParaRPr lang="en-US" altLang="zh-CN" dirty="0">
              <a:latin typeface="+mn-ea"/>
            </a:endParaRPr>
          </a:p>
        </p:txBody>
      </p:sp>
      <p:sp>
        <p:nvSpPr>
          <p:cNvPr id="430" name="文本框 429">
            <a:extLst>
              <a:ext uri="{FF2B5EF4-FFF2-40B4-BE49-F238E27FC236}">
                <a16:creationId xmlns:a16="http://schemas.microsoft.com/office/drawing/2014/main" id="{32935A77-B9C1-A351-5BE8-12B62FF973C7}"/>
              </a:ext>
            </a:extLst>
          </p:cNvPr>
          <p:cNvSpPr txBox="1"/>
          <p:nvPr/>
        </p:nvSpPr>
        <p:spPr>
          <a:xfrm>
            <a:off x="603504" y="4730168"/>
            <a:ext cx="10585337" cy="369332"/>
          </a:xfrm>
          <a:prstGeom prst="rect">
            <a:avLst/>
          </a:prstGeom>
          <a:noFill/>
        </p:spPr>
        <p:txBody>
          <a:bodyPr wrap="square">
            <a:spAutoFit/>
          </a:bodyPr>
          <a:lstStyle/>
          <a:p>
            <a:pPr marL="285750" indent="-285750">
              <a:spcAft>
                <a:spcPts val="1200"/>
              </a:spcAft>
              <a:buFont typeface="Arial" panose="020B0604020202020204" pitchFamily="34" charset="0"/>
              <a:buChar char="•"/>
            </a:pPr>
            <a:r>
              <a:rPr lang="zh-CN" altLang="en-US" b="1" dirty="0">
                <a:latin typeface="+mn-ea"/>
              </a:rPr>
              <a:t>缺点</a:t>
            </a:r>
            <a:r>
              <a:rPr lang="zh-CN" altLang="en-US" dirty="0">
                <a:latin typeface="+mn-ea"/>
              </a:rPr>
              <a:t>：需要模型具有相同的架构</a:t>
            </a:r>
            <a:endParaRPr lang="en-US" altLang="zh-CN" dirty="0">
              <a:latin typeface="+mn-ea"/>
            </a:endParaRPr>
          </a:p>
        </p:txBody>
      </p:sp>
      <p:grpSp>
        <p:nvGrpSpPr>
          <p:cNvPr id="431" name="组合 430">
            <a:extLst>
              <a:ext uri="{FF2B5EF4-FFF2-40B4-BE49-F238E27FC236}">
                <a16:creationId xmlns:a16="http://schemas.microsoft.com/office/drawing/2014/main" id="{9216016D-FC1A-C3D0-D37B-8B96BD053A67}"/>
              </a:ext>
            </a:extLst>
          </p:cNvPr>
          <p:cNvGrpSpPr/>
          <p:nvPr/>
        </p:nvGrpSpPr>
        <p:grpSpPr>
          <a:xfrm>
            <a:off x="1578174" y="5450755"/>
            <a:ext cx="1484394" cy="1026972"/>
            <a:chOff x="9763495" y="1703326"/>
            <a:chExt cx="1822488" cy="1026972"/>
          </a:xfrm>
          <a:solidFill>
            <a:schemeClr val="bg1">
              <a:lumMod val="50000"/>
            </a:schemeClr>
          </a:solidFill>
        </p:grpSpPr>
        <p:grpSp>
          <p:nvGrpSpPr>
            <p:cNvPr id="432" name="组合 431">
              <a:extLst>
                <a:ext uri="{FF2B5EF4-FFF2-40B4-BE49-F238E27FC236}">
                  <a16:creationId xmlns:a16="http://schemas.microsoft.com/office/drawing/2014/main" id="{0B2534F8-9C9F-CAFD-13F6-71CDA562672A}"/>
                </a:ext>
              </a:extLst>
            </p:cNvPr>
            <p:cNvGrpSpPr/>
            <p:nvPr/>
          </p:nvGrpSpPr>
          <p:grpSpPr>
            <a:xfrm>
              <a:off x="10876955" y="1703812"/>
              <a:ext cx="145539" cy="1026000"/>
              <a:chOff x="8792817" y="1721414"/>
              <a:chExt cx="145539" cy="1026000"/>
            </a:xfrm>
            <a:grpFill/>
          </p:grpSpPr>
          <p:sp>
            <p:nvSpPr>
              <p:cNvPr id="463" name="椭圆 462">
                <a:extLst>
                  <a:ext uri="{FF2B5EF4-FFF2-40B4-BE49-F238E27FC236}">
                    <a16:creationId xmlns:a16="http://schemas.microsoft.com/office/drawing/2014/main" id="{9AE4CB93-1912-A073-998A-8B1539F4877C}"/>
                  </a:ext>
                </a:extLst>
              </p:cNvPr>
              <p:cNvSpPr/>
              <p:nvPr/>
            </p:nvSpPr>
            <p:spPr>
              <a:xfrm>
                <a:off x="8794356" y="1721414"/>
                <a:ext cx="144000" cy="144000"/>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464" name="椭圆 463">
                <a:extLst>
                  <a:ext uri="{FF2B5EF4-FFF2-40B4-BE49-F238E27FC236}">
                    <a16:creationId xmlns:a16="http://schemas.microsoft.com/office/drawing/2014/main" id="{289F0161-EA18-B654-9DAB-F72D5D22E304}"/>
                  </a:ext>
                </a:extLst>
              </p:cNvPr>
              <p:cNvSpPr/>
              <p:nvPr/>
            </p:nvSpPr>
            <p:spPr>
              <a:xfrm>
                <a:off x="8792817" y="2167065"/>
                <a:ext cx="144000" cy="144000"/>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465" name="椭圆 464">
                <a:extLst>
                  <a:ext uri="{FF2B5EF4-FFF2-40B4-BE49-F238E27FC236}">
                    <a16:creationId xmlns:a16="http://schemas.microsoft.com/office/drawing/2014/main" id="{8C08BF81-57BC-A78C-ABE9-CC39D70CBBB9}"/>
                  </a:ext>
                </a:extLst>
              </p:cNvPr>
              <p:cNvSpPr/>
              <p:nvPr/>
            </p:nvSpPr>
            <p:spPr>
              <a:xfrm>
                <a:off x="8792817" y="2603414"/>
                <a:ext cx="144000" cy="144000"/>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grpSp>
        <p:grpSp>
          <p:nvGrpSpPr>
            <p:cNvPr id="433" name="组合 432">
              <a:extLst>
                <a:ext uri="{FF2B5EF4-FFF2-40B4-BE49-F238E27FC236}">
                  <a16:creationId xmlns:a16="http://schemas.microsoft.com/office/drawing/2014/main" id="{ED73F390-D3B6-65FA-65E2-BC31958767E2}"/>
                </a:ext>
              </a:extLst>
            </p:cNvPr>
            <p:cNvGrpSpPr/>
            <p:nvPr/>
          </p:nvGrpSpPr>
          <p:grpSpPr>
            <a:xfrm>
              <a:off x="9763495" y="1924027"/>
              <a:ext cx="144000" cy="585570"/>
              <a:chOff x="7743758" y="1982787"/>
              <a:chExt cx="144000" cy="585570"/>
            </a:xfrm>
            <a:grpFill/>
          </p:grpSpPr>
          <p:sp>
            <p:nvSpPr>
              <p:cNvPr id="461" name="椭圆 460">
                <a:extLst>
                  <a:ext uri="{FF2B5EF4-FFF2-40B4-BE49-F238E27FC236}">
                    <a16:creationId xmlns:a16="http://schemas.microsoft.com/office/drawing/2014/main" id="{CAD75A7B-635B-2D82-D366-D9354255ED3F}"/>
                  </a:ext>
                </a:extLst>
              </p:cNvPr>
              <p:cNvSpPr/>
              <p:nvPr/>
            </p:nvSpPr>
            <p:spPr>
              <a:xfrm>
                <a:off x="7743758" y="1982787"/>
                <a:ext cx="144000" cy="144000"/>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462" name="椭圆 461">
                <a:extLst>
                  <a:ext uri="{FF2B5EF4-FFF2-40B4-BE49-F238E27FC236}">
                    <a16:creationId xmlns:a16="http://schemas.microsoft.com/office/drawing/2014/main" id="{30C6E037-B491-7897-7E09-AE57BC535341}"/>
                  </a:ext>
                </a:extLst>
              </p:cNvPr>
              <p:cNvSpPr/>
              <p:nvPr/>
            </p:nvSpPr>
            <p:spPr>
              <a:xfrm>
                <a:off x="7743758" y="2424357"/>
                <a:ext cx="144000" cy="144000"/>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grpSp>
        <p:grpSp>
          <p:nvGrpSpPr>
            <p:cNvPr id="434" name="组合 433">
              <a:extLst>
                <a:ext uri="{FF2B5EF4-FFF2-40B4-BE49-F238E27FC236}">
                  <a16:creationId xmlns:a16="http://schemas.microsoft.com/office/drawing/2014/main" id="{A1E8A205-BC4E-9A50-A75F-1F60CF956EE8}"/>
                </a:ext>
              </a:extLst>
            </p:cNvPr>
            <p:cNvGrpSpPr/>
            <p:nvPr/>
          </p:nvGrpSpPr>
          <p:grpSpPr>
            <a:xfrm>
              <a:off x="11435224" y="1924027"/>
              <a:ext cx="150759" cy="585570"/>
              <a:chOff x="9713661" y="1982787"/>
              <a:chExt cx="150759" cy="585570"/>
            </a:xfrm>
            <a:grpFill/>
          </p:grpSpPr>
          <p:sp>
            <p:nvSpPr>
              <p:cNvPr id="459" name="椭圆 458">
                <a:extLst>
                  <a:ext uri="{FF2B5EF4-FFF2-40B4-BE49-F238E27FC236}">
                    <a16:creationId xmlns:a16="http://schemas.microsoft.com/office/drawing/2014/main" id="{3DA1BF18-E129-E92C-48FF-22DCE3B70D89}"/>
                  </a:ext>
                </a:extLst>
              </p:cNvPr>
              <p:cNvSpPr/>
              <p:nvPr/>
            </p:nvSpPr>
            <p:spPr>
              <a:xfrm>
                <a:off x="9713661" y="2424357"/>
                <a:ext cx="144000" cy="144000"/>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460" name="椭圆 459">
                <a:extLst>
                  <a:ext uri="{FF2B5EF4-FFF2-40B4-BE49-F238E27FC236}">
                    <a16:creationId xmlns:a16="http://schemas.microsoft.com/office/drawing/2014/main" id="{C95AE5B2-A7E7-8243-ECEA-B2B9A3C9928B}"/>
                  </a:ext>
                </a:extLst>
              </p:cNvPr>
              <p:cNvSpPr/>
              <p:nvPr/>
            </p:nvSpPr>
            <p:spPr>
              <a:xfrm>
                <a:off x="9720420" y="1982787"/>
                <a:ext cx="144000" cy="144000"/>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grpSp>
        <p:sp>
          <p:nvSpPr>
            <p:cNvPr id="435" name="椭圆 434">
              <a:extLst>
                <a:ext uri="{FF2B5EF4-FFF2-40B4-BE49-F238E27FC236}">
                  <a16:creationId xmlns:a16="http://schemas.microsoft.com/office/drawing/2014/main" id="{433BF206-95EE-7AC5-EF58-186F6526B154}"/>
                </a:ext>
              </a:extLst>
            </p:cNvPr>
            <p:cNvSpPr/>
            <p:nvPr/>
          </p:nvSpPr>
          <p:spPr>
            <a:xfrm>
              <a:off x="10320225" y="1703326"/>
              <a:ext cx="144000" cy="144000"/>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436" name="椭圆 435">
              <a:extLst>
                <a:ext uri="{FF2B5EF4-FFF2-40B4-BE49-F238E27FC236}">
                  <a16:creationId xmlns:a16="http://schemas.microsoft.com/office/drawing/2014/main" id="{C4CDB287-9340-AB83-2C30-5921226D930C}"/>
                </a:ext>
              </a:extLst>
            </p:cNvPr>
            <p:cNvSpPr/>
            <p:nvPr/>
          </p:nvSpPr>
          <p:spPr>
            <a:xfrm>
              <a:off x="10320225" y="2586298"/>
              <a:ext cx="144000" cy="144000"/>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437" name="椭圆 436">
              <a:extLst>
                <a:ext uri="{FF2B5EF4-FFF2-40B4-BE49-F238E27FC236}">
                  <a16:creationId xmlns:a16="http://schemas.microsoft.com/office/drawing/2014/main" id="{1B2272AC-6C6D-2842-6EE7-34957F2D624C}"/>
                </a:ext>
              </a:extLst>
            </p:cNvPr>
            <p:cNvSpPr/>
            <p:nvPr/>
          </p:nvSpPr>
          <p:spPr>
            <a:xfrm>
              <a:off x="10320225" y="2144812"/>
              <a:ext cx="144000" cy="144000"/>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cxnSp>
          <p:nvCxnSpPr>
            <p:cNvPr id="438" name="直接箭头连接符 437">
              <a:extLst>
                <a:ext uri="{FF2B5EF4-FFF2-40B4-BE49-F238E27FC236}">
                  <a16:creationId xmlns:a16="http://schemas.microsoft.com/office/drawing/2014/main" id="{11005084-8CF5-5D81-A700-71988B0CACD0}"/>
                </a:ext>
              </a:extLst>
            </p:cNvPr>
            <p:cNvCxnSpPr>
              <a:cxnSpLocks/>
              <a:stCxn id="461" idx="6"/>
              <a:endCxn id="435" idx="2"/>
            </p:cNvCxnSpPr>
            <p:nvPr/>
          </p:nvCxnSpPr>
          <p:spPr>
            <a:xfrm flipV="1">
              <a:off x="9907495" y="1775326"/>
              <a:ext cx="412730" cy="220701"/>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39" name="直接箭头连接符 438">
              <a:extLst>
                <a:ext uri="{FF2B5EF4-FFF2-40B4-BE49-F238E27FC236}">
                  <a16:creationId xmlns:a16="http://schemas.microsoft.com/office/drawing/2014/main" id="{FD1BD6DD-BD7F-0425-FEB1-2772FC511024}"/>
                </a:ext>
              </a:extLst>
            </p:cNvPr>
            <p:cNvCxnSpPr>
              <a:cxnSpLocks/>
              <a:stCxn id="461" idx="6"/>
              <a:endCxn id="437" idx="2"/>
            </p:cNvCxnSpPr>
            <p:nvPr/>
          </p:nvCxnSpPr>
          <p:spPr>
            <a:xfrm>
              <a:off x="9907495" y="1996027"/>
              <a:ext cx="412730" cy="220785"/>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40" name="直接箭头连接符 439">
              <a:extLst>
                <a:ext uri="{FF2B5EF4-FFF2-40B4-BE49-F238E27FC236}">
                  <a16:creationId xmlns:a16="http://schemas.microsoft.com/office/drawing/2014/main" id="{78DA98FA-0B27-686A-2866-EDFBF0BEB6BE}"/>
                </a:ext>
              </a:extLst>
            </p:cNvPr>
            <p:cNvCxnSpPr>
              <a:cxnSpLocks/>
              <a:stCxn id="461" idx="6"/>
              <a:endCxn id="436" idx="2"/>
            </p:cNvCxnSpPr>
            <p:nvPr/>
          </p:nvCxnSpPr>
          <p:spPr>
            <a:xfrm>
              <a:off x="9907495" y="1996027"/>
              <a:ext cx="412730" cy="662271"/>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41" name="直接箭头连接符 440">
              <a:extLst>
                <a:ext uri="{FF2B5EF4-FFF2-40B4-BE49-F238E27FC236}">
                  <a16:creationId xmlns:a16="http://schemas.microsoft.com/office/drawing/2014/main" id="{6F1195AE-375B-31C6-3369-DBF62A962604}"/>
                </a:ext>
              </a:extLst>
            </p:cNvPr>
            <p:cNvCxnSpPr>
              <a:cxnSpLocks/>
              <a:stCxn id="462" idx="6"/>
              <a:endCxn id="435" idx="2"/>
            </p:cNvCxnSpPr>
            <p:nvPr/>
          </p:nvCxnSpPr>
          <p:spPr>
            <a:xfrm flipV="1">
              <a:off x="9907495" y="1775326"/>
              <a:ext cx="412730" cy="662271"/>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42" name="直接箭头连接符 441">
              <a:extLst>
                <a:ext uri="{FF2B5EF4-FFF2-40B4-BE49-F238E27FC236}">
                  <a16:creationId xmlns:a16="http://schemas.microsoft.com/office/drawing/2014/main" id="{30F1FA97-E863-5560-C97B-D103F2FFBF70}"/>
                </a:ext>
              </a:extLst>
            </p:cNvPr>
            <p:cNvCxnSpPr>
              <a:cxnSpLocks/>
              <a:stCxn id="462" idx="6"/>
              <a:endCxn id="437" idx="2"/>
            </p:cNvCxnSpPr>
            <p:nvPr/>
          </p:nvCxnSpPr>
          <p:spPr>
            <a:xfrm flipV="1">
              <a:off x="9907495" y="2216812"/>
              <a:ext cx="412730" cy="220785"/>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43" name="直接箭头连接符 442">
              <a:extLst>
                <a:ext uri="{FF2B5EF4-FFF2-40B4-BE49-F238E27FC236}">
                  <a16:creationId xmlns:a16="http://schemas.microsoft.com/office/drawing/2014/main" id="{13D013D4-CAE2-5E01-8879-9D9F872CEDC0}"/>
                </a:ext>
              </a:extLst>
            </p:cNvPr>
            <p:cNvCxnSpPr>
              <a:cxnSpLocks/>
              <a:stCxn id="462" idx="6"/>
              <a:endCxn id="436" idx="2"/>
            </p:cNvCxnSpPr>
            <p:nvPr/>
          </p:nvCxnSpPr>
          <p:spPr>
            <a:xfrm>
              <a:off x="9907495" y="2437597"/>
              <a:ext cx="412730" cy="220701"/>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44" name="直接箭头连接符 443">
              <a:extLst>
                <a:ext uri="{FF2B5EF4-FFF2-40B4-BE49-F238E27FC236}">
                  <a16:creationId xmlns:a16="http://schemas.microsoft.com/office/drawing/2014/main" id="{77FF48BA-41B3-5E95-BEA3-838873863DC2}"/>
                </a:ext>
              </a:extLst>
            </p:cNvPr>
            <p:cNvCxnSpPr>
              <a:cxnSpLocks/>
              <a:stCxn id="435" idx="6"/>
              <a:endCxn id="463" idx="2"/>
            </p:cNvCxnSpPr>
            <p:nvPr/>
          </p:nvCxnSpPr>
          <p:spPr>
            <a:xfrm>
              <a:off x="10464225" y="1775326"/>
              <a:ext cx="414269" cy="486"/>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45" name="直接箭头连接符 444">
              <a:extLst>
                <a:ext uri="{FF2B5EF4-FFF2-40B4-BE49-F238E27FC236}">
                  <a16:creationId xmlns:a16="http://schemas.microsoft.com/office/drawing/2014/main" id="{4835A229-8390-0824-6112-18DCDC599E48}"/>
                </a:ext>
              </a:extLst>
            </p:cNvPr>
            <p:cNvCxnSpPr>
              <a:cxnSpLocks/>
              <a:stCxn id="435" idx="6"/>
              <a:endCxn id="465" idx="2"/>
            </p:cNvCxnSpPr>
            <p:nvPr/>
          </p:nvCxnSpPr>
          <p:spPr>
            <a:xfrm>
              <a:off x="10464225" y="1775326"/>
              <a:ext cx="412730" cy="882486"/>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46" name="直接箭头连接符 445">
              <a:extLst>
                <a:ext uri="{FF2B5EF4-FFF2-40B4-BE49-F238E27FC236}">
                  <a16:creationId xmlns:a16="http://schemas.microsoft.com/office/drawing/2014/main" id="{758C3F1F-3EDC-E0F2-2083-A1DFBD2BD047}"/>
                </a:ext>
              </a:extLst>
            </p:cNvPr>
            <p:cNvCxnSpPr>
              <a:cxnSpLocks/>
              <a:stCxn id="435" idx="6"/>
              <a:endCxn id="464" idx="2"/>
            </p:cNvCxnSpPr>
            <p:nvPr/>
          </p:nvCxnSpPr>
          <p:spPr>
            <a:xfrm>
              <a:off x="10464225" y="1775326"/>
              <a:ext cx="412730" cy="446137"/>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47" name="直接连接符 446">
              <a:extLst>
                <a:ext uri="{FF2B5EF4-FFF2-40B4-BE49-F238E27FC236}">
                  <a16:creationId xmlns:a16="http://schemas.microsoft.com/office/drawing/2014/main" id="{7402A704-F848-9011-11F8-A227F1160202}"/>
                </a:ext>
              </a:extLst>
            </p:cNvPr>
            <p:cNvCxnSpPr>
              <a:cxnSpLocks/>
              <a:stCxn id="437" idx="6"/>
              <a:endCxn id="464" idx="2"/>
            </p:cNvCxnSpPr>
            <p:nvPr/>
          </p:nvCxnSpPr>
          <p:spPr>
            <a:xfrm>
              <a:off x="10464225" y="2216812"/>
              <a:ext cx="412730" cy="4651"/>
            </a:xfrm>
            <a:prstGeom prst="line">
              <a:avLst/>
            </a:prstGeom>
            <a:grpFill/>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48" name="直接箭头连接符 447">
              <a:extLst>
                <a:ext uri="{FF2B5EF4-FFF2-40B4-BE49-F238E27FC236}">
                  <a16:creationId xmlns:a16="http://schemas.microsoft.com/office/drawing/2014/main" id="{523F7DA9-DA93-D424-BCEA-F5538907BEA8}"/>
                </a:ext>
              </a:extLst>
            </p:cNvPr>
            <p:cNvCxnSpPr>
              <a:cxnSpLocks/>
              <a:stCxn id="437" idx="6"/>
              <a:endCxn id="463" idx="2"/>
            </p:cNvCxnSpPr>
            <p:nvPr/>
          </p:nvCxnSpPr>
          <p:spPr>
            <a:xfrm flipV="1">
              <a:off x="10464225" y="1775812"/>
              <a:ext cx="414269" cy="441000"/>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49" name="直接箭头连接符 448">
              <a:extLst>
                <a:ext uri="{FF2B5EF4-FFF2-40B4-BE49-F238E27FC236}">
                  <a16:creationId xmlns:a16="http://schemas.microsoft.com/office/drawing/2014/main" id="{8BB45C5A-5E80-B7FF-8FE4-BF269AE6881A}"/>
                </a:ext>
              </a:extLst>
            </p:cNvPr>
            <p:cNvCxnSpPr>
              <a:cxnSpLocks/>
              <a:stCxn id="437" idx="6"/>
              <a:endCxn id="465" idx="2"/>
            </p:cNvCxnSpPr>
            <p:nvPr/>
          </p:nvCxnSpPr>
          <p:spPr>
            <a:xfrm>
              <a:off x="10464225" y="2216812"/>
              <a:ext cx="412730" cy="441000"/>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50" name="直接箭头连接符 449">
              <a:extLst>
                <a:ext uri="{FF2B5EF4-FFF2-40B4-BE49-F238E27FC236}">
                  <a16:creationId xmlns:a16="http://schemas.microsoft.com/office/drawing/2014/main" id="{7017334B-C844-B504-0112-A36A93666C6D}"/>
                </a:ext>
              </a:extLst>
            </p:cNvPr>
            <p:cNvCxnSpPr>
              <a:cxnSpLocks/>
              <a:stCxn id="436" idx="6"/>
              <a:endCxn id="463" idx="2"/>
            </p:cNvCxnSpPr>
            <p:nvPr/>
          </p:nvCxnSpPr>
          <p:spPr>
            <a:xfrm flipV="1">
              <a:off x="10464225" y="1775812"/>
              <a:ext cx="414269" cy="882486"/>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51" name="直接箭头连接符 450">
              <a:extLst>
                <a:ext uri="{FF2B5EF4-FFF2-40B4-BE49-F238E27FC236}">
                  <a16:creationId xmlns:a16="http://schemas.microsoft.com/office/drawing/2014/main" id="{F0660695-A120-0DBD-73B6-AF49C768D31C}"/>
                </a:ext>
              </a:extLst>
            </p:cNvPr>
            <p:cNvCxnSpPr>
              <a:cxnSpLocks/>
              <a:stCxn id="436" idx="6"/>
              <a:endCxn id="465" idx="2"/>
            </p:cNvCxnSpPr>
            <p:nvPr/>
          </p:nvCxnSpPr>
          <p:spPr>
            <a:xfrm flipV="1">
              <a:off x="10464225" y="2657812"/>
              <a:ext cx="412730" cy="486"/>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52" name="直接箭头连接符 451">
              <a:extLst>
                <a:ext uri="{FF2B5EF4-FFF2-40B4-BE49-F238E27FC236}">
                  <a16:creationId xmlns:a16="http://schemas.microsoft.com/office/drawing/2014/main" id="{B085B922-FA7D-A470-587C-1E1B037DD984}"/>
                </a:ext>
              </a:extLst>
            </p:cNvPr>
            <p:cNvCxnSpPr>
              <a:cxnSpLocks/>
              <a:stCxn id="436" idx="6"/>
              <a:endCxn id="464" idx="2"/>
            </p:cNvCxnSpPr>
            <p:nvPr/>
          </p:nvCxnSpPr>
          <p:spPr>
            <a:xfrm flipV="1">
              <a:off x="10464225" y="2221463"/>
              <a:ext cx="412730" cy="436835"/>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53" name="直接箭头连接符 452">
              <a:extLst>
                <a:ext uri="{FF2B5EF4-FFF2-40B4-BE49-F238E27FC236}">
                  <a16:creationId xmlns:a16="http://schemas.microsoft.com/office/drawing/2014/main" id="{6A589CAD-EE21-9B52-B3E9-2FA199EC52ED}"/>
                </a:ext>
              </a:extLst>
            </p:cNvPr>
            <p:cNvCxnSpPr>
              <a:cxnSpLocks/>
              <a:stCxn id="463" idx="6"/>
              <a:endCxn id="460" idx="2"/>
            </p:cNvCxnSpPr>
            <p:nvPr/>
          </p:nvCxnSpPr>
          <p:spPr>
            <a:xfrm>
              <a:off x="11022494" y="1775812"/>
              <a:ext cx="419489" cy="220215"/>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54" name="直接箭头连接符 453">
              <a:extLst>
                <a:ext uri="{FF2B5EF4-FFF2-40B4-BE49-F238E27FC236}">
                  <a16:creationId xmlns:a16="http://schemas.microsoft.com/office/drawing/2014/main" id="{E7BE9B7A-206A-0F9F-FCFE-C27A82AF0A73}"/>
                </a:ext>
              </a:extLst>
            </p:cNvPr>
            <p:cNvCxnSpPr>
              <a:cxnSpLocks/>
              <a:stCxn id="463" idx="6"/>
              <a:endCxn id="459" idx="2"/>
            </p:cNvCxnSpPr>
            <p:nvPr/>
          </p:nvCxnSpPr>
          <p:spPr>
            <a:xfrm>
              <a:off x="11022494" y="1775812"/>
              <a:ext cx="412730" cy="661785"/>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55" name="直接箭头连接符 454">
              <a:extLst>
                <a:ext uri="{FF2B5EF4-FFF2-40B4-BE49-F238E27FC236}">
                  <a16:creationId xmlns:a16="http://schemas.microsoft.com/office/drawing/2014/main" id="{0B98936E-398A-32C5-7B44-E15BA3165BC4}"/>
                </a:ext>
              </a:extLst>
            </p:cNvPr>
            <p:cNvCxnSpPr>
              <a:cxnSpLocks/>
              <a:stCxn id="464" idx="6"/>
              <a:endCxn id="460" idx="2"/>
            </p:cNvCxnSpPr>
            <p:nvPr/>
          </p:nvCxnSpPr>
          <p:spPr>
            <a:xfrm flipV="1">
              <a:off x="11020955" y="1996027"/>
              <a:ext cx="421028" cy="225436"/>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56" name="直接箭头连接符 455">
              <a:extLst>
                <a:ext uri="{FF2B5EF4-FFF2-40B4-BE49-F238E27FC236}">
                  <a16:creationId xmlns:a16="http://schemas.microsoft.com/office/drawing/2014/main" id="{ADD335F4-CA20-D035-FE43-F92A06EEB8C4}"/>
                </a:ext>
              </a:extLst>
            </p:cNvPr>
            <p:cNvCxnSpPr>
              <a:cxnSpLocks/>
              <a:stCxn id="464" idx="6"/>
              <a:endCxn id="459" idx="2"/>
            </p:cNvCxnSpPr>
            <p:nvPr/>
          </p:nvCxnSpPr>
          <p:spPr>
            <a:xfrm>
              <a:off x="11020955" y="2221463"/>
              <a:ext cx="414269" cy="216134"/>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57" name="直接箭头连接符 456">
              <a:extLst>
                <a:ext uri="{FF2B5EF4-FFF2-40B4-BE49-F238E27FC236}">
                  <a16:creationId xmlns:a16="http://schemas.microsoft.com/office/drawing/2014/main" id="{F5839679-6749-2B08-916F-EF12EFE6DA55}"/>
                </a:ext>
              </a:extLst>
            </p:cNvPr>
            <p:cNvCxnSpPr>
              <a:cxnSpLocks/>
              <a:stCxn id="465" idx="6"/>
              <a:endCxn id="460" idx="2"/>
            </p:cNvCxnSpPr>
            <p:nvPr/>
          </p:nvCxnSpPr>
          <p:spPr>
            <a:xfrm flipV="1">
              <a:off x="11020955" y="1996027"/>
              <a:ext cx="421028" cy="661785"/>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58" name="直接箭头连接符 457">
              <a:extLst>
                <a:ext uri="{FF2B5EF4-FFF2-40B4-BE49-F238E27FC236}">
                  <a16:creationId xmlns:a16="http://schemas.microsoft.com/office/drawing/2014/main" id="{CFEB7DE2-D9B4-AF86-0756-5F408FEAB948}"/>
                </a:ext>
              </a:extLst>
            </p:cNvPr>
            <p:cNvCxnSpPr>
              <a:cxnSpLocks/>
              <a:stCxn id="465" idx="6"/>
              <a:endCxn id="459" idx="2"/>
            </p:cNvCxnSpPr>
            <p:nvPr/>
          </p:nvCxnSpPr>
          <p:spPr>
            <a:xfrm flipV="1">
              <a:off x="11020955" y="2437597"/>
              <a:ext cx="414269" cy="220215"/>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grpSp>
      <p:grpSp>
        <p:nvGrpSpPr>
          <p:cNvPr id="466" name="组合 465">
            <a:extLst>
              <a:ext uri="{FF2B5EF4-FFF2-40B4-BE49-F238E27FC236}">
                <a16:creationId xmlns:a16="http://schemas.microsoft.com/office/drawing/2014/main" id="{79157431-CC31-D513-AC94-9BFDB313215B}"/>
              </a:ext>
            </a:extLst>
          </p:cNvPr>
          <p:cNvGrpSpPr/>
          <p:nvPr/>
        </p:nvGrpSpPr>
        <p:grpSpPr>
          <a:xfrm>
            <a:off x="3711626" y="5452496"/>
            <a:ext cx="1484394" cy="1026000"/>
            <a:chOff x="9763495" y="1703812"/>
            <a:chExt cx="1822488" cy="1026000"/>
          </a:xfrm>
          <a:solidFill>
            <a:schemeClr val="bg1">
              <a:lumMod val="50000"/>
            </a:schemeClr>
          </a:solidFill>
        </p:grpSpPr>
        <p:grpSp>
          <p:nvGrpSpPr>
            <p:cNvPr id="467" name="组合 466">
              <a:extLst>
                <a:ext uri="{FF2B5EF4-FFF2-40B4-BE49-F238E27FC236}">
                  <a16:creationId xmlns:a16="http://schemas.microsoft.com/office/drawing/2014/main" id="{D1897779-AF7B-CF64-803C-23118B8AEE25}"/>
                </a:ext>
              </a:extLst>
            </p:cNvPr>
            <p:cNvGrpSpPr/>
            <p:nvPr/>
          </p:nvGrpSpPr>
          <p:grpSpPr>
            <a:xfrm>
              <a:off x="10876955" y="1703812"/>
              <a:ext cx="145539" cy="1026000"/>
              <a:chOff x="8792817" y="1721414"/>
              <a:chExt cx="145539" cy="1026000"/>
            </a:xfrm>
            <a:grpFill/>
          </p:grpSpPr>
          <p:sp>
            <p:nvSpPr>
              <p:cNvPr id="492" name="椭圆 491">
                <a:extLst>
                  <a:ext uri="{FF2B5EF4-FFF2-40B4-BE49-F238E27FC236}">
                    <a16:creationId xmlns:a16="http://schemas.microsoft.com/office/drawing/2014/main" id="{EA22F5E0-3B47-1F7B-F3E2-938239619F90}"/>
                  </a:ext>
                </a:extLst>
              </p:cNvPr>
              <p:cNvSpPr/>
              <p:nvPr/>
            </p:nvSpPr>
            <p:spPr>
              <a:xfrm>
                <a:off x="8794356" y="1721414"/>
                <a:ext cx="144000" cy="144000"/>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493" name="椭圆 492">
                <a:extLst>
                  <a:ext uri="{FF2B5EF4-FFF2-40B4-BE49-F238E27FC236}">
                    <a16:creationId xmlns:a16="http://schemas.microsoft.com/office/drawing/2014/main" id="{216349AF-0F0A-A194-B0F7-48EC76CA0B25}"/>
                  </a:ext>
                </a:extLst>
              </p:cNvPr>
              <p:cNvSpPr/>
              <p:nvPr/>
            </p:nvSpPr>
            <p:spPr>
              <a:xfrm>
                <a:off x="8792817" y="2167065"/>
                <a:ext cx="144000" cy="144000"/>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494" name="椭圆 493">
                <a:extLst>
                  <a:ext uri="{FF2B5EF4-FFF2-40B4-BE49-F238E27FC236}">
                    <a16:creationId xmlns:a16="http://schemas.microsoft.com/office/drawing/2014/main" id="{558AFFAA-7116-3754-033D-7CED206FF11B}"/>
                  </a:ext>
                </a:extLst>
              </p:cNvPr>
              <p:cNvSpPr/>
              <p:nvPr/>
            </p:nvSpPr>
            <p:spPr>
              <a:xfrm>
                <a:off x="8792817" y="2603414"/>
                <a:ext cx="144000" cy="144000"/>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grpSp>
        <p:grpSp>
          <p:nvGrpSpPr>
            <p:cNvPr id="468" name="组合 467">
              <a:extLst>
                <a:ext uri="{FF2B5EF4-FFF2-40B4-BE49-F238E27FC236}">
                  <a16:creationId xmlns:a16="http://schemas.microsoft.com/office/drawing/2014/main" id="{F6447D7E-3A9B-CB68-3E62-983B0CBAF282}"/>
                </a:ext>
              </a:extLst>
            </p:cNvPr>
            <p:cNvGrpSpPr/>
            <p:nvPr/>
          </p:nvGrpSpPr>
          <p:grpSpPr>
            <a:xfrm>
              <a:off x="9763495" y="1924027"/>
              <a:ext cx="144000" cy="585570"/>
              <a:chOff x="7743758" y="1982787"/>
              <a:chExt cx="144000" cy="585570"/>
            </a:xfrm>
            <a:grpFill/>
          </p:grpSpPr>
          <p:sp>
            <p:nvSpPr>
              <p:cNvPr id="490" name="椭圆 489">
                <a:extLst>
                  <a:ext uri="{FF2B5EF4-FFF2-40B4-BE49-F238E27FC236}">
                    <a16:creationId xmlns:a16="http://schemas.microsoft.com/office/drawing/2014/main" id="{6613F54E-0F93-0644-CE19-A7724ED63184}"/>
                  </a:ext>
                </a:extLst>
              </p:cNvPr>
              <p:cNvSpPr/>
              <p:nvPr/>
            </p:nvSpPr>
            <p:spPr>
              <a:xfrm>
                <a:off x="7743758" y="1982787"/>
                <a:ext cx="144000" cy="144000"/>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491" name="椭圆 490">
                <a:extLst>
                  <a:ext uri="{FF2B5EF4-FFF2-40B4-BE49-F238E27FC236}">
                    <a16:creationId xmlns:a16="http://schemas.microsoft.com/office/drawing/2014/main" id="{E8D3AEF7-B715-56C9-E0B6-3B02AE8A054B}"/>
                  </a:ext>
                </a:extLst>
              </p:cNvPr>
              <p:cNvSpPr/>
              <p:nvPr/>
            </p:nvSpPr>
            <p:spPr>
              <a:xfrm>
                <a:off x="7743758" y="2424357"/>
                <a:ext cx="144000" cy="144000"/>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grpSp>
        <p:grpSp>
          <p:nvGrpSpPr>
            <p:cNvPr id="469" name="组合 468">
              <a:extLst>
                <a:ext uri="{FF2B5EF4-FFF2-40B4-BE49-F238E27FC236}">
                  <a16:creationId xmlns:a16="http://schemas.microsoft.com/office/drawing/2014/main" id="{E0A0A703-4C6B-3920-417D-87C144299161}"/>
                </a:ext>
              </a:extLst>
            </p:cNvPr>
            <p:cNvGrpSpPr/>
            <p:nvPr/>
          </p:nvGrpSpPr>
          <p:grpSpPr>
            <a:xfrm>
              <a:off x="11435224" y="1924027"/>
              <a:ext cx="150759" cy="585570"/>
              <a:chOff x="9713661" y="1982787"/>
              <a:chExt cx="150759" cy="585570"/>
            </a:xfrm>
            <a:grpFill/>
          </p:grpSpPr>
          <p:sp>
            <p:nvSpPr>
              <p:cNvPr id="488" name="椭圆 487">
                <a:extLst>
                  <a:ext uri="{FF2B5EF4-FFF2-40B4-BE49-F238E27FC236}">
                    <a16:creationId xmlns:a16="http://schemas.microsoft.com/office/drawing/2014/main" id="{7FF54209-50D9-CA82-469E-3B4E1C241C06}"/>
                  </a:ext>
                </a:extLst>
              </p:cNvPr>
              <p:cNvSpPr/>
              <p:nvPr/>
            </p:nvSpPr>
            <p:spPr>
              <a:xfrm>
                <a:off x="9713661" y="2424357"/>
                <a:ext cx="144000" cy="144000"/>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489" name="椭圆 488">
                <a:extLst>
                  <a:ext uri="{FF2B5EF4-FFF2-40B4-BE49-F238E27FC236}">
                    <a16:creationId xmlns:a16="http://schemas.microsoft.com/office/drawing/2014/main" id="{177F6585-512F-AFAD-DDC8-80E754C397F2}"/>
                  </a:ext>
                </a:extLst>
              </p:cNvPr>
              <p:cNvSpPr/>
              <p:nvPr/>
            </p:nvSpPr>
            <p:spPr>
              <a:xfrm>
                <a:off x="9720420" y="1982787"/>
                <a:ext cx="144000" cy="144000"/>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grpSp>
        <p:sp>
          <p:nvSpPr>
            <p:cNvPr id="470" name="椭圆 469">
              <a:extLst>
                <a:ext uri="{FF2B5EF4-FFF2-40B4-BE49-F238E27FC236}">
                  <a16:creationId xmlns:a16="http://schemas.microsoft.com/office/drawing/2014/main" id="{02CB83BA-FF84-A63E-FD38-812AD01AF92B}"/>
                </a:ext>
              </a:extLst>
            </p:cNvPr>
            <p:cNvSpPr/>
            <p:nvPr/>
          </p:nvSpPr>
          <p:spPr>
            <a:xfrm>
              <a:off x="10320225" y="2365597"/>
              <a:ext cx="144000" cy="144000"/>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471" name="椭圆 470">
              <a:extLst>
                <a:ext uri="{FF2B5EF4-FFF2-40B4-BE49-F238E27FC236}">
                  <a16:creationId xmlns:a16="http://schemas.microsoft.com/office/drawing/2014/main" id="{A0E3B0B5-9677-5A54-5F8C-94D0BAF907E7}"/>
                </a:ext>
              </a:extLst>
            </p:cNvPr>
            <p:cNvSpPr/>
            <p:nvPr/>
          </p:nvSpPr>
          <p:spPr>
            <a:xfrm>
              <a:off x="10320225" y="1924027"/>
              <a:ext cx="144000" cy="144000"/>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cxnSp>
          <p:nvCxnSpPr>
            <p:cNvPr id="472" name="直接箭头连接符 471">
              <a:extLst>
                <a:ext uri="{FF2B5EF4-FFF2-40B4-BE49-F238E27FC236}">
                  <a16:creationId xmlns:a16="http://schemas.microsoft.com/office/drawing/2014/main" id="{6A9DD13F-8B8D-B600-8B11-486B1B28D0B6}"/>
                </a:ext>
              </a:extLst>
            </p:cNvPr>
            <p:cNvCxnSpPr>
              <a:cxnSpLocks/>
              <a:stCxn id="490" idx="6"/>
              <a:endCxn id="471" idx="2"/>
            </p:cNvCxnSpPr>
            <p:nvPr/>
          </p:nvCxnSpPr>
          <p:spPr>
            <a:xfrm>
              <a:off x="9907495" y="1996027"/>
              <a:ext cx="412730" cy="0"/>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73" name="直接箭头连接符 472">
              <a:extLst>
                <a:ext uri="{FF2B5EF4-FFF2-40B4-BE49-F238E27FC236}">
                  <a16:creationId xmlns:a16="http://schemas.microsoft.com/office/drawing/2014/main" id="{2CA347EF-57D3-1296-DD35-E8E3B8F0E0FF}"/>
                </a:ext>
              </a:extLst>
            </p:cNvPr>
            <p:cNvCxnSpPr>
              <a:cxnSpLocks/>
              <a:stCxn id="490" idx="6"/>
              <a:endCxn id="470" idx="2"/>
            </p:cNvCxnSpPr>
            <p:nvPr/>
          </p:nvCxnSpPr>
          <p:spPr>
            <a:xfrm>
              <a:off x="9907495" y="1996027"/>
              <a:ext cx="412730" cy="441570"/>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74" name="直接箭头连接符 473">
              <a:extLst>
                <a:ext uri="{FF2B5EF4-FFF2-40B4-BE49-F238E27FC236}">
                  <a16:creationId xmlns:a16="http://schemas.microsoft.com/office/drawing/2014/main" id="{BE33D8A3-B941-DFEA-EDD7-5783098FC89C}"/>
                </a:ext>
              </a:extLst>
            </p:cNvPr>
            <p:cNvCxnSpPr>
              <a:cxnSpLocks/>
              <a:stCxn id="491" idx="6"/>
              <a:endCxn id="471" idx="2"/>
            </p:cNvCxnSpPr>
            <p:nvPr/>
          </p:nvCxnSpPr>
          <p:spPr>
            <a:xfrm flipV="1">
              <a:off x="9907495" y="1996027"/>
              <a:ext cx="412730" cy="441570"/>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75" name="直接箭头连接符 474">
              <a:extLst>
                <a:ext uri="{FF2B5EF4-FFF2-40B4-BE49-F238E27FC236}">
                  <a16:creationId xmlns:a16="http://schemas.microsoft.com/office/drawing/2014/main" id="{F9363AB5-BC90-BD54-3648-071305271CD6}"/>
                </a:ext>
              </a:extLst>
            </p:cNvPr>
            <p:cNvCxnSpPr>
              <a:cxnSpLocks/>
              <a:stCxn id="491" idx="6"/>
              <a:endCxn id="470" idx="2"/>
            </p:cNvCxnSpPr>
            <p:nvPr/>
          </p:nvCxnSpPr>
          <p:spPr>
            <a:xfrm>
              <a:off x="9907495" y="2437597"/>
              <a:ext cx="412730" cy="0"/>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76" name="直接连接符 475">
              <a:extLst>
                <a:ext uri="{FF2B5EF4-FFF2-40B4-BE49-F238E27FC236}">
                  <a16:creationId xmlns:a16="http://schemas.microsoft.com/office/drawing/2014/main" id="{9A4A7EC5-6C3E-A4D2-37D0-B560753E8722}"/>
                </a:ext>
              </a:extLst>
            </p:cNvPr>
            <p:cNvCxnSpPr>
              <a:cxnSpLocks/>
              <a:stCxn id="471" idx="6"/>
              <a:endCxn id="493" idx="2"/>
            </p:cNvCxnSpPr>
            <p:nvPr/>
          </p:nvCxnSpPr>
          <p:spPr>
            <a:xfrm>
              <a:off x="10464226" y="1996027"/>
              <a:ext cx="412729" cy="225436"/>
            </a:xfrm>
            <a:prstGeom prst="line">
              <a:avLst/>
            </a:prstGeom>
            <a:grpFill/>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77" name="直接箭头连接符 476">
              <a:extLst>
                <a:ext uri="{FF2B5EF4-FFF2-40B4-BE49-F238E27FC236}">
                  <a16:creationId xmlns:a16="http://schemas.microsoft.com/office/drawing/2014/main" id="{8B35696B-2447-AE90-CCBB-874DCB53204E}"/>
                </a:ext>
              </a:extLst>
            </p:cNvPr>
            <p:cNvCxnSpPr>
              <a:cxnSpLocks/>
              <a:stCxn id="471" idx="6"/>
              <a:endCxn id="492" idx="2"/>
            </p:cNvCxnSpPr>
            <p:nvPr/>
          </p:nvCxnSpPr>
          <p:spPr>
            <a:xfrm flipV="1">
              <a:off x="10464226" y="1775812"/>
              <a:ext cx="414268" cy="220215"/>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78" name="直接箭头连接符 477">
              <a:extLst>
                <a:ext uri="{FF2B5EF4-FFF2-40B4-BE49-F238E27FC236}">
                  <a16:creationId xmlns:a16="http://schemas.microsoft.com/office/drawing/2014/main" id="{6AADC1CC-0002-F639-C852-568F1374DD46}"/>
                </a:ext>
              </a:extLst>
            </p:cNvPr>
            <p:cNvCxnSpPr>
              <a:cxnSpLocks/>
              <a:stCxn id="471" idx="6"/>
              <a:endCxn id="494" idx="2"/>
            </p:cNvCxnSpPr>
            <p:nvPr/>
          </p:nvCxnSpPr>
          <p:spPr>
            <a:xfrm>
              <a:off x="10464226" y="1996027"/>
              <a:ext cx="412729" cy="661785"/>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79" name="直接箭头连接符 478">
              <a:extLst>
                <a:ext uri="{FF2B5EF4-FFF2-40B4-BE49-F238E27FC236}">
                  <a16:creationId xmlns:a16="http://schemas.microsoft.com/office/drawing/2014/main" id="{B1D2361E-25EF-06C2-9298-D39D44F486C7}"/>
                </a:ext>
              </a:extLst>
            </p:cNvPr>
            <p:cNvCxnSpPr>
              <a:cxnSpLocks/>
              <a:stCxn id="470" idx="6"/>
              <a:endCxn id="492" idx="2"/>
            </p:cNvCxnSpPr>
            <p:nvPr/>
          </p:nvCxnSpPr>
          <p:spPr>
            <a:xfrm flipV="1">
              <a:off x="10464226" y="1775812"/>
              <a:ext cx="414268" cy="661785"/>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80" name="直接箭头连接符 479">
              <a:extLst>
                <a:ext uri="{FF2B5EF4-FFF2-40B4-BE49-F238E27FC236}">
                  <a16:creationId xmlns:a16="http://schemas.microsoft.com/office/drawing/2014/main" id="{AD428710-0509-2CCE-FA2E-DEFB5AE49113}"/>
                </a:ext>
              </a:extLst>
            </p:cNvPr>
            <p:cNvCxnSpPr>
              <a:cxnSpLocks/>
              <a:stCxn id="470" idx="6"/>
              <a:endCxn id="494" idx="2"/>
            </p:cNvCxnSpPr>
            <p:nvPr/>
          </p:nvCxnSpPr>
          <p:spPr>
            <a:xfrm>
              <a:off x="10464226" y="2437597"/>
              <a:ext cx="412729" cy="220215"/>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81" name="直接箭头连接符 480">
              <a:extLst>
                <a:ext uri="{FF2B5EF4-FFF2-40B4-BE49-F238E27FC236}">
                  <a16:creationId xmlns:a16="http://schemas.microsoft.com/office/drawing/2014/main" id="{6667A2C8-9F6F-C9D6-1ACF-9A3B11B06B9D}"/>
                </a:ext>
              </a:extLst>
            </p:cNvPr>
            <p:cNvCxnSpPr>
              <a:cxnSpLocks/>
              <a:stCxn id="470" idx="6"/>
              <a:endCxn id="493" idx="2"/>
            </p:cNvCxnSpPr>
            <p:nvPr/>
          </p:nvCxnSpPr>
          <p:spPr>
            <a:xfrm flipV="1">
              <a:off x="10464226" y="2221463"/>
              <a:ext cx="412729" cy="216134"/>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82" name="直接箭头连接符 481">
              <a:extLst>
                <a:ext uri="{FF2B5EF4-FFF2-40B4-BE49-F238E27FC236}">
                  <a16:creationId xmlns:a16="http://schemas.microsoft.com/office/drawing/2014/main" id="{CD0C35D8-B171-8940-DDE0-43ADF67CA164}"/>
                </a:ext>
              </a:extLst>
            </p:cNvPr>
            <p:cNvCxnSpPr>
              <a:cxnSpLocks/>
              <a:stCxn id="492" idx="6"/>
              <a:endCxn id="489" idx="2"/>
            </p:cNvCxnSpPr>
            <p:nvPr/>
          </p:nvCxnSpPr>
          <p:spPr>
            <a:xfrm>
              <a:off x="11022494" y="1775812"/>
              <a:ext cx="419489" cy="220215"/>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83" name="直接箭头连接符 482">
              <a:extLst>
                <a:ext uri="{FF2B5EF4-FFF2-40B4-BE49-F238E27FC236}">
                  <a16:creationId xmlns:a16="http://schemas.microsoft.com/office/drawing/2014/main" id="{3E36BA92-A214-CBAE-EB46-DD198A8505FA}"/>
                </a:ext>
              </a:extLst>
            </p:cNvPr>
            <p:cNvCxnSpPr>
              <a:cxnSpLocks/>
              <a:stCxn id="492" idx="6"/>
              <a:endCxn id="488" idx="2"/>
            </p:cNvCxnSpPr>
            <p:nvPr/>
          </p:nvCxnSpPr>
          <p:spPr>
            <a:xfrm>
              <a:off x="11022494" y="1775812"/>
              <a:ext cx="412730" cy="661785"/>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84" name="直接箭头连接符 483">
              <a:extLst>
                <a:ext uri="{FF2B5EF4-FFF2-40B4-BE49-F238E27FC236}">
                  <a16:creationId xmlns:a16="http://schemas.microsoft.com/office/drawing/2014/main" id="{52C94AD0-C1AF-FD4A-9A07-E44B85DEE765}"/>
                </a:ext>
              </a:extLst>
            </p:cNvPr>
            <p:cNvCxnSpPr>
              <a:cxnSpLocks/>
              <a:stCxn id="493" idx="6"/>
              <a:endCxn id="489" idx="2"/>
            </p:cNvCxnSpPr>
            <p:nvPr/>
          </p:nvCxnSpPr>
          <p:spPr>
            <a:xfrm flipV="1">
              <a:off x="11020955" y="1996027"/>
              <a:ext cx="421028" cy="225436"/>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85" name="直接箭头连接符 484">
              <a:extLst>
                <a:ext uri="{FF2B5EF4-FFF2-40B4-BE49-F238E27FC236}">
                  <a16:creationId xmlns:a16="http://schemas.microsoft.com/office/drawing/2014/main" id="{50AB4512-7C40-9847-1EE1-E4A0823B5429}"/>
                </a:ext>
              </a:extLst>
            </p:cNvPr>
            <p:cNvCxnSpPr>
              <a:cxnSpLocks/>
              <a:stCxn id="493" idx="6"/>
              <a:endCxn id="488" idx="2"/>
            </p:cNvCxnSpPr>
            <p:nvPr/>
          </p:nvCxnSpPr>
          <p:spPr>
            <a:xfrm>
              <a:off x="11020955" y="2221463"/>
              <a:ext cx="414269" cy="216134"/>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86" name="直接箭头连接符 485">
              <a:extLst>
                <a:ext uri="{FF2B5EF4-FFF2-40B4-BE49-F238E27FC236}">
                  <a16:creationId xmlns:a16="http://schemas.microsoft.com/office/drawing/2014/main" id="{8C407533-D360-8EB2-CBC7-57E030C172E6}"/>
                </a:ext>
              </a:extLst>
            </p:cNvPr>
            <p:cNvCxnSpPr>
              <a:cxnSpLocks/>
              <a:stCxn id="494" idx="6"/>
              <a:endCxn id="489" idx="2"/>
            </p:cNvCxnSpPr>
            <p:nvPr/>
          </p:nvCxnSpPr>
          <p:spPr>
            <a:xfrm flipV="1">
              <a:off x="11020955" y="1996027"/>
              <a:ext cx="421028" cy="661785"/>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87" name="直接箭头连接符 486">
              <a:extLst>
                <a:ext uri="{FF2B5EF4-FFF2-40B4-BE49-F238E27FC236}">
                  <a16:creationId xmlns:a16="http://schemas.microsoft.com/office/drawing/2014/main" id="{9131E6C7-7FE6-6735-372A-D78E3F769916}"/>
                </a:ext>
              </a:extLst>
            </p:cNvPr>
            <p:cNvCxnSpPr>
              <a:cxnSpLocks/>
              <a:stCxn id="494" idx="6"/>
              <a:endCxn id="488" idx="2"/>
            </p:cNvCxnSpPr>
            <p:nvPr/>
          </p:nvCxnSpPr>
          <p:spPr>
            <a:xfrm flipV="1">
              <a:off x="11020955" y="2437597"/>
              <a:ext cx="414269" cy="220215"/>
            </a:xfrm>
            <a:prstGeom prst="straightConnector1">
              <a:avLst/>
            </a:prstGeom>
            <a:grpFill/>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grpSp>
      <p:pic>
        <p:nvPicPr>
          <p:cNvPr id="495" name="图形 494" descr="添加 纯色填充">
            <a:extLst>
              <a:ext uri="{FF2B5EF4-FFF2-40B4-BE49-F238E27FC236}">
                <a16:creationId xmlns:a16="http://schemas.microsoft.com/office/drawing/2014/main" id="{5B7612EA-829E-A945-1C74-3DCF390D742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V="1">
            <a:off x="3170958" y="5803116"/>
            <a:ext cx="369333" cy="309910"/>
          </a:xfrm>
          <a:prstGeom prst="rect">
            <a:avLst/>
          </a:prstGeom>
        </p:spPr>
      </p:pic>
      <p:pic>
        <p:nvPicPr>
          <p:cNvPr id="496" name="图形 495" descr="关闭 轮廓">
            <a:extLst>
              <a:ext uri="{FF2B5EF4-FFF2-40B4-BE49-F238E27FC236}">
                <a16:creationId xmlns:a16="http://schemas.microsoft.com/office/drawing/2014/main" id="{A79B82A8-EEE6-B0C5-B98E-B1CBDA9F4CAC}"/>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688454" y="5506896"/>
            <a:ext cx="313246" cy="313246"/>
          </a:xfrm>
          <a:prstGeom prst="rect">
            <a:avLst/>
          </a:prstGeom>
        </p:spPr>
      </p:pic>
      <p:sp>
        <p:nvSpPr>
          <p:cNvPr id="497" name="箭头: 下 496">
            <a:extLst>
              <a:ext uri="{FF2B5EF4-FFF2-40B4-BE49-F238E27FC236}">
                <a16:creationId xmlns:a16="http://schemas.microsoft.com/office/drawing/2014/main" id="{3E679925-5D01-DB3A-C7D4-CABC076BD927}"/>
              </a:ext>
            </a:extLst>
          </p:cNvPr>
          <p:cNvSpPr/>
          <p:nvPr/>
        </p:nvSpPr>
        <p:spPr>
          <a:xfrm rot="16200000">
            <a:off x="5686547" y="5581648"/>
            <a:ext cx="412730" cy="793113"/>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dirty="0"/>
          </a:p>
        </p:txBody>
      </p:sp>
      <p:sp>
        <p:nvSpPr>
          <p:cNvPr id="5" name="文本框 4">
            <a:extLst>
              <a:ext uri="{FF2B5EF4-FFF2-40B4-BE49-F238E27FC236}">
                <a16:creationId xmlns:a16="http://schemas.microsoft.com/office/drawing/2014/main" id="{5732445C-E956-EFE4-2B6A-5C403B4538F6}"/>
              </a:ext>
            </a:extLst>
          </p:cNvPr>
          <p:cNvSpPr txBox="1"/>
          <p:nvPr/>
        </p:nvSpPr>
        <p:spPr>
          <a:xfrm>
            <a:off x="10907486" y="6449406"/>
            <a:ext cx="953142" cy="338554"/>
          </a:xfrm>
          <a:prstGeom prst="rect">
            <a:avLst/>
          </a:prstGeom>
          <a:noFill/>
        </p:spPr>
        <p:txBody>
          <a:bodyPr wrap="square">
            <a:spAutoFit/>
          </a:bodyPr>
          <a:lstStyle/>
          <a:p>
            <a:r>
              <a:rPr lang="en-US" altLang="zh-CN" sz="1600" b="1" dirty="0">
                <a:solidFill>
                  <a:schemeClr val="bg1">
                    <a:lumMod val="50000"/>
                  </a:schemeClr>
                </a:solidFill>
                <a:latin typeface="+mn-ea"/>
              </a:rPr>
              <a:t>4/21</a:t>
            </a:r>
            <a:endParaRPr lang="zh-CN" altLang="en-US" sz="1600" b="1" dirty="0">
              <a:solidFill>
                <a:schemeClr val="bg1">
                  <a:lumMod val="50000"/>
                </a:schemeClr>
              </a:solidFill>
            </a:endParaRPr>
          </a:p>
        </p:txBody>
      </p:sp>
    </p:spTree>
    <p:extLst>
      <p:ext uri="{BB962C8B-B14F-4D97-AF65-F5344CB8AC3E}">
        <p14:creationId xmlns:p14="http://schemas.microsoft.com/office/powerpoint/2010/main" val="7236716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2"/>
                                        </p:tgtEl>
                                        <p:attrNameLst>
                                          <p:attrName>style.visibility</p:attrName>
                                        </p:attrNameLst>
                                      </p:cBhvr>
                                      <p:to>
                                        <p:strVal val="visible"/>
                                      </p:to>
                                    </p:set>
                                    <p:animEffect transition="in" filter="fade">
                                      <p:cBhvr>
                                        <p:cTn id="12" dur="500"/>
                                        <p:tgtEl>
                                          <p:spTgt spid="282"/>
                                        </p:tgtEl>
                                      </p:cBhvr>
                                    </p:animEffect>
                                  </p:childTnLst>
                                </p:cTn>
                              </p:par>
                              <p:par>
                                <p:cTn id="13" presetID="10" presetClass="entr" presetSubtype="0" fill="hold" nodeType="withEffect">
                                  <p:stCondLst>
                                    <p:cond delay="0"/>
                                  </p:stCondLst>
                                  <p:childTnLst>
                                    <p:set>
                                      <p:cBhvr>
                                        <p:cTn id="14" dur="1" fill="hold">
                                          <p:stCondLst>
                                            <p:cond delay="0"/>
                                          </p:stCondLst>
                                        </p:cTn>
                                        <p:tgtEl>
                                          <p:spTgt spid="114"/>
                                        </p:tgtEl>
                                        <p:attrNameLst>
                                          <p:attrName>style.visibility</p:attrName>
                                        </p:attrNameLst>
                                      </p:cBhvr>
                                      <p:to>
                                        <p:strVal val="visible"/>
                                      </p:to>
                                    </p:set>
                                    <p:animEffect transition="in" filter="fade">
                                      <p:cBhvr>
                                        <p:cTn id="15" dur="500"/>
                                        <p:tgtEl>
                                          <p:spTgt spid="11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5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5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500"/>
                                        <p:tgtEl>
                                          <p:spTgt spid="6"/>
                                        </p:tgtEl>
                                      </p:cBhvr>
                                    </p:animEffect>
                                  </p:childTnLst>
                                </p:cTn>
                              </p:par>
                              <p:par>
                                <p:cTn id="31" presetID="10" presetClass="entr" presetSubtype="0" fill="hold" nodeType="withEffect">
                                  <p:stCondLst>
                                    <p:cond delay="0"/>
                                  </p:stCondLst>
                                  <p:childTnLst>
                                    <p:set>
                                      <p:cBhvr>
                                        <p:cTn id="32" dur="1" fill="hold">
                                          <p:stCondLst>
                                            <p:cond delay="0"/>
                                          </p:stCondLst>
                                        </p:cTn>
                                        <p:tgtEl>
                                          <p:spTgt spid="237"/>
                                        </p:tgtEl>
                                        <p:attrNameLst>
                                          <p:attrName>style.visibility</p:attrName>
                                        </p:attrNameLst>
                                      </p:cBhvr>
                                      <p:to>
                                        <p:strVal val="visible"/>
                                      </p:to>
                                    </p:set>
                                    <p:animEffect transition="in" filter="fade">
                                      <p:cBhvr>
                                        <p:cTn id="33" dur="500"/>
                                        <p:tgtEl>
                                          <p:spTgt spid="237"/>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429"/>
                                        </p:tgtEl>
                                        <p:attrNameLst>
                                          <p:attrName>style.visibility</p:attrName>
                                        </p:attrNameLst>
                                      </p:cBhvr>
                                      <p:to>
                                        <p:strVal val="visible"/>
                                      </p:to>
                                    </p:set>
                                    <p:animEffect transition="in" filter="fade">
                                      <p:cBhvr>
                                        <p:cTn id="38" dur="500"/>
                                        <p:tgtEl>
                                          <p:spTgt spid="429"/>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430"/>
                                        </p:tgtEl>
                                        <p:attrNameLst>
                                          <p:attrName>style.visibility</p:attrName>
                                        </p:attrNameLst>
                                      </p:cBhvr>
                                      <p:to>
                                        <p:strVal val="visible"/>
                                      </p:to>
                                    </p:set>
                                    <p:animEffect transition="in" filter="fade">
                                      <p:cBhvr>
                                        <p:cTn id="43" dur="500"/>
                                        <p:tgtEl>
                                          <p:spTgt spid="430"/>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431"/>
                                        </p:tgtEl>
                                        <p:attrNameLst>
                                          <p:attrName>style.visibility</p:attrName>
                                        </p:attrNameLst>
                                      </p:cBhvr>
                                      <p:to>
                                        <p:strVal val="visible"/>
                                      </p:to>
                                    </p:set>
                                    <p:animEffect transition="in" filter="fade">
                                      <p:cBhvr>
                                        <p:cTn id="48" dur="500"/>
                                        <p:tgtEl>
                                          <p:spTgt spid="431"/>
                                        </p:tgtEl>
                                      </p:cBhvr>
                                    </p:animEffect>
                                  </p:childTnLst>
                                </p:cTn>
                              </p:par>
                              <p:par>
                                <p:cTn id="49" presetID="10" presetClass="entr" presetSubtype="0" fill="hold" nodeType="withEffect">
                                  <p:stCondLst>
                                    <p:cond delay="0"/>
                                  </p:stCondLst>
                                  <p:childTnLst>
                                    <p:set>
                                      <p:cBhvr>
                                        <p:cTn id="50" dur="1" fill="hold">
                                          <p:stCondLst>
                                            <p:cond delay="0"/>
                                          </p:stCondLst>
                                        </p:cTn>
                                        <p:tgtEl>
                                          <p:spTgt spid="466"/>
                                        </p:tgtEl>
                                        <p:attrNameLst>
                                          <p:attrName>style.visibility</p:attrName>
                                        </p:attrNameLst>
                                      </p:cBhvr>
                                      <p:to>
                                        <p:strVal val="visible"/>
                                      </p:to>
                                    </p:set>
                                    <p:animEffect transition="in" filter="fade">
                                      <p:cBhvr>
                                        <p:cTn id="51" dur="500"/>
                                        <p:tgtEl>
                                          <p:spTgt spid="466"/>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495"/>
                                        </p:tgtEl>
                                        <p:attrNameLst>
                                          <p:attrName>style.visibility</p:attrName>
                                        </p:attrNameLst>
                                      </p:cBhvr>
                                      <p:to>
                                        <p:strVal val="visible"/>
                                      </p:to>
                                    </p:set>
                                    <p:animEffect transition="in" filter="fade">
                                      <p:cBhvr>
                                        <p:cTn id="56" dur="500"/>
                                        <p:tgtEl>
                                          <p:spTgt spid="495"/>
                                        </p:tgtEl>
                                      </p:cBhvr>
                                    </p:animEffect>
                                  </p:childTnLst>
                                </p:cTn>
                              </p:par>
                              <p:par>
                                <p:cTn id="57" presetID="10" presetClass="entr" presetSubtype="0" fill="hold" nodeType="withEffect">
                                  <p:stCondLst>
                                    <p:cond delay="0"/>
                                  </p:stCondLst>
                                  <p:childTnLst>
                                    <p:set>
                                      <p:cBhvr>
                                        <p:cTn id="58" dur="1" fill="hold">
                                          <p:stCondLst>
                                            <p:cond delay="0"/>
                                          </p:stCondLst>
                                        </p:cTn>
                                        <p:tgtEl>
                                          <p:spTgt spid="496"/>
                                        </p:tgtEl>
                                        <p:attrNameLst>
                                          <p:attrName>style.visibility</p:attrName>
                                        </p:attrNameLst>
                                      </p:cBhvr>
                                      <p:to>
                                        <p:strVal val="visible"/>
                                      </p:to>
                                    </p:set>
                                    <p:animEffect transition="in" filter="fade">
                                      <p:cBhvr>
                                        <p:cTn id="59" dur="500"/>
                                        <p:tgtEl>
                                          <p:spTgt spid="496"/>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497"/>
                                        </p:tgtEl>
                                        <p:attrNameLst>
                                          <p:attrName>style.visibility</p:attrName>
                                        </p:attrNameLst>
                                      </p:cBhvr>
                                      <p:to>
                                        <p:strVal val="visible"/>
                                      </p:to>
                                    </p:set>
                                    <p:animEffect transition="in" filter="fade">
                                      <p:cBhvr>
                                        <p:cTn id="62" dur="500"/>
                                        <p:tgtEl>
                                          <p:spTgt spid="4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9" grpId="0"/>
      <p:bldP spid="430" grpId="0"/>
      <p:bldP spid="49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1.</a:t>
            </a:r>
            <a:r>
              <a:rPr lang="zh-CN" altLang="en-US" sz="2800" dirty="0">
                <a:solidFill>
                  <a:srgbClr val="000000">
                    <a:lumMod val="75000"/>
                    <a:lumOff val="25000"/>
                  </a:srgbClr>
                </a:solidFill>
              </a:rPr>
              <a:t>相关背景</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8" name="文本框 7">
            <a:extLst>
              <a:ext uri="{FF2B5EF4-FFF2-40B4-BE49-F238E27FC236}">
                <a16:creationId xmlns:a16="http://schemas.microsoft.com/office/drawing/2014/main" id="{8B1F523D-0150-0759-4B59-A50F8711AA36}"/>
              </a:ext>
            </a:extLst>
          </p:cNvPr>
          <p:cNvSpPr txBox="1"/>
          <p:nvPr/>
        </p:nvSpPr>
        <p:spPr>
          <a:xfrm>
            <a:off x="603504" y="1169633"/>
            <a:ext cx="10369296"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参数平均另一个缺点，参数只有比较接近时平均参数才有意义</a:t>
            </a:r>
            <a:endParaRPr lang="en-US" altLang="zh-CN" b="1" dirty="0">
              <a:solidFill>
                <a:srgbClr val="268F9C"/>
              </a:solidFill>
              <a:latin typeface="+mn-ea"/>
            </a:endParaRPr>
          </a:p>
        </p:txBody>
      </p:sp>
      <p:sp>
        <p:nvSpPr>
          <p:cNvPr id="7" name="文本框 6">
            <a:extLst>
              <a:ext uri="{FF2B5EF4-FFF2-40B4-BE49-F238E27FC236}">
                <a16:creationId xmlns:a16="http://schemas.microsoft.com/office/drawing/2014/main" id="{CA0A7CB7-3E3A-D229-6BD5-CC9C09A23248}"/>
              </a:ext>
            </a:extLst>
          </p:cNvPr>
          <p:cNvSpPr txBox="1"/>
          <p:nvPr/>
        </p:nvSpPr>
        <p:spPr>
          <a:xfrm>
            <a:off x="603504" y="1558279"/>
            <a:ext cx="9420606" cy="1077218"/>
          </a:xfrm>
          <a:prstGeom prst="rect">
            <a:avLst/>
          </a:prstGeom>
          <a:noFill/>
        </p:spPr>
        <p:txBody>
          <a:bodyPr wrap="square">
            <a:spAutoFit/>
          </a:bodyPr>
          <a:lstStyle/>
          <a:p>
            <a:pPr marL="285750" indent="-285750">
              <a:spcAft>
                <a:spcPts val="1200"/>
              </a:spcAft>
              <a:buFont typeface="Arial" panose="020B0604020202020204" pitchFamily="34" charset="0"/>
              <a:buChar char="•"/>
            </a:pPr>
            <a:r>
              <a:rPr lang="en-US" altLang="zh-CN" dirty="0">
                <a:latin typeface="+mn-ea"/>
              </a:rPr>
              <a:t>model</a:t>
            </a:r>
            <a:r>
              <a:rPr lang="zh-CN" altLang="en-US" dirty="0">
                <a:latin typeface="+mn-ea"/>
              </a:rPr>
              <a:t> </a:t>
            </a:r>
            <a:r>
              <a:rPr lang="en-US" altLang="zh-CN" dirty="0">
                <a:latin typeface="+mn-ea"/>
              </a:rPr>
              <a:t>soup</a:t>
            </a:r>
            <a:r>
              <a:rPr lang="zh-CN" altLang="en-US" dirty="0">
                <a:latin typeface="+mn-ea"/>
              </a:rPr>
              <a:t>有效的主要原因是因为这篇文章中的模型都是基于同一个预训练模型</a:t>
            </a:r>
            <a:r>
              <a:rPr lang="en-US" altLang="zh-CN" dirty="0">
                <a:latin typeface="+mn-ea"/>
              </a:rPr>
              <a:t>(</a:t>
            </a:r>
            <a:r>
              <a:rPr lang="en-US" altLang="zh-CN" dirty="0" err="1">
                <a:latin typeface="+mn-ea"/>
              </a:rPr>
              <a:t>ViT</a:t>
            </a:r>
            <a:r>
              <a:rPr lang="en-US" altLang="zh-CN" dirty="0">
                <a:latin typeface="+mn-ea"/>
              </a:rPr>
              <a:t>)</a:t>
            </a:r>
            <a:r>
              <a:rPr lang="zh-CN" altLang="en-US" dirty="0">
                <a:latin typeface="+mn-ea"/>
              </a:rPr>
              <a:t>进行微调的</a:t>
            </a:r>
            <a:endParaRPr lang="en-US" altLang="zh-CN" dirty="0">
              <a:latin typeface="+mn-ea"/>
            </a:endParaRPr>
          </a:p>
          <a:p>
            <a:pPr marL="285750" indent="-285750">
              <a:spcAft>
                <a:spcPts val="1200"/>
              </a:spcAft>
              <a:buFont typeface="Arial" panose="020B0604020202020204" pitchFamily="34" charset="0"/>
              <a:buChar char="•"/>
            </a:pPr>
            <a:r>
              <a:rPr lang="zh-CN" altLang="en-US" dirty="0">
                <a:latin typeface="+mn-ea"/>
              </a:rPr>
              <a:t>微调过后的模型参数都是非常接近的</a:t>
            </a:r>
            <a:endParaRPr lang="en-US" altLang="zh-CN" dirty="0">
              <a:latin typeface="+mn-ea"/>
            </a:endParaRPr>
          </a:p>
        </p:txBody>
      </p:sp>
      <p:grpSp>
        <p:nvGrpSpPr>
          <p:cNvPr id="9" name="组合 8">
            <a:extLst>
              <a:ext uri="{FF2B5EF4-FFF2-40B4-BE49-F238E27FC236}">
                <a16:creationId xmlns:a16="http://schemas.microsoft.com/office/drawing/2014/main" id="{05DE941F-BA89-42C1-6999-78AD8AF3661C}"/>
              </a:ext>
            </a:extLst>
          </p:cNvPr>
          <p:cNvGrpSpPr/>
          <p:nvPr/>
        </p:nvGrpSpPr>
        <p:grpSpPr>
          <a:xfrm>
            <a:off x="1519995" y="2763167"/>
            <a:ext cx="4679404" cy="1694099"/>
            <a:chOff x="1519995" y="2763167"/>
            <a:chExt cx="4679404" cy="1694099"/>
          </a:xfrm>
        </p:grpSpPr>
        <p:sp>
          <p:nvSpPr>
            <p:cNvPr id="2" name="矩形 1">
              <a:extLst>
                <a:ext uri="{FF2B5EF4-FFF2-40B4-BE49-F238E27FC236}">
                  <a16:creationId xmlns:a16="http://schemas.microsoft.com/office/drawing/2014/main" id="{7D6D7B59-0B3A-459F-B061-1E4DE5C72228}"/>
                </a:ext>
              </a:extLst>
            </p:cNvPr>
            <p:cNvSpPr/>
            <p:nvPr/>
          </p:nvSpPr>
          <p:spPr>
            <a:xfrm>
              <a:off x="1519995" y="3383124"/>
              <a:ext cx="1360365" cy="445926"/>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t>预训练</a:t>
              </a:r>
              <a:r>
                <a:rPr lang="en-US" altLang="zh-CN" sz="1600" dirty="0" err="1"/>
                <a:t>ViT</a:t>
              </a:r>
              <a:endParaRPr lang="zh-CN" altLang="en-US" sz="1600" dirty="0"/>
            </a:p>
          </p:txBody>
        </p:sp>
        <p:cxnSp>
          <p:nvCxnSpPr>
            <p:cNvPr id="4" name="直接箭头连接符 3">
              <a:extLst>
                <a:ext uri="{FF2B5EF4-FFF2-40B4-BE49-F238E27FC236}">
                  <a16:creationId xmlns:a16="http://schemas.microsoft.com/office/drawing/2014/main" id="{DD1330A7-688F-964C-86BD-D04CB7A039BB}"/>
                </a:ext>
              </a:extLst>
            </p:cNvPr>
            <p:cNvCxnSpPr>
              <a:cxnSpLocks/>
              <a:stCxn id="2" idx="3"/>
              <a:endCxn id="12" idx="1"/>
            </p:cNvCxnSpPr>
            <p:nvPr/>
          </p:nvCxnSpPr>
          <p:spPr>
            <a:xfrm flipV="1">
              <a:off x="2880360" y="2986130"/>
              <a:ext cx="1958674" cy="6199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EA1C96A6-C5F3-6BA0-5297-7717B38F2166}"/>
                </a:ext>
              </a:extLst>
            </p:cNvPr>
            <p:cNvSpPr/>
            <p:nvPr/>
          </p:nvSpPr>
          <p:spPr>
            <a:xfrm>
              <a:off x="4839034" y="2763167"/>
              <a:ext cx="1360365" cy="445926"/>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600" dirty="0"/>
                <a:t>Model A</a:t>
              </a:r>
              <a:endParaRPr lang="zh-CN" altLang="en-US" sz="1600" dirty="0"/>
            </a:p>
          </p:txBody>
        </p:sp>
        <p:cxnSp>
          <p:nvCxnSpPr>
            <p:cNvPr id="13" name="直接箭头连接符 12">
              <a:extLst>
                <a:ext uri="{FF2B5EF4-FFF2-40B4-BE49-F238E27FC236}">
                  <a16:creationId xmlns:a16="http://schemas.microsoft.com/office/drawing/2014/main" id="{D132460F-4928-8A78-CB54-0BABE517C17C}"/>
                </a:ext>
              </a:extLst>
            </p:cNvPr>
            <p:cNvCxnSpPr>
              <a:cxnSpLocks/>
              <a:stCxn id="2" idx="3"/>
              <a:endCxn id="26" idx="1"/>
            </p:cNvCxnSpPr>
            <p:nvPr/>
          </p:nvCxnSpPr>
          <p:spPr>
            <a:xfrm>
              <a:off x="2880360" y="3606087"/>
              <a:ext cx="1943625" cy="57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38926E38-36A9-7504-A545-BB331243B3CC}"/>
                </a:ext>
              </a:extLst>
            </p:cNvPr>
            <p:cNvCxnSpPr>
              <a:cxnSpLocks/>
              <a:stCxn id="2" idx="3"/>
              <a:endCxn id="34" idx="1"/>
            </p:cNvCxnSpPr>
            <p:nvPr/>
          </p:nvCxnSpPr>
          <p:spPr>
            <a:xfrm>
              <a:off x="2880360" y="3606087"/>
              <a:ext cx="1958674" cy="6282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47727990-8442-13C8-CD32-B49330930F66}"/>
                </a:ext>
              </a:extLst>
            </p:cNvPr>
            <p:cNvSpPr txBox="1"/>
            <p:nvPr/>
          </p:nvSpPr>
          <p:spPr>
            <a:xfrm>
              <a:off x="3220451" y="3566576"/>
              <a:ext cx="2100262" cy="307777"/>
            </a:xfrm>
            <a:prstGeom prst="rect">
              <a:avLst/>
            </a:prstGeom>
            <a:noFill/>
          </p:spPr>
          <p:txBody>
            <a:bodyPr wrap="square">
              <a:spAutoFit/>
            </a:bodyPr>
            <a:lstStyle/>
            <a:p>
              <a:r>
                <a:rPr lang="zh-CN" altLang="en-US" sz="1400" dirty="0">
                  <a:latin typeface="+mn-ea"/>
                </a:rPr>
                <a:t>任务</a:t>
              </a:r>
              <a:r>
                <a:rPr lang="en-US" altLang="zh-CN" sz="1400" dirty="0">
                  <a:latin typeface="+mn-ea"/>
                </a:rPr>
                <a:t>B</a:t>
              </a:r>
              <a:r>
                <a:rPr lang="zh-CN" altLang="en-US" sz="1400" dirty="0">
                  <a:latin typeface="+mn-ea"/>
                </a:rPr>
                <a:t>的数据微调</a:t>
              </a:r>
              <a:endParaRPr lang="zh-CN" altLang="en-US" sz="1400" dirty="0"/>
            </a:p>
          </p:txBody>
        </p:sp>
        <p:sp>
          <p:nvSpPr>
            <p:cNvPr id="26" name="矩形 25">
              <a:extLst>
                <a:ext uri="{FF2B5EF4-FFF2-40B4-BE49-F238E27FC236}">
                  <a16:creationId xmlns:a16="http://schemas.microsoft.com/office/drawing/2014/main" id="{B210D054-769A-13C5-8724-8C4CDAB22098}"/>
                </a:ext>
              </a:extLst>
            </p:cNvPr>
            <p:cNvSpPr/>
            <p:nvPr/>
          </p:nvSpPr>
          <p:spPr>
            <a:xfrm>
              <a:off x="4823985" y="3388915"/>
              <a:ext cx="1360365" cy="445926"/>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600" dirty="0"/>
                <a:t>Model B</a:t>
              </a:r>
              <a:endParaRPr lang="zh-CN" altLang="en-US" sz="1600" dirty="0"/>
            </a:p>
          </p:txBody>
        </p:sp>
        <p:sp>
          <p:nvSpPr>
            <p:cNvPr id="28" name="文本框 27">
              <a:extLst>
                <a:ext uri="{FF2B5EF4-FFF2-40B4-BE49-F238E27FC236}">
                  <a16:creationId xmlns:a16="http://schemas.microsoft.com/office/drawing/2014/main" id="{29183AE7-A370-1139-A9CC-4B1DF1406C4B}"/>
                </a:ext>
              </a:extLst>
            </p:cNvPr>
            <p:cNvSpPr txBox="1"/>
            <p:nvPr/>
          </p:nvSpPr>
          <p:spPr>
            <a:xfrm>
              <a:off x="2979612" y="2940597"/>
              <a:ext cx="2100262" cy="307777"/>
            </a:xfrm>
            <a:prstGeom prst="rect">
              <a:avLst/>
            </a:prstGeom>
            <a:noFill/>
          </p:spPr>
          <p:txBody>
            <a:bodyPr wrap="square">
              <a:spAutoFit/>
            </a:bodyPr>
            <a:lstStyle/>
            <a:p>
              <a:r>
                <a:rPr lang="zh-CN" altLang="en-US" sz="1400" dirty="0">
                  <a:latin typeface="+mn-ea"/>
                </a:rPr>
                <a:t>任务</a:t>
              </a:r>
              <a:r>
                <a:rPr lang="en-US" altLang="zh-CN" sz="1400" dirty="0">
                  <a:latin typeface="+mn-ea"/>
                </a:rPr>
                <a:t>A</a:t>
              </a:r>
              <a:r>
                <a:rPr lang="zh-CN" altLang="en-US" sz="1400" dirty="0">
                  <a:latin typeface="+mn-ea"/>
                </a:rPr>
                <a:t>的数据微调</a:t>
              </a:r>
              <a:endParaRPr lang="zh-CN" altLang="en-US" sz="1400" dirty="0"/>
            </a:p>
          </p:txBody>
        </p:sp>
        <p:sp>
          <p:nvSpPr>
            <p:cNvPr id="34" name="矩形 33">
              <a:extLst>
                <a:ext uri="{FF2B5EF4-FFF2-40B4-BE49-F238E27FC236}">
                  <a16:creationId xmlns:a16="http://schemas.microsoft.com/office/drawing/2014/main" id="{E52F8039-24B8-2B88-5160-041883FAA71E}"/>
                </a:ext>
              </a:extLst>
            </p:cNvPr>
            <p:cNvSpPr/>
            <p:nvPr/>
          </p:nvSpPr>
          <p:spPr>
            <a:xfrm>
              <a:off x="4839034" y="4011340"/>
              <a:ext cx="1360365" cy="445926"/>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600" dirty="0"/>
                <a:t>Model C</a:t>
              </a:r>
              <a:endParaRPr lang="zh-CN" altLang="en-US" sz="1600" dirty="0"/>
            </a:p>
          </p:txBody>
        </p:sp>
        <p:sp>
          <p:nvSpPr>
            <p:cNvPr id="36" name="文本框 35">
              <a:extLst>
                <a:ext uri="{FF2B5EF4-FFF2-40B4-BE49-F238E27FC236}">
                  <a16:creationId xmlns:a16="http://schemas.microsoft.com/office/drawing/2014/main" id="{005E7995-0413-162D-E6DD-C0D87682B6B1}"/>
                </a:ext>
              </a:extLst>
            </p:cNvPr>
            <p:cNvSpPr txBox="1"/>
            <p:nvPr/>
          </p:nvSpPr>
          <p:spPr>
            <a:xfrm>
              <a:off x="3059622" y="4063513"/>
              <a:ext cx="2100262" cy="307777"/>
            </a:xfrm>
            <a:prstGeom prst="rect">
              <a:avLst/>
            </a:prstGeom>
            <a:noFill/>
          </p:spPr>
          <p:txBody>
            <a:bodyPr wrap="square">
              <a:spAutoFit/>
            </a:bodyPr>
            <a:lstStyle/>
            <a:p>
              <a:r>
                <a:rPr lang="zh-CN" altLang="en-US" sz="1400" dirty="0">
                  <a:latin typeface="+mn-ea"/>
                </a:rPr>
                <a:t>任务</a:t>
              </a:r>
              <a:r>
                <a:rPr lang="en-US" altLang="zh-CN" sz="1400" dirty="0">
                  <a:latin typeface="+mn-ea"/>
                </a:rPr>
                <a:t>C</a:t>
              </a:r>
              <a:r>
                <a:rPr lang="zh-CN" altLang="en-US" sz="1400" dirty="0">
                  <a:latin typeface="+mn-ea"/>
                </a:rPr>
                <a:t>的数据微调</a:t>
              </a:r>
              <a:endParaRPr lang="zh-CN" altLang="en-US" sz="1400" dirty="0"/>
            </a:p>
          </p:txBody>
        </p:sp>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A4482B23-8CDE-0DBE-6B51-DB96B6F178D1}"/>
                    </a:ext>
                  </a:extLst>
                </p:cNvPr>
                <p:cNvSpPr txBox="1"/>
                <p:nvPr/>
              </p:nvSpPr>
              <p:spPr>
                <a:xfrm>
                  <a:off x="1716143" y="3824301"/>
                  <a:ext cx="994171" cy="39074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𝑊</m:t>
                            </m:r>
                          </m:e>
                          <m:sub>
                            <m:r>
                              <a:rPr lang="en-US" altLang="zh-CN" b="0" i="1" smtClean="0">
                                <a:latin typeface="Cambria Math" panose="02040503050406030204" pitchFamily="18" charset="0"/>
                              </a:rPr>
                              <m:t>𝑝𝑟𝑒</m:t>
                            </m:r>
                          </m:sub>
                        </m:sSub>
                      </m:oMath>
                    </m:oMathPara>
                  </a14:m>
                  <a:endParaRPr lang="zh-CN" altLang="en-US" dirty="0"/>
                </a:p>
              </p:txBody>
            </p:sp>
          </mc:Choice>
          <mc:Fallback xmlns="">
            <p:sp>
              <p:nvSpPr>
                <p:cNvPr id="38" name="文本框 37">
                  <a:extLst>
                    <a:ext uri="{FF2B5EF4-FFF2-40B4-BE49-F238E27FC236}">
                      <a16:creationId xmlns:a16="http://schemas.microsoft.com/office/drawing/2014/main" id="{A4482B23-8CDE-0DBE-6B51-DB96B6F178D1}"/>
                    </a:ext>
                  </a:extLst>
                </p:cNvPr>
                <p:cNvSpPr txBox="1">
                  <a:spLocks noRot="1" noChangeAspect="1" noMove="1" noResize="1" noEditPoints="1" noAdjustHandles="1" noChangeArrowheads="1" noChangeShapeType="1" noTextEdit="1"/>
                </p:cNvSpPr>
                <p:nvPr/>
              </p:nvSpPr>
              <p:spPr>
                <a:xfrm>
                  <a:off x="1716143" y="3824301"/>
                  <a:ext cx="994171" cy="390748"/>
                </a:xfrm>
                <a:prstGeom prst="rect">
                  <a:avLst/>
                </a:prstGeom>
                <a:blipFill>
                  <a:blip r:embed="rId3"/>
                  <a:stretch>
                    <a:fillRect b="-4688"/>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DD343CFB-1588-F296-25C4-3BA304C0602A}"/>
                  </a:ext>
                </a:extLst>
              </p:cNvPr>
              <p:cNvSpPr txBox="1"/>
              <p:nvPr/>
            </p:nvSpPr>
            <p:spPr>
              <a:xfrm>
                <a:off x="6199399" y="2832974"/>
                <a:ext cx="2338556" cy="357534"/>
              </a:xfrm>
              <a:prstGeom prst="rect">
                <a:avLst/>
              </a:prstGeom>
              <a:noFill/>
            </p:spPr>
            <p:txBody>
              <a:bodyPr wrap="square">
                <a:spAutoFit/>
              </a:bodyPr>
              <a:lstStyle/>
              <a:p>
                <a14:m>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𝑊</m:t>
                        </m:r>
                      </m:e>
                      <m:sub>
                        <m:r>
                          <a:rPr lang="en-US" altLang="zh-CN" sz="1600" b="0" i="1" smtClean="0">
                            <a:latin typeface="Cambria Math" panose="02040503050406030204" pitchFamily="18" charset="0"/>
                          </a:rPr>
                          <m:t>𝐴</m:t>
                        </m:r>
                      </m:sub>
                    </m:sSub>
                  </m:oMath>
                </a14:m>
                <a:r>
                  <a:rPr lang="en-US" altLang="zh-CN" sz="1600" dirty="0"/>
                  <a:t> </a:t>
                </a:r>
                <a:r>
                  <a:rPr lang="zh-CN" altLang="en-US" sz="1600" dirty="0"/>
                  <a:t>（非常接近</a:t>
                </a:r>
                <a14:m>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𝑊</m:t>
                        </m:r>
                      </m:e>
                      <m:sub>
                        <m:r>
                          <a:rPr lang="en-US" altLang="zh-CN" sz="1600" b="0" i="1" smtClean="0">
                            <a:latin typeface="Cambria Math" panose="02040503050406030204" pitchFamily="18" charset="0"/>
                          </a:rPr>
                          <m:t>𝑝𝑟𝑒</m:t>
                        </m:r>
                      </m:sub>
                    </m:sSub>
                  </m:oMath>
                </a14:m>
                <a:r>
                  <a:rPr lang="zh-CN" altLang="en-US" sz="1600" dirty="0"/>
                  <a:t>）</a:t>
                </a:r>
              </a:p>
            </p:txBody>
          </p:sp>
        </mc:Choice>
        <mc:Fallback xmlns="">
          <p:sp>
            <p:nvSpPr>
              <p:cNvPr id="39" name="文本框 38">
                <a:extLst>
                  <a:ext uri="{FF2B5EF4-FFF2-40B4-BE49-F238E27FC236}">
                    <a16:creationId xmlns:a16="http://schemas.microsoft.com/office/drawing/2014/main" id="{DD343CFB-1588-F296-25C4-3BA304C0602A}"/>
                  </a:ext>
                </a:extLst>
              </p:cNvPr>
              <p:cNvSpPr txBox="1">
                <a:spLocks noRot="1" noChangeAspect="1" noMove="1" noResize="1" noEditPoints="1" noAdjustHandles="1" noChangeArrowheads="1" noChangeShapeType="1" noTextEdit="1"/>
              </p:cNvSpPr>
              <p:nvPr/>
            </p:nvSpPr>
            <p:spPr>
              <a:xfrm>
                <a:off x="6199399" y="2832974"/>
                <a:ext cx="2338556" cy="357534"/>
              </a:xfrm>
              <a:prstGeom prst="rect">
                <a:avLst/>
              </a:prstGeom>
              <a:blipFill>
                <a:blip r:embed="rId4"/>
                <a:stretch>
                  <a:fillRect t="-5172" b="-1724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EF4EC3AB-45DC-B58D-2C94-5E276BB6F2FD}"/>
                  </a:ext>
                </a:extLst>
              </p:cNvPr>
              <p:cNvSpPr txBox="1"/>
              <p:nvPr/>
            </p:nvSpPr>
            <p:spPr>
              <a:xfrm>
                <a:off x="6200449" y="3442227"/>
                <a:ext cx="2338556" cy="357534"/>
              </a:xfrm>
              <a:prstGeom prst="rect">
                <a:avLst/>
              </a:prstGeom>
              <a:noFill/>
            </p:spPr>
            <p:txBody>
              <a:bodyPr wrap="square">
                <a:spAutoFit/>
              </a:bodyPr>
              <a:lstStyle/>
              <a:p>
                <a14:m>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𝑊</m:t>
                        </m:r>
                      </m:e>
                      <m:sub>
                        <m:r>
                          <a:rPr lang="en-US" altLang="zh-CN" sz="1600" b="0" i="1" smtClean="0">
                            <a:latin typeface="Cambria Math" panose="02040503050406030204" pitchFamily="18" charset="0"/>
                          </a:rPr>
                          <m:t>𝐵</m:t>
                        </m:r>
                      </m:sub>
                    </m:sSub>
                  </m:oMath>
                </a14:m>
                <a:r>
                  <a:rPr lang="en-US" altLang="zh-CN" sz="1600" dirty="0"/>
                  <a:t> </a:t>
                </a:r>
                <a:r>
                  <a:rPr lang="zh-CN" altLang="en-US" sz="1600" dirty="0"/>
                  <a:t>（非常接近</a:t>
                </a:r>
                <a14:m>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𝑊</m:t>
                        </m:r>
                      </m:e>
                      <m:sub>
                        <m:r>
                          <a:rPr lang="en-US" altLang="zh-CN" sz="1600" b="0" i="1" smtClean="0">
                            <a:latin typeface="Cambria Math" panose="02040503050406030204" pitchFamily="18" charset="0"/>
                          </a:rPr>
                          <m:t>𝑝𝑟𝑒</m:t>
                        </m:r>
                      </m:sub>
                    </m:sSub>
                  </m:oMath>
                </a14:m>
                <a:r>
                  <a:rPr lang="zh-CN" altLang="en-US" sz="1600" dirty="0"/>
                  <a:t>）</a:t>
                </a:r>
              </a:p>
            </p:txBody>
          </p:sp>
        </mc:Choice>
        <mc:Fallback xmlns="">
          <p:sp>
            <p:nvSpPr>
              <p:cNvPr id="42" name="文本框 41">
                <a:extLst>
                  <a:ext uri="{FF2B5EF4-FFF2-40B4-BE49-F238E27FC236}">
                    <a16:creationId xmlns:a16="http://schemas.microsoft.com/office/drawing/2014/main" id="{EF4EC3AB-45DC-B58D-2C94-5E276BB6F2FD}"/>
                  </a:ext>
                </a:extLst>
              </p:cNvPr>
              <p:cNvSpPr txBox="1">
                <a:spLocks noRot="1" noChangeAspect="1" noMove="1" noResize="1" noEditPoints="1" noAdjustHandles="1" noChangeArrowheads="1" noChangeShapeType="1" noTextEdit="1"/>
              </p:cNvSpPr>
              <p:nvPr/>
            </p:nvSpPr>
            <p:spPr>
              <a:xfrm>
                <a:off x="6200449" y="3442227"/>
                <a:ext cx="2338556" cy="357534"/>
              </a:xfrm>
              <a:prstGeom prst="rect">
                <a:avLst/>
              </a:prstGeom>
              <a:blipFill>
                <a:blip r:embed="rId5"/>
                <a:stretch>
                  <a:fillRect t="-5172" b="-1724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9D060DE8-8B6E-F4DE-40FE-D7527B1B8197}"/>
                  </a:ext>
                </a:extLst>
              </p:cNvPr>
              <p:cNvSpPr txBox="1"/>
              <p:nvPr/>
            </p:nvSpPr>
            <p:spPr>
              <a:xfrm>
                <a:off x="6199399" y="4056447"/>
                <a:ext cx="2338556" cy="357534"/>
              </a:xfrm>
              <a:prstGeom prst="rect">
                <a:avLst/>
              </a:prstGeom>
              <a:noFill/>
            </p:spPr>
            <p:txBody>
              <a:bodyPr wrap="square">
                <a:spAutoFit/>
              </a:bodyPr>
              <a:lstStyle/>
              <a:p>
                <a14:m>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𝑊</m:t>
                        </m:r>
                      </m:e>
                      <m:sub>
                        <m:r>
                          <a:rPr lang="en-US" altLang="zh-CN" sz="1600" b="0" i="1" smtClean="0">
                            <a:latin typeface="Cambria Math" panose="02040503050406030204" pitchFamily="18" charset="0"/>
                          </a:rPr>
                          <m:t>𝐶</m:t>
                        </m:r>
                      </m:sub>
                    </m:sSub>
                  </m:oMath>
                </a14:m>
                <a:r>
                  <a:rPr lang="en-US" altLang="zh-CN" sz="1600" dirty="0"/>
                  <a:t> </a:t>
                </a:r>
                <a:r>
                  <a:rPr lang="zh-CN" altLang="en-US" sz="1600" dirty="0"/>
                  <a:t>（非常接近</a:t>
                </a:r>
                <a14:m>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𝑊</m:t>
                        </m:r>
                      </m:e>
                      <m:sub>
                        <m:r>
                          <a:rPr lang="en-US" altLang="zh-CN" sz="1600" b="0" i="1" smtClean="0">
                            <a:latin typeface="Cambria Math" panose="02040503050406030204" pitchFamily="18" charset="0"/>
                          </a:rPr>
                          <m:t>𝑝𝑟𝑒</m:t>
                        </m:r>
                      </m:sub>
                    </m:sSub>
                  </m:oMath>
                </a14:m>
                <a:r>
                  <a:rPr lang="zh-CN" altLang="en-US" sz="1600" dirty="0"/>
                  <a:t>）</a:t>
                </a:r>
              </a:p>
            </p:txBody>
          </p:sp>
        </mc:Choice>
        <mc:Fallback xmlns="">
          <p:sp>
            <p:nvSpPr>
              <p:cNvPr id="43" name="文本框 42">
                <a:extLst>
                  <a:ext uri="{FF2B5EF4-FFF2-40B4-BE49-F238E27FC236}">
                    <a16:creationId xmlns:a16="http://schemas.microsoft.com/office/drawing/2014/main" id="{9D060DE8-8B6E-F4DE-40FE-D7527B1B8197}"/>
                  </a:ext>
                </a:extLst>
              </p:cNvPr>
              <p:cNvSpPr txBox="1">
                <a:spLocks noRot="1" noChangeAspect="1" noMove="1" noResize="1" noEditPoints="1" noAdjustHandles="1" noChangeArrowheads="1" noChangeShapeType="1" noTextEdit="1"/>
              </p:cNvSpPr>
              <p:nvPr/>
            </p:nvSpPr>
            <p:spPr>
              <a:xfrm>
                <a:off x="6199399" y="4056447"/>
                <a:ext cx="2338556" cy="357534"/>
              </a:xfrm>
              <a:prstGeom prst="rect">
                <a:avLst/>
              </a:prstGeom>
              <a:blipFill>
                <a:blip r:embed="rId6"/>
                <a:stretch>
                  <a:fillRect t="-5085" b="-1525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F505E9DC-CB78-D06E-B676-8C13AB94543F}"/>
                  </a:ext>
                </a:extLst>
              </p:cNvPr>
              <p:cNvSpPr txBox="1"/>
              <p:nvPr/>
            </p:nvSpPr>
            <p:spPr>
              <a:xfrm>
                <a:off x="603504" y="4740292"/>
                <a:ext cx="11055096" cy="1661993"/>
              </a:xfrm>
              <a:prstGeom prst="rect">
                <a:avLst/>
              </a:prstGeom>
              <a:noFill/>
            </p:spPr>
            <p:txBody>
              <a:bodyPr wrap="square">
                <a:spAutoFit/>
              </a:bodyPr>
              <a:lstStyle/>
              <a:p>
                <a:pPr marL="285750" indent="-285750">
                  <a:spcAft>
                    <a:spcPts val="1200"/>
                  </a:spcAft>
                  <a:buFont typeface="Arial" panose="020B0604020202020204" pitchFamily="34" charset="0"/>
                  <a:buChar char="•"/>
                </a:pPr>
                <a:r>
                  <a:rPr lang="zh-CN" altLang="en-US" dirty="0">
                    <a:latin typeface="+mn-ea"/>
                  </a:rPr>
                  <a:t>微调后的参数接近预训练模型参数的原因：</a:t>
                </a:r>
                <a:endParaRPr lang="en-US" altLang="zh-CN" dirty="0">
                  <a:latin typeface="+mn-ea"/>
                </a:endParaRPr>
              </a:p>
              <a:p>
                <a:pPr marL="800100" lvl="1" indent="-342900">
                  <a:spcAft>
                    <a:spcPts val="1200"/>
                  </a:spcAft>
                  <a:buFont typeface="+mj-lt"/>
                  <a:buAutoNum type="arabicPeriod"/>
                </a:pPr>
                <a:r>
                  <a:rPr lang="zh-CN" altLang="en-US" dirty="0">
                    <a:latin typeface="+mn-ea"/>
                  </a:rPr>
                  <a:t>预训练模型已经学到了通用特征，只需对通用特征进行适当调整符合具体任务所需特征即可</a:t>
                </a:r>
                <a:endParaRPr lang="en-US" altLang="zh-CN" dirty="0">
                  <a:latin typeface="+mn-ea"/>
                </a:endParaRPr>
              </a:p>
              <a:p>
                <a:pPr marL="800100" lvl="1" indent="-342900">
                  <a:spcAft>
                    <a:spcPts val="1200"/>
                  </a:spcAft>
                  <a:buFont typeface="+mj-lt"/>
                  <a:buAutoNum type="arabicPeriod"/>
                </a:pPr>
                <a:r>
                  <a:rPr lang="zh-CN" altLang="en-US" dirty="0">
                    <a:latin typeface="+mn-ea"/>
                  </a:rPr>
                  <a:t>微调的学习率较低</a:t>
                </a:r>
                <a:r>
                  <a:rPr lang="en-US" altLang="zh-CN" dirty="0">
                    <a:latin typeface="+mn-ea"/>
                  </a:rPr>
                  <a:t>(</a:t>
                </a:r>
                <a:r>
                  <a:rPr lang="zh-CN" altLang="en-US" dirty="0">
                    <a:latin typeface="+mn-ea"/>
                  </a:rPr>
                  <a:t>通常为</a:t>
                </a:r>
                <a14:m>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10</m:t>
                        </m:r>
                      </m:e>
                      <m:sup>
                        <m:r>
                          <a:rPr lang="en-US" altLang="zh-CN" b="0" i="1" smtClean="0">
                            <a:latin typeface="Cambria Math" panose="02040503050406030204" pitchFamily="18" charset="0"/>
                          </a:rPr>
                          <m:t>−5</m:t>
                        </m:r>
                      </m:sup>
                    </m:sSup>
                  </m:oMath>
                </a14:m>
                <a:r>
                  <a:rPr lang="en-US" altLang="zh-CN" dirty="0">
                    <a:latin typeface="+mn-ea"/>
                  </a:rPr>
                  <a:t>)</a:t>
                </a:r>
                <a:r>
                  <a:rPr lang="zh-CN" altLang="en-US" dirty="0">
                    <a:latin typeface="+mn-ea"/>
                  </a:rPr>
                  <a:t>，每次参数更新的程度都非常小</a:t>
                </a:r>
                <a:endParaRPr lang="en-US" altLang="zh-CN" dirty="0">
                  <a:latin typeface="+mn-ea"/>
                </a:endParaRPr>
              </a:p>
              <a:p>
                <a:pPr marL="800100" lvl="1" indent="-342900">
                  <a:spcAft>
                    <a:spcPts val="1200"/>
                  </a:spcAft>
                  <a:buFont typeface="+mj-lt"/>
                  <a:buAutoNum type="arabicPeriod"/>
                </a:pPr>
                <a:r>
                  <a:rPr lang="zh-CN" altLang="en-US" dirty="0"/>
                  <a:t>微调任务数据量相对与预训练数据要少很多，不会使参数发生剧烈的变化</a:t>
                </a:r>
                <a:endParaRPr lang="en-US" altLang="zh-CN" dirty="0">
                  <a:latin typeface="+mn-ea"/>
                </a:endParaRPr>
              </a:p>
            </p:txBody>
          </p:sp>
        </mc:Choice>
        <mc:Fallback xmlns="">
          <p:sp>
            <p:nvSpPr>
              <p:cNvPr id="45" name="文本框 44">
                <a:extLst>
                  <a:ext uri="{FF2B5EF4-FFF2-40B4-BE49-F238E27FC236}">
                    <a16:creationId xmlns:a16="http://schemas.microsoft.com/office/drawing/2014/main" id="{F505E9DC-CB78-D06E-B676-8C13AB94543F}"/>
                  </a:ext>
                </a:extLst>
              </p:cNvPr>
              <p:cNvSpPr txBox="1">
                <a:spLocks noRot="1" noChangeAspect="1" noMove="1" noResize="1" noEditPoints="1" noAdjustHandles="1" noChangeArrowheads="1" noChangeShapeType="1" noTextEdit="1"/>
              </p:cNvSpPr>
              <p:nvPr/>
            </p:nvSpPr>
            <p:spPr>
              <a:xfrm>
                <a:off x="603504" y="4740292"/>
                <a:ext cx="11055096" cy="1661993"/>
              </a:xfrm>
              <a:prstGeom prst="rect">
                <a:avLst/>
              </a:prstGeom>
              <a:blipFill>
                <a:blip r:embed="rId7"/>
                <a:stretch>
                  <a:fillRect l="-331" t="-2206" b="-5515"/>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3C64D9E4-B1E5-66A4-0FBC-03977BF05E8F}"/>
              </a:ext>
            </a:extLst>
          </p:cNvPr>
          <p:cNvSpPr txBox="1"/>
          <p:nvPr/>
        </p:nvSpPr>
        <p:spPr>
          <a:xfrm>
            <a:off x="603504" y="753295"/>
            <a:ext cx="6109334"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参数平均：</a:t>
            </a:r>
            <a:endParaRPr lang="en-US" altLang="zh-CN" b="1" dirty="0">
              <a:solidFill>
                <a:srgbClr val="268F9C"/>
              </a:solidFill>
              <a:latin typeface="+mn-ea"/>
            </a:endParaRPr>
          </a:p>
        </p:txBody>
      </p:sp>
      <p:sp>
        <p:nvSpPr>
          <p:cNvPr id="5" name="文本框 4">
            <a:extLst>
              <a:ext uri="{FF2B5EF4-FFF2-40B4-BE49-F238E27FC236}">
                <a16:creationId xmlns:a16="http://schemas.microsoft.com/office/drawing/2014/main" id="{03317B0C-FF67-00E0-48FB-3D5F0053CA70}"/>
              </a:ext>
            </a:extLst>
          </p:cNvPr>
          <p:cNvSpPr txBox="1"/>
          <p:nvPr/>
        </p:nvSpPr>
        <p:spPr>
          <a:xfrm>
            <a:off x="10907486" y="6449406"/>
            <a:ext cx="953142" cy="338554"/>
          </a:xfrm>
          <a:prstGeom prst="rect">
            <a:avLst/>
          </a:prstGeom>
          <a:noFill/>
        </p:spPr>
        <p:txBody>
          <a:bodyPr wrap="square">
            <a:spAutoFit/>
          </a:bodyPr>
          <a:lstStyle/>
          <a:p>
            <a:r>
              <a:rPr lang="en-US" altLang="zh-CN" sz="1600" b="1" dirty="0">
                <a:solidFill>
                  <a:schemeClr val="bg1">
                    <a:lumMod val="50000"/>
                  </a:schemeClr>
                </a:solidFill>
                <a:latin typeface="+mn-ea"/>
              </a:rPr>
              <a:t>5/21</a:t>
            </a:r>
            <a:endParaRPr lang="zh-CN" altLang="en-US" sz="1600" b="1" dirty="0">
              <a:solidFill>
                <a:schemeClr val="bg1">
                  <a:lumMod val="50000"/>
                </a:schemeClr>
              </a:solidFill>
            </a:endParaRPr>
          </a:p>
        </p:txBody>
      </p:sp>
    </p:spTree>
    <p:extLst>
      <p:ext uri="{BB962C8B-B14F-4D97-AF65-F5344CB8AC3E}">
        <p14:creationId xmlns:p14="http://schemas.microsoft.com/office/powerpoint/2010/main" val="4900309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5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1" end="1"/>
                                            </p:txEl>
                                          </p:spTgt>
                                        </p:tgtEl>
                                        <p:attrNameLst>
                                          <p:attrName>style.visibility</p:attrName>
                                        </p:attrNameLst>
                                      </p:cBhvr>
                                      <p:to>
                                        <p:strVal val="visible"/>
                                      </p:to>
                                    </p:set>
                                    <p:animEffect transition="in" filter="fade">
                                      <p:cBhvr>
                                        <p:cTn id="22" dur="500"/>
                                        <p:tgtEl>
                                          <p:spTgt spid="7">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9"/>
                                        </p:tgtEl>
                                        <p:attrNameLst>
                                          <p:attrName>style.visibility</p:attrName>
                                        </p:attrNameLst>
                                      </p:cBhvr>
                                      <p:to>
                                        <p:strVal val="visible"/>
                                      </p:to>
                                    </p:set>
                                    <p:animEffect transition="in" filter="fade">
                                      <p:cBhvr>
                                        <p:cTn id="27" dur="500"/>
                                        <p:tgtEl>
                                          <p:spTgt spid="3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2"/>
                                        </p:tgtEl>
                                        <p:attrNameLst>
                                          <p:attrName>style.visibility</p:attrName>
                                        </p:attrNameLst>
                                      </p:cBhvr>
                                      <p:to>
                                        <p:strVal val="visible"/>
                                      </p:to>
                                    </p:set>
                                    <p:animEffect transition="in" filter="fade">
                                      <p:cBhvr>
                                        <p:cTn id="30" dur="500"/>
                                        <p:tgtEl>
                                          <p:spTgt spid="4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43"/>
                                        </p:tgtEl>
                                        <p:attrNameLst>
                                          <p:attrName>style.visibility</p:attrName>
                                        </p:attrNameLst>
                                      </p:cBhvr>
                                      <p:to>
                                        <p:strVal val="visible"/>
                                      </p:to>
                                    </p:set>
                                    <p:animEffect transition="in" filter="fade">
                                      <p:cBhvr>
                                        <p:cTn id="33" dur="500"/>
                                        <p:tgtEl>
                                          <p:spTgt spid="43"/>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45">
                                            <p:txEl>
                                              <p:pRg st="0" end="0"/>
                                            </p:txEl>
                                          </p:spTgt>
                                        </p:tgtEl>
                                        <p:attrNameLst>
                                          <p:attrName>style.visibility</p:attrName>
                                        </p:attrNameLst>
                                      </p:cBhvr>
                                      <p:to>
                                        <p:strVal val="visible"/>
                                      </p:to>
                                    </p:set>
                                    <p:animEffect transition="in" filter="fade">
                                      <p:cBhvr>
                                        <p:cTn id="38" dur="500"/>
                                        <p:tgtEl>
                                          <p:spTgt spid="45">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45">
                                            <p:txEl>
                                              <p:pRg st="1" end="1"/>
                                            </p:txEl>
                                          </p:spTgt>
                                        </p:tgtEl>
                                        <p:attrNameLst>
                                          <p:attrName>style.visibility</p:attrName>
                                        </p:attrNameLst>
                                      </p:cBhvr>
                                      <p:to>
                                        <p:strVal val="visible"/>
                                      </p:to>
                                    </p:set>
                                    <p:animEffect transition="in" filter="fade">
                                      <p:cBhvr>
                                        <p:cTn id="43" dur="500"/>
                                        <p:tgtEl>
                                          <p:spTgt spid="45">
                                            <p:txEl>
                                              <p:pRg st="1" end="1"/>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45">
                                            <p:txEl>
                                              <p:pRg st="2" end="2"/>
                                            </p:txEl>
                                          </p:spTgt>
                                        </p:tgtEl>
                                        <p:attrNameLst>
                                          <p:attrName>style.visibility</p:attrName>
                                        </p:attrNameLst>
                                      </p:cBhvr>
                                      <p:to>
                                        <p:strVal val="visible"/>
                                      </p:to>
                                    </p:set>
                                    <p:animEffect transition="in" filter="fade">
                                      <p:cBhvr>
                                        <p:cTn id="48" dur="500"/>
                                        <p:tgtEl>
                                          <p:spTgt spid="45">
                                            <p:txEl>
                                              <p:pRg st="2" end="2"/>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45">
                                            <p:txEl>
                                              <p:pRg st="3" end="3"/>
                                            </p:txEl>
                                          </p:spTgt>
                                        </p:tgtEl>
                                        <p:attrNameLst>
                                          <p:attrName>style.visibility</p:attrName>
                                        </p:attrNameLst>
                                      </p:cBhvr>
                                      <p:to>
                                        <p:strVal val="visible"/>
                                      </p:to>
                                    </p:set>
                                    <p:animEffect transition="in" filter="fade">
                                      <p:cBhvr>
                                        <p:cTn id="53" dur="500"/>
                                        <p:tgtEl>
                                          <p:spTgt spid="4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9" grpId="0"/>
      <p:bldP spid="42" grpId="0"/>
      <p:bldP spid="4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pic>
        <p:nvPicPr>
          <p:cNvPr id="17" name="图片 16" descr="图示&#10;&#10;描述已自动生成">
            <a:extLst>
              <a:ext uri="{FF2B5EF4-FFF2-40B4-BE49-F238E27FC236}">
                <a16:creationId xmlns:a16="http://schemas.microsoft.com/office/drawing/2014/main" id="{7069C7BC-56B5-35CD-8589-EE38667188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43517" y="1540759"/>
            <a:ext cx="6300228" cy="5033782"/>
          </a:xfrm>
          <a:prstGeom prst="rect">
            <a:avLst/>
          </a:prstGeom>
        </p:spPr>
      </p:pic>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3ABF7490-8337-3EEF-31D0-A01D55008EB3}"/>
                  </a:ext>
                </a:extLst>
              </p:cNvPr>
              <p:cNvSpPr txBox="1"/>
              <p:nvPr/>
            </p:nvSpPr>
            <p:spPr>
              <a:xfrm>
                <a:off x="691196" y="1625065"/>
                <a:ext cx="4456932" cy="5124480"/>
              </a:xfrm>
              <a:prstGeom prst="rect">
                <a:avLst/>
              </a:prstGeom>
              <a:noFill/>
            </p:spPr>
            <p:txBody>
              <a:bodyPr wrap="square">
                <a:spAutoFit/>
              </a:bodyPr>
              <a:lstStyle/>
              <a:p>
                <a:pPr marL="285750" indent="-285750">
                  <a:spcAft>
                    <a:spcPts val="1800"/>
                  </a:spcAft>
                  <a:buFont typeface="Arial" panose="020B0604020202020204" pitchFamily="34" charset="0"/>
                  <a:buChar char="•"/>
                </a:pPr>
                <a:r>
                  <a:rPr lang="zh-CN" altLang="en-US" dirty="0">
                    <a:latin typeface="+mn-ea"/>
                  </a:rPr>
                  <a:t>以一个二维函数</a:t>
                </a:r>
                <a14:m>
                  <m:oMath xmlns:m="http://schemas.openxmlformats.org/officeDocument/2006/math">
                    <m:r>
                      <a:rPr lang="en-US" altLang="zh-CN" b="0" i="1" smtClean="0">
                        <a:latin typeface="Cambria Math" panose="02040503050406030204" pitchFamily="18" charset="0"/>
                      </a:rPr>
                      <m:t>𝑓</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oMath>
                </a14:m>
                <a:r>
                  <a:rPr lang="zh-CN" altLang="en-US" dirty="0">
                    <a:latin typeface="+mn-ea"/>
                  </a:rPr>
                  <a:t>为例</a:t>
                </a:r>
                <a:endParaRPr lang="en-US" altLang="zh-CN" dirty="0">
                  <a:latin typeface="+mn-ea"/>
                </a:endParaRPr>
              </a:p>
              <a:p>
                <a:pPr marL="285750" indent="-285750">
                  <a:spcAft>
                    <a:spcPts val="1800"/>
                  </a:spcAft>
                  <a:buFont typeface="Arial" panose="020B0604020202020204" pitchFamily="34" charset="0"/>
                  <a:buChar char="•"/>
                </a:pPr>
                <a:r>
                  <a:rPr lang="zh-CN" altLang="en-US" dirty="0">
                    <a:latin typeface="+mn-ea"/>
                  </a:rPr>
                  <a:t>我们假设他是模型的损失函数，我们的目标是</a:t>
                </a:r>
                <a:r>
                  <a:rPr lang="zh-CN" altLang="en-US" b="1" dirty="0">
                    <a:latin typeface="+mn-ea"/>
                  </a:rPr>
                  <a:t>最小化</a:t>
                </a:r>
                <a:r>
                  <a:rPr lang="zh-CN" altLang="en-US" dirty="0">
                    <a:latin typeface="+mn-ea"/>
                  </a:rPr>
                  <a:t>这个函数的值</a:t>
                </a:r>
                <a:endParaRPr lang="en-US" altLang="zh-CN" dirty="0">
                  <a:latin typeface="+mn-ea"/>
                </a:endParaRPr>
              </a:p>
              <a:p>
                <a:pPr marL="285750" indent="-285750">
                  <a:spcAft>
                    <a:spcPts val="1800"/>
                  </a:spcAft>
                  <a:buFont typeface="Arial" panose="020B0604020202020204" pitchFamily="34" charset="0"/>
                  <a:buChar char="•"/>
                </a:pPr>
                <a:r>
                  <a:rPr lang="zh-CN" altLang="en-US" dirty="0">
                    <a:latin typeface="+mn-ea"/>
                  </a:rPr>
                  <a:t>损失函数</a:t>
                </a:r>
                <a14:m>
                  <m:oMath xmlns:m="http://schemas.openxmlformats.org/officeDocument/2006/math">
                    <m:r>
                      <a:rPr lang="en-US" altLang="zh-CN" b="0" i="1" smtClean="0">
                        <a:latin typeface="Cambria Math" panose="02040503050406030204" pitchFamily="18" charset="0"/>
                      </a:rPr>
                      <m:t>𝑓</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oMath>
                </a14:m>
                <a:r>
                  <a:rPr lang="zh-CN" altLang="en-US" dirty="0">
                    <a:latin typeface="+mn-ea"/>
                  </a:rPr>
                  <a:t>的随着参数变化而变化的趋势如右图</a:t>
                </a:r>
                <a:endParaRPr lang="en-US" altLang="zh-CN" dirty="0">
                  <a:latin typeface="+mn-ea"/>
                </a:endParaRPr>
              </a:p>
              <a:p>
                <a:pPr marL="285750" indent="-285750">
                  <a:spcAft>
                    <a:spcPts val="1800"/>
                  </a:spcAft>
                  <a:buFont typeface="Arial" panose="020B0604020202020204" pitchFamily="34" charset="0"/>
                  <a:buChar char="•"/>
                </a:pPr>
                <a:r>
                  <a:rPr lang="zh-CN" altLang="en-US" dirty="0">
                    <a:latin typeface="+mn-ea"/>
                  </a:rPr>
                  <a:t>可以看出，损失函数的局部极小值点有很多</a:t>
                </a:r>
                <a:endParaRPr lang="en-US" altLang="zh-CN" dirty="0">
                  <a:latin typeface="+mn-ea"/>
                </a:endParaRPr>
              </a:p>
              <a:p>
                <a:pPr marL="285750" indent="-285750">
                  <a:spcAft>
                    <a:spcPts val="1800"/>
                  </a:spcAft>
                  <a:buFont typeface="Arial" panose="020B0604020202020204" pitchFamily="34" charset="0"/>
                  <a:buChar char="•"/>
                </a:pPr>
                <a:r>
                  <a:rPr lang="zh-CN" altLang="en-US" dirty="0">
                    <a:latin typeface="+mn-ea"/>
                  </a:rPr>
                  <a:t>如果两个模型（如</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𝑀</m:t>
                        </m:r>
                      </m:e>
                      <m:sub>
                        <m:r>
                          <a:rPr lang="en-US" altLang="zh-CN" b="0" i="1" smtClean="0">
                            <a:latin typeface="Cambria Math" panose="02040503050406030204" pitchFamily="18" charset="0"/>
                          </a:rPr>
                          <m:t>𝐴</m:t>
                        </m:r>
                      </m:sub>
                    </m:sSub>
                  </m:oMath>
                </a14:m>
                <a:r>
                  <a:rPr lang="zh-CN" altLang="en-US" dirty="0">
                    <a:latin typeface="+mn-ea"/>
                  </a:rPr>
                  <a:t>和</a:t>
                </a:r>
                <a14:m>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𝑀</m:t>
                        </m:r>
                      </m:e>
                      <m:sub>
                        <m:r>
                          <a:rPr lang="en-US" altLang="zh-CN" b="0" i="1" dirty="0" smtClean="0">
                            <a:latin typeface="Cambria Math" panose="02040503050406030204" pitchFamily="18" charset="0"/>
                          </a:rPr>
                          <m:t>𝐵</m:t>
                        </m:r>
                      </m:sub>
                    </m:sSub>
                  </m:oMath>
                </a14:m>
                <a:r>
                  <a:rPr lang="zh-CN" altLang="en-US" dirty="0">
                    <a:latin typeface="+mn-ea"/>
                  </a:rPr>
                  <a:t>）训练后的参数距离很接近，那么他们参数平均后还是在同一个局部极小值的区域内</a:t>
                </a:r>
                <a:endParaRPr lang="en-US" altLang="zh-CN" dirty="0">
                  <a:latin typeface="+mn-ea"/>
                </a:endParaRPr>
              </a:p>
              <a:p>
                <a:pPr marL="285750" indent="-285750">
                  <a:spcAft>
                    <a:spcPts val="1800"/>
                  </a:spcAft>
                  <a:buFont typeface="Arial" panose="020B0604020202020204" pitchFamily="34" charset="0"/>
                  <a:buChar char="•"/>
                </a:pPr>
                <a:r>
                  <a:rPr lang="zh-CN" altLang="en-US" dirty="0">
                    <a:latin typeface="+mn-ea"/>
                  </a:rPr>
                  <a:t>如果两个模型（如</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𝑀</m:t>
                        </m:r>
                      </m:e>
                      <m:sub>
                        <m:r>
                          <a:rPr lang="en-US" altLang="zh-CN" b="0" i="1" smtClean="0">
                            <a:latin typeface="Cambria Math" panose="02040503050406030204" pitchFamily="18" charset="0"/>
                          </a:rPr>
                          <m:t>𝐴</m:t>
                        </m:r>
                      </m:sub>
                    </m:sSub>
                  </m:oMath>
                </a14:m>
                <a:r>
                  <a:rPr lang="zh-CN" altLang="en-US" dirty="0">
                    <a:latin typeface="+mn-ea"/>
                  </a:rPr>
                  <a:t>和</a:t>
                </a:r>
                <a14:m>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𝑀</m:t>
                        </m:r>
                      </m:e>
                      <m:sub>
                        <m:r>
                          <a:rPr lang="en-US" altLang="zh-CN" b="0" i="1" dirty="0" smtClean="0">
                            <a:latin typeface="Cambria Math" panose="02040503050406030204" pitchFamily="18" charset="0"/>
                          </a:rPr>
                          <m:t>𝐶</m:t>
                        </m:r>
                      </m:sub>
                    </m:sSub>
                  </m:oMath>
                </a14:m>
                <a:r>
                  <a:rPr lang="zh-CN" altLang="en-US" dirty="0">
                    <a:latin typeface="+mn-ea"/>
                  </a:rPr>
                  <a:t>）训练后的参数距离差距很大，那么他们参数平均后的参数随机性就很大，可能落入极小值点，也有可能落入极大值点</a:t>
                </a:r>
                <a:endParaRPr lang="en-US" altLang="zh-CN" dirty="0">
                  <a:latin typeface="+mn-ea"/>
                </a:endParaRPr>
              </a:p>
            </p:txBody>
          </p:sp>
        </mc:Choice>
        <mc:Fallback xmlns="">
          <p:sp>
            <p:nvSpPr>
              <p:cNvPr id="15" name="文本框 14">
                <a:extLst>
                  <a:ext uri="{FF2B5EF4-FFF2-40B4-BE49-F238E27FC236}">
                    <a16:creationId xmlns:a16="http://schemas.microsoft.com/office/drawing/2014/main" id="{3ABF7490-8337-3EEF-31D0-A01D55008EB3}"/>
                  </a:ext>
                </a:extLst>
              </p:cNvPr>
              <p:cNvSpPr txBox="1">
                <a:spLocks noRot="1" noChangeAspect="1" noMove="1" noResize="1" noEditPoints="1" noAdjustHandles="1" noChangeArrowheads="1" noChangeShapeType="1" noTextEdit="1"/>
              </p:cNvSpPr>
              <p:nvPr/>
            </p:nvSpPr>
            <p:spPr>
              <a:xfrm>
                <a:off x="691196" y="1625065"/>
                <a:ext cx="4456932" cy="5124480"/>
              </a:xfrm>
              <a:prstGeom prst="rect">
                <a:avLst/>
              </a:prstGeom>
              <a:blipFill>
                <a:blip r:embed="rId4"/>
                <a:stretch>
                  <a:fillRect l="-820" t="-714" b="-1071"/>
                </a:stretch>
              </a:blipFill>
            </p:spPr>
            <p:txBody>
              <a:bodyPr/>
              <a:lstStyle/>
              <a:p>
                <a:r>
                  <a:rPr lang="zh-CN" altLang="en-US">
                    <a:noFill/>
                  </a:rPr>
                  <a:t> </a:t>
                </a:r>
              </a:p>
            </p:txBody>
          </p:sp>
        </mc:Fallback>
      </mc:AlternateContent>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1.</a:t>
            </a:r>
            <a:r>
              <a:rPr lang="zh-CN" altLang="en-US" sz="2800" dirty="0">
                <a:solidFill>
                  <a:srgbClr val="000000">
                    <a:lumMod val="75000"/>
                    <a:lumOff val="25000"/>
                  </a:srgbClr>
                </a:solidFill>
              </a:rPr>
              <a:t>相关背景</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8" name="文本框 7">
            <a:extLst>
              <a:ext uri="{FF2B5EF4-FFF2-40B4-BE49-F238E27FC236}">
                <a16:creationId xmlns:a16="http://schemas.microsoft.com/office/drawing/2014/main" id="{8B1F523D-0150-0759-4B59-A50F8711AA36}"/>
              </a:ext>
            </a:extLst>
          </p:cNvPr>
          <p:cNvSpPr txBox="1"/>
          <p:nvPr/>
        </p:nvSpPr>
        <p:spPr>
          <a:xfrm>
            <a:off x="603504" y="1147027"/>
            <a:ext cx="10369296"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为何参数接近时，参数平均的效果就好？如果参数差距较大时，又会发生什么？</a:t>
            </a:r>
            <a:endParaRPr lang="en-US" altLang="zh-CN" b="1" dirty="0">
              <a:solidFill>
                <a:srgbClr val="268F9C"/>
              </a:solidFill>
              <a:latin typeface="+mn-ea"/>
            </a:endParaRPr>
          </a:p>
        </p:txBody>
      </p:sp>
      <p:grpSp>
        <p:nvGrpSpPr>
          <p:cNvPr id="4" name="组合 3">
            <a:extLst>
              <a:ext uri="{FF2B5EF4-FFF2-40B4-BE49-F238E27FC236}">
                <a16:creationId xmlns:a16="http://schemas.microsoft.com/office/drawing/2014/main" id="{025C2D49-6A00-1ADA-0383-030A22137EEB}"/>
              </a:ext>
            </a:extLst>
          </p:cNvPr>
          <p:cNvGrpSpPr/>
          <p:nvPr/>
        </p:nvGrpSpPr>
        <p:grpSpPr>
          <a:xfrm>
            <a:off x="6772199" y="3358929"/>
            <a:ext cx="698812" cy="461665"/>
            <a:chOff x="6772199" y="3358929"/>
            <a:chExt cx="698812" cy="461665"/>
          </a:xfrm>
        </p:grpSpPr>
        <p:sp>
          <p:nvSpPr>
            <p:cNvPr id="18" name="椭圆 17">
              <a:extLst>
                <a:ext uri="{FF2B5EF4-FFF2-40B4-BE49-F238E27FC236}">
                  <a16:creationId xmlns:a16="http://schemas.microsoft.com/office/drawing/2014/main" id="{4D6B4078-1FC5-8743-E930-53D690B5B1FB}"/>
                </a:ext>
              </a:extLst>
            </p:cNvPr>
            <p:cNvSpPr/>
            <p:nvPr/>
          </p:nvSpPr>
          <p:spPr>
            <a:xfrm>
              <a:off x="7291011" y="3499762"/>
              <a:ext cx="180000" cy="180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A7F4166C-6B8D-E938-204B-C4230296FF0C}"/>
                    </a:ext>
                  </a:extLst>
                </p:cNvPr>
                <p:cNvSpPr txBox="1"/>
                <p:nvPr/>
              </p:nvSpPr>
              <p:spPr>
                <a:xfrm>
                  <a:off x="6772199" y="3358929"/>
                  <a:ext cx="500062"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400" b="1" i="1" smtClean="0">
                                <a:solidFill>
                                  <a:schemeClr val="bg1">
                                    <a:lumMod val="95000"/>
                                  </a:schemeClr>
                                </a:solidFill>
                                <a:latin typeface="Cambria Math" panose="02040503050406030204" pitchFamily="18" charset="0"/>
                              </a:rPr>
                            </m:ctrlPr>
                          </m:sSubPr>
                          <m:e>
                            <m:r>
                              <a:rPr lang="en-US" altLang="zh-CN" sz="2400" b="1" i="1" smtClean="0">
                                <a:solidFill>
                                  <a:schemeClr val="bg1">
                                    <a:lumMod val="95000"/>
                                  </a:schemeClr>
                                </a:solidFill>
                                <a:latin typeface="Cambria Math" panose="02040503050406030204" pitchFamily="18" charset="0"/>
                              </a:rPr>
                              <m:t>𝑴</m:t>
                            </m:r>
                          </m:e>
                          <m:sub>
                            <m:r>
                              <a:rPr lang="en-US" altLang="zh-CN" sz="2400" b="1" i="1" smtClean="0">
                                <a:solidFill>
                                  <a:schemeClr val="bg1">
                                    <a:lumMod val="95000"/>
                                  </a:schemeClr>
                                </a:solidFill>
                                <a:latin typeface="Cambria Math" panose="02040503050406030204" pitchFamily="18" charset="0"/>
                              </a:rPr>
                              <m:t>𝑨</m:t>
                            </m:r>
                          </m:sub>
                        </m:sSub>
                      </m:oMath>
                    </m:oMathPara>
                  </a14:m>
                  <a:endParaRPr lang="zh-CN" altLang="en-US" sz="2400" b="1" dirty="0">
                    <a:solidFill>
                      <a:schemeClr val="bg1">
                        <a:lumMod val="95000"/>
                      </a:schemeClr>
                    </a:solidFill>
                  </a:endParaRPr>
                </a:p>
              </p:txBody>
            </p:sp>
          </mc:Choice>
          <mc:Fallback xmlns="">
            <p:sp>
              <p:nvSpPr>
                <p:cNvPr id="20" name="文本框 19">
                  <a:extLst>
                    <a:ext uri="{FF2B5EF4-FFF2-40B4-BE49-F238E27FC236}">
                      <a16:creationId xmlns:a16="http://schemas.microsoft.com/office/drawing/2014/main" id="{A7F4166C-6B8D-E938-204B-C4230296FF0C}"/>
                    </a:ext>
                  </a:extLst>
                </p:cNvPr>
                <p:cNvSpPr txBox="1">
                  <a:spLocks noRot="1" noChangeAspect="1" noMove="1" noResize="1" noEditPoints="1" noAdjustHandles="1" noChangeArrowheads="1" noChangeShapeType="1" noTextEdit="1"/>
                </p:cNvSpPr>
                <p:nvPr/>
              </p:nvSpPr>
              <p:spPr>
                <a:xfrm>
                  <a:off x="6772199" y="3358929"/>
                  <a:ext cx="500062" cy="461665"/>
                </a:xfrm>
                <a:prstGeom prst="rect">
                  <a:avLst/>
                </a:prstGeom>
                <a:blipFill>
                  <a:blip r:embed="rId5"/>
                  <a:stretch>
                    <a:fillRect l="-3659" r="-19512" b="-5263"/>
                  </a:stretch>
                </a:blipFill>
              </p:spPr>
              <p:txBody>
                <a:bodyPr/>
                <a:lstStyle/>
                <a:p>
                  <a:r>
                    <a:rPr lang="zh-CN" altLang="en-US">
                      <a:noFill/>
                    </a:rPr>
                    <a:t> </a:t>
                  </a:r>
                </a:p>
              </p:txBody>
            </p:sp>
          </mc:Fallback>
        </mc:AlternateContent>
      </p:grpSp>
      <p:grpSp>
        <p:nvGrpSpPr>
          <p:cNvPr id="5" name="组合 4">
            <a:extLst>
              <a:ext uri="{FF2B5EF4-FFF2-40B4-BE49-F238E27FC236}">
                <a16:creationId xmlns:a16="http://schemas.microsoft.com/office/drawing/2014/main" id="{35F284D5-7997-0F9E-618C-106CA8F01948}"/>
              </a:ext>
            </a:extLst>
          </p:cNvPr>
          <p:cNvGrpSpPr/>
          <p:nvPr/>
        </p:nvGrpSpPr>
        <p:grpSpPr>
          <a:xfrm>
            <a:off x="7148202" y="4222437"/>
            <a:ext cx="590062" cy="551665"/>
            <a:chOff x="7148202" y="4222437"/>
            <a:chExt cx="590062" cy="551665"/>
          </a:xfrm>
        </p:grpSpPr>
        <p:sp>
          <p:nvSpPr>
            <p:cNvPr id="21" name="椭圆 20">
              <a:extLst>
                <a:ext uri="{FF2B5EF4-FFF2-40B4-BE49-F238E27FC236}">
                  <a16:creationId xmlns:a16="http://schemas.microsoft.com/office/drawing/2014/main" id="{9BDD08FA-1D83-991A-1187-17EB5637E0B8}"/>
                </a:ext>
              </a:extLst>
            </p:cNvPr>
            <p:cNvSpPr/>
            <p:nvPr/>
          </p:nvSpPr>
          <p:spPr>
            <a:xfrm rot="3332360">
              <a:off x="7558264" y="4222437"/>
              <a:ext cx="180000" cy="180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E4CEA2B5-B182-DD40-77FC-5924E109CD47}"/>
                    </a:ext>
                  </a:extLst>
                </p:cNvPr>
                <p:cNvSpPr txBox="1"/>
                <p:nvPr/>
              </p:nvSpPr>
              <p:spPr>
                <a:xfrm>
                  <a:off x="7148202" y="4312437"/>
                  <a:ext cx="500062"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400" b="1" i="1" smtClean="0">
                                <a:solidFill>
                                  <a:schemeClr val="bg1">
                                    <a:lumMod val="95000"/>
                                  </a:schemeClr>
                                </a:solidFill>
                                <a:latin typeface="Cambria Math" panose="02040503050406030204" pitchFamily="18" charset="0"/>
                              </a:rPr>
                            </m:ctrlPr>
                          </m:sSubPr>
                          <m:e>
                            <m:r>
                              <a:rPr lang="en-US" altLang="zh-CN" sz="2400" b="1" i="1" smtClean="0">
                                <a:solidFill>
                                  <a:schemeClr val="bg1">
                                    <a:lumMod val="95000"/>
                                  </a:schemeClr>
                                </a:solidFill>
                                <a:latin typeface="Cambria Math" panose="02040503050406030204" pitchFamily="18" charset="0"/>
                              </a:rPr>
                              <m:t>𝑴</m:t>
                            </m:r>
                          </m:e>
                          <m:sub>
                            <m:r>
                              <a:rPr lang="en-US" altLang="zh-CN" sz="2400" b="1" i="1" smtClean="0">
                                <a:solidFill>
                                  <a:schemeClr val="bg1">
                                    <a:lumMod val="95000"/>
                                  </a:schemeClr>
                                </a:solidFill>
                                <a:latin typeface="Cambria Math" panose="02040503050406030204" pitchFamily="18" charset="0"/>
                              </a:rPr>
                              <m:t>𝑩</m:t>
                            </m:r>
                          </m:sub>
                        </m:sSub>
                      </m:oMath>
                    </m:oMathPara>
                  </a14:m>
                  <a:endParaRPr lang="zh-CN" altLang="en-US" sz="2400" b="1" dirty="0">
                    <a:solidFill>
                      <a:schemeClr val="bg1">
                        <a:lumMod val="95000"/>
                      </a:schemeClr>
                    </a:solidFill>
                  </a:endParaRPr>
                </a:p>
              </p:txBody>
            </p:sp>
          </mc:Choice>
          <mc:Fallback xmlns="">
            <p:sp>
              <p:nvSpPr>
                <p:cNvPr id="22" name="文本框 21">
                  <a:extLst>
                    <a:ext uri="{FF2B5EF4-FFF2-40B4-BE49-F238E27FC236}">
                      <a16:creationId xmlns:a16="http://schemas.microsoft.com/office/drawing/2014/main" id="{E4CEA2B5-B182-DD40-77FC-5924E109CD47}"/>
                    </a:ext>
                  </a:extLst>
                </p:cNvPr>
                <p:cNvSpPr txBox="1">
                  <a:spLocks noRot="1" noChangeAspect="1" noMove="1" noResize="1" noEditPoints="1" noAdjustHandles="1" noChangeArrowheads="1" noChangeShapeType="1" noTextEdit="1"/>
                </p:cNvSpPr>
                <p:nvPr/>
              </p:nvSpPr>
              <p:spPr>
                <a:xfrm>
                  <a:off x="7148202" y="4312437"/>
                  <a:ext cx="500062" cy="461665"/>
                </a:xfrm>
                <a:prstGeom prst="rect">
                  <a:avLst/>
                </a:prstGeom>
                <a:blipFill>
                  <a:blip r:embed="rId6"/>
                  <a:stretch>
                    <a:fillRect l="-3659" r="-23171" b="-5263"/>
                  </a:stretch>
                </a:blipFill>
              </p:spPr>
              <p:txBody>
                <a:bodyPr/>
                <a:lstStyle/>
                <a:p>
                  <a:r>
                    <a:rPr lang="zh-CN" altLang="en-US">
                      <a:noFill/>
                    </a:rPr>
                    <a:t> </a:t>
                  </a:r>
                </a:p>
              </p:txBody>
            </p:sp>
          </mc:Fallback>
        </mc:AlternateContent>
      </p:grpSp>
      <p:grpSp>
        <p:nvGrpSpPr>
          <p:cNvPr id="6" name="组合 5">
            <a:extLst>
              <a:ext uri="{FF2B5EF4-FFF2-40B4-BE49-F238E27FC236}">
                <a16:creationId xmlns:a16="http://schemas.microsoft.com/office/drawing/2014/main" id="{7A62F885-B160-F965-5A75-8A14DE18624B}"/>
              </a:ext>
            </a:extLst>
          </p:cNvPr>
          <p:cNvGrpSpPr/>
          <p:nvPr/>
        </p:nvGrpSpPr>
        <p:grpSpPr>
          <a:xfrm>
            <a:off x="7381011" y="3679760"/>
            <a:ext cx="677315" cy="558471"/>
            <a:chOff x="7381011" y="3679760"/>
            <a:chExt cx="677315" cy="558471"/>
          </a:xfrm>
        </p:grpSpPr>
        <p:cxnSp>
          <p:nvCxnSpPr>
            <p:cNvPr id="48" name="直接连接符 47">
              <a:extLst>
                <a:ext uri="{FF2B5EF4-FFF2-40B4-BE49-F238E27FC236}">
                  <a16:creationId xmlns:a16="http://schemas.microsoft.com/office/drawing/2014/main" id="{4B21A486-3AFA-6E9A-7C82-DE2BEF3F437C}"/>
                </a:ext>
              </a:extLst>
            </p:cNvPr>
            <p:cNvCxnSpPr>
              <a:cxnSpLocks/>
              <a:stCxn id="18" idx="4"/>
              <a:endCxn id="21" idx="2"/>
            </p:cNvCxnSpPr>
            <p:nvPr/>
          </p:nvCxnSpPr>
          <p:spPr>
            <a:xfrm>
              <a:off x="7381011" y="3679762"/>
              <a:ext cx="216327" cy="558469"/>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椭圆 23">
              <a:extLst>
                <a:ext uri="{FF2B5EF4-FFF2-40B4-BE49-F238E27FC236}">
                  <a16:creationId xmlns:a16="http://schemas.microsoft.com/office/drawing/2014/main" id="{FAD46289-9746-9039-3250-C28F026F673F}"/>
                </a:ext>
              </a:extLst>
            </p:cNvPr>
            <p:cNvSpPr/>
            <p:nvPr/>
          </p:nvSpPr>
          <p:spPr>
            <a:xfrm>
              <a:off x="7415367" y="3877650"/>
              <a:ext cx="180000" cy="180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ACDA6A15-1325-8EF9-403F-89DD9DB1A83B}"/>
                    </a:ext>
                  </a:extLst>
                </p:cNvPr>
                <p:cNvSpPr txBox="1"/>
                <p:nvPr/>
              </p:nvSpPr>
              <p:spPr>
                <a:xfrm>
                  <a:off x="7558264" y="3679760"/>
                  <a:ext cx="500062"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400" b="1" i="1" smtClean="0">
                                <a:solidFill>
                                  <a:schemeClr val="bg1">
                                    <a:lumMod val="95000"/>
                                  </a:schemeClr>
                                </a:solidFill>
                                <a:latin typeface="Cambria Math" panose="02040503050406030204" pitchFamily="18" charset="0"/>
                              </a:rPr>
                            </m:ctrlPr>
                          </m:sSubPr>
                          <m:e>
                            <m:r>
                              <a:rPr lang="en-US" altLang="zh-CN" sz="2400" b="1" i="1" smtClean="0">
                                <a:solidFill>
                                  <a:schemeClr val="bg1">
                                    <a:lumMod val="95000"/>
                                  </a:schemeClr>
                                </a:solidFill>
                                <a:latin typeface="Cambria Math" panose="02040503050406030204" pitchFamily="18" charset="0"/>
                              </a:rPr>
                              <m:t>𝑴</m:t>
                            </m:r>
                          </m:e>
                          <m:sub>
                            <m:r>
                              <a:rPr lang="en-US" altLang="zh-CN" sz="2400" b="1" i="1" smtClean="0">
                                <a:solidFill>
                                  <a:schemeClr val="bg1">
                                    <a:lumMod val="95000"/>
                                  </a:schemeClr>
                                </a:solidFill>
                                <a:latin typeface="Cambria Math" panose="02040503050406030204" pitchFamily="18" charset="0"/>
                              </a:rPr>
                              <m:t>𝑨𝑩</m:t>
                            </m:r>
                          </m:sub>
                        </m:sSub>
                      </m:oMath>
                    </m:oMathPara>
                  </a14:m>
                  <a:endParaRPr lang="zh-CN" altLang="en-US" sz="2400" b="1" dirty="0">
                    <a:solidFill>
                      <a:schemeClr val="bg1">
                        <a:lumMod val="95000"/>
                      </a:schemeClr>
                    </a:solidFill>
                  </a:endParaRPr>
                </a:p>
              </p:txBody>
            </p:sp>
          </mc:Choice>
          <mc:Fallback xmlns="">
            <p:sp>
              <p:nvSpPr>
                <p:cNvPr id="25" name="文本框 24">
                  <a:extLst>
                    <a:ext uri="{FF2B5EF4-FFF2-40B4-BE49-F238E27FC236}">
                      <a16:creationId xmlns:a16="http://schemas.microsoft.com/office/drawing/2014/main" id="{ACDA6A15-1325-8EF9-403F-89DD9DB1A83B}"/>
                    </a:ext>
                  </a:extLst>
                </p:cNvPr>
                <p:cNvSpPr txBox="1">
                  <a:spLocks noRot="1" noChangeAspect="1" noMove="1" noResize="1" noEditPoints="1" noAdjustHandles="1" noChangeArrowheads="1" noChangeShapeType="1" noTextEdit="1"/>
                </p:cNvSpPr>
                <p:nvPr/>
              </p:nvSpPr>
              <p:spPr>
                <a:xfrm>
                  <a:off x="7558264" y="3679760"/>
                  <a:ext cx="500062" cy="461665"/>
                </a:xfrm>
                <a:prstGeom prst="rect">
                  <a:avLst/>
                </a:prstGeom>
                <a:blipFill>
                  <a:blip r:embed="rId7"/>
                  <a:stretch>
                    <a:fillRect l="-3659" r="-52439" b="-5333"/>
                  </a:stretch>
                </a:blipFill>
              </p:spPr>
              <p:txBody>
                <a:bodyPr/>
                <a:lstStyle/>
                <a:p>
                  <a:r>
                    <a:rPr lang="zh-CN" altLang="en-US">
                      <a:noFill/>
                    </a:rPr>
                    <a:t> </a:t>
                  </a:r>
                </a:p>
              </p:txBody>
            </p:sp>
          </mc:Fallback>
        </mc:AlternateContent>
      </p:grpSp>
      <p:grpSp>
        <p:nvGrpSpPr>
          <p:cNvPr id="7" name="组合 6">
            <a:extLst>
              <a:ext uri="{FF2B5EF4-FFF2-40B4-BE49-F238E27FC236}">
                <a16:creationId xmlns:a16="http://schemas.microsoft.com/office/drawing/2014/main" id="{BABECDEE-6F8F-49A6-F61D-215DC01D3518}"/>
              </a:ext>
            </a:extLst>
          </p:cNvPr>
          <p:cNvGrpSpPr/>
          <p:nvPr/>
        </p:nvGrpSpPr>
        <p:grpSpPr>
          <a:xfrm>
            <a:off x="9557961" y="1888269"/>
            <a:ext cx="680062" cy="461665"/>
            <a:chOff x="9557961" y="1888269"/>
            <a:chExt cx="680062" cy="461665"/>
          </a:xfrm>
        </p:grpSpPr>
        <p:sp>
          <p:nvSpPr>
            <p:cNvPr id="30" name="椭圆 29">
              <a:extLst>
                <a:ext uri="{FF2B5EF4-FFF2-40B4-BE49-F238E27FC236}">
                  <a16:creationId xmlns:a16="http://schemas.microsoft.com/office/drawing/2014/main" id="{7B65155D-385C-81BF-FDE0-58D7B81A19EB}"/>
                </a:ext>
              </a:extLst>
            </p:cNvPr>
            <p:cNvSpPr/>
            <p:nvPr/>
          </p:nvSpPr>
          <p:spPr>
            <a:xfrm rot="1079715">
              <a:off x="9557961" y="2029102"/>
              <a:ext cx="180000" cy="180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A3A92349-99F5-9429-9097-961E4348669E}"/>
                    </a:ext>
                  </a:extLst>
                </p:cNvPr>
                <p:cNvSpPr txBox="1"/>
                <p:nvPr/>
              </p:nvSpPr>
              <p:spPr>
                <a:xfrm>
                  <a:off x="9737961" y="1888269"/>
                  <a:ext cx="500062"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400" b="1" i="1" smtClean="0">
                                <a:solidFill>
                                  <a:schemeClr val="bg1">
                                    <a:lumMod val="95000"/>
                                  </a:schemeClr>
                                </a:solidFill>
                                <a:latin typeface="Cambria Math" panose="02040503050406030204" pitchFamily="18" charset="0"/>
                              </a:rPr>
                            </m:ctrlPr>
                          </m:sSubPr>
                          <m:e>
                            <m:r>
                              <a:rPr lang="en-US" altLang="zh-CN" sz="2400" b="1" i="1" smtClean="0">
                                <a:solidFill>
                                  <a:schemeClr val="bg1">
                                    <a:lumMod val="95000"/>
                                  </a:schemeClr>
                                </a:solidFill>
                                <a:latin typeface="Cambria Math" panose="02040503050406030204" pitchFamily="18" charset="0"/>
                              </a:rPr>
                              <m:t>𝑴</m:t>
                            </m:r>
                          </m:e>
                          <m:sub>
                            <m:r>
                              <a:rPr lang="en-US" altLang="zh-CN" sz="2400" b="1" i="1" smtClean="0">
                                <a:solidFill>
                                  <a:schemeClr val="bg1">
                                    <a:lumMod val="95000"/>
                                  </a:schemeClr>
                                </a:solidFill>
                                <a:latin typeface="Cambria Math" panose="02040503050406030204" pitchFamily="18" charset="0"/>
                              </a:rPr>
                              <m:t>𝑪</m:t>
                            </m:r>
                          </m:sub>
                        </m:sSub>
                      </m:oMath>
                    </m:oMathPara>
                  </a14:m>
                  <a:endParaRPr lang="zh-CN" altLang="en-US" sz="2400" b="1" dirty="0">
                    <a:solidFill>
                      <a:schemeClr val="bg1">
                        <a:lumMod val="95000"/>
                      </a:schemeClr>
                    </a:solidFill>
                  </a:endParaRPr>
                </a:p>
              </p:txBody>
            </p:sp>
          </mc:Choice>
          <mc:Fallback xmlns="">
            <p:sp>
              <p:nvSpPr>
                <p:cNvPr id="31" name="文本框 30">
                  <a:extLst>
                    <a:ext uri="{FF2B5EF4-FFF2-40B4-BE49-F238E27FC236}">
                      <a16:creationId xmlns:a16="http://schemas.microsoft.com/office/drawing/2014/main" id="{A3A92349-99F5-9429-9097-961E4348669E}"/>
                    </a:ext>
                  </a:extLst>
                </p:cNvPr>
                <p:cNvSpPr txBox="1">
                  <a:spLocks noRot="1" noChangeAspect="1" noMove="1" noResize="1" noEditPoints="1" noAdjustHandles="1" noChangeArrowheads="1" noChangeShapeType="1" noTextEdit="1"/>
                </p:cNvSpPr>
                <p:nvPr/>
              </p:nvSpPr>
              <p:spPr>
                <a:xfrm>
                  <a:off x="9737961" y="1888269"/>
                  <a:ext cx="500062" cy="461665"/>
                </a:xfrm>
                <a:prstGeom prst="rect">
                  <a:avLst/>
                </a:prstGeom>
                <a:blipFill>
                  <a:blip r:embed="rId8"/>
                  <a:stretch>
                    <a:fillRect l="-2439" r="-18293" b="-5333"/>
                  </a:stretch>
                </a:blipFill>
              </p:spPr>
              <p:txBody>
                <a:bodyPr/>
                <a:lstStyle/>
                <a:p>
                  <a:r>
                    <a:rPr lang="zh-CN" altLang="en-US">
                      <a:noFill/>
                    </a:rPr>
                    <a:t> </a:t>
                  </a:r>
                </a:p>
              </p:txBody>
            </p:sp>
          </mc:Fallback>
        </mc:AlternateContent>
      </p:grpSp>
      <p:grpSp>
        <p:nvGrpSpPr>
          <p:cNvPr id="10" name="组合 9">
            <a:extLst>
              <a:ext uri="{FF2B5EF4-FFF2-40B4-BE49-F238E27FC236}">
                <a16:creationId xmlns:a16="http://schemas.microsoft.com/office/drawing/2014/main" id="{25C1CB73-EC34-B5A8-BD3F-0245389106F0}"/>
              </a:ext>
            </a:extLst>
          </p:cNvPr>
          <p:cNvGrpSpPr/>
          <p:nvPr/>
        </p:nvGrpSpPr>
        <p:grpSpPr>
          <a:xfrm>
            <a:off x="7444651" y="2159968"/>
            <a:ext cx="2123122" cy="1366154"/>
            <a:chOff x="7444651" y="2159968"/>
            <a:chExt cx="2123122" cy="1366154"/>
          </a:xfrm>
        </p:grpSpPr>
        <p:grpSp>
          <p:nvGrpSpPr>
            <p:cNvPr id="9" name="组合 8">
              <a:extLst>
                <a:ext uri="{FF2B5EF4-FFF2-40B4-BE49-F238E27FC236}">
                  <a16:creationId xmlns:a16="http://schemas.microsoft.com/office/drawing/2014/main" id="{E1A4DFE8-372F-400A-871B-66187CD82401}"/>
                </a:ext>
              </a:extLst>
            </p:cNvPr>
            <p:cNvGrpSpPr/>
            <p:nvPr/>
          </p:nvGrpSpPr>
          <p:grpSpPr>
            <a:xfrm>
              <a:off x="7444651" y="2159968"/>
              <a:ext cx="2123122" cy="1366154"/>
              <a:chOff x="7444651" y="2159968"/>
              <a:chExt cx="2123122" cy="1366154"/>
            </a:xfrm>
          </p:grpSpPr>
          <p:cxnSp>
            <p:nvCxnSpPr>
              <p:cNvPr id="37" name="直接连接符 36">
                <a:extLst>
                  <a:ext uri="{FF2B5EF4-FFF2-40B4-BE49-F238E27FC236}">
                    <a16:creationId xmlns:a16="http://schemas.microsoft.com/office/drawing/2014/main" id="{C8ED3C58-D6F9-EF25-A427-CAA0200889A9}"/>
                  </a:ext>
                </a:extLst>
              </p:cNvPr>
              <p:cNvCxnSpPr>
                <a:cxnSpLocks/>
                <a:stCxn id="18" idx="7"/>
                <a:endCxn id="30" idx="3"/>
              </p:cNvCxnSpPr>
              <p:nvPr/>
            </p:nvCxnSpPr>
            <p:spPr>
              <a:xfrm flipV="1">
                <a:off x="7444651" y="2159968"/>
                <a:ext cx="2123122" cy="1366154"/>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32" name="椭圆 31">
                <a:extLst>
                  <a:ext uri="{FF2B5EF4-FFF2-40B4-BE49-F238E27FC236}">
                    <a16:creationId xmlns:a16="http://schemas.microsoft.com/office/drawing/2014/main" id="{AC886B75-FACA-1CF3-4DDB-A6E060DC474B}"/>
                  </a:ext>
                </a:extLst>
              </p:cNvPr>
              <p:cNvSpPr/>
              <p:nvPr/>
            </p:nvSpPr>
            <p:spPr>
              <a:xfrm>
                <a:off x="8503631" y="2704457"/>
                <a:ext cx="180000" cy="180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29701BB1-6928-3309-B289-4E0B9A15188F}"/>
                    </a:ext>
                  </a:extLst>
                </p:cNvPr>
                <p:cNvSpPr txBox="1"/>
                <p:nvPr/>
              </p:nvSpPr>
              <p:spPr>
                <a:xfrm>
                  <a:off x="8343600" y="2872749"/>
                  <a:ext cx="500062"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400" b="1" i="1" smtClean="0">
                                <a:solidFill>
                                  <a:schemeClr val="bg1">
                                    <a:lumMod val="95000"/>
                                  </a:schemeClr>
                                </a:solidFill>
                                <a:latin typeface="Cambria Math" panose="02040503050406030204" pitchFamily="18" charset="0"/>
                              </a:rPr>
                            </m:ctrlPr>
                          </m:sSubPr>
                          <m:e>
                            <m:r>
                              <a:rPr lang="en-US" altLang="zh-CN" sz="2400" b="1" i="1" smtClean="0">
                                <a:solidFill>
                                  <a:schemeClr val="bg1">
                                    <a:lumMod val="95000"/>
                                  </a:schemeClr>
                                </a:solidFill>
                                <a:latin typeface="Cambria Math" panose="02040503050406030204" pitchFamily="18" charset="0"/>
                              </a:rPr>
                              <m:t>𝑴</m:t>
                            </m:r>
                          </m:e>
                          <m:sub>
                            <m:r>
                              <a:rPr lang="en-US" altLang="zh-CN" sz="2400" b="1" i="1" smtClean="0">
                                <a:solidFill>
                                  <a:schemeClr val="bg1">
                                    <a:lumMod val="95000"/>
                                  </a:schemeClr>
                                </a:solidFill>
                                <a:latin typeface="Cambria Math" panose="02040503050406030204" pitchFamily="18" charset="0"/>
                              </a:rPr>
                              <m:t>𝑨𝑪</m:t>
                            </m:r>
                          </m:sub>
                        </m:sSub>
                      </m:oMath>
                    </m:oMathPara>
                  </a14:m>
                  <a:endParaRPr lang="zh-CN" altLang="en-US" sz="2400" b="1" dirty="0">
                    <a:solidFill>
                      <a:schemeClr val="bg1">
                        <a:lumMod val="95000"/>
                      </a:schemeClr>
                    </a:solidFill>
                  </a:endParaRPr>
                </a:p>
              </p:txBody>
            </p:sp>
          </mc:Choice>
          <mc:Fallback xmlns="">
            <p:sp>
              <p:nvSpPr>
                <p:cNvPr id="33" name="文本框 32">
                  <a:extLst>
                    <a:ext uri="{FF2B5EF4-FFF2-40B4-BE49-F238E27FC236}">
                      <a16:creationId xmlns:a16="http://schemas.microsoft.com/office/drawing/2014/main" id="{29701BB1-6928-3309-B289-4E0B9A15188F}"/>
                    </a:ext>
                  </a:extLst>
                </p:cNvPr>
                <p:cNvSpPr txBox="1">
                  <a:spLocks noRot="1" noChangeAspect="1" noMove="1" noResize="1" noEditPoints="1" noAdjustHandles="1" noChangeArrowheads="1" noChangeShapeType="1" noTextEdit="1"/>
                </p:cNvSpPr>
                <p:nvPr/>
              </p:nvSpPr>
              <p:spPr>
                <a:xfrm>
                  <a:off x="8343600" y="2872749"/>
                  <a:ext cx="500062" cy="461665"/>
                </a:xfrm>
                <a:prstGeom prst="rect">
                  <a:avLst/>
                </a:prstGeom>
                <a:blipFill>
                  <a:blip r:embed="rId9"/>
                  <a:stretch>
                    <a:fillRect l="-3659" r="-47561" b="-5263"/>
                  </a:stretch>
                </a:blipFill>
              </p:spPr>
              <p:txBody>
                <a:bodyPr/>
                <a:lstStyle/>
                <a:p>
                  <a:r>
                    <a:rPr lang="zh-CN" altLang="en-US">
                      <a:noFill/>
                    </a:rPr>
                    <a:t> </a:t>
                  </a:r>
                </a:p>
              </p:txBody>
            </p:sp>
          </mc:Fallback>
        </mc:AlternateContent>
      </p:grpSp>
      <p:sp>
        <p:nvSpPr>
          <p:cNvPr id="2" name="文本框 1">
            <a:extLst>
              <a:ext uri="{FF2B5EF4-FFF2-40B4-BE49-F238E27FC236}">
                <a16:creationId xmlns:a16="http://schemas.microsoft.com/office/drawing/2014/main" id="{A75489DD-11AD-5E9F-2305-64FFC5EB547B}"/>
              </a:ext>
            </a:extLst>
          </p:cNvPr>
          <p:cNvSpPr txBox="1"/>
          <p:nvPr/>
        </p:nvSpPr>
        <p:spPr>
          <a:xfrm>
            <a:off x="603504" y="753295"/>
            <a:ext cx="6109334"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参数平均：</a:t>
            </a:r>
            <a:endParaRPr lang="en-US" altLang="zh-CN" b="1" dirty="0">
              <a:solidFill>
                <a:srgbClr val="268F9C"/>
              </a:solidFill>
              <a:latin typeface="+mn-ea"/>
            </a:endParaRPr>
          </a:p>
        </p:txBody>
      </p:sp>
      <p:sp>
        <p:nvSpPr>
          <p:cNvPr id="11" name="文本框 10">
            <a:extLst>
              <a:ext uri="{FF2B5EF4-FFF2-40B4-BE49-F238E27FC236}">
                <a16:creationId xmlns:a16="http://schemas.microsoft.com/office/drawing/2014/main" id="{2A57D982-B89A-9E67-0CFF-78AC30EA0C9B}"/>
              </a:ext>
            </a:extLst>
          </p:cNvPr>
          <p:cNvSpPr txBox="1"/>
          <p:nvPr/>
        </p:nvSpPr>
        <p:spPr>
          <a:xfrm>
            <a:off x="10907486" y="6449406"/>
            <a:ext cx="953142" cy="338554"/>
          </a:xfrm>
          <a:prstGeom prst="rect">
            <a:avLst/>
          </a:prstGeom>
          <a:noFill/>
        </p:spPr>
        <p:txBody>
          <a:bodyPr wrap="square">
            <a:spAutoFit/>
          </a:bodyPr>
          <a:lstStyle/>
          <a:p>
            <a:r>
              <a:rPr lang="en-US" altLang="zh-CN" sz="1600" b="1" dirty="0">
                <a:solidFill>
                  <a:schemeClr val="bg1">
                    <a:lumMod val="50000"/>
                  </a:schemeClr>
                </a:solidFill>
                <a:latin typeface="+mn-ea"/>
              </a:rPr>
              <a:t>6/21</a:t>
            </a:r>
            <a:endParaRPr lang="zh-CN" altLang="en-US" sz="1600" b="1" dirty="0">
              <a:solidFill>
                <a:schemeClr val="bg1">
                  <a:lumMod val="50000"/>
                </a:schemeClr>
              </a:solidFill>
            </a:endParaRPr>
          </a:p>
        </p:txBody>
      </p:sp>
    </p:spTree>
    <p:extLst>
      <p:ext uri="{BB962C8B-B14F-4D97-AF65-F5344CB8AC3E}">
        <p14:creationId xmlns:p14="http://schemas.microsoft.com/office/powerpoint/2010/main" val="5160612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xEl>
                                              <p:pRg st="0" end="0"/>
                                            </p:txEl>
                                          </p:spTgt>
                                        </p:tgtEl>
                                        <p:attrNameLst>
                                          <p:attrName>style.visibility</p:attrName>
                                        </p:attrNameLst>
                                      </p:cBhvr>
                                      <p:to>
                                        <p:strVal val="visible"/>
                                      </p:to>
                                    </p:set>
                                    <p:animEffect transition="in" filter="fade">
                                      <p:cBhvr>
                                        <p:cTn id="12" dur="500"/>
                                        <p:tgtEl>
                                          <p:spTgt spid="15">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5">
                                            <p:txEl>
                                              <p:pRg st="1" end="1"/>
                                            </p:txEl>
                                          </p:spTgt>
                                        </p:tgtEl>
                                        <p:attrNameLst>
                                          <p:attrName>style.visibility</p:attrName>
                                        </p:attrNameLst>
                                      </p:cBhvr>
                                      <p:to>
                                        <p:strVal val="visible"/>
                                      </p:to>
                                    </p:set>
                                    <p:animEffect transition="in" filter="fade">
                                      <p:cBhvr>
                                        <p:cTn id="15" dur="500"/>
                                        <p:tgtEl>
                                          <p:spTgt spid="15">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5">
                                            <p:txEl>
                                              <p:pRg st="2" end="2"/>
                                            </p:txEl>
                                          </p:spTgt>
                                        </p:tgtEl>
                                        <p:attrNameLst>
                                          <p:attrName>style.visibility</p:attrName>
                                        </p:attrNameLst>
                                      </p:cBhvr>
                                      <p:to>
                                        <p:strVal val="visible"/>
                                      </p:to>
                                    </p:set>
                                    <p:animEffect transition="in" filter="fade">
                                      <p:cBhvr>
                                        <p:cTn id="20" dur="500"/>
                                        <p:tgtEl>
                                          <p:spTgt spid="15">
                                            <p:txEl>
                                              <p:pRg st="2" end="2"/>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5">
                                            <p:txEl>
                                              <p:pRg st="3" end="3"/>
                                            </p:txEl>
                                          </p:spTgt>
                                        </p:tgtEl>
                                        <p:attrNameLst>
                                          <p:attrName>style.visibility</p:attrName>
                                        </p:attrNameLst>
                                      </p:cBhvr>
                                      <p:to>
                                        <p:strVal val="visible"/>
                                      </p:to>
                                    </p:set>
                                    <p:animEffect transition="in" filter="fade">
                                      <p:cBhvr>
                                        <p:cTn id="28" dur="500"/>
                                        <p:tgtEl>
                                          <p:spTgt spid="15">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5">
                                            <p:txEl>
                                              <p:pRg st="4" end="4"/>
                                            </p:txEl>
                                          </p:spTgt>
                                        </p:tgtEl>
                                        <p:attrNameLst>
                                          <p:attrName>style.visibility</p:attrName>
                                        </p:attrNameLst>
                                      </p:cBhvr>
                                      <p:to>
                                        <p:strVal val="visible"/>
                                      </p:to>
                                    </p:set>
                                    <p:animEffect transition="in" filter="fade">
                                      <p:cBhvr>
                                        <p:cTn id="33" dur="500"/>
                                        <p:tgtEl>
                                          <p:spTgt spid="15">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fade">
                                      <p:cBhvr>
                                        <p:cTn id="38" dur="500"/>
                                        <p:tgtEl>
                                          <p:spTgt spid="4"/>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fade">
                                      <p:cBhvr>
                                        <p:cTn id="43" dur="500"/>
                                        <p:tgtEl>
                                          <p:spTgt spid="5"/>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6"/>
                                        </p:tgtEl>
                                        <p:attrNameLst>
                                          <p:attrName>style.visibility</p:attrName>
                                        </p:attrNameLst>
                                      </p:cBhvr>
                                      <p:to>
                                        <p:strVal val="visible"/>
                                      </p:to>
                                    </p:set>
                                    <p:animEffect transition="in" filter="fade">
                                      <p:cBhvr>
                                        <p:cTn id="48" dur="500"/>
                                        <p:tgtEl>
                                          <p:spTgt spid="6"/>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15">
                                            <p:txEl>
                                              <p:pRg st="5" end="5"/>
                                            </p:txEl>
                                          </p:spTgt>
                                        </p:tgtEl>
                                        <p:attrNameLst>
                                          <p:attrName>style.visibility</p:attrName>
                                        </p:attrNameLst>
                                      </p:cBhvr>
                                      <p:to>
                                        <p:strVal val="visible"/>
                                      </p:to>
                                    </p:set>
                                    <p:animEffect transition="in" filter="fade">
                                      <p:cBhvr>
                                        <p:cTn id="53" dur="500"/>
                                        <p:tgtEl>
                                          <p:spTgt spid="15">
                                            <p:txEl>
                                              <p:pRg st="5" end="5"/>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7"/>
                                        </p:tgtEl>
                                        <p:attrNameLst>
                                          <p:attrName>style.visibility</p:attrName>
                                        </p:attrNameLst>
                                      </p:cBhvr>
                                      <p:to>
                                        <p:strVal val="visible"/>
                                      </p:to>
                                    </p:set>
                                    <p:animEffect transition="in" filter="fade">
                                      <p:cBhvr>
                                        <p:cTn id="58" dur="500"/>
                                        <p:tgtEl>
                                          <p:spTgt spid="7"/>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10"/>
                                        </p:tgtEl>
                                        <p:attrNameLst>
                                          <p:attrName>style.visibility</p:attrName>
                                        </p:attrNameLst>
                                      </p:cBhvr>
                                      <p:to>
                                        <p:strVal val="visible"/>
                                      </p:to>
                                    </p:set>
                                    <p:animEffect transition="in" filter="fade">
                                      <p:cBhvr>
                                        <p:cTn id="6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pic>
        <p:nvPicPr>
          <p:cNvPr id="17" name="图片 16" descr="图示&#10;&#10;描述已自动生成">
            <a:extLst>
              <a:ext uri="{FF2B5EF4-FFF2-40B4-BE49-F238E27FC236}">
                <a16:creationId xmlns:a16="http://schemas.microsoft.com/office/drawing/2014/main" id="{7069C7BC-56B5-35CD-8589-EE38667188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43517" y="1416641"/>
            <a:ext cx="6300228" cy="5033782"/>
          </a:xfrm>
          <a:prstGeom prst="rect">
            <a:avLst/>
          </a:prstGeom>
        </p:spPr>
      </p:pic>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29701BB1-6928-3309-B289-4E0B9A15188F}"/>
                  </a:ext>
                </a:extLst>
              </p:cNvPr>
              <p:cNvSpPr txBox="1"/>
              <p:nvPr/>
            </p:nvSpPr>
            <p:spPr>
              <a:xfrm>
                <a:off x="7887438" y="2308462"/>
                <a:ext cx="500062" cy="4865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sz="2400" b="1" i="1" smtClean="0">
                              <a:solidFill>
                                <a:schemeClr val="bg1">
                                  <a:lumMod val="95000"/>
                                </a:schemeClr>
                              </a:solidFill>
                              <a:latin typeface="Cambria Math" panose="02040503050406030204" pitchFamily="18" charset="0"/>
                            </a:rPr>
                          </m:ctrlPr>
                        </m:sSubSupPr>
                        <m:e>
                          <m:r>
                            <a:rPr lang="en-US" altLang="zh-CN" sz="2400" b="1" i="1" smtClean="0">
                              <a:solidFill>
                                <a:schemeClr val="bg1">
                                  <a:lumMod val="95000"/>
                                </a:schemeClr>
                              </a:solidFill>
                              <a:latin typeface="Cambria Math" panose="02040503050406030204" pitchFamily="18" charset="0"/>
                            </a:rPr>
                            <m:t>𝑴</m:t>
                          </m:r>
                        </m:e>
                        <m:sub>
                          <m:r>
                            <a:rPr lang="en-US" altLang="zh-CN" sz="2400" b="1" i="1" smtClean="0">
                              <a:solidFill>
                                <a:schemeClr val="bg1">
                                  <a:lumMod val="95000"/>
                                </a:schemeClr>
                              </a:solidFill>
                              <a:latin typeface="Cambria Math" panose="02040503050406030204" pitchFamily="18" charset="0"/>
                            </a:rPr>
                            <m:t>𝑩</m:t>
                          </m:r>
                        </m:sub>
                        <m:sup>
                          <m:r>
                            <a:rPr lang="en-US" altLang="zh-CN" sz="2400" b="1" i="1" smtClean="0">
                              <a:solidFill>
                                <a:schemeClr val="bg1">
                                  <a:lumMod val="95000"/>
                                </a:schemeClr>
                              </a:solidFill>
                              <a:latin typeface="Cambria Math" panose="02040503050406030204" pitchFamily="18" charset="0"/>
                            </a:rPr>
                            <m:t>𝒊𝒏𝒊𝒕</m:t>
                          </m:r>
                        </m:sup>
                      </m:sSubSup>
                    </m:oMath>
                  </m:oMathPara>
                </a14:m>
                <a:endParaRPr lang="zh-CN" altLang="en-US" sz="2400" b="1" dirty="0">
                  <a:solidFill>
                    <a:schemeClr val="bg1">
                      <a:lumMod val="95000"/>
                    </a:schemeClr>
                  </a:solidFill>
                </a:endParaRPr>
              </a:p>
            </p:txBody>
          </p:sp>
        </mc:Choice>
        <mc:Fallback xmlns="">
          <p:sp>
            <p:nvSpPr>
              <p:cNvPr id="33" name="文本框 32">
                <a:extLst>
                  <a:ext uri="{FF2B5EF4-FFF2-40B4-BE49-F238E27FC236}">
                    <a16:creationId xmlns:a16="http://schemas.microsoft.com/office/drawing/2014/main" id="{29701BB1-6928-3309-B289-4E0B9A15188F}"/>
                  </a:ext>
                </a:extLst>
              </p:cNvPr>
              <p:cNvSpPr txBox="1">
                <a:spLocks noRot="1" noChangeAspect="1" noMove="1" noResize="1" noEditPoints="1" noAdjustHandles="1" noChangeArrowheads="1" noChangeShapeType="1" noTextEdit="1"/>
              </p:cNvSpPr>
              <p:nvPr/>
            </p:nvSpPr>
            <p:spPr>
              <a:xfrm>
                <a:off x="7887438" y="2308462"/>
                <a:ext cx="500062" cy="486543"/>
              </a:xfrm>
              <a:prstGeom prst="rect">
                <a:avLst/>
              </a:prstGeom>
              <a:blipFill>
                <a:blip r:embed="rId4"/>
                <a:stretch>
                  <a:fillRect r="-54878"/>
                </a:stretch>
              </a:blipFill>
            </p:spPr>
            <p:txBody>
              <a:bodyPr/>
              <a:lstStyle/>
              <a:p>
                <a:r>
                  <a:rPr lang="zh-CN" altLang="en-US">
                    <a:noFill/>
                  </a:rPr>
                  <a:t> </a:t>
                </a:r>
              </a:p>
            </p:txBody>
          </p:sp>
        </mc:Fallback>
      </mc:AlternateContent>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1.</a:t>
            </a:r>
            <a:r>
              <a:rPr lang="zh-CN" altLang="en-US" sz="2800" dirty="0">
                <a:solidFill>
                  <a:srgbClr val="000000">
                    <a:lumMod val="75000"/>
                    <a:lumOff val="25000"/>
                  </a:srgbClr>
                </a:solidFill>
              </a:rPr>
              <a:t>相关背景</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2" name="文本框 1">
            <a:extLst>
              <a:ext uri="{FF2B5EF4-FFF2-40B4-BE49-F238E27FC236}">
                <a16:creationId xmlns:a16="http://schemas.microsoft.com/office/drawing/2014/main" id="{F9DC577F-8752-AAC6-61F5-3991C3914E63}"/>
              </a:ext>
            </a:extLst>
          </p:cNvPr>
          <p:cNvSpPr txBox="1"/>
          <p:nvPr/>
        </p:nvSpPr>
        <p:spPr>
          <a:xfrm>
            <a:off x="603504" y="753295"/>
            <a:ext cx="6109334"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参数平均：</a:t>
            </a:r>
            <a:endParaRPr lang="en-US" altLang="zh-CN" b="1" dirty="0">
              <a:solidFill>
                <a:srgbClr val="268F9C"/>
              </a:solidFill>
              <a:latin typeface="+mn-ea"/>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942211E9-D80D-F183-9239-4A875FBD3161}"/>
                  </a:ext>
                </a:extLst>
              </p:cNvPr>
              <p:cNvSpPr txBox="1"/>
              <p:nvPr/>
            </p:nvSpPr>
            <p:spPr>
              <a:xfrm>
                <a:off x="603504" y="1147027"/>
                <a:ext cx="4700016" cy="2524665"/>
              </a:xfrm>
              <a:prstGeom prst="rect">
                <a:avLst/>
              </a:prstGeom>
              <a:noFill/>
            </p:spPr>
            <p:txBody>
              <a:bodyPr wrap="square">
                <a:spAutoFit/>
              </a:bodyPr>
              <a:lstStyle/>
              <a:p>
                <a:pPr marL="285750" indent="-285750">
                  <a:spcAft>
                    <a:spcPts val="1800"/>
                  </a:spcAft>
                  <a:buFont typeface="Arial" panose="020B0604020202020204" pitchFamily="34" charset="0"/>
                  <a:buChar char="•"/>
                </a:pPr>
                <a:r>
                  <a:rPr lang="zh-CN" altLang="en-US" dirty="0">
                    <a:latin typeface="+mn-ea"/>
                  </a:rPr>
                  <a:t>在大多数情况下，不同于</a:t>
                </a:r>
                <a:r>
                  <a:rPr lang="en-US" altLang="zh-CN" dirty="0">
                    <a:latin typeface="+mn-ea"/>
                  </a:rPr>
                  <a:t>model soup</a:t>
                </a:r>
                <a:r>
                  <a:rPr lang="zh-CN" altLang="en-US" dirty="0">
                    <a:latin typeface="+mn-ea"/>
                  </a:rPr>
                  <a:t>里微调同一个预训练模型，不同模型的</a:t>
                </a:r>
                <a:r>
                  <a:rPr lang="zh-CN" altLang="en-US" b="1" dirty="0">
                    <a:latin typeface="+mn-ea"/>
                  </a:rPr>
                  <a:t>初始化参数不一样</a:t>
                </a:r>
                <a:r>
                  <a:rPr lang="zh-CN" altLang="en-US" dirty="0">
                    <a:latin typeface="+mn-ea"/>
                  </a:rPr>
                  <a:t>（如</a:t>
                </a:r>
                <a14:m>
                  <m:oMath xmlns:m="http://schemas.openxmlformats.org/officeDocument/2006/math">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𝑀</m:t>
                        </m:r>
                      </m:e>
                      <m:sub>
                        <m:r>
                          <a:rPr lang="en-US" altLang="zh-CN" b="0" i="1" smtClean="0">
                            <a:latin typeface="Cambria Math" panose="02040503050406030204" pitchFamily="18" charset="0"/>
                          </a:rPr>
                          <m:t>𝐴</m:t>
                        </m:r>
                      </m:sub>
                      <m:sup>
                        <m:r>
                          <a:rPr lang="en-US" altLang="zh-CN" b="0" i="1" smtClean="0">
                            <a:latin typeface="Cambria Math" panose="02040503050406030204" pitchFamily="18" charset="0"/>
                          </a:rPr>
                          <m:t>𝑖𝑛𝑖𝑡</m:t>
                        </m:r>
                      </m:sup>
                    </m:sSubSup>
                  </m:oMath>
                </a14:m>
                <a:r>
                  <a:rPr lang="zh-CN" altLang="en-US" dirty="0">
                    <a:latin typeface="+mn-ea"/>
                  </a:rPr>
                  <a:t>和</a:t>
                </a:r>
                <a14:m>
                  <m:oMath xmlns:m="http://schemas.openxmlformats.org/officeDocument/2006/math">
                    <m:sSubSup>
                      <m:sSubSupPr>
                        <m:ctrlPr>
                          <a:rPr lang="en-US" altLang="zh-CN" b="0" i="1" dirty="0" smtClean="0">
                            <a:latin typeface="Cambria Math" panose="02040503050406030204" pitchFamily="18" charset="0"/>
                          </a:rPr>
                        </m:ctrlPr>
                      </m:sSubSupPr>
                      <m:e>
                        <m:r>
                          <a:rPr lang="en-US" altLang="zh-CN" b="0" i="1" dirty="0" smtClean="0">
                            <a:latin typeface="Cambria Math" panose="02040503050406030204" pitchFamily="18" charset="0"/>
                          </a:rPr>
                          <m:t>𝑀</m:t>
                        </m:r>
                      </m:e>
                      <m:sub>
                        <m:r>
                          <a:rPr lang="en-US" altLang="zh-CN" b="0" i="1" dirty="0" smtClean="0">
                            <a:latin typeface="Cambria Math" panose="02040503050406030204" pitchFamily="18" charset="0"/>
                          </a:rPr>
                          <m:t>𝐵</m:t>
                        </m:r>
                      </m:sub>
                      <m:sup>
                        <m:r>
                          <a:rPr lang="en-US" altLang="zh-CN" b="0" i="1" dirty="0" smtClean="0">
                            <a:latin typeface="Cambria Math" panose="02040503050406030204" pitchFamily="18" charset="0"/>
                          </a:rPr>
                          <m:t>𝑖𝑛𝑖𝑡</m:t>
                        </m:r>
                      </m:sup>
                    </m:sSubSup>
                  </m:oMath>
                </a14:m>
                <a:r>
                  <a:rPr lang="zh-CN" altLang="en-US" dirty="0">
                    <a:latin typeface="+mn-ea"/>
                  </a:rPr>
                  <a:t>）</a:t>
                </a:r>
                <a:endParaRPr lang="en-US" altLang="zh-CN" dirty="0">
                  <a:latin typeface="+mn-ea"/>
                </a:endParaRPr>
              </a:p>
              <a:p>
                <a:pPr marL="285750" indent="-285750">
                  <a:spcAft>
                    <a:spcPts val="1800"/>
                  </a:spcAft>
                  <a:buFont typeface="Arial" panose="020B0604020202020204" pitchFamily="34" charset="0"/>
                  <a:buChar char="•"/>
                </a:pPr>
                <a:r>
                  <a:rPr lang="zh-CN" altLang="en-US" dirty="0">
                    <a:latin typeface="+mn-ea"/>
                  </a:rPr>
                  <a:t>经过训练后，他们的参数的距离也会很大（如</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𝑀</m:t>
                        </m:r>
                      </m:e>
                      <m:sub>
                        <m:r>
                          <a:rPr lang="en-US" altLang="zh-CN" b="0" i="1" smtClean="0">
                            <a:latin typeface="Cambria Math" panose="02040503050406030204" pitchFamily="18" charset="0"/>
                          </a:rPr>
                          <m:t>𝐴</m:t>
                        </m:r>
                      </m:sub>
                    </m:sSub>
                  </m:oMath>
                </a14:m>
                <a:r>
                  <a:rPr lang="zh-CN" altLang="en-US" dirty="0">
                    <a:latin typeface="+mn-ea"/>
                  </a:rPr>
                  <a:t>和</a:t>
                </a:r>
                <a14:m>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𝑀</m:t>
                        </m:r>
                      </m:e>
                      <m:sub>
                        <m:r>
                          <a:rPr lang="en-US" altLang="zh-CN" b="0" i="1" dirty="0" smtClean="0">
                            <a:latin typeface="Cambria Math" panose="02040503050406030204" pitchFamily="18" charset="0"/>
                          </a:rPr>
                          <m:t>𝐵</m:t>
                        </m:r>
                      </m:sub>
                    </m:sSub>
                  </m:oMath>
                </a14:m>
                <a:r>
                  <a:rPr lang="zh-CN" altLang="en-US" dirty="0">
                    <a:latin typeface="+mn-ea"/>
                  </a:rPr>
                  <a:t>）</a:t>
                </a:r>
                <a:endParaRPr lang="en-US" altLang="zh-CN" dirty="0">
                  <a:latin typeface="+mn-ea"/>
                </a:endParaRPr>
              </a:p>
              <a:p>
                <a:pPr marL="285750" indent="-285750">
                  <a:spcAft>
                    <a:spcPts val="1800"/>
                  </a:spcAft>
                  <a:buFont typeface="Arial" panose="020B0604020202020204" pitchFamily="34" charset="0"/>
                  <a:buChar char="•"/>
                </a:pPr>
                <a:r>
                  <a:rPr lang="zh-CN" altLang="en-US" dirty="0">
                    <a:latin typeface="+mn-ea"/>
                  </a:rPr>
                  <a:t>如何将两个相距很远的模型参数合并，就是本文主要要解决的问题</a:t>
                </a:r>
                <a:endParaRPr lang="en-US" altLang="zh-CN" dirty="0">
                  <a:latin typeface="+mn-ea"/>
                </a:endParaRPr>
              </a:p>
            </p:txBody>
          </p:sp>
        </mc:Choice>
        <mc:Fallback xmlns="">
          <p:sp>
            <p:nvSpPr>
              <p:cNvPr id="4" name="文本框 3">
                <a:extLst>
                  <a:ext uri="{FF2B5EF4-FFF2-40B4-BE49-F238E27FC236}">
                    <a16:creationId xmlns:a16="http://schemas.microsoft.com/office/drawing/2014/main" id="{942211E9-D80D-F183-9239-4A875FBD3161}"/>
                  </a:ext>
                </a:extLst>
              </p:cNvPr>
              <p:cNvSpPr txBox="1">
                <a:spLocks noRot="1" noChangeAspect="1" noMove="1" noResize="1" noEditPoints="1" noAdjustHandles="1" noChangeArrowheads="1" noChangeShapeType="1" noTextEdit="1"/>
              </p:cNvSpPr>
              <p:nvPr/>
            </p:nvSpPr>
            <p:spPr>
              <a:xfrm>
                <a:off x="603504" y="1147027"/>
                <a:ext cx="4700016" cy="2524665"/>
              </a:xfrm>
              <a:prstGeom prst="rect">
                <a:avLst/>
              </a:prstGeom>
              <a:blipFill>
                <a:blip r:embed="rId5"/>
                <a:stretch>
                  <a:fillRect l="-778" t="-1208" b="-2415"/>
                </a:stretch>
              </a:blipFill>
            </p:spPr>
            <p:txBody>
              <a:bodyPr/>
              <a:lstStyle/>
              <a:p>
                <a:r>
                  <a:rPr lang="zh-CN" altLang="en-US">
                    <a:noFill/>
                  </a:rPr>
                  <a:t> </a:t>
                </a:r>
              </a:p>
            </p:txBody>
          </p:sp>
        </mc:Fallback>
      </mc:AlternateContent>
      <p:sp>
        <p:nvSpPr>
          <p:cNvPr id="18" name="椭圆 17">
            <a:extLst>
              <a:ext uri="{FF2B5EF4-FFF2-40B4-BE49-F238E27FC236}">
                <a16:creationId xmlns:a16="http://schemas.microsoft.com/office/drawing/2014/main" id="{4D6B4078-1FC5-8743-E930-53D690B5B1FB}"/>
              </a:ext>
            </a:extLst>
          </p:cNvPr>
          <p:cNvSpPr/>
          <p:nvPr/>
        </p:nvSpPr>
        <p:spPr>
          <a:xfrm>
            <a:off x="6347526" y="3626945"/>
            <a:ext cx="180000" cy="180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A7F4166C-6B8D-E938-204B-C4230296FF0C}"/>
                  </a:ext>
                </a:extLst>
              </p:cNvPr>
              <p:cNvSpPr txBox="1"/>
              <p:nvPr/>
            </p:nvSpPr>
            <p:spPr>
              <a:xfrm>
                <a:off x="6174636" y="3091069"/>
                <a:ext cx="500062" cy="50654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sz="2400" b="1" i="1" smtClean="0">
                              <a:solidFill>
                                <a:schemeClr val="bg1">
                                  <a:lumMod val="95000"/>
                                </a:schemeClr>
                              </a:solidFill>
                              <a:latin typeface="Cambria Math" panose="02040503050406030204" pitchFamily="18" charset="0"/>
                            </a:rPr>
                          </m:ctrlPr>
                        </m:sSubSupPr>
                        <m:e>
                          <m:r>
                            <a:rPr lang="en-US" altLang="zh-CN" sz="2400" b="1" i="1" smtClean="0">
                              <a:solidFill>
                                <a:schemeClr val="bg1">
                                  <a:lumMod val="95000"/>
                                </a:schemeClr>
                              </a:solidFill>
                              <a:latin typeface="Cambria Math" panose="02040503050406030204" pitchFamily="18" charset="0"/>
                            </a:rPr>
                            <m:t>𝑴</m:t>
                          </m:r>
                        </m:e>
                        <m:sub>
                          <m:r>
                            <a:rPr lang="en-US" altLang="zh-CN" sz="2400" b="1" i="1" smtClean="0">
                              <a:solidFill>
                                <a:schemeClr val="bg1">
                                  <a:lumMod val="95000"/>
                                </a:schemeClr>
                              </a:solidFill>
                              <a:latin typeface="Cambria Math" panose="02040503050406030204" pitchFamily="18" charset="0"/>
                            </a:rPr>
                            <m:t>𝑨</m:t>
                          </m:r>
                        </m:sub>
                        <m:sup>
                          <m:r>
                            <a:rPr lang="en-US" altLang="zh-CN" sz="2400" b="1" i="1" smtClean="0">
                              <a:solidFill>
                                <a:schemeClr val="bg1">
                                  <a:lumMod val="95000"/>
                                </a:schemeClr>
                              </a:solidFill>
                              <a:latin typeface="Cambria Math" panose="02040503050406030204" pitchFamily="18" charset="0"/>
                            </a:rPr>
                            <m:t>𝒊𝒏𝒊𝒕</m:t>
                          </m:r>
                        </m:sup>
                      </m:sSubSup>
                    </m:oMath>
                  </m:oMathPara>
                </a14:m>
                <a:endParaRPr lang="zh-CN" altLang="en-US" sz="2400" b="1" dirty="0">
                  <a:solidFill>
                    <a:schemeClr val="bg1">
                      <a:lumMod val="95000"/>
                    </a:schemeClr>
                  </a:solidFill>
                </a:endParaRPr>
              </a:p>
            </p:txBody>
          </p:sp>
        </mc:Choice>
        <mc:Fallback xmlns="">
          <p:sp>
            <p:nvSpPr>
              <p:cNvPr id="20" name="文本框 19">
                <a:extLst>
                  <a:ext uri="{FF2B5EF4-FFF2-40B4-BE49-F238E27FC236}">
                    <a16:creationId xmlns:a16="http://schemas.microsoft.com/office/drawing/2014/main" id="{A7F4166C-6B8D-E938-204B-C4230296FF0C}"/>
                  </a:ext>
                </a:extLst>
              </p:cNvPr>
              <p:cNvSpPr txBox="1">
                <a:spLocks noRot="1" noChangeAspect="1" noMove="1" noResize="1" noEditPoints="1" noAdjustHandles="1" noChangeArrowheads="1" noChangeShapeType="1" noTextEdit="1"/>
              </p:cNvSpPr>
              <p:nvPr/>
            </p:nvSpPr>
            <p:spPr>
              <a:xfrm>
                <a:off x="6174636" y="3091069"/>
                <a:ext cx="500062" cy="506549"/>
              </a:xfrm>
              <a:prstGeom prst="rect">
                <a:avLst/>
              </a:prstGeom>
              <a:blipFill>
                <a:blip r:embed="rId6"/>
                <a:stretch>
                  <a:fillRect r="-54878"/>
                </a:stretch>
              </a:blipFill>
            </p:spPr>
            <p:txBody>
              <a:bodyPr/>
              <a:lstStyle/>
              <a:p>
                <a:r>
                  <a:rPr lang="zh-CN" altLang="en-US">
                    <a:noFill/>
                  </a:rPr>
                  <a:t> </a:t>
                </a:r>
              </a:p>
            </p:txBody>
          </p:sp>
        </mc:Fallback>
      </mc:AlternateContent>
      <p:sp>
        <p:nvSpPr>
          <p:cNvPr id="32" name="椭圆 31">
            <a:extLst>
              <a:ext uri="{FF2B5EF4-FFF2-40B4-BE49-F238E27FC236}">
                <a16:creationId xmlns:a16="http://schemas.microsoft.com/office/drawing/2014/main" id="{AC886B75-FACA-1CF3-4DDB-A6E060DC474B}"/>
              </a:ext>
            </a:extLst>
          </p:cNvPr>
          <p:cNvSpPr/>
          <p:nvPr/>
        </p:nvSpPr>
        <p:spPr>
          <a:xfrm rot="1043455">
            <a:off x="8437497" y="2617518"/>
            <a:ext cx="180000" cy="180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3F8D7505-ECF6-CF42-D8CF-E6C080265B5C}"/>
              </a:ext>
            </a:extLst>
          </p:cNvPr>
          <p:cNvSpPr/>
          <p:nvPr/>
        </p:nvSpPr>
        <p:spPr>
          <a:xfrm rot="3058747">
            <a:off x="7383654" y="3716945"/>
            <a:ext cx="180000" cy="180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6BF0DA54-C72F-E34F-EF21-36619218ADB8}"/>
                  </a:ext>
                </a:extLst>
              </p:cNvPr>
              <p:cNvSpPr txBox="1"/>
              <p:nvPr/>
            </p:nvSpPr>
            <p:spPr>
              <a:xfrm>
                <a:off x="7321932" y="3288907"/>
                <a:ext cx="500062" cy="46378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400" b="1" i="1" smtClean="0">
                              <a:solidFill>
                                <a:schemeClr val="bg1">
                                  <a:lumMod val="95000"/>
                                </a:schemeClr>
                              </a:solidFill>
                              <a:latin typeface="Cambria Math" panose="02040503050406030204" pitchFamily="18" charset="0"/>
                            </a:rPr>
                          </m:ctrlPr>
                        </m:sSubPr>
                        <m:e>
                          <m:r>
                            <a:rPr lang="en-US" altLang="zh-CN" sz="2400" b="1" i="1" smtClean="0">
                              <a:solidFill>
                                <a:schemeClr val="bg1">
                                  <a:lumMod val="95000"/>
                                </a:schemeClr>
                              </a:solidFill>
                              <a:latin typeface="Cambria Math" panose="02040503050406030204" pitchFamily="18" charset="0"/>
                            </a:rPr>
                            <m:t>𝑴</m:t>
                          </m:r>
                        </m:e>
                        <m:sub>
                          <m:r>
                            <a:rPr lang="en-US" altLang="zh-CN" sz="2400" b="1" i="1" smtClean="0">
                              <a:solidFill>
                                <a:schemeClr val="bg1">
                                  <a:lumMod val="95000"/>
                                </a:schemeClr>
                              </a:solidFill>
                              <a:latin typeface="Cambria Math" panose="02040503050406030204" pitchFamily="18" charset="0"/>
                            </a:rPr>
                            <m:t>𝑨</m:t>
                          </m:r>
                        </m:sub>
                      </m:sSub>
                    </m:oMath>
                  </m:oMathPara>
                </a14:m>
                <a:endParaRPr lang="zh-CN" altLang="en-US" sz="2400" b="1" dirty="0">
                  <a:solidFill>
                    <a:schemeClr val="bg1">
                      <a:lumMod val="95000"/>
                    </a:schemeClr>
                  </a:solidFill>
                </a:endParaRPr>
              </a:p>
            </p:txBody>
          </p:sp>
        </mc:Choice>
        <mc:Fallback xmlns="">
          <p:sp>
            <p:nvSpPr>
              <p:cNvPr id="6" name="文本框 5">
                <a:extLst>
                  <a:ext uri="{FF2B5EF4-FFF2-40B4-BE49-F238E27FC236}">
                    <a16:creationId xmlns:a16="http://schemas.microsoft.com/office/drawing/2014/main" id="{6BF0DA54-C72F-E34F-EF21-36619218ADB8}"/>
                  </a:ext>
                </a:extLst>
              </p:cNvPr>
              <p:cNvSpPr txBox="1">
                <a:spLocks noRot="1" noChangeAspect="1" noMove="1" noResize="1" noEditPoints="1" noAdjustHandles="1" noChangeArrowheads="1" noChangeShapeType="1" noTextEdit="1"/>
              </p:cNvSpPr>
              <p:nvPr/>
            </p:nvSpPr>
            <p:spPr>
              <a:xfrm>
                <a:off x="7321932" y="3288907"/>
                <a:ext cx="500062" cy="463781"/>
              </a:xfrm>
              <a:prstGeom prst="rect">
                <a:avLst/>
              </a:prstGeom>
              <a:blipFill>
                <a:blip r:embed="rId7"/>
                <a:stretch>
                  <a:fillRect l="-2439" r="-19512" b="-3947"/>
                </a:stretch>
              </a:blipFill>
            </p:spPr>
            <p:txBody>
              <a:bodyPr/>
              <a:lstStyle/>
              <a:p>
                <a:r>
                  <a:rPr lang="zh-CN" altLang="en-US">
                    <a:noFill/>
                  </a:rPr>
                  <a:t> </a:t>
                </a:r>
              </a:p>
            </p:txBody>
          </p:sp>
        </mc:Fallback>
      </mc:AlternateContent>
      <p:cxnSp>
        <p:nvCxnSpPr>
          <p:cNvPr id="9" name="直接箭头连接符 8">
            <a:extLst>
              <a:ext uri="{FF2B5EF4-FFF2-40B4-BE49-F238E27FC236}">
                <a16:creationId xmlns:a16="http://schemas.microsoft.com/office/drawing/2014/main" id="{A3B3266D-0B8E-D3B7-68A4-5EECCAE7C90A}"/>
              </a:ext>
            </a:extLst>
          </p:cNvPr>
          <p:cNvCxnSpPr>
            <a:stCxn id="18" idx="6"/>
            <a:endCxn id="5" idx="3"/>
          </p:cNvCxnSpPr>
          <p:nvPr/>
        </p:nvCxnSpPr>
        <p:spPr>
          <a:xfrm>
            <a:off x="6527526" y="3716945"/>
            <a:ext cx="856617" cy="80625"/>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1" name="椭圆 10">
            <a:extLst>
              <a:ext uri="{FF2B5EF4-FFF2-40B4-BE49-F238E27FC236}">
                <a16:creationId xmlns:a16="http://schemas.microsoft.com/office/drawing/2014/main" id="{1F467A15-C7A7-1F63-824D-D431106D6926}"/>
              </a:ext>
            </a:extLst>
          </p:cNvPr>
          <p:cNvSpPr/>
          <p:nvPr/>
        </p:nvSpPr>
        <p:spPr>
          <a:xfrm rot="3765967">
            <a:off x="9639174" y="2001957"/>
            <a:ext cx="180000" cy="180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箭头连接符 11">
            <a:extLst>
              <a:ext uri="{FF2B5EF4-FFF2-40B4-BE49-F238E27FC236}">
                <a16:creationId xmlns:a16="http://schemas.microsoft.com/office/drawing/2014/main" id="{181F17E7-D3C9-0457-0880-45D080CF91A2}"/>
              </a:ext>
            </a:extLst>
          </p:cNvPr>
          <p:cNvCxnSpPr>
            <a:cxnSpLocks/>
            <a:stCxn id="32" idx="7"/>
            <a:endCxn id="11" idx="4"/>
          </p:cNvCxnSpPr>
          <p:nvPr/>
        </p:nvCxnSpPr>
        <p:spPr>
          <a:xfrm flipV="1">
            <a:off x="8607249" y="2133143"/>
            <a:ext cx="1041902" cy="532665"/>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8C042A05-0EB7-53A5-D244-2A0259283E4C}"/>
                  </a:ext>
                </a:extLst>
              </p:cNvPr>
              <p:cNvSpPr txBox="1"/>
              <p:nvPr/>
            </p:nvSpPr>
            <p:spPr>
              <a:xfrm>
                <a:off x="9649151" y="2091957"/>
                <a:ext cx="500062" cy="46378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400" b="1" i="1" smtClean="0">
                              <a:solidFill>
                                <a:schemeClr val="bg1">
                                  <a:lumMod val="95000"/>
                                </a:schemeClr>
                              </a:solidFill>
                              <a:latin typeface="Cambria Math" panose="02040503050406030204" pitchFamily="18" charset="0"/>
                            </a:rPr>
                          </m:ctrlPr>
                        </m:sSubPr>
                        <m:e>
                          <m:r>
                            <a:rPr lang="en-US" altLang="zh-CN" sz="2400" b="1" i="1" smtClean="0">
                              <a:solidFill>
                                <a:schemeClr val="bg1">
                                  <a:lumMod val="95000"/>
                                </a:schemeClr>
                              </a:solidFill>
                              <a:latin typeface="Cambria Math" panose="02040503050406030204" pitchFamily="18" charset="0"/>
                            </a:rPr>
                            <m:t>𝑴</m:t>
                          </m:r>
                        </m:e>
                        <m:sub>
                          <m:r>
                            <a:rPr lang="en-US" altLang="zh-CN" sz="2400" b="1" i="1" smtClean="0">
                              <a:solidFill>
                                <a:schemeClr val="bg1">
                                  <a:lumMod val="95000"/>
                                </a:schemeClr>
                              </a:solidFill>
                              <a:latin typeface="Cambria Math" panose="02040503050406030204" pitchFamily="18" charset="0"/>
                            </a:rPr>
                            <m:t>𝑩</m:t>
                          </m:r>
                        </m:sub>
                      </m:sSub>
                    </m:oMath>
                  </m:oMathPara>
                </a14:m>
                <a:endParaRPr lang="zh-CN" altLang="en-US" sz="2400" b="1" dirty="0">
                  <a:solidFill>
                    <a:schemeClr val="bg1">
                      <a:lumMod val="95000"/>
                    </a:schemeClr>
                  </a:solidFill>
                </a:endParaRPr>
              </a:p>
            </p:txBody>
          </p:sp>
        </mc:Choice>
        <mc:Fallback xmlns="">
          <p:sp>
            <p:nvSpPr>
              <p:cNvPr id="26" name="文本框 25">
                <a:extLst>
                  <a:ext uri="{FF2B5EF4-FFF2-40B4-BE49-F238E27FC236}">
                    <a16:creationId xmlns:a16="http://schemas.microsoft.com/office/drawing/2014/main" id="{8C042A05-0EB7-53A5-D244-2A0259283E4C}"/>
                  </a:ext>
                </a:extLst>
              </p:cNvPr>
              <p:cNvSpPr txBox="1">
                <a:spLocks noRot="1" noChangeAspect="1" noMove="1" noResize="1" noEditPoints="1" noAdjustHandles="1" noChangeArrowheads="1" noChangeShapeType="1" noTextEdit="1"/>
              </p:cNvSpPr>
              <p:nvPr/>
            </p:nvSpPr>
            <p:spPr>
              <a:xfrm>
                <a:off x="9649151" y="2091957"/>
                <a:ext cx="500062" cy="463781"/>
              </a:xfrm>
              <a:prstGeom prst="rect">
                <a:avLst/>
              </a:prstGeom>
              <a:blipFill>
                <a:blip r:embed="rId8"/>
                <a:stretch>
                  <a:fillRect l="-3659" r="-23171" b="-5263"/>
                </a:stretch>
              </a:blipFill>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0E7D3A84-B4F9-2B6D-DF2A-D2C816A71A98}"/>
              </a:ext>
            </a:extLst>
          </p:cNvPr>
          <p:cNvSpPr txBox="1"/>
          <p:nvPr/>
        </p:nvSpPr>
        <p:spPr>
          <a:xfrm>
            <a:off x="10907486" y="6449406"/>
            <a:ext cx="953142" cy="338554"/>
          </a:xfrm>
          <a:prstGeom prst="rect">
            <a:avLst/>
          </a:prstGeom>
          <a:noFill/>
        </p:spPr>
        <p:txBody>
          <a:bodyPr wrap="square">
            <a:spAutoFit/>
          </a:bodyPr>
          <a:lstStyle/>
          <a:p>
            <a:r>
              <a:rPr lang="en-US" altLang="zh-CN" sz="1600" b="1" dirty="0">
                <a:solidFill>
                  <a:schemeClr val="bg1">
                    <a:lumMod val="50000"/>
                  </a:schemeClr>
                </a:solidFill>
                <a:latin typeface="+mn-ea"/>
              </a:rPr>
              <a:t>7/21</a:t>
            </a:r>
            <a:endParaRPr lang="zh-CN" altLang="en-US" sz="1600" b="1" dirty="0">
              <a:solidFill>
                <a:schemeClr val="bg1">
                  <a:lumMod val="50000"/>
                </a:schemeClr>
              </a:solidFill>
            </a:endParaRPr>
          </a:p>
        </p:txBody>
      </p:sp>
    </p:spTree>
    <p:extLst>
      <p:ext uri="{BB962C8B-B14F-4D97-AF65-F5344CB8AC3E}">
        <p14:creationId xmlns:p14="http://schemas.microsoft.com/office/powerpoint/2010/main" val="24800827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500"/>
                                        <p:tgtEl>
                                          <p:spTgt spid="2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fade">
                                      <p:cBhvr>
                                        <p:cTn id="23" dur="500"/>
                                        <p:tgtEl>
                                          <p:spTgt spid="3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fade">
                                      <p:cBhvr>
                                        <p:cTn id="26" dur="500"/>
                                        <p:tgtEl>
                                          <p:spTgt spid="3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4">
                                            <p:txEl>
                                              <p:pRg st="1" end="1"/>
                                            </p:txEl>
                                          </p:spTgt>
                                        </p:tgtEl>
                                        <p:attrNameLst>
                                          <p:attrName>style.visibility</p:attrName>
                                        </p:attrNameLst>
                                      </p:cBhvr>
                                      <p:to>
                                        <p:strVal val="visible"/>
                                      </p:to>
                                    </p:set>
                                    <p:animEffect transition="in" filter="fade">
                                      <p:cBhvr>
                                        <p:cTn id="31" dur="500"/>
                                        <p:tgtEl>
                                          <p:spTgt spid="4">
                                            <p:txEl>
                                              <p:pRg st="1" end="1"/>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500"/>
                                        <p:tgtEl>
                                          <p:spTgt spid="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fade">
                                      <p:cBhvr>
                                        <p:cTn id="39" dur="500"/>
                                        <p:tgtEl>
                                          <p:spTgt spid="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fade">
                                      <p:cBhvr>
                                        <p:cTn id="42" dur="500"/>
                                        <p:tgtEl>
                                          <p:spTgt spid="6"/>
                                        </p:tgtEl>
                                      </p:cBhvr>
                                    </p:animEffect>
                                  </p:childTnLst>
                                </p:cTn>
                              </p:par>
                              <p:par>
                                <p:cTn id="43" presetID="10" presetClass="entr" presetSubtype="0" fill="hold" nodeType="with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500"/>
                                        <p:tgtEl>
                                          <p:spTgt spid="12"/>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500"/>
                                        <p:tgtEl>
                                          <p:spTgt spid="1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fade">
                                      <p:cBhvr>
                                        <p:cTn id="51" dur="500"/>
                                        <p:tgtEl>
                                          <p:spTgt spid="26"/>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4">
                                            <p:txEl>
                                              <p:pRg st="2" end="2"/>
                                            </p:txEl>
                                          </p:spTgt>
                                        </p:tgtEl>
                                        <p:attrNameLst>
                                          <p:attrName>style.visibility</p:attrName>
                                        </p:attrNameLst>
                                      </p:cBhvr>
                                      <p:to>
                                        <p:strVal val="visible"/>
                                      </p:to>
                                    </p:set>
                                    <p:animEffect transition="in" filter="fade">
                                      <p:cBhvr>
                                        <p:cTn id="56"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18" grpId="0" animBg="1"/>
      <p:bldP spid="20" grpId="0"/>
      <p:bldP spid="32" grpId="0" animBg="1"/>
      <p:bldP spid="5" grpId="0" animBg="1"/>
      <p:bldP spid="6" grpId="0"/>
      <p:bldP spid="11" grpId="0" animBg="1"/>
      <p:bldP spid="2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cxnSp>
        <p:nvCxnSpPr>
          <p:cNvPr id="52" name="直接箭头连接符 51">
            <a:extLst>
              <a:ext uri="{FF2B5EF4-FFF2-40B4-BE49-F238E27FC236}">
                <a16:creationId xmlns:a16="http://schemas.microsoft.com/office/drawing/2014/main" id="{1AA472FE-6EB2-2FE1-E2FC-558DE5DC2B52}"/>
              </a:ext>
            </a:extLst>
          </p:cNvPr>
          <p:cNvCxnSpPr>
            <a:cxnSpLocks/>
            <a:stCxn id="40" idx="6"/>
            <a:endCxn id="66" idx="2"/>
          </p:cNvCxnSpPr>
          <p:nvPr/>
        </p:nvCxnSpPr>
        <p:spPr>
          <a:xfrm>
            <a:off x="8120716" y="1988973"/>
            <a:ext cx="609722" cy="741670"/>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 name="直接箭头连接符 53">
            <a:extLst>
              <a:ext uri="{FF2B5EF4-FFF2-40B4-BE49-F238E27FC236}">
                <a16:creationId xmlns:a16="http://schemas.microsoft.com/office/drawing/2014/main" id="{7178C1FA-7DE5-0880-CE59-2B05C0A850F3}"/>
              </a:ext>
            </a:extLst>
          </p:cNvPr>
          <p:cNvCxnSpPr>
            <a:cxnSpLocks/>
            <a:stCxn id="39" idx="6"/>
            <a:endCxn id="66" idx="2"/>
          </p:cNvCxnSpPr>
          <p:nvPr/>
        </p:nvCxnSpPr>
        <p:spPr>
          <a:xfrm flipV="1">
            <a:off x="8120716" y="2730643"/>
            <a:ext cx="609722" cy="579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2.</a:t>
            </a:r>
            <a:r>
              <a:rPr lang="zh-CN" altLang="en-US" sz="2800" dirty="0">
                <a:solidFill>
                  <a:srgbClr val="000000">
                    <a:lumMod val="75000"/>
                    <a:lumOff val="25000"/>
                  </a:srgbClr>
                </a:solidFill>
              </a:rPr>
              <a:t>动机</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cxnSp>
        <p:nvCxnSpPr>
          <p:cNvPr id="9" name="直接箭头连接符 8">
            <a:extLst>
              <a:ext uri="{FF2B5EF4-FFF2-40B4-BE49-F238E27FC236}">
                <a16:creationId xmlns:a16="http://schemas.microsoft.com/office/drawing/2014/main" id="{A3B3266D-0B8E-D3B7-68A4-5EECCAE7C90A}"/>
              </a:ext>
            </a:extLst>
          </p:cNvPr>
          <p:cNvCxnSpPr>
            <a:cxnSpLocks/>
          </p:cNvCxnSpPr>
          <p:nvPr/>
        </p:nvCxnSpPr>
        <p:spPr>
          <a:xfrm>
            <a:off x="6527526" y="3716945"/>
            <a:ext cx="856617" cy="80625"/>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4B101AC5-5620-B7EF-DD33-BE296AA5FCAC}"/>
              </a:ext>
            </a:extLst>
          </p:cNvPr>
          <p:cNvCxnSpPr>
            <a:cxnSpLocks/>
            <a:stCxn id="39" idx="6"/>
            <a:endCxn id="67" idx="2"/>
          </p:cNvCxnSpPr>
          <p:nvPr/>
        </p:nvCxnSpPr>
        <p:spPr>
          <a:xfrm flipV="1">
            <a:off x="8120716" y="1961701"/>
            <a:ext cx="609684" cy="774739"/>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66" name="椭圆 65">
            <a:extLst>
              <a:ext uri="{FF2B5EF4-FFF2-40B4-BE49-F238E27FC236}">
                <a16:creationId xmlns:a16="http://schemas.microsoft.com/office/drawing/2014/main" id="{6A9AF164-50EF-4870-3B0A-13233E8E8A45}"/>
              </a:ext>
            </a:extLst>
          </p:cNvPr>
          <p:cNvSpPr/>
          <p:nvPr/>
        </p:nvSpPr>
        <p:spPr>
          <a:xfrm>
            <a:off x="8730438" y="2608742"/>
            <a:ext cx="224839" cy="24380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67" name="椭圆 66">
            <a:extLst>
              <a:ext uri="{FF2B5EF4-FFF2-40B4-BE49-F238E27FC236}">
                <a16:creationId xmlns:a16="http://schemas.microsoft.com/office/drawing/2014/main" id="{612182ED-9D64-04C6-34B8-33957D56C08F}"/>
              </a:ext>
            </a:extLst>
          </p:cNvPr>
          <p:cNvSpPr/>
          <p:nvPr/>
        </p:nvSpPr>
        <p:spPr>
          <a:xfrm>
            <a:off x="8730444" y="1839795"/>
            <a:ext cx="224839" cy="243802"/>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dirty="0"/>
          </a:p>
        </p:txBody>
      </p:sp>
      <p:sp>
        <p:nvSpPr>
          <p:cNvPr id="68" name="椭圆 67">
            <a:extLst>
              <a:ext uri="{FF2B5EF4-FFF2-40B4-BE49-F238E27FC236}">
                <a16:creationId xmlns:a16="http://schemas.microsoft.com/office/drawing/2014/main" id="{F0E2D9EF-92BD-E3FD-3189-B934419D9A3F}"/>
              </a:ext>
            </a:extLst>
          </p:cNvPr>
          <p:cNvSpPr/>
          <p:nvPr/>
        </p:nvSpPr>
        <p:spPr>
          <a:xfrm>
            <a:off x="8730444" y="1113623"/>
            <a:ext cx="224839" cy="243802"/>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64" name="椭圆 63">
            <a:extLst>
              <a:ext uri="{FF2B5EF4-FFF2-40B4-BE49-F238E27FC236}">
                <a16:creationId xmlns:a16="http://schemas.microsoft.com/office/drawing/2014/main" id="{E95E5EC7-8083-A718-78E0-D66639A9D82B}"/>
              </a:ext>
            </a:extLst>
          </p:cNvPr>
          <p:cNvSpPr/>
          <p:nvPr/>
        </p:nvSpPr>
        <p:spPr>
          <a:xfrm>
            <a:off x="7026642" y="1493270"/>
            <a:ext cx="224832" cy="24380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65" name="椭圆 64">
            <a:extLst>
              <a:ext uri="{FF2B5EF4-FFF2-40B4-BE49-F238E27FC236}">
                <a16:creationId xmlns:a16="http://schemas.microsoft.com/office/drawing/2014/main" id="{CFE917DA-E85C-605F-96DF-B68E89A13805}"/>
              </a:ext>
            </a:extLst>
          </p:cNvPr>
          <p:cNvSpPr/>
          <p:nvPr/>
        </p:nvSpPr>
        <p:spPr>
          <a:xfrm>
            <a:off x="7026642" y="2240878"/>
            <a:ext cx="224832" cy="24380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62" name="椭圆 61">
            <a:extLst>
              <a:ext uri="{FF2B5EF4-FFF2-40B4-BE49-F238E27FC236}">
                <a16:creationId xmlns:a16="http://schemas.microsoft.com/office/drawing/2014/main" id="{5E4FD03D-1679-76A8-015E-E42B626DF88C}"/>
              </a:ext>
            </a:extLst>
          </p:cNvPr>
          <p:cNvSpPr/>
          <p:nvPr/>
        </p:nvSpPr>
        <p:spPr>
          <a:xfrm>
            <a:off x="9636771" y="2240877"/>
            <a:ext cx="224829" cy="243802"/>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63" name="椭圆 62">
            <a:extLst>
              <a:ext uri="{FF2B5EF4-FFF2-40B4-BE49-F238E27FC236}">
                <a16:creationId xmlns:a16="http://schemas.microsoft.com/office/drawing/2014/main" id="{AFFE6E3B-4A70-F4B1-4A59-16DBDD2E668B}"/>
              </a:ext>
            </a:extLst>
          </p:cNvPr>
          <p:cNvSpPr/>
          <p:nvPr/>
        </p:nvSpPr>
        <p:spPr>
          <a:xfrm>
            <a:off x="9647327" y="1493270"/>
            <a:ext cx="224829" cy="243802"/>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38" name="椭圆 37">
            <a:extLst>
              <a:ext uri="{FF2B5EF4-FFF2-40B4-BE49-F238E27FC236}">
                <a16:creationId xmlns:a16="http://schemas.microsoft.com/office/drawing/2014/main" id="{39B41037-6139-3614-723A-2A2D103932A9}"/>
              </a:ext>
            </a:extLst>
          </p:cNvPr>
          <p:cNvSpPr/>
          <p:nvPr/>
        </p:nvSpPr>
        <p:spPr>
          <a:xfrm>
            <a:off x="7895884" y="1119606"/>
            <a:ext cx="224832" cy="243802"/>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39" name="椭圆 38">
            <a:extLst>
              <a:ext uri="{FF2B5EF4-FFF2-40B4-BE49-F238E27FC236}">
                <a16:creationId xmlns:a16="http://schemas.microsoft.com/office/drawing/2014/main" id="{CD8F8693-A9AB-DA8C-6209-F0DE1D2C2212}"/>
              </a:ext>
            </a:extLst>
          </p:cNvPr>
          <p:cNvSpPr/>
          <p:nvPr/>
        </p:nvSpPr>
        <p:spPr>
          <a:xfrm>
            <a:off x="7895884" y="2614537"/>
            <a:ext cx="224832" cy="243802"/>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40" name="椭圆 39">
            <a:extLst>
              <a:ext uri="{FF2B5EF4-FFF2-40B4-BE49-F238E27FC236}">
                <a16:creationId xmlns:a16="http://schemas.microsoft.com/office/drawing/2014/main" id="{5CF4D19F-A5FF-6EDF-D177-25D7A26AA2FC}"/>
              </a:ext>
            </a:extLst>
          </p:cNvPr>
          <p:cNvSpPr/>
          <p:nvPr/>
        </p:nvSpPr>
        <p:spPr>
          <a:xfrm>
            <a:off x="7895884" y="1867072"/>
            <a:ext cx="224832" cy="243802"/>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cxnSp>
        <p:nvCxnSpPr>
          <p:cNvPr id="41" name="直接箭头连接符 40">
            <a:extLst>
              <a:ext uri="{FF2B5EF4-FFF2-40B4-BE49-F238E27FC236}">
                <a16:creationId xmlns:a16="http://schemas.microsoft.com/office/drawing/2014/main" id="{EB089689-5BA1-F893-6C8B-592C1795B4A4}"/>
              </a:ext>
            </a:extLst>
          </p:cNvPr>
          <p:cNvCxnSpPr>
            <a:cxnSpLocks/>
            <a:stCxn id="64" idx="6"/>
            <a:endCxn id="38" idx="2"/>
          </p:cNvCxnSpPr>
          <p:nvPr/>
        </p:nvCxnSpPr>
        <p:spPr>
          <a:xfrm flipV="1">
            <a:off x="7251474" y="1241507"/>
            <a:ext cx="644410" cy="37366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2" name="直接箭头连接符 41">
            <a:extLst>
              <a:ext uri="{FF2B5EF4-FFF2-40B4-BE49-F238E27FC236}">
                <a16:creationId xmlns:a16="http://schemas.microsoft.com/office/drawing/2014/main" id="{822A2ACD-C576-27EB-0A9F-4D9806EFE785}"/>
              </a:ext>
            </a:extLst>
          </p:cNvPr>
          <p:cNvCxnSpPr>
            <a:cxnSpLocks/>
            <a:stCxn id="64" idx="6"/>
            <a:endCxn id="40" idx="2"/>
          </p:cNvCxnSpPr>
          <p:nvPr/>
        </p:nvCxnSpPr>
        <p:spPr>
          <a:xfrm>
            <a:off x="7251474" y="1615169"/>
            <a:ext cx="644410" cy="373804"/>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09528D13-1D67-ECF1-0564-02E98EAA794D}"/>
              </a:ext>
            </a:extLst>
          </p:cNvPr>
          <p:cNvCxnSpPr>
            <a:cxnSpLocks/>
            <a:stCxn id="64" idx="6"/>
            <a:endCxn id="39" idx="2"/>
          </p:cNvCxnSpPr>
          <p:nvPr/>
        </p:nvCxnSpPr>
        <p:spPr>
          <a:xfrm>
            <a:off x="7251474" y="1615169"/>
            <a:ext cx="644410" cy="1121269"/>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4" name="直接箭头连接符 43">
            <a:extLst>
              <a:ext uri="{FF2B5EF4-FFF2-40B4-BE49-F238E27FC236}">
                <a16:creationId xmlns:a16="http://schemas.microsoft.com/office/drawing/2014/main" id="{F9A3ACBB-E6AE-56A6-9E64-035A68E286A3}"/>
              </a:ext>
            </a:extLst>
          </p:cNvPr>
          <p:cNvCxnSpPr>
            <a:cxnSpLocks/>
            <a:stCxn id="65" idx="6"/>
            <a:endCxn id="38" idx="2"/>
          </p:cNvCxnSpPr>
          <p:nvPr/>
        </p:nvCxnSpPr>
        <p:spPr>
          <a:xfrm flipV="1">
            <a:off x="7251474" y="1241507"/>
            <a:ext cx="644410" cy="1121269"/>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5" name="直接箭头连接符 44">
            <a:extLst>
              <a:ext uri="{FF2B5EF4-FFF2-40B4-BE49-F238E27FC236}">
                <a16:creationId xmlns:a16="http://schemas.microsoft.com/office/drawing/2014/main" id="{5A63D1EF-40E6-78AA-89D0-E09AA16BCD0E}"/>
              </a:ext>
            </a:extLst>
          </p:cNvPr>
          <p:cNvCxnSpPr>
            <a:cxnSpLocks/>
            <a:stCxn id="65" idx="6"/>
            <a:endCxn id="40" idx="2"/>
          </p:cNvCxnSpPr>
          <p:nvPr/>
        </p:nvCxnSpPr>
        <p:spPr>
          <a:xfrm flipV="1">
            <a:off x="7251474" y="1988973"/>
            <a:ext cx="644410" cy="373804"/>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6" name="直接箭头连接符 45">
            <a:extLst>
              <a:ext uri="{FF2B5EF4-FFF2-40B4-BE49-F238E27FC236}">
                <a16:creationId xmlns:a16="http://schemas.microsoft.com/office/drawing/2014/main" id="{D9906625-1B10-6093-96FC-806335836B5C}"/>
              </a:ext>
            </a:extLst>
          </p:cNvPr>
          <p:cNvCxnSpPr>
            <a:cxnSpLocks/>
            <a:stCxn id="65" idx="6"/>
            <a:endCxn id="39" idx="2"/>
          </p:cNvCxnSpPr>
          <p:nvPr/>
        </p:nvCxnSpPr>
        <p:spPr>
          <a:xfrm>
            <a:off x="7251474" y="2362777"/>
            <a:ext cx="644410" cy="37366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D7995FFF-E09B-5DB9-ADCF-26ACFBCB1AEC}"/>
              </a:ext>
            </a:extLst>
          </p:cNvPr>
          <p:cNvCxnSpPr>
            <a:cxnSpLocks/>
            <a:stCxn id="38" idx="6"/>
            <a:endCxn id="66" idx="2"/>
          </p:cNvCxnSpPr>
          <p:nvPr/>
        </p:nvCxnSpPr>
        <p:spPr>
          <a:xfrm>
            <a:off x="8120716" y="1241507"/>
            <a:ext cx="609722" cy="148913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5BC39A05-2F68-5FF0-20F2-B3D4B52BE791}"/>
              </a:ext>
            </a:extLst>
          </p:cNvPr>
          <p:cNvCxnSpPr>
            <a:cxnSpLocks/>
            <a:stCxn id="38" idx="6"/>
            <a:endCxn id="68" idx="2"/>
          </p:cNvCxnSpPr>
          <p:nvPr/>
        </p:nvCxnSpPr>
        <p:spPr>
          <a:xfrm flipV="1">
            <a:off x="8120716" y="1235524"/>
            <a:ext cx="609684" cy="5983"/>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id="{36F69D9E-904D-4C3A-0801-213D02D8DF57}"/>
              </a:ext>
            </a:extLst>
          </p:cNvPr>
          <p:cNvCxnSpPr>
            <a:cxnSpLocks/>
            <a:stCxn id="38" idx="6"/>
            <a:endCxn id="67" idx="2"/>
          </p:cNvCxnSpPr>
          <p:nvPr/>
        </p:nvCxnSpPr>
        <p:spPr>
          <a:xfrm>
            <a:off x="8120716" y="1241505"/>
            <a:ext cx="609684" cy="72019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00EDD447-3DC2-FC1A-EF2E-FE708921BCAD}"/>
              </a:ext>
            </a:extLst>
          </p:cNvPr>
          <p:cNvCxnSpPr>
            <a:cxnSpLocks/>
            <a:stCxn id="40" idx="6"/>
            <a:endCxn id="67" idx="2"/>
          </p:cNvCxnSpPr>
          <p:nvPr/>
        </p:nvCxnSpPr>
        <p:spPr>
          <a:xfrm flipV="1">
            <a:off x="8120716" y="1961697"/>
            <a:ext cx="609684" cy="2727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3" name="直接箭头连接符 52">
            <a:extLst>
              <a:ext uri="{FF2B5EF4-FFF2-40B4-BE49-F238E27FC236}">
                <a16:creationId xmlns:a16="http://schemas.microsoft.com/office/drawing/2014/main" id="{64C75424-B48C-69D8-D3DC-F2B6FA100090}"/>
              </a:ext>
            </a:extLst>
          </p:cNvPr>
          <p:cNvCxnSpPr>
            <a:cxnSpLocks/>
            <a:stCxn id="40" idx="6"/>
            <a:endCxn id="68" idx="2"/>
          </p:cNvCxnSpPr>
          <p:nvPr/>
        </p:nvCxnSpPr>
        <p:spPr>
          <a:xfrm flipV="1">
            <a:off x="8120716" y="1235524"/>
            <a:ext cx="609684" cy="753449"/>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5" name="直接箭头连接符 54">
            <a:extLst>
              <a:ext uri="{FF2B5EF4-FFF2-40B4-BE49-F238E27FC236}">
                <a16:creationId xmlns:a16="http://schemas.microsoft.com/office/drawing/2014/main" id="{76F2A948-FE1B-FDF9-BAC0-1469C983C8DB}"/>
              </a:ext>
            </a:extLst>
          </p:cNvPr>
          <p:cNvCxnSpPr>
            <a:cxnSpLocks/>
            <a:stCxn id="39" idx="6"/>
            <a:endCxn id="68" idx="2"/>
          </p:cNvCxnSpPr>
          <p:nvPr/>
        </p:nvCxnSpPr>
        <p:spPr>
          <a:xfrm flipV="1">
            <a:off x="8120716" y="1235524"/>
            <a:ext cx="609684" cy="1500914"/>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6" name="直接箭头连接符 55">
            <a:extLst>
              <a:ext uri="{FF2B5EF4-FFF2-40B4-BE49-F238E27FC236}">
                <a16:creationId xmlns:a16="http://schemas.microsoft.com/office/drawing/2014/main" id="{BD929726-3C20-B4E8-E2DE-4323A3F45644}"/>
              </a:ext>
            </a:extLst>
          </p:cNvPr>
          <p:cNvCxnSpPr>
            <a:cxnSpLocks/>
            <a:stCxn id="66" idx="6"/>
            <a:endCxn id="63" idx="2"/>
          </p:cNvCxnSpPr>
          <p:nvPr/>
        </p:nvCxnSpPr>
        <p:spPr>
          <a:xfrm flipV="1">
            <a:off x="8955278" y="1615170"/>
            <a:ext cx="692051" cy="1115472"/>
          </a:xfrm>
          <a:prstGeom prst="straightConnector1">
            <a:avLst/>
          </a:prstGeom>
          <a:ln w="1905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57" name="直接箭头连接符 56">
            <a:extLst>
              <a:ext uri="{FF2B5EF4-FFF2-40B4-BE49-F238E27FC236}">
                <a16:creationId xmlns:a16="http://schemas.microsoft.com/office/drawing/2014/main" id="{46081D44-A4CC-2A90-B374-C21B4709192A}"/>
              </a:ext>
            </a:extLst>
          </p:cNvPr>
          <p:cNvCxnSpPr>
            <a:cxnSpLocks/>
            <a:stCxn id="66" idx="6"/>
            <a:endCxn id="62" idx="2"/>
          </p:cNvCxnSpPr>
          <p:nvPr/>
        </p:nvCxnSpPr>
        <p:spPr>
          <a:xfrm flipV="1">
            <a:off x="8955278" y="2362778"/>
            <a:ext cx="681495" cy="367865"/>
          </a:xfrm>
          <a:prstGeom prst="straightConnector1">
            <a:avLst/>
          </a:prstGeom>
          <a:ln w="1905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58" name="直接箭头连接符 57">
            <a:extLst>
              <a:ext uri="{FF2B5EF4-FFF2-40B4-BE49-F238E27FC236}">
                <a16:creationId xmlns:a16="http://schemas.microsoft.com/office/drawing/2014/main" id="{B6D9CE25-7AE1-4307-84A6-2A8A86C82119}"/>
              </a:ext>
            </a:extLst>
          </p:cNvPr>
          <p:cNvCxnSpPr>
            <a:cxnSpLocks/>
            <a:stCxn id="67" idx="6"/>
            <a:endCxn id="63" idx="2"/>
          </p:cNvCxnSpPr>
          <p:nvPr/>
        </p:nvCxnSpPr>
        <p:spPr>
          <a:xfrm flipV="1">
            <a:off x="8955237" y="1615169"/>
            <a:ext cx="692091" cy="346530"/>
          </a:xfrm>
          <a:prstGeom prst="straightConnector1">
            <a:avLst/>
          </a:prstGeom>
          <a:ln w="19050">
            <a:solidFill>
              <a:srgbClr val="00B0F0"/>
            </a:solidFill>
            <a:tailEnd type="none"/>
          </a:ln>
        </p:spPr>
        <p:style>
          <a:lnRef idx="1">
            <a:schemeClr val="accent1"/>
          </a:lnRef>
          <a:fillRef idx="0">
            <a:schemeClr val="accent1"/>
          </a:fillRef>
          <a:effectRef idx="0">
            <a:schemeClr val="accent1"/>
          </a:effectRef>
          <a:fontRef idx="minor">
            <a:schemeClr val="tx1"/>
          </a:fontRef>
        </p:style>
      </p:cxnSp>
      <p:cxnSp>
        <p:nvCxnSpPr>
          <p:cNvPr id="59" name="直接箭头连接符 58">
            <a:extLst>
              <a:ext uri="{FF2B5EF4-FFF2-40B4-BE49-F238E27FC236}">
                <a16:creationId xmlns:a16="http://schemas.microsoft.com/office/drawing/2014/main" id="{6EAB787C-EB13-7C91-196D-848C63D2C1AA}"/>
              </a:ext>
            </a:extLst>
          </p:cNvPr>
          <p:cNvCxnSpPr>
            <a:cxnSpLocks/>
            <a:stCxn id="67" idx="6"/>
            <a:endCxn id="62" idx="2"/>
          </p:cNvCxnSpPr>
          <p:nvPr/>
        </p:nvCxnSpPr>
        <p:spPr>
          <a:xfrm>
            <a:off x="8955243" y="1961701"/>
            <a:ext cx="681538" cy="401077"/>
          </a:xfrm>
          <a:prstGeom prst="straightConnector1">
            <a:avLst/>
          </a:prstGeom>
          <a:ln w="19050">
            <a:solidFill>
              <a:srgbClr val="00B0F0"/>
            </a:solidFill>
            <a:tailEnd type="none"/>
          </a:ln>
        </p:spPr>
        <p:style>
          <a:lnRef idx="1">
            <a:schemeClr val="accent1"/>
          </a:lnRef>
          <a:fillRef idx="0">
            <a:schemeClr val="accent1"/>
          </a:fillRef>
          <a:effectRef idx="0">
            <a:schemeClr val="accent1"/>
          </a:effectRef>
          <a:fontRef idx="minor">
            <a:schemeClr val="tx1"/>
          </a:fontRef>
        </p:style>
      </p:cxnSp>
      <p:cxnSp>
        <p:nvCxnSpPr>
          <p:cNvPr id="60" name="直接箭头连接符 59">
            <a:extLst>
              <a:ext uri="{FF2B5EF4-FFF2-40B4-BE49-F238E27FC236}">
                <a16:creationId xmlns:a16="http://schemas.microsoft.com/office/drawing/2014/main" id="{049DEA8D-444D-E603-C1A3-26079863D455}"/>
              </a:ext>
            </a:extLst>
          </p:cNvPr>
          <p:cNvCxnSpPr>
            <a:cxnSpLocks/>
            <a:stCxn id="68" idx="6"/>
            <a:endCxn id="63" idx="2"/>
          </p:cNvCxnSpPr>
          <p:nvPr/>
        </p:nvCxnSpPr>
        <p:spPr>
          <a:xfrm>
            <a:off x="8955239" y="1235524"/>
            <a:ext cx="692090" cy="379647"/>
          </a:xfrm>
          <a:prstGeom prst="straightConnector1">
            <a:avLst/>
          </a:prstGeom>
          <a:ln w="19050">
            <a:solidFill>
              <a:schemeClr val="accent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61" name="直接箭头连接符 60">
            <a:extLst>
              <a:ext uri="{FF2B5EF4-FFF2-40B4-BE49-F238E27FC236}">
                <a16:creationId xmlns:a16="http://schemas.microsoft.com/office/drawing/2014/main" id="{D5C57FF7-F8ED-EAAC-DE44-82C8AA47F01F}"/>
              </a:ext>
            </a:extLst>
          </p:cNvPr>
          <p:cNvCxnSpPr>
            <a:cxnSpLocks/>
            <a:stCxn id="68" idx="6"/>
            <a:endCxn id="62" idx="2"/>
          </p:cNvCxnSpPr>
          <p:nvPr/>
        </p:nvCxnSpPr>
        <p:spPr>
          <a:xfrm>
            <a:off x="8955239" y="1235524"/>
            <a:ext cx="681534" cy="1127254"/>
          </a:xfrm>
          <a:prstGeom prst="straightConnector1">
            <a:avLst/>
          </a:prstGeom>
          <a:ln w="19050">
            <a:solidFill>
              <a:schemeClr val="accent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C85C74D4-1C2C-3CD5-8E52-3955D38339B3}"/>
              </a:ext>
            </a:extLst>
          </p:cNvPr>
          <p:cNvSpPr txBox="1"/>
          <p:nvPr/>
        </p:nvSpPr>
        <p:spPr>
          <a:xfrm>
            <a:off x="625333" y="834104"/>
            <a:ext cx="4700016" cy="923330"/>
          </a:xfrm>
          <a:prstGeom prst="rect">
            <a:avLst/>
          </a:prstGeom>
          <a:noFill/>
        </p:spPr>
        <p:txBody>
          <a:bodyPr wrap="square">
            <a:spAutoFit/>
          </a:bodyPr>
          <a:lstStyle/>
          <a:p>
            <a:pPr marL="285750" indent="-285750">
              <a:spcAft>
                <a:spcPts val="1800"/>
              </a:spcAft>
              <a:buFont typeface="Arial" panose="020B0604020202020204" pitchFamily="34" charset="0"/>
              <a:buChar char="•"/>
            </a:pPr>
            <a:r>
              <a:rPr lang="zh-CN" altLang="en-US" dirty="0">
                <a:latin typeface="+mn-ea"/>
              </a:rPr>
              <a:t>如果对于全连接神经网络来说，两个神经元之间进行置换，那么网络的输出不会发生变化</a:t>
            </a:r>
            <a:endParaRPr lang="en-US" altLang="zh-CN" dirty="0">
              <a:latin typeface="+mn-ea"/>
            </a:endParaRPr>
          </a:p>
        </p:txBody>
      </p:sp>
      <p:sp>
        <p:nvSpPr>
          <p:cNvPr id="2" name="文本框 1">
            <a:extLst>
              <a:ext uri="{FF2B5EF4-FFF2-40B4-BE49-F238E27FC236}">
                <a16:creationId xmlns:a16="http://schemas.microsoft.com/office/drawing/2014/main" id="{C3430068-76D5-E91C-C385-0AABE7A8C77C}"/>
              </a:ext>
            </a:extLst>
          </p:cNvPr>
          <p:cNvSpPr txBox="1"/>
          <p:nvPr/>
        </p:nvSpPr>
        <p:spPr>
          <a:xfrm>
            <a:off x="10907486" y="6449406"/>
            <a:ext cx="953142" cy="338554"/>
          </a:xfrm>
          <a:prstGeom prst="rect">
            <a:avLst/>
          </a:prstGeom>
          <a:noFill/>
        </p:spPr>
        <p:txBody>
          <a:bodyPr wrap="square">
            <a:spAutoFit/>
          </a:bodyPr>
          <a:lstStyle/>
          <a:p>
            <a:r>
              <a:rPr lang="en-US" altLang="zh-CN" sz="1600" b="1" dirty="0">
                <a:solidFill>
                  <a:schemeClr val="bg1">
                    <a:lumMod val="50000"/>
                  </a:schemeClr>
                </a:solidFill>
                <a:latin typeface="+mn-ea"/>
              </a:rPr>
              <a:t>8/21</a:t>
            </a:r>
            <a:endParaRPr lang="zh-CN" altLang="en-US" sz="1600" b="1" dirty="0">
              <a:solidFill>
                <a:schemeClr val="bg1">
                  <a:lumMod val="50000"/>
                </a:schemeClr>
              </a:solidFill>
            </a:endParaRPr>
          </a:p>
        </p:txBody>
      </p:sp>
    </p:spTree>
    <p:extLst>
      <p:ext uri="{BB962C8B-B14F-4D97-AF65-F5344CB8AC3E}">
        <p14:creationId xmlns:p14="http://schemas.microsoft.com/office/powerpoint/2010/main" val="19783180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500"/>
                                        <p:tgtEl>
                                          <p:spTgt spid="2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6"/>
                                        </p:tgtEl>
                                        <p:attrNameLst>
                                          <p:attrName>style.visibility</p:attrName>
                                        </p:attrNameLst>
                                      </p:cBhvr>
                                      <p:to>
                                        <p:strVal val="visible"/>
                                      </p:to>
                                    </p:set>
                                    <p:animEffect transition="in" filter="fade">
                                      <p:cBhvr>
                                        <p:cTn id="15" dur="500"/>
                                        <p:tgtEl>
                                          <p:spTgt spid="6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7"/>
                                        </p:tgtEl>
                                        <p:attrNameLst>
                                          <p:attrName>style.visibility</p:attrName>
                                        </p:attrNameLst>
                                      </p:cBhvr>
                                      <p:to>
                                        <p:strVal val="visible"/>
                                      </p:to>
                                    </p:set>
                                    <p:animEffect transition="in" filter="fade">
                                      <p:cBhvr>
                                        <p:cTn id="18" dur="500"/>
                                        <p:tgtEl>
                                          <p:spTgt spid="6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68"/>
                                        </p:tgtEl>
                                        <p:attrNameLst>
                                          <p:attrName>style.visibility</p:attrName>
                                        </p:attrNameLst>
                                      </p:cBhvr>
                                      <p:to>
                                        <p:strVal val="visible"/>
                                      </p:to>
                                    </p:set>
                                    <p:animEffect transition="in" filter="fade">
                                      <p:cBhvr>
                                        <p:cTn id="21" dur="500"/>
                                        <p:tgtEl>
                                          <p:spTgt spid="6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64"/>
                                        </p:tgtEl>
                                        <p:attrNameLst>
                                          <p:attrName>style.visibility</p:attrName>
                                        </p:attrNameLst>
                                      </p:cBhvr>
                                      <p:to>
                                        <p:strVal val="visible"/>
                                      </p:to>
                                    </p:set>
                                    <p:animEffect transition="in" filter="fade">
                                      <p:cBhvr>
                                        <p:cTn id="24" dur="500"/>
                                        <p:tgtEl>
                                          <p:spTgt spid="6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65"/>
                                        </p:tgtEl>
                                        <p:attrNameLst>
                                          <p:attrName>style.visibility</p:attrName>
                                        </p:attrNameLst>
                                      </p:cBhvr>
                                      <p:to>
                                        <p:strVal val="visible"/>
                                      </p:to>
                                    </p:set>
                                    <p:animEffect transition="in" filter="fade">
                                      <p:cBhvr>
                                        <p:cTn id="27" dur="500"/>
                                        <p:tgtEl>
                                          <p:spTgt spid="6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62"/>
                                        </p:tgtEl>
                                        <p:attrNameLst>
                                          <p:attrName>style.visibility</p:attrName>
                                        </p:attrNameLst>
                                      </p:cBhvr>
                                      <p:to>
                                        <p:strVal val="visible"/>
                                      </p:to>
                                    </p:set>
                                    <p:animEffect transition="in" filter="fade">
                                      <p:cBhvr>
                                        <p:cTn id="30" dur="500"/>
                                        <p:tgtEl>
                                          <p:spTgt spid="6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63"/>
                                        </p:tgtEl>
                                        <p:attrNameLst>
                                          <p:attrName>style.visibility</p:attrName>
                                        </p:attrNameLst>
                                      </p:cBhvr>
                                      <p:to>
                                        <p:strVal val="visible"/>
                                      </p:to>
                                    </p:set>
                                    <p:animEffect transition="in" filter="fade">
                                      <p:cBhvr>
                                        <p:cTn id="33" dur="500"/>
                                        <p:tgtEl>
                                          <p:spTgt spid="6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8"/>
                                        </p:tgtEl>
                                        <p:attrNameLst>
                                          <p:attrName>style.visibility</p:attrName>
                                        </p:attrNameLst>
                                      </p:cBhvr>
                                      <p:to>
                                        <p:strVal val="visible"/>
                                      </p:to>
                                    </p:set>
                                    <p:animEffect transition="in" filter="fade">
                                      <p:cBhvr>
                                        <p:cTn id="36" dur="500"/>
                                        <p:tgtEl>
                                          <p:spTgt spid="38"/>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9"/>
                                        </p:tgtEl>
                                        <p:attrNameLst>
                                          <p:attrName>style.visibility</p:attrName>
                                        </p:attrNameLst>
                                      </p:cBhvr>
                                      <p:to>
                                        <p:strVal val="visible"/>
                                      </p:to>
                                    </p:set>
                                    <p:animEffect transition="in" filter="fade">
                                      <p:cBhvr>
                                        <p:cTn id="39" dur="500"/>
                                        <p:tgtEl>
                                          <p:spTgt spid="3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40"/>
                                        </p:tgtEl>
                                        <p:attrNameLst>
                                          <p:attrName>style.visibility</p:attrName>
                                        </p:attrNameLst>
                                      </p:cBhvr>
                                      <p:to>
                                        <p:strVal val="visible"/>
                                      </p:to>
                                    </p:set>
                                    <p:animEffect transition="in" filter="fade">
                                      <p:cBhvr>
                                        <p:cTn id="42" dur="500"/>
                                        <p:tgtEl>
                                          <p:spTgt spid="40"/>
                                        </p:tgtEl>
                                      </p:cBhvr>
                                    </p:animEffect>
                                  </p:childTnLst>
                                </p:cTn>
                              </p:par>
                              <p:par>
                                <p:cTn id="43" presetID="10" presetClass="entr" presetSubtype="0" fill="hold" nodeType="withEffect">
                                  <p:stCondLst>
                                    <p:cond delay="0"/>
                                  </p:stCondLst>
                                  <p:childTnLst>
                                    <p:set>
                                      <p:cBhvr>
                                        <p:cTn id="44" dur="1" fill="hold">
                                          <p:stCondLst>
                                            <p:cond delay="0"/>
                                          </p:stCondLst>
                                        </p:cTn>
                                        <p:tgtEl>
                                          <p:spTgt spid="41"/>
                                        </p:tgtEl>
                                        <p:attrNameLst>
                                          <p:attrName>style.visibility</p:attrName>
                                        </p:attrNameLst>
                                      </p:cBhvr>
                                      <p:to>
                                        <p:strVal val="visible"/>
                                      </p:to>
                                    </p:set>
                                    <p:animEffect transition="in" filter="fade">
                                      <p:cBhvr>
                                        <p:cTn id="45" dur="500"/>
                                        <p:tgtEl>
                                          <p:spTgt spid="41"/>
                                        </p:tgtEl>
                                      </p:cBhvr>
                                    </p:animEffect>
                                  </p:childTnLst>
                                </p:cTn>
                              </p:par>
                              <p:par>
                                <p:cTn id="46" presetID="10" presetClass="entr" presetSubtype="0" fill="hold" nodeType="withEffect">
                                  <p:stCondLst>
                                    <p:cond delay="0"/>
                                  </p:stCondLst>
                                  <p:childTnLst>
                                    <p:set>
                                      <p:cBhvr>
                                        <p:cTn id="47" dur="1" fill="hold">
                                          <p:stCondLst>
                                            <p:cond delay="0"/>
                                          </p:stCondLst>
                                        </p:cTn>
                                        <p:tgtEl>
                                          <p:spTgt spid="42"/>
                                        </p:tgtEl>
                                        <p:attrNameLst>
                                          <p:attrName>style.visibility</p:attrName>
                                        </p:attrNameLst>
                                      </p:cBhvr>
                                      <p:to>
                                        <p:strVal val="visible"/>
                                      </p:to>
                                    </p:set>
                                    <p:animEffect transition="in" filter="fade">
                                      <p:cBhvr>
                                        <p:cTn id="48" dur="500"/>
                                        <p:tgtEl>
                                          <p:spTgt spid="42"/>
                                        </p:tgtEl>
                                      </p:cBhvr>
                                    </p:animEffect>
                                  </p:childTnLst>
                                </p:cTn>
                              </p:par>
                              <p:par>
                                <p:cTn id="49" presetID="10" presetClass="entr" presetSubtype="0" fill="hold" nodeType="withEffect">
                                  <p:stCondLst>
                                    <p:cond delay="0"/>
                                  </p:stCondLst>
                                  <p:childTnLst>
                                    <p:set>
                                      <p:cBhvr>
                                        <p:cTn id="50" dur="1" fill="hold">
                                          <p:stCondLst>
                                            <p:cond delay="0"/>
                                          </p:stCondLst>
                                        </p:cTn>
                                        <p:tgtEl>
                                          <p:spTgt spid="43"/>
                                        </p:tgtEl>
                                        <p:attrNameLst>
                                          <p:attrName>style.visibility</p:attrName>
                                        </p:attrNameLst>
                                      </p:cBhvr>
                                      <p:to>
                                        <p:strVal val="visible"/>
                                      </p:to>
                                    </p:set>
                                    <p:animEffect transition="in" filter="fade">
                                      <p:cBhvr>
                                        <p:cTn id="51" dur="500"/>
                                        <p:tgtEl>
                                          <p:spTgt spid="43"/>
                                        </p:tgtEl>
                                      </p:cBhvr>
                                    </p:animEffect>
                                  </p:childTnLst>
                                </p:cTn>
                              </p:par>
                              <p:par>
                                <p:cTn id="52" presetID="10" presetClass="entr" presetSubtype="0" fill="hold" nodeType="withEffect">
                                  <p:stCondLst>
                                    <p:cond delay="0"/>
                                  </p:stCondLst>
                                  <p:childTnLst>
                                    <p:set>
                                      <p:cBhvr>
                                        <p:cTn id="53" dur="1" fill="hold">
                                          <p:stCondLst>
                                            <p:cond delay="0"/>
                                          </p:stCondLst>
                                        </p:cTn>
                                        <p:tgtEl>
                                          <p:spTgt spid="44"/>
                                        </p:tgtEl>
                                        <p:attrNameLst>
                                          <p:attrName>style.visibility</p:attrName>
                                        </p:attrNameLst>
                                      </p:cBhvr>
                                      <p:to>
                                        <p:strVal val="visible"/>
                                      </p:to>
                                    </p:set>
                                    <p:animEffect transition="in" filter="fade">
                                      <p:cBhvr>
                                        <p:cTn id="54" dur="500"/>
                                        <p:tgtEl>
                                          <p:spTgt spid="44"/>
                                        </p:tgtEl>
                                      </p:cBhvr>
                                    </p:animEffect>
                                  </p:childTnLst>
                                </p:cTn>
                              </p:par>
                              <p:par>
                                <p:cTn id="55" presetID="10" presetClass="entr" presetSubtype="0" fill="hold" nodeType="withEffect">
                                  <p:stCondLst>
                                    <p:cond delay="0"/>
                                  </p:stCondLst>
                                  <p:childTnLst>
                                    <p:set>
                                      <p:cBhvr>
                                        <p:cTn id="56" dur="1" fill="hold">
                                          <p:stCondLst>
                                            <p:cond delay="0"/>
                                          </p:stCondLst>
                                        </p:cTn>
                                        <p:tgtEl>
                                          <p:spTgt spid="45"/>
                                        </p:tgtEl>
                                        <p:attrNameLst>
                                          <p:attrName>style.visibility</p:attrName>
                                        </p:attrNameLst>
                                      </p:cBhvr>
                                      <p:to>
                                        <p:strVal val="visible"/>
                                      </p:to>
                                    </p:set>
                                    <p:animEffect transition="in" filter="fade">
                                      <p:cBhvr>
                                        <p:cTn id="57" dur="500"/>
                                        <p:tgtEl>
                                          <p:spTgt spid="45"/>
                                        </p:tgtEl>
                                      </p:cBhvr>
                                    </p:animEffect>
                                  </p:childTnLst>
                                </p:cTn>
                              </p:par>
                              <p:par>
                                <p:cTn id="58" presetID="10" presetClass="entr" presetSubtype="0" fill="hold" nodeType="withEffect">
                                  <p:stCondLst>
                                    <p:cond delay="0"/>
                                  </p:stCondLst>
                                  <p:childTnLst>
                                    <p:set>
                                      <p:cBhvr>
                                        <p:cTn id="59" dur="1" fill="hold">
                                          <p:stCondLst>
                                            <p:cond delay="0"/>
                                          </p:stCondLst>
                                        </p:cTn>
                                        <p:tgtEl>
                                          <p:spTgt spid="46"/>
                                        </p:tgtEl>
                                        <p:attrNameLst>
                                          <p:attrName>style.visibility</p:attrName>
                                        </p:attrNameLst>
                                      </p:cBhvr>
                                      <p:to>
                                        <p:strVal val="visible"/>
                                      </p:to>
                                    </p:set>
                                    <p:animEffect transition="in" filter="fade">
                                      <p:cBhvr>
                                        <p:cTn id="60" dur="500"/>
                                        <p:tgtEl>
                                          <p:spTgt spid="46"/>
                                        </p:tgtEl>
                                      </p:cBhvr>
                                    </p:animEffect>
                                  </p:childTnLst>
                                </p:cTn>
                              </p:par>
                              <p:par>
                                <p:cTn id="61" presetID="10" presetClass="entr" presetSubtype="0" fill="hold" nodeType="withEffect">
                                  <p:stCondLst>
                                    <p:cond delay="0"/>
                                  </p:stCondLst>
                                  <p:childTnLst>
                                    <p:set>
                                      <p:cBhvr>
                                        <p:cTn id="62" dur="1" fill="hold">
                                          <p:stCondLst>
                                            <p:cond delay="0"/>
                                          </p:stCondLst>
                                        </p:cTn>
                                        <p:tgtEl>
                                          <p:spTgt spid="47"/>
                                        </p:tgtEl>
                                        <p:attrNameLst>
                                          <p:attrName>style.visibility</p:attrName>
                                        </p:attrNameLst>
                                      </p:cBhvr>
                                      <p:to>
                                        <p:strVal val="visible"/>
                                      </p:to>
                                    </p:set>
                                    <p:animEffect transition="in" filter="fade">
                                      <p:cBhvr>
                                        <p:cTn id="63" dur="500"/>
                                        <p:tgtEl>
                                          <p:spTgt spid="47"/>
                                        </p:tgtEl>
                                      </p:cBhvr>
                                    </p:animEffect>
                                  </p:childTnLst>
                                </p:cTn>
                              </p:par>
                              <p:par>
                                <p:cTn id="64" presetID="10" presetClass="entr" presetSubtype="0" fill="hold" nodeType="withEffect">
                                  <p:stCondLst>
                                    <p:cond delay="0"/>
                                  </p:stCondLst>
                                  <p:childTnLst>
                                    <p:set>
                                      <p:cBhvr>
                                        <p:cTn id="65" dur="1" fill="hold">
                                          <p:stCondLst>
                                            <p:cond delay="0"/>
                                          </p:stCondLst>
                                        </p:cTn>
                                        <p:tgtEl>
                                          <p:spTgt spid="49"/>
                                        </p:tgtEl>
                                        <p:attrNameLst>
                                          <p:attrName>style.visibility</p:attrName>
                                        </p:attrNameLst>
                                      </p:cBhvr>
                                      <p:to>
                                        <p:strVal val="visible"/>
                                      </p:to>
                                    </p:set>
                                    <p:animEffect transition="in" filter="fade">
                                      <p:cBhvr>
                                        <p:cTn id="66" dur="500"/>
                                        <p:tgtEl>
                                          <p:spTgt spid="49"/>
                                        </p:tgtEl>
                                      </p:cBhvr>
                                    </p:animEffect>
                                  </p:childTnLst>
                                </p:cTn>
                              </p:par>
                              <p:par>
                                <p:cTn id="67" presetID="10" presetClass="entr" presetSubtype="0" fill="hold" nodeType="withEffect">
                                  <p:stCondLst>
                                    <p:cond delay="0"/>
                                  </p:stCondLst>
                                  <p:childTnLst>
                                    <p:set>
                                      <p:cBhvr>
                                        <p:cTn id="68" dur="1" fill="hold">
                                          <p:stCondLst>
                                            <p:cond delay="0"/>
                                          </p:stCondLst>
                                        </p:cTn>
                                        <p:tgtEl>
                                          <p:spTgt spid="50"/>
                                        </p:tgtEl>
                                        <p:attrNameLst>
                                          <p:attrName>style.visibility</p:attrName>
                                        </p:attrNameLst>
                                      </p:cBhvr>
                                      <p:to>
                                        <p:strVal val="visible"/>
                                      </p:to>
                                    </p:set>
                                    <p:animEffect transition="in" filter="fade">
                                      <p:cBhvr>
                                        <p:cTn id="69" dur="500"/>
                                        <p:tgtEl>
                                          <p:spTgt spid="50"/>
                                        </p:tgtEl>
                                      </p:cBhvr>
                                    </p:animEffect>
                                  </p:childTnLst>
                                </p:cTn>
                              </p:par>
                              <p:par>
                                <p:cTn id="70" presetID="10" presetClass="entr" presetSubtype="0" fill="hold" nodeType="withEffect">
                                  <p:stCondLst>
                                    <p:cond delay="0"/>
                                  </p:stCondLst>
                                  <p:childTnLst>
                                    <p:set>
                                      <p:cBhvr>
                                        <p:cTn id="71" dur="1" fill="hold">
                                          <p:stCondLst>
                                            <p:cond delay="0"/>
                                          </p:stCondLst>
                                        </p:cTn>
                                        <p:tgtEl>
                                          <p:spTgt spid="51"/>
                                        </p:tgtEl>
                                        <p:attrNameLst>
                                          <p:attrName>style.visibility</p:attrName>
                                        </p:attrNameLst>
                                      </p:cBhvr>
                                      <p:to>
                                        <p:strVal val="visible"/>
                                      </p:to>
                                    </p:set>
                                    <p:animEffect transition="in" filter="fade">
                                      <p:cBhvr>
                                        <p:cTn id="72" dur="500"/>
                                        <p:tgtEl>
                                          <p:spTgt spid="51"/>
                                        </p:tgtEl>
                                      </p:cBhvr>
                                    </p:animEffect>
                                  </p:childTnLst>
                                </p:cTn>
                              </p:par>
                              <p:par>
                                <p:cTn id="73" presetID="10" presetClass="entr" presetSubtype="0" fill="hold" nodeType="withEffect">
                                  <p:stCondLst>
                                    <p:cond delay="0"/>
                                  </p:stCondLst>
                                  <p:childTnLst>
                                    <p:set>
                                      <p:cBhvr>
                                        <p:cTn id="74" dur="1" fill="hold">
                                          <p:stCondLst>
                                            <p:cond delay="0"/>
                                          </p:stCondLst>
                                        </p:cTn>
                                        <p:tgtEl>
                                          <p:spTgt spid="52"/>
                                        </p:tgtEl>
                                        <p:attrNameLst>
                                          <p:attrName>style.visibility</p:attrName>
                                        </p:attrNameLst>
                                      </p:cBhvr>
                                      <p:to>
                                        <p:strVal val="visible"/>
                                      </p:to>
                                    </p:set>
                                    <p:animEffect transition="in" filter="fade">
                                      <p:cBhvr>
                                        <p:cTn id="75" dur="500"/>
                                        <p:tgtEl>
                                          <p:spTgt spid="52"/>
                                        </p:tgtEl>
                                      </p:cBhvr>
                                    </p:animEffect>
                                  </p:childTnLst>
                                </p:cTn>
                              </p:par>
                              <p:par>
                                <p:cTn id="76" presetID="10" presetClass="entr" presetSubtype="0" fill="hold" nodeType="withEffect">
                                  <p:stCondLst>
                                    <p:cond delay="0"/>
                                  </p:stCondLst>
                                  <p:childTnLst>
                                    <p:set>
                                      <p:cBhvr>
                                        <p:cTn id="77" dur="1" fill="hold">
                                          <p:stCondLst>
                                            <p:cond delay="0"/>
                                          </p:stCondLst>
                                        </p:cTn>
                                        <p:tgtEl>
                                          <p:spTgt spid="53"/>
                                        </p:tgtEl>
                                        <p:attrNameLst>
                                          <p:attrName>style.visibility</p:attrName>
                                        </p:attrNameLst>
                                      </p:cBhvr>
                                      <p:to>
                                        <p:strVal val="visible"/>
                                      </p:to>
                                    </p:set>
                                    <p:animEffect transition="in" filter="fade">
                                      <p:cBhvr>
                                        <p:cTn id="78" dur="500"/>
                                        <p:tgtEl>
                                          <p:spTgt spid="53"/>
                                        </p:tgtEl>
                                      </p:cBhvr>
                                    </p:animEffect>
                                  </p:childTnLst>
                                </p:cTn>
                              </p:par>
                              <p:par>
                                <p:cTn id="79" presetID="10" presetClass="entr" presetSubtype="0" fill="hold" nodeType="withEffect">
                                  <p:stCondLst>
                                    <p:cond delay="0"/>
                                  </p:stCondLst>
                                  <p:childTnLst>
                                    <p:set>
                                      <p:cBhvr>
                                        <p:cTn id="80" dur="1" fill="hold">
                                          <p:stCondLst>
                                            <p:cond delay="0"/>
                                          </p:stCondLst>
                                        </p:cTn>
                                        <p:tgtEl>
                                          <p:spTgt spid="54"/>
                                        </p:tgtEl>
                                        <p:attrNameLst>
                                          <p:attrName>style.visibility</p:attrName>
                                        </p:attrNameLst>
                                      </p:cBhvr>
                                      <p:to>
                                        <p:strVal val="visible"/>
                                      </p:to>
                                    </p:set>
                                    <p:animEffect transition="in" filter="fade">
                                      <p:cBhvr>
                                        <p:cTn id="81" dur="500"/>
                                        <p:tgtEl>
                                          <p:spTgt spid="54"/>
                                        </p:tgtEl>
                                      </p:cBhvr>
                                    </p:animEffect>
                                  </p:childTnLst>
                                </p:cTn>
                              </p:par>
                              <p:par>
                                <p:cTn id="82" presetID="10" presetClass="entr" presetSubtype="0" fill="hold" nodeType="withEffect">
                                  <p:stCondLst>
                                    <p:cond delay="0"/>
                                  </p:stCondLst>
                                  <p:childTnLst>
                                    <p:set>
                                      <p:cBhvr>
                                        <p:cTn id="83" dur="1" fill="hold">
                                          <p:stCondLst>
                                            <p:cond delay="0"/>
                                          </p:stCondLst>
                                        </p:cTn>
                                        <p:tgtEl>
                                          <p:spTgt spid="55"/>
                                        </p:tgtEl>
                                        <p:attrNameLst>
                                          <p:attrName>style.visibility</p:attrName>
                                        </p:attrNameLst>
                                      </p:cBhvr>
                                      <p:to>
                                        <p:strVal val="visible"/>
                                      </p:to>
                                    </p:set>
                                    <p:animEffect transition="in" filter="fade">
                                      <p:cBhvr>
                                        <p:cTn id="84" dur="500"/>
                                        <p:tgtEl>
                                          <p:spTgt spid="55"/>
                                        </p:tgtEl>
                                      </p:cBhvr>
                                    </p:animEffect>
                                  </p:childTnLst>
                                </p:cTn>
                              </p:par>
                              <p:par>
                                <p:cTn id="85" presetID="10" presetClass="entr" presetSubtype="0" fill="hold" nodeType="withEffect">
                                  <p:stCondLst>
                                    <p:cond delay="0"/>
                                  </p:stCondLst>
                                  <p:childTnLst>
                                    <p:set>
                                      <p:cBhvr>
                                        <p:cTn id="86" dur="1" fill="hold">
                                          <p:stCondLst>
                                            <p:cond delay="0"/>
                                          </p:stCondLst>
                                        </p:cTn>
                                        <p:tgtEl>
                                          <p:spTgt spid="56"/>
                                        </p:tgtEl>
                                        <p:attrNameLst>
                                          <p:attrName>style.visibility</p:attrName>
                                        </p:attrNameLst>
                                      </p:cBhvr>
                                      <p:to>
                                        <p:strVal val="visible"/>
                                      </p:to>
                                    </p:set>
                                    <p:animEffect transition="in" filter="fade">
                                      <p:cBhvr>
                                        <p:cTn id="87" dur="500"/>
                                        <p:tgtEl>
                                          <p:spTgt spid="56"/>
                                        </p:tgtEl>
                                      </p:cBhvr>
                                    </p:animEffect>
                                  </p:childTnLst>
                                </p:cTn>
                              </p:par>
                              <p:par>
                                <p:cTn id="88" presetID="10" presetClass="entr" presetSubtype="0" fill="hold" nodeType="withEffect">
                                  <p:stCondLst>
                                    <p:cond delay="0"/>
                                  </p:stCondLst>
                                  <p:childTnLst>
                                    <p:set>
                                      <p:cBhvr>
                                        <p:cTn id="89" dur="1" fill="hold">
                                          <p:stCondLst>
                                            <p:cond delay="0"/>
                                          </p:stCondLst>
                                        </p:cTn>
                                        <p:tgtEl>
                                          <p:spTgt spid="57"/>
                                        </p:tgtEl>
                                        <p:attrNameLst>
                                          <p:attrName>style.visibility</p:attrName>
                                        </p:attrNameLst>
                                      </p:cBhvr>
                                      <p:to>
                                        <p:strVal val="visible"/>
                                      </p:to>
                                    </p:set>
                                    <p:animEffect transition="in" filter="fade">
                                      <p:cBhvr>
                                        <p:cTn id="90" dur="500"/>
                                        <p:tgtEl>
                                          <p:spTgt spid="57"/>
                                        </p:tgtEl>
                                      </p:cBhvr>
                                    </p:animEffect>
                                  </p:childTnLst>
                                </p:cTn>
                              </p:par>
                              <p:par>
                                <p:cTn id="91" presetID="10" presetClass="entr" presetSubtype="0" fill="hold" nodeType="withEffect">
                                  <p:stCondLst>
                                    <p:cond delay="0"/>
                                  </p:stCondLst>
                                  <p:childTnLst>
                                    <p:set>
                                      <p:cBhvr>
                                        <p:cTn id="92" dur="1" fill="hold">
                                          <p:stCondLst>
                                            <p:cond delay="0"/>
                                          </p:stCondLst>
                                        </p:cTn>
                                        <p:tgtEl>
                                          <p:spTgt spid="58"/>
                                        </p:tgtEl>
                                        <p:attrNameLst>
                                          <p:attrName>style.visibility</p:attrName>
                                        </p:attrNameLst>
                                      </p:cBhvr>
                                      <p:to>
                                        <p:strVal val="visible"/>
                                      </p:to>
                                    </p:set>
                                    <p:animEffect transition="in" filter="fade">
                                      <p:cBhvr>
                                        <p:cTn id="93" dur="500"/>
                                        <p:tgtEl>
                                          <p:spTgt spid="58"/>
                                        </p:tgtEl>
                                      </p:cBhvr>
                                    </p:animEffect>
                                  </p:childTnLst>
                                </p:cTn>
                              </p:par>
                              <p:par>
                                <p:cTn id="94" presetID="10" presetClass="entr" presetSubtype="0" fill="hold" nodeType="withEffect">
                                  <p:stCondLst>
                                    <p:cond delay="0"/>
                                  </p:stCondLst>
                                  <p:childTnLst>
                                    <p:set>
                                      <p:cBhvr>
                                        <p:cTn id="95" dur="1" fill="hold">
                                          <p:stCondLst>
                                            <p:cond delay="0"/>
                                          </p:stCondLst>
                                        </p:cTn>
                                        <p:tgtEl>
                                          <p:spTgt spid="59"/>
                                        </p:tgtEl>
                                        <p:attrNameLst>
                                          <p:attrName>style.visibility</p:attrName>
                                        </p:attrNameLst>
                                      </p:cBhvr>
                                      <p:to>
                                        <p:strVal val="visible"/>
                                      </p:to>
                                    </p:set>
                                    <p:animEffect transition="in" filter="fade">
                                      <p:cBhvr>
                                        <p:cTn id="96" dur="500"/>
                                        <p:tgtEl>
                                          <p:spTgt spid="59"/>
                                        </p:tgtEl>
                                      </p:cBhvr>
                                    </p:animEffect>
                                  </p:childTnLst>
                                </p:cTn>
                              </p:par>
                              <p:par>
                                <p:cTn id="97" presetID="10" presetClass="entr" presetSubtype="0" fill="hold" nodeType="withEffect">
                                  <p:stCondLst>
                                    <p:cond delay="0"/>
                                  </p:stCondLst>
                                  <p:childTnLst>
                                    <p:set>
                                      <p:cBhvr>
                                        <p:cTn id="98" dur="1" fill="hold">
                                          <p:stCondLst>
                                            <p:cond delay="0"/>
                                          </p:stCondLst>
                                        </p:cTn>
                                        <p:tgtEl>
                                          <p:spTgt spid="60"/>
                                        </p:tgtEl>
                                        <p:attrNameLst>
                                          <p:attrName>style.visibility</p:attrName>
                                        </p:attrNameLst>
                                      </p:cBhvr>
                                      <p:to>
                                        <p:strVal val="visible"/>
                                      </p:to>
                                    </p:set>
                                    <p:animEffect transition="in" filter="fade">
                                      <p:cBhvr>
                                        <p:cTn id="99" dur="500"/>
                                        <p:tgtEl>
                                          <p:spTgt spid="60"/>
                                        </p:tgtEl>
                                      </p:cBhvr>
                                    </p:animEffect>
                                  </p:childTnLst>
                                </p:cTn>
                              </p:par>
                              <p:par>
                                <p:cTn id="100" presetID="10" presetClass="entr" presetSubtype="0" fill="hold" nodeType="withEffect">
                                  <p:stCondLst>
                                    <p:cond delay="0"/>
                                  </p:stCondLst>
                                  <p:childTnLst>
                                    <p:set>
                                      <p:cBhvr>
                                        <p:cTn id="101" dur="1" fill="hold">
                                          <p:stCondLst>
                                            <p:cond delay="0"/>
                                          </p:stCondLst>
                                        </p:cTn>
                                        <p:tgtEl>
                                          <p:spTgt spid="61"/>
                                        </p:tgtEl>
                                        <p:attrNameLst>
                                          <p:attrName>style.visibility</p:attrName>
                                        </p:attrNameLst>
                                      </p:cBhvr>
                                      <p:to>
                                        <p:strVal val="visible"/>
                                      </p:to>
                                    </p:set>
                                    <p:animEffect transition="in" filter="fade">
                                      <p:cBhvr>
                                        <p:cTn id="102"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P spid="67" grpId="0" animBg="1"/>
      <p:bldP spid="68" grpId="0" animBg="1"/>
      <p:bldP spid="64" grpId="0" animBg="1"/>
      <p:bldP spid="65" grpId="0" animBg="1"/>
      <p:bldP spid="62" grpId="0" animBg="1"/>
      <p:bldP spid="63" grpId="0" animBg="1"/>
      <p:bldP spid="38" grpId="0" animBg="1"/>
      <p:bldP spid="39" grpId="0" animBg="1"/>
      <p:bldP spid="40" grpId="0" animBg="1"/>
      <p:bldP spid="2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noProof="0" dirty="0">
                <a:solidFill>
                  <a:srgbClr val="000000">
                    <a:lumMod val="75000"/>
                    <a:lumOff val="25000"/>
                  </a:srgbClr>
                </a:solidFill>
              </a:rPr>
              <a:t>2.</a:t>
            </a:r>
            <a:r>
              <a:rPr lang="zh-CN" altLang="en-US" sz="2800" noProof="0" dirty="0">
                <a:solidFill>
                  <a:srgbClr val="000000">
                    <a:lumMod val="75000"/>
                    <a:lumOff val="25000"/>
                  </a:srgbClr>
                </a:solidFill>
              </a:rPr>
              <a:t>动机</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cxnSp>
        <p:nvCxnSpPr>
          <p:cNvPr id="120" name="直接箭头连接符 119">
            <a:extLst>
              <a:ext uri="{FF2B5EF4-FFF2-40B4-BE49-F238E27FC236}">
                <a16:creationId xmlns:a16="http://schemas.microsoft.com/office/drawing/2014/main" id="{8B7EC455-2FA4-B787-5FAD-59B855591087}"/>
              </a:ext>
            </a:extLst>
          </p:cNvPr>
          <p:cNvCxnSpPr>
            <a:cxnSpLocks/>
            <a:stCxn id="129" idx="6"/>
            <a:endCxn id="122" idx="2"/>
          </p:cNvCxnSpPr>
          <p:nvPr/>
        </p:nvCxnSpPr>
        <p:spPr>
          <a:xfrm flipV="1">
            <a:off x="8120716" y="1984590"/>
            <a:ext cx="664534" cy="751848"/>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121" name="椭圆 120">
            <a:extLst>
              <a:ext uri="{FF2B5EF4-FFF2-40B4-BE49-F238E27FC236}">
                <a16:creationId xmlns:a16="http://schemas.microsoft.com/office/drawing/2014/main" id="{594D8AAE-A8EF-CC6F-476B-6CBEA299C45B}"/>
              </a:ext>
            </a:extLst>
          </p:cNvPr>
          <p:cNvSpPr/>
          <p:nvPr/>
        </p:nvSpPr>
        <p:spPr>
          <a:xfrm>
            <a:off x="8785243" y="1122906"/>
            <a:ext cx="224839" cy="24380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122" name="椭圆 121">
            <a:extLst>
              <a:ext uri="{FF2B5EF4-FFF2-40B4-BE49-F238E27FC236}">
                <a16:creationId xmlns:a16="http://schemas.microsoft.com/office/drawing/2014/main" id="{D3C872B5-FBE8-A73E-F5D1-C084EA0CA69C}"/>
              </a:ext>
            </a:extLst>
          </p:cNvPr>
          <p:cNvSpPr/>
          <p:nvPr/>
        </p:nvSpPr>
        <p:spPr>
          <a:xfrm>
            <a:off x="8785250" y="1862689"/>
            <a:ext cx="224839" cy="243802"/>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dirty="0"/>
          </a:p>
        </p:txBody>
      </p:sp>
      <p:sp>
        <p:nvSpPr>
          <p:cNvPr id="123" name="椭圆 122">
            <a:extLst>
              <a:ext uri="{FF2B5EF4-FFF2-40B4-BE49-F238E27FC236}">
                <a16:creationId xmlns:a16="http://schemas.microsoft.com/office/drawing/2014/main" id="{69370E1F-0A77-E4ED-A55D-B0D7BC7DD7DF}"/>
              </a:ext>
            </a:extLst>
          </p:cNvPr>
          <p:cNvSpPr/>
          <p:nvPr/>
        </p:nvSpPr>
        <p:spPr>
          <a:xfrm>
            <a:off x="8795882" y="2608930"/>
            <a:ext cx="224839" cy="243802"/>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124" name="椭圆 123">
            <a:extLst>
              <a:ext uri="{FF2B5EF4-FFF2-40B4-BE49-F238E27FC236}">
                <a16:creationId xmlns:a16="http://schemas.microsoft.com/office/drawing/2014/main" id="{D2DA2FE9-6548-0318-1867-2486A508EA93}"/>
              </a:ext>
            </a:extLst>
          </p:cNvPr>
          <p:cNvSpPr/>
          <p:nvPr/>
        </p:nvSpPr>
        <p:spPr>
          <a:xfrm>
            <a:off x="7026642" y="1493270"/>
            <a:ext cx="224832" cy="24380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125" name="椭圆 124">
            <a:extLst>
              <a:ext uri="{FF2B5EF4-FFF2-40B4-BE49-F238E27FC236}">
                <a16:creationId xmlns:a16="http://schemas.microsoft.com/office/drawing/2014/main" id="{BD2DC39A-E042-A8B5-D73E-1350FE7846F9}"/>
              </a:ext>
            </a:extLst>
          </p:cNvPr>
          <p:cNvSpPr/>
          <p:nvPr/>
        </p:nvSpPr>
        <p:spPr>
          <a:xfrm>
            <a:off x="7026642" y="2240878"/>
            <a:ext cx="224832" cy="24380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126" name="椭圆 125">
            <a:extLst>
              <a:ext uri="{FF2B5EF4-FFF2-40B4-BE49-F238E27FC236}">
                <a16:creationId xmlns:a16="http://schemas.microsoft.com/office/drawing/2014/main" id="{466144FB-98BC-8A07-4727-8DB479F373FA}"/>
              </a:ext>
            </a:extLst>
          </p:cNvPr>
          <p:cNvSpPr/>
          <p:nvPr/>
        </p:nvSpPr>
        <p:spPr>
          <a:xfrm>
            <a:off x="9636771" y="2240877"/>
            <a:ext cx="224829" cy="243802"/>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127" name="椭圆 126">
            <a:extLst>
              <a:ext uri="{FF2B5EF4-FFF2-40B4-BE49-F238E27FC236}">
                <a16:creationId xmlns:a16="http://schemas.microsoft.com/office/drawing/2014/main" id="{6BD4769E-D1D0-0001-B501-90F9DF11E06D}"/>
              </a:ext>
            </a:extLst>
          </p:cNvPr>
          <p:cNvSpPr/>
          <p:nvPr/>
        </p:nvSpPr>
        <p:spPr>
          <a:xfrm>
            <a:off x="9647327" y="1493270"/>
            <a:ext cx="224829" cy="243802"/>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128" name="椭圆 127">
            <a:extLst>
              <a:ext uri="{FF2B5EF4-FFF2-40B4-BE49-F238E27FC236}">
                <a16:creationId xmlns:a16="http://schemas.microsoft.com/office/drawing/2014/main" id="{07998D8D-3C0C-116E-B1E5-499174D0F83E}"/>
              </a:ext>
            </a:extLst>
          </p:cNvPr>
          <p:cNvSpPr/>
          <p:nvPr/>
        </p:nvSpPr>
        <p:spPr>
          <a:xfrm>
            <a:off x="7895884" y="1119606"/>
            <a:ext cx="224832" cy="243802"/>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129" name="椭圆 128">
            <a:extLst>
              <a:ext uri="{FF2B5EF4-FFF2-40B4-BE49-F238E27FC236}">
                <a16:creationId xmlns:a16="http://schemas.microsoft.com/office/drawing/2014/main" id="{EE5C8DF1-E39D-0A77-D65D-AF1186E77BC5}"/>
              </a:ext>
            </a:extLst>
          </p:cNvPr>
          <p:cNvSpPr/>
          <p:nvPr/>
        </p:nvSpPr>
        <p:spPr>
          <a:xfrm>
            <a:off x="7895884" y="2614537"/>
            <a:ext cx="224832" cy="243802"/>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130" name="椭圆 129">
            <a:extLst>
              <a:ext uri="{FF2B5EF4-FFF2-40B4-BE49-F238E27FC236}">
                <a16:creationId xmlns:a16="http://schemas.microsoft.com/office/drawing/2014/main" id="{A92836C6-1B73-A9BC-A7E2-D16DC17F2A55}"/>
              </a:ext>
            </a:extLst>
          </p:cNvPr>
          <p:cNvSpPr/>
          <p:nvPr/>
        </p:nvSpPr>
        <p:spPr>
          <a:xfrm>
            <a:off x="7895884" y="1867072"/>
            <a:ext cx="224832" cy="243802"/>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cxnSp>
        <p:nvCxnSpPr>
          <p:cNvPr id="131" name="直接箭头连接符 130">
            <a:extLst>
              <a:ext uri="{FF2B5EF4-FFF2-40B4-BE49-F238E27FC236}">
                <a16:creationId xmlns:a16="http://schemas.microsoft.com/office/drawing/2014/main" id="{E2DFECEE-8CFC-5F18-AA59-1440FEC6D51B}"/>
              </a:ext>
            </a:extLst>
          </p:cNvPr>
          <p:cNvCxnSpPr>
            <a:cxnSpLocks/>
            <a:stCxn id="124" idx="6"/>
            <a:endCxn id="128" idx="2"/>
          </p:cNvCxnSpPr>
          <p:nvPr/>
        </p:nvCxnSpPr>
        <p:spPr>
          <a:xfrm flipV="1">
            <a:off x="7251474" y="1241507"/>
            <a:ext cx="644410" cy="37366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32" name="直接箭头连接符 131">
            <a:extLst>
              <a:ext uri="{FF2B5EF4-FFF2-40B4-BE49-F238E27FC236}">
                <a16:creationId xmlns:a16="http://schemas.microsoft.com/office/drawing/2014/main" id="{5A136630-E824-3BC2-F651-B9E641487879}"/>
              </a:ext>
            </a:extLst>
          </p:cNvPr>
          <p:cNvCxnSpPr>
            <a:cxnSpLocks/>
            <a:stCxn id="124" idx="6"/>
            <a:endCxn id="130" idx="2"/>
          </p:cNvCxnSpPr>
          <p:nvPr/>
        </p:nvCxnSpPr>
        <p:spPr>
          <a:xfrm>
            <a:off x="7251474" y="1615169"/>
            <a:ext cx="644410" cy="373804"/>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33" name="直接箭头连接符 132">
            <a:extLst>
              <a:ext uri="{FF2B5EF4-FFF2-40B4-BE49-F238E27FC236}">
                <a16:creationId xmlns:a16="http://schemas.microsoft.com/office/drawing/2014/main" id="{82298286-9B26-C647-36EE-905C3368989A}"/>
              </a:ext>
            </a:extLst>
          </p:cNvPr>
          <p:cNvCxnSpPr>
            <a:cxnSpLocks/>
            <a:stCxn id="124" idx="6"/>
            <a:endCxn id="129" idx="2"/>
          </p:cNvCxnSpPr>
          <p:nvPr/>
        </p:nvCxnSpPr>
        <p:spPr>
          <a:xfrm>
            <a:off x="7251474" y="1615169"/>
            <a:ext cx="644410" cy="1121269"/>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34" name="直接箭头连接符 133">
            <a:extLst>
              <a:ext uri="{FF2B5EF4-FFF2-40B4-BE49-F238E27FC236}">
                <a16:creationId xmlns:a16="http://schemas.microsoft.com/office/drawing/2014/main" id="{51616935-1F3E-9ABF-6BE4-E73E2DEC7FBA}"/>
              </a:ext>
            </a:extLst>
          </p:cNvPr>
          <p:cNvCxnSpPr>
            <a:cxnSpLocks/>
            <a:stCxn id="125" idx="6"/>
            <a:endCxn id="128" idx="2"/>
          </p:cNvCxnSpPr>
          <p:nvPr/>
        </p:nvCxnSpPr>
        <p:spPr>
          <a:xfrm flipV="1">
            <a:off x="7251474" y="1241507"/>
            <a:ext cx="644410" cy="1121269"/>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35" name="直接箭头连接符 134">
            <a:extLst>
              <a:ext uri="{FF2B5EF4-FFF2-40B4-BE49-F238E27FC236}">
                <a16:creationId xmlns:a16="http://schemas.microsoft.com/office/drawing/2014/main" id="{ABB20396-1C5F-6F39-3B35-24C771686E95}"/>
              </a:ext>
            </a:extLst>
          </p:cNvPr>
          <p:cNvCxnSpPr>
            <a:cxnSpLocks/>
            <a:stCxn id="125" idx="6"/>
            <a:endCxn id="130" idx="2"/>
          </p:cNvCxnSpPr>
          <p:nvPr/>
        </p:nvCxnSpPr>
        <p:spPr>
          <a:xfrm flipV="1">
            <a:off x="7251474" y="1988973"/>
            <a:ext cx="644410" cy="373804"/>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36" name="直接箭头连接符 135">
            <a:extLst>
              <a:ext uri="{FF2B5EF4-FFF2-40B4-BE49-F238E27FC236}">
                <a16:creationId xmlns:a16="http://schemas.microsoft.com/office/drawing/2014/main" id="{775B8DAF-59C3-E9D0-5D62-CE98BE549E1F}"/>
              </a:ext>
            </a:extLst>
          </p:cNvPr>
          <p:cNvCxnSpPr>
            <a:cxnSpLocks/>
            <a:stCxn id="125" idx="6"/>
            <a:endCxn id="129" idx="2"/>
          </p:cNvCxnSpPr>
          <p:nvPr/>
        </p:nvCxnSpPr>
        <p:spPr>
          <a:xfrm>
            <a:off x="7251474" y="2362777"/>
            <a:ext cx="644410" cy="37366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37" name="直接箭头连接符 136">
            <a:extLst>
              <a:ext uri="{FF2B5EF4-FFF2-40B4-BE49-F238E27FC236}">
                <a16:creationId xmlns:a16="http://schemas.microsoft.com/office/drawing/2014/main" id="{C6D76DD7-F62C-2EB8-43FF-6721D8B295BC}"/>
              </a:ext>
            </a:extLst>
          </p:cNvPr>
          <p:cNvCxnSpPr>
            <a:cxnSpLocks/>
            <a:stCxn id="128" idx="6"/>
            <a:endCxn id="121" idx="2"/>
          </p:cNvCxnSpPr>
          <p:nvPr/>
        </p:nvCxnSpPr>
        <p:spPr>
          <a:xfrm>
            <a:off x="8120716" y="1241507"/>
            <a:ext cx="664527" cy="3300"/>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38" name="直接箭头连接符 137">
            <a:extLst>
              <a:ext uri="{FF2B5EF4-FFF2-40B4-BE49-F238E27FC236}">
                <a16:creationId xmlns:a16="http://schemas.microsoft.com/office/drawing/2014/main" id="{06B402B9-0158-D02B-F126-81413B8C748E}"/>
              </a:ext>
            </a:extLst>
          </p:cNvPr>
          <p:cNvCxnSpPr>
            <a:cxnSpLocks/>
            <a:stCxn id="128" idx="6"/>
            <a:endCxn id="123" idx="2"/>
          </p:cNvCxnSpPr>
          <p:nvPr/>
        </p:nvCxnSpPr>
        <p:spPr>
          <a:xfrm>
            <a:off x="8120716" y="1241507"/>
            <a:ext cx="675166" cy="1489324"/>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39" name="直接箭头连接符 138">
            <a:extLst>
              <a:ext uri="{FF2B5EF4-FFF2-40B4-BE49-F238E27FC236}">
                <a16:creationId xmlns:a16="http://schemas.microsoft.com/office/drawing/2014/main" id="{377CDF63-A723-D56A-BF69-58B02CB6868D}"/>
              </a:ext>
            </a:extLst>
          </p:cNvPr>
          <p:cNvCxnSpPr>
            <a:cxnSpLocks/>
            <a:stCxn id="128" idx="6"/>
            <a:endCxn id="122" idx="2"/>
          </p:cNvCxnSpPr>
          <p:nvPr/>
        </p:nvCxnSpPr>
        <p:spPr>
          <a:xfrm>
            <a:off x="8120716" y="1241507"/>
            <a:ext cx="664534" cy="743083"/>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40" name="直接连接符 139">
            <a:extLst>
              <a:ext uri="{FF2B5EF4-FFF2-40B4-BE49-F238E27FC236}">
                <a16:creationId xmlns:a16="http://schemas.microsoft.com/office/drawing/2014/main" id="{8DA2B611-7890-A802-AA23-267229430A59}"/>
              </a:ext>
            </a:extLst>
          </p:cNvPr>
          <p:cNvCxnSpPr>
            <a:cxnSpLocks/>
            <a:stCxn id="130" idx="6"/>
            <a:endCxn id="122" idx="2"/>
          </p:cNvCxnSpPr>
          <p:nvPr/>
        </p:nvCxnSpPr>
        <p:spPr>
          <a:xfrm flipV="1">
            <a:off x="8120716" y="1984590"/>
            <a:ext cx="664534" cy="438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1" name="直接箭头连接符 140">
            <a:extLst>
              <a:ext uri="{FF2B5EF4-FFF2-40B4-BE49-F238E27FC236}">
                <a16:creationId xmlns:a16="http://schemas.microsoft.com/office/drawing/2014/main" id="{CF769AC7-9025-BB2D-F169-07CBBA29BBF9}"/>
              </a:ext>
            </a:extLst>
          </p:cNvPr>
          <p:cNvCxnSpPr>
            <a:cxnSpLocks/>
            <a:stCxn id="130" idx="6"/>
            <a:endCxn id="121" idx="2"/>
          </p:cNvCxnSpPr>
          <p:nvPr/>
        </p:nvCxnSpPr>
        <p:spPr>
          <a:xfrm flipV="1">
            <a:off x="8120716" y="1244807"/>
            <a:ext cx="664527" cy="74416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42" name="直接箭头连接符 141">
            <a:extLst>
              <a:ext uri="{FF2B5EF4-FFF2-40B4-BE49-F238E27FC236}">
                <a16:creationId xmlns:a16="http://schemas.microsoft.com/office/drawing/2014/main" id="{A55BFAC3-04BA-8FDC-172F-520045C20FD7}"/>
              </a:ext>
            </a:extLst>
          </p:cNvPr>
          <p:cNvCxnSpPr>
            <a:cxnSpLocks/>
            <a:stCxn id="130" idx="6"/>
            <a:endCxn id="123" idx="2"/>
          </p:cNvCxnSpPr>
          <p:nvPr/>
        </p:nvCxnSpPr>
        <p:spPr>
          <a:xfrm>
            <a:off x="8120716" y="1988973"/>
            <a:ext cx="675166" cy="741858"/>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43" name="直接箭头连接符 142">
            <a:extLst>
              <a:ext uri="{FF2B5EF4-FFF2-40B4-BE49-F238E27FC236}">
                <a16:creationId xmlns:a16="http://schemas.microsoft.com/office/drawing/2014/main" id="{BCF973AD-4B7F-808F-225D-108DA417DFB9}"/>
              </a:ext>
            </a:extLst>
          </p:cNvPr>
          <p:cNvCxnSpPr>
            <a:cxnSpLocks/>
            <a:stCxn id="129" idx="6"/>
            <a:endCxn id="121" idx="2"/>
          </p:cNvCxnSpPr>
          <p:nvPr/>
        </p:nvCxnSpPr>
        <p:spPr>
          <a:xfrm flipV="1">
            <a:off x="8120716" y="1244807"/>
            <a:ext cx="664527" cy="1491631"/>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44" name="直接箭头连接符 143">
            <a:extLst>
              <a:ext uri="{FF2B5EF4-FFF2-40B4-BE49-F238E27FC236}">
                <a16:creationId xmlns:a16="http://schemas.microsoft.com/office/drawing/2014/main" id="{6478305D-D83A-5C5C-4C2F-3D6335BC3D49}"/>
              </a:ext>
            </a:extLst>
          </p:cNvPr>
          <p:cNvCxnSpPr>
            <a:cxnSpLocks/>
            <a:stCxn id="129" idx="6"/>
            <a:endCxn id="123" idx="2"/>
          </p:cNvCxnSpPr>
          <p:nvPr/>
        </p:nvCxnSpPr>
        <p:spPr>
          <a:xfrm flipV="1">
            <a:off x="8120716" y="2730831"/>
            <a:ext cx="675166" cy="560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45" name="直接箭头连接符 144">
            <a:extLst>
              <a:ext uri="{FF2B5EF4-FFF2-40B4-BE49-F238E27FC236}">
                <a16:creationId xmlns:a16="http://schemas.microsoft.com/office/drawing/2014/main" id="{44ACD798-1337-99EE-C181-6E121DF9C88B}"/>
              </a:ext>
            </a:extLst>
          </p:cNvPr>
          <p:cNvCxnSpPr>
            <a:cxnSpLocks/>
            <a:stCxn id="121" idx="6"/>
            <a:endCxn id="127" idx="2"/>
          </p:cNvCxnSpPr>
          <p:nvPr/>
        </p:nvCxnSpPr>
        <p:spPr>
          <a:xfrm>
            <a:off x="9010082" y="1244807"/>
            <a:ext cx="637245" cy="370364"/>
          </a:xfrm>
          <a:prstGeom prst="straightConnector1">
            <a:avLst/>
          </a:prstGeom>
          <a:ln w="1905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146" name="直接箭头连接符 145">
            <a:extLst>
              <a:ext uri="{FF2B5EF4-FFF2-40B4-BE49-F238E27FC236}">
                <a16:creationId xmlns:a16="http://schemas.microsoft.com/office/drawing/2014/main" id="{D35B6F0E-CCA5-4782-94FE-C1BC982E3141}"/>
              </a:ext>
            </a:extLst>
          </p:cNvPr>
          <p:cNvCxnSpPr>
            <a:cxnSpLocks/>
            <a:stCxn id="121" idx="6"/>
            <a:endCxn id="126" idx="2"/>
          </p:cNvCxnSpPr>
          <p:nvPr/>
        </p:nvCxnSpPr>
        <p:spPr>
          <a:xfrm>
            <a:off x="9010082" y="1244807"/>
            <a:ext cx="626689" cy="1117971"/>
          </a:xfrm>
          <a:prstGeom prst="straightConnector1">
            <a:avLst/>
          </a:prstGeom>
          <a:ln w="1905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147" name="直接箭头连接符 146">
            <a:extLst>
              <a:ext uri="{FF2B5EF4-FFF2-40B4-BE49-F238E27FC236}">
                <a16:creationId xmlns:a16="http://schemas.microsoft.com/office/drawing/2014/main" id="{E38EC7C7-7E84-AF0A-87D1-9E4855B3DE94}"/>
              </a:ext>
            </a:extLst>
          </p:cNvPr>
          <p:cNvCxnSpPr>
            <a:cxnSpLocks/>
            <a:stCxn id="122" idx="6"/>
            <a:endCxn id="127" idx="2"/>
          </p:cNvCxnSpPr>
          <p:nvPr/>
        </p:nvCxnSpPr>
        <p:spPr>
          <a:xfrm flipV="1">
            <a:off x="9010089" y="1615171"/>
            <a:ext cx="637238" cy="369419"/>
          </a:xfrm>
          <a:prstGeom prst="straightConnector1">
            <a:avLst/>
          </a:prstGeom>
          <a:ln w="19050">
            <a:solidFill>
              <a:srgbClr val="00B0F0"/>
            </a:solidFill>
            <a:tailEnd type="none"/>
          </a:ln>
        </p:spPr>
        <p:style>
          <a:lnRef idx="1">
            <a:schemeClr val="accent1"/>
          </a:lnRef>
          <a:fillRef idx="0">
            <a:schemeClr val="accent1"/>
          </a:fillRef>
          <a:effectRef idx="0">
            <a:schemeClr val="accent1"/>
          </a:effectRef>
          <a:fontRef idx="minor">
            <a:schemeClr val="tx1"/>
          </a:fontRef>
        </p:style>
      </p:cxnSp>
      <p:cxnSp>
        <p:nvCxnSpPr>
          <p:cNvPr id="148" name="直接箭头连接符 147">
            <a:extLst>
              <a:ext uri="{FF2B5EF4-FFF2-40B4-BE49-F238E27FC236}">
                <a16:creationId xmlns:a16="http://schemas.microsoft.com/office/drawing/2014/main" id="{A3C0D9DF-7DE4-6687-0DEB-CED1280442BF}"/>
              </a:ext>
            </a:extLst>
          </p:cNvPr>
          <p:cNvCxnSpPr>
            <a:cxnSpLocks/>
            <a:stCxn id="122" idx="6"/>
            <a:endCxn id="126" idx="2"/>
          </p:cNvCxnSpPr>
          <p:nvPr/>
        </p:nvCxnSpPr>
        <p:spPr>
          <a:xfrm>
            <a:off x="9010089" y="1984590"/>
            <a:ext cx="626682" cy="378188"/>
          </a:xfrm>
          <a:prstGeom prst="straightConnector1">
            <a:avLst/>
          </a:prstGeom>
          <a:ln w="19050">
            <a:solidFill>
              <a:srgbClr val="00B0F0"/>
            </a:solidFill>
            <a:tailEnd type="none"/>
          </a:ln>
        </p:spPr>
        <p:style>
          <a:lnRef idx="1">
            <a:schemeClr val="accent1"/>
          </a:lnRef>
          <a:fillRef idx="0">
            <a:schemeClr val="accent1"/>
          </a:fillRef>
          <a:effectRef idx="0">
            <a:schemeClr val="accent1"/>
          </a:effectRef>
          <a:fontRef idx="minor">
            <a:schemeClr val="tx1"/>
          </a:fontRef>
        </p:style>
      </p:cxnSp>
      <p:cxnSp>
        <p:nvCxnSpPr>
          <p:cNvPr id="149" name="直接箭头连接符 148">
            <a:extLst>
              <a:ext uri="{FF2B5EF4-FFF2-40B4-BE49-F238E27FC236}">
                <a16:creationId xmlns:a16="http://schemas.microsoft.com/office/drawing/2014/main" id="{E030945E-3A1B-3ED7-A2C1-55A481D8F290}"/>
              </a:ext>
            </a:extLst>
          </p:cNvPr>
          <p:cNvCxnSpPr>
            <a:cxnSpLocks/>
            <a:stCxn id="123" idx="6"/>
            <a:endCxn id="127" idx="2"/>
          </p:cNvCxnSpPr>
          <p:nvPr/>
        </p:nvCxnSpPr>
        <p:spPr>
          <a:xfrm flipV="1">
            <a:off x="9020721" y="1615171"/>
            <a:ext cx="626606" cy="1115660"/>
          </a:xfrm>
          <a:prstGeom prst="straightConnector1">
            <a:avLst/>
          </a:prstGeom>
          <a:ln w="19050">
            <a:solidFill>
              <a:schemeClr val="accent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50" name="直接箭头连接符 149">
            <a:extLst>
              <a:ext uri="{FF2B5EF4-FFF2-40B4-BE49-F238E27FC236}">
                <a16:creationId xmlns:a16="http://schemas.microsoft.com/office/drawing/2014/main" id="{2E147CAD-B41B-F91E-E891-FDC763889023}"/>
              </a:ext>
            </a:extLst>
          </p:cNvPr>
          <p:cNvCxnSpPr>
            <a:cxnSpLocks/>
            <a:stCxn id="123" idx="6"/>
            <a:endCxn id="126" idx="2"/>
          </p:cNvCxnSpPr>
          <p:nvPr/>
        </p:nvCxnSpPr>
        <p:spPr>
          <a:xfrm flipV="1">
            <a:off x="9020721" y="2362778"/>
            <a:ext cx="616050" cy="368053"/>
          </a:xfrm>
          <a:prstGeom prst="straightConnector1">
            <a:avLst/>
          </a:prstGeom>
          <a:ln w="19050">
            <a:solidFill>
              <a:schemeClr val="accent1">
                <a:lumMod val="50000"/>
              </a:schemeClr>
            </a:solidFill>
            <a:tailEnd type="none"/>
          </a:ln>
        </p:spPr>
        <p:style>
          <a:lnRef idx="1">
            <a:schemeClr val="accent1"/>
          </a:lnRef>
          <a:fillRef idx="0">
            <a:schemeClr val="accent1"/>
          </a:fillRef>
          <a:effectRef idx="0">
            <a:schemeClr val="accent1"/>
          </a:effectRef>
          <a:fontRef idx="minor">
            <a:schemeClr val="tx1"/>
          </a:fontRef>
        </p:style>
      </p:cxnSp>
      <p:grpSp>
        <p:nvGrpSpPr>
          <p:cNvPr id="269" name="组合 268">
            <a:extLst>
              <a:ext uri="{FF2B5EF4-FFF2-40B4-BE49-F238E27FC236}">
                <a16:creationId xmlns:a16="http://schemas.microsoft.com/office/drawing/2014/main" id="{B54B7BFF-EC7E-2451-707B-CB590656295E}"/>
              </a:ext>
            </a:extLst>
          </p:cNvPr>
          <p:cNvGrpSpPr/>
          <p:nvPr/>
        </p:nvGrpSpPr>
        <p:grpSpPr>
          <a:xfrm>
            <a:off x="6983574" y="3061211"/>
            <a:ext cx="2845514" cy="1738733"/>
            <a:chOff x="6983574" y="3061211"/>
            <a:chExt cx="2845514" cy="1738733"/>
          </a:xfrm>
        </p:grpSpPr>
        <p:cxnSp>
          <p:nvCxnSpPr>
            <p:cNvPr id="151" name="直接箭头连接符 150">
              <a:extLst>
                <a:ext uri="{FF2B5EF4-FFF2-40B4-BE49-F238E27FC236}">
                  <a16:creationId xmlns:a16="http://schemas.microsoft.com/office/drawing/2014/main" id="{9332BF3B-C325-ECC3-001C-E4F871E78426}"/>
                </a:ext>
              </a:extLst>
            </p:cNvPr>
            <p:cNvCxnSpPr>
              <a:cxnSpLocks/>
              <a:stCxn id="160" idx="6"/>
              <a:endCxn id="153" idx="2"/>
            </p:cNvCxnSpPr>
            <p:nvPr/>
          </p:nvCxnSpPr>
          <p:spPr>
            <a:xfrm flipV="1">
              <a:off x="8077648" y="3183112"/>
              <a:ext cx="679497" cy="1494931"/>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152" name="椭圆 151">
              <a:extLst>
                <a:ext uri="{FF2B5EF4-FFF2-40B4-BE49-F238E27FC236}">
                  <a16:creationId xmlns:a16="http://schemas.microsoft.com/office/drawing/2014/main" id="{7334F93B-FEF8-0CF2-6527-2D3A72CDA12E}"/>
                </a:ext>
              </a:extLst>
            </p:cNvPr>
            <p:cNvSpPr/>
            <p:nvPr/>
          </p:nvSpPr>
          <p:spPr>
            <a:xfrm>
              <a:off x="8752814" y="4556142"/>
              <a:ext cx="224839" cy="24380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153" name="椭圆 152">
              <a:extLst>
                <a:ext uri="{FF2B5EF4-FFF2-40B4-BE49-F238E27FC236}">
                  <a16:creationId xmlns:a16="http://schemas.microsoft.com/office/drawing/2014/main" id="{A6E24170-E26D-16DB-23CA-DC0D6D7AED76}"/>
                </a:ext>
              </a:extLst>
            </p:cNvPr>
            <p:cNvSpPr/>
            <p:nvPr/>
          </p:nvSpPr>
          <p:spPr>
            <a:xfrm>
              <a:off x="8757145" y="3061211"/>
              <a:ext cx="224839" cy="243802"/>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dirty="0"/>
            </a:p>
          </p:txBody>
        </p:sp>
        <p:sp>
          <p:nvSpPr>
            <p:cNvPr id="154" name="椭圆 153">
              <a:extLst>
                <a:ext uri="{FF2B5EF4-FFF2-40B4-BE49-F238E27FC236}">
                  <a16:creationId xmlns:a16="http://schemas.microsoft.com/office/drawing/2014/main" id="{BDF7ADF7-8B0C-6FF6-A692-6FD2D0A398DA}"/>
                </a:ext>
              </a:extLst>
            </p:cNvPr>
            <p:cNvSpPr/>
            <p:nvPr/>
          </p:nvSpPr>
          <p:spPr>
            <a:xfrm>
              <a:off x="8752821" y="3809901"/>
              <a:ext cx="224839" cy="243802"/>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155" name="椭圆 154">
              <a:extLst>
                <a:ext uri="{FF2B5EF4-FFF2-40B4-BE49-F238E27FC236}">
                  <a16:creationId xmlns:a16="http://schemas.microsoft.com/office/drawing/2014/main" id="{EA7A52CD-2886-5F18-D30F-84BB8E45961E}"/>
                </a:ext>
              </a:extLst>
            </p:cNvPr>
            <p:cNvSpPr/>
            <p:nvPr/>
          </p:nvSpPr>
          <p:spPr>
            <a:xfrm>
              <a:off x="6983574" y="3434875"/>
              <a:ext cx="224832" cy="24380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156" name="椭圆 155">
              <a:extLst>
                <a:ext uri="{FF2B5EF4-FFF2-40B4-BE49-F238E27FC236}">
                  <a16:creationId xmlns:a16="http://schemas.microsoft.com/office/drawing/2014/main" id="{AD7685FF-7494-AEE4-8AC2-D389E2D22D58}"/>
                </a:ext>
              </a:extLst>
            </p:cNvPr>
            <p:cNvSpPr/>
            <p:nvPr/>
          </p:nvSpPr>
          <p:spPr>
            <a:xfrm>
              <a:off x="6983574" y="4182483"/>
              <a:ext cx="224832" cy="24380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157" name="椭圆 156">
              <a:extLst>
                <a:ext uri="{FF2B5EF4-FFF2-40B4-BE49-F238E27FC236}">
                  <a16:creationId xmlns:a16="http://schemas.microsoft.com/office/drawing/2014/main" id="{F40BB406-9AAF-B365-A621-950EC2DCDED5}"/>
                </a:ext>
              </a:extLst>
            </p:cNvPr>
            <p:cNvSpPr/>
            <p:nvPr/>
          </p:nvSpPr>
          <p:spPr>
            <a:xfrm>
              <a:off x="9593703" y="4182482"/>
              <a:ext cx="224829" cy="243802"/>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158" name="椭圆 157">
              <a:extLst>
                <a:ext uri="{FF2B5EF4-FFF2-40B4-BE49-F238E27FC236}">
                  <a16:creationId xmlns:a16="http://schemas.microsoft.com/office/drawing/2014/main" id="{552A6F93-1D3A-3729-4872-CC7B3B027B82}"/>
                </a:ext>
              </a:extLst>
            </p:cNvPr>
            <p:cNvSpPr/>
            <p:nvPr/>
          </p:nvSpPr>
          <p:spPr>
            <a:xfrm>
              <a:off x="9604259" y="3434875"/>
              <a:ext cx="224829" cy="243802"/>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159" name="椭圆 158">
              <a:extLst>
                <a:ext uri="{FF2B5EF4-FFF2-40B4-BE49-F238E27FC236}">
                  <a16:creationId xmlns:a16="http://schemas.microsoft.com/office/drawing/2014/main" id="{F974AF89-0BA4-CCFC-A00D-0B5880011182}"/>
                </a:ext>
              </a:extLst>
            </p:cNvPr>
            <p:cNvSpPr/>
            <p:nvPr/>
          </p:nvSpPr>
          <p:spPr>
            <a:xfrm>
              <a:off x="7852816" y="3061211"/>
              <a:ext cx="224832" cy="243802"/>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160" name="椭圆 159">
              <a:extLst>
                <a:ext uri="{FF2B5EF4-FFF2-40B4-BE49-F238E27FC236}">
                  <a16:creationId xmlns:a16="http://schemas.microsoft.com/office/drawing/2014/main" id="{E574B70E-4D39-8789-D8BF-79A7CD2C9EBA}"/>
                </a:ext>
              </a:extLst>
            </p:cNvPr>
            <p:cNvSpPr/>
            <p:nvPr/>
          </p:nvSpPr>
          <p:spPr>
            <a:xfrm>
              <a:off x="7852816" y="4556142"/>
              <a:ext cx="224832" cy="243802"/>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161" name="椭圆 160">
              <a:extLst>
                <a:ext uri="{FF2B5EF4-FFF2-40B4-BE49-F238E27FC236}">
                  <a16:creationId xmlns:a16="http://schemas.microsoft.com/office/drawing/2014/main" id="{3EC6A2C8-7163-CA90-99E2-4E4AD228CF8D}"/>
                </a:ext>
              </a:extLst>
            </p:cNvPr>
            <p:cNvSpPr/>
            <p:nvPr/>
          </p:nvSpPr>
          <p:spPr>
            <a:xfrm>
              <a:off x="7852816" y="3808677"/>
              <a:ext cx="224832" cy="243802"/>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cxnSp>
          <p:nvCxnSpPr>
            <p:cNvPr id="162" name="直接箭头连接符 161">
              <a:extLst>
                <a:ext uri="{FF2B5EF4-FFF2-40B4-BE49-F238E27FC236}">
                  <a16:creationId xmlns:a16="http://schemas.microsoft.com/office/drawing/2014/main" id="{C0D44346-D639-3947-5D7C-325D228A7FA5}"/>
                </a:ext>
              </a:extLst>
            </p:cNvPr>
            <p:cNvCxnSpPr>
              <a:cxnSpLocks/>
              <a:stCxn id="155" idx="6"/>
              <a:endCxn id="159" idx="2"/>
            </p:cNvCxnSpPr>
            <p:nvPr/>
          </p:nvCxnSpPr>
          <p:spPr>
            <a:xfrm flipV="1">
              <a:off x="7208406" y="3183112"/>
              <a:ext cx="644410" cy="37366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63" name="直接箭头连接符 162">
              <a:extLst>
                <a:ext uri="{FF2B5EF4-FFF2-40B4-BE49-F238E27FC236}">
                  <a16:creationId xmlns:a16="http://schemas.microsoft.com/office/drawing/2014/main" id="{5BB7A7AC-1D2B-6C99-3566-DC0FD7C6F2ED}"/>
                </a:ext>
              </a:extLst>
            </p:cNvPr>
            <p:cNvCxnSpPr>
              <a:cxnSpLocks/>
              <a:stCxn id="155" idx="6"/>
              <a:endCxn id="161" idx="2"/>
            </p:cNvCxnSpPr>
            <p:nvPr/>
          </p:nvCxnSpPr>
          <p:spPr>
            <a:xfrm>
              <a:off x="7208406" y="3556774"/>
              <a:ext cx="644410" cy="373804"/>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64" name="直接箭头连接符 163">
              <a:extLst>
                <a:ext uri="{FF2B5EF4-FFF2-40B4-BE49-F238E27FC236}">
                  <a16:creationId xmlns:a16="http://schemas.microsoft.com/office/drawing/2014/main" id="{96504DD9-DCAE-AC06-E238-56348705BFBC}"/>
                </a:ext>
              </a:extLst>
            </p:cNvPr>
            <p:cNvCxnSpPr>
              <a:cxnSpLocks/>
              <a:stCxn id="155" idx="6"/>
              <a:endCxn id="160" idx="2"/>
            </p:cNvCxnSpPr>
            <p:nvPr/>
          </p:nvCxnSpPr>
          <p:spPr>
            <a:xfrm>
              <a:off x="7208406" y="3556774"/>
              <a:ext cx="644410" cy="1121269"/>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65" name="直接箭头连接符 164">
              <a:extLst>
                <a:ext uri="{FF2B5EF4-FFF2-40B4-BE49-F238E27FC236}">
                  <a16:creationId xmlns:a16="http://schemas.microsoft.com/office/drawing/2014/main" id="{68711468-3B2C-0323-FCE5-9E328FFCC377}"/>
                </a:ext>
              </a:extLst>
            </p:cNvPr>
            <p:cNvCxnSpPr>
              <a:cxnSpLocks/>
              <a:stCxn id="156" idx="6"/>
              <a:endCxn id="159" idx="2"/>
            </p:cNvCxnSpPr>
            <p:nvPr/>
          </p:nvCxnSpPr>
          <p:spPr>
            <a:xfrm flipV="1">
              <a:off x="7208406" y="3183112"/>
              <a:ext cx="644410" cy="1121269"/>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66" name="直接箭头连接符 165">
              <a:extLst>
                <a:ext uri="{FF2B5EF4-FFF2-40B4-BE49-F238E27FC236}">
                  <a16:creationId xmlns:a16="http://schemas.microsoft.com/office/drawing/2014/main" id="{1168C80D-BBD0-FFEB-64F7-CCDDA1FE2876}"/>
                </a:ext>
              </a:extLst>
            </p:cNvPr>
            <p:cNvCxnSpPr>
              <a:cxnSpLocks/>
              <a:stCxn id="156" idx="6"/>
              <a:endCxn id="161" idx="2"/>
            </p:cNvCxnSpPr>
            <p:nvPr/>
          </p:nvCxnSpPr>
          <p:spPr>
            <a:xfrm flipV="1">
              <a:off x="7208406" y="3930578"/>
              <a:ext cx="644410" cy="373804"/>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67" name="直接箭头连接符 166">
              <a:extLst>
                <a:ext uri="{FF2B5EF4-FFF2-40B4-BE49-F238E27FC236}">
                  <a16:creationId xmlns:a16="http://schemas.microsoft.com/office/drawing/2014/main" id="{2881E7BE-C8FA-B63C-3D95-4CCA83922685}"/>
                </a:ext>
              </a:extLst>
            </p:cNvPr>
            <p:cNvCxnSpPr>
              <a:cxnSpLocks/>
              <a:stCxn id="156" idx="6"/>
              <a:endCxn id="160" idx="2"/>
            </p:cNvCxnSpPr>
            <p:nvPr/>
          </p:nvCxnSpPr>
          <p:spPr>
            <a:xfrm>
              <a:off x="7208406" y="4304382"/>
              <a:ext cx="644410" cy="37366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68" name="直接箭头连接符 167">
              <a:extLst>
                <a:ext uri="{FF2B5EF4-FFF2-40B4-BE49-F238E27FC236}">
                  <a16:creationId xmlns:a16="http://schemas.microsoft.com/office/drawing/2014/main" id="{A36D2D65-43A8-02A6-A7AB-D481FA295554}"/>
                </a:ext>
              </a:extLst>
            </p:cNvPr>
            <p:cNvCxnSpPr>
              <a:cxnSpLocks/>
              <a:stCxn id="159" idx="6"/>
              <a:endCxn id="152" idx="2"/>
            </p:cNvCxnSpPr>
            <p:nvPr/>
          </p:nvCxnSpPr>
          <p:spPr>
            <a:xfrm>
              <a:off x="8077648" y="3183112"/>
              <a:ext cx="675166" cy="1494931"/>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69" name="直接箭头连接符 168">
              <a:extLst>
                <a:ext uri="{FF2B5EF4-FFF2-40B4-BE49-F238E27FC236}">
                  <a16:creationId xmlns:a16="http://schemas.microsoft.com/office/drawing/2014/main" id="{A79CCC6E-1F8E-4C54-F2C7-DED98753EF76}"/>
                </a:ext>
              </a:extLst>
            </p:cNvPr>
            <p:cNvCxnSpPr>
              <a:cxnSpLocks/>
              <a:stCxn id="159" idx="6"/>
              <a:endCxn id="154" idx="2"/>
            </p:cNvCxnSpPr>
            <p:nvPr/>
          </p:nvCxnSpPr>
          <p:spPr>
            <a:xfrm>
              <a:off x="8077648" y="3183112"/>
              <a:ext cx="675173" cy="748690"/>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70" name="直接箭头连接符 169">
              <a:extLst>
                <a:ext uri="{FF2B5EF4-FFF2-40B4-BE49-F238E27FC236}">
                  <a16:creationId xmlns:a16="http://schemas.microsoft.com/office/drawing/2014/main" id="{DC659B3C-CFF1-2B8A-E478-34219340406C}"/>
                </a:ext>
              </a:extLst>
            </p:cNvPr>
            <p:cNvCxnSpPr>
              <a:cxnSpLocks/>
              <a:stCxn id="159" idx="6"/>
              <a:endCxn id="153" idx="2"/>
            </p:cNvCxnSpPr>
            <p:nvPr/>
          </p:nvCxnSpPr>
          <p:spPr>
            <a:xfrm>
              <a:off x="8077648" y="3183112"/>
              <a:ext cx="679497" cy="0"/>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71" name="直接连接符 170">
              <a:extLst>
                <a:ext uri="{FF2B5EF4-FFF2-40B4-BE49-F238E27FC236}">
                  <a16:creationId xmlns:a16="http://schemas.microsoft.com/office/drawing/2014/main" id="{79A8FEAB-16CA-B17A-84DC-634AD1CD777A}"/>
                </a:ext>
              </a:extLst>
            </p:cNvPr>
            <p:cNvCxnSpPr>
              <a:cxnSpLocks/>
              <a:stCxn id="161" idx="6"/>
              <a:endCxn id="153" idx="2"/>
            </p:cNvCxnSpPr>
            <p:nvPr/>
          </p:nvCxnSpPr>
          <p:spPr>
            <a:xfrm flipV="1">
              <a:off x="8077648" y="3183112"/>
              <a:ext cx="679497" cy="74746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2" name="直接箭头连接符 171">
              <a:extLst>
                <a:ext uri="{FF2B5EF4-FFF2-40B4-BE49-F238E27FC236}">
                  <a16:creationId xmlns:a16="http://schemas.microsoft.com/office/drawing/2014/main" id="{15704A54-5561-DF04-0804-AF8E58428E64}"/>
                </a:ext>
              </a:extLst>
            </p:cNvPr>
            <p:cNvCxnSpPr>
              <a:cxnSpLocks/>
              <a:stCxn id="161" idx="6"/>
              <a:endCxn id="152" idx="2"/>
            </p:cNvCxnSpPr>
            <p:nvPr/>
          </p:nvCxnSpPr>
          <p:spPr>
            <a:xfrm>
              <a:off x="8077648" y="3930578"/>
              <a:ext cx="675166" cy="74746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73" name="直接箭头连接符 172">
              <a:extLst>
                <a:ext uri="{FF2B5EF4-FFF2-40B4-BE49-F238E27FC236}">
                  <a16:creationId xmlns:a16="http://schemas.microsoft.com/office/drawing/2014/main" id="{122399F2-50D5-EC58-18E5-E5381AC12F76}"/>
                </a:ext>
              </a:extLst>
            </p:cNvPr>
            <p:cNvCxnSpPr>
              <a:cxnSpLocks/>
              <a:stCxn id="161" idx="6"/>
              <a:endCxn id="154" idx="2"/>
            </p:cNvCxnSpPr>
            <p:nvPr/>
          </p:nvCxnSpPr>
          <p:spPr>
            <a:xfrm>
              <a:off x="8077648" y="3930578"/>
              <a:ext cx="675173" cy="1224"/>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74" name="直接箭头连接符 173">
              <a:extLst>
                <a:ext uri="{FF2B5EF4-FFF2-40B4-BE49-F238E27FC236}">
                  <a16:creationId xmlns:a16="http://schemas.microsoft.com/office/drawing/2014/main" id="{D566B93E-D28E-827C-EF06-C95924BD3003}"/>
                </a:ext>
              </a:extLst>
            </p:cNvPr>
            <p:cNvCxnSpPr>
              <a:cxnSpLocks/>
              <a:stCxn id="160" idx="6"/>
              <a:endCxn id="152" idx="2"/>
            </p:cNvCxnSpPr>
            <p:nvPr/>
          </p:nvCxnSpPr>
          <p:spPr>
            <a:xfrm>
              <a:off x="8077648" y="4678043"/>
              <a:ext cx="675166" cy="0"/>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75" name="直接箭头连接符 174">
              <a:extLst>
                <a:ext uri="{FF2B5EF4-FFF2-40B4-BE49-F238E27FC236}">
                  <a16:creationId xmlns:a16="http://schemas.microsoft.com/office/drawing/2014/main" id="{B04CF487-3145-432C-02E7-8021B85E3685}"/>
                </a:ext>
              </a:extLst>
            </p:cNvPr>
            <p:cNvCxnSpPr>
              <a:cxnSpLocks/>
              <a:stCxn id="160" idx="6"/>
              <a:endCxn id="154" idx="2"/>
            </p:cNvCxnSpPr>
            <p:nvPr/>
          </p:nvCxnSpPr>
          <p:spPr>
            <a:xfrm flipV="1">
              <a:off x="8077648" y="3931802"/>
              <a:ext cx="675173" cy="746241"/>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76" name="直接箭头连接符 175">
              <a:extLst>
                <a:ext uri="{FF2B5EF4-FFF2-40B4-BE49-F238E27FC236}">
                  <a16:creationId xmlns:a16="http://schemas.microsoft.com/office/drawing/2014/main" id="{2D6314AE-8B3D-AE65-A81B-B1DA6189D810}"/>
                </a:ext>
              </a:extLst>
            </p:cNvPr>
            <p:cNvCxnSpPr>
              <a:cxnSpLocks/>
              <a:stCxn id="152" idx="6"/>
              <a:endCxn id="158" idx="2"/>
            </p:cNvCxnSpPr>
            <p:nvPr/>
          </p:nvCxnSpPr>
          <p:spPr>
            <a:xfrm flipV="1">
              <a:off x="8977653" y="3556776"/>
              <a:ext cx="626606" cy="1121267"/>
            </a:xfrm>
            <a:prstGeom prst="straightConnector1">
              <a:avLst/>
            </a:prstGeom>
            <a:ln w="1905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177" name="直接箭头连接符 176">
              <a:extLst>
                <a:ext uri="{FF2B5EF4-FFF2-40B4-BE49-F238E27FC236}">
                  <a16:creationId xmlns:a16="http://schemas.microsoft.com/office/drawing/2014/main" id="{DFBA48D0-C9BD-1AD3-4350-30A6213F7949}"/>
                </a:ext>
              </a:extLst>
            </p:cNvPr>
            <p:cNvCxnSpPr>
              <a:cxnSpLocks/>
              <a:stCxn id="152" idx="6"/>
              <a:endCxn id="157" idx="2"/>
            </p:cNvCxnSpPr>
            <p:nvPr/>
          </p:nvCxnSpPr>
          <p:spPr>
            <a:xfrm flipV="1">
              <a:off x="8977653" y="4304383"/>
              <a:ext cx="616050" cy="373660"/>
            </a:xfrm>
            <a:prstGeom prst="straightConnector1">
              <a:avLst/>
            </a:prstGeom>
            <a:ln w="1905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178" name="直接箭头连接符 177">
              <a:extLst>
                <a:ext uri="{FF2B5EF4-FFF2-40B4-BE49-F238E27FC236}">
                  <a16:creationId xmlns:a16="http://schemas.microsoft.com/office/drawing/2014/main" id="{F9404C13-EA1E-5893-C580-594DEA3BE468}"/>
                </a:ext>
              </a:extLst>
            </p:cNvPr>
            <p:cNvCxnSpPr>
              <a:cxnSpLocks/>
              <a:stCxn id="153" idx="6"/>
              <a:endCxn id="158" idx="2"/>
            </p:cNvCxnSpPr>
            <p:nvPr/>
          </p:nvCxnSpPr>
          <p:spPr>
            <a:xfrm>
              <a:off x="8981984" y="3183112"/>
              <a:ext cx="622275" cy="373664"/>
            </a:xfrm>
            <a:prstGeom prst="straightConnector1">
              <a:avLst/>
            </a:prstGeom>
            <a:ln w="19050">
              <a:solidFill>
                <a:srgbClr val="00B0F0"/>
              </a:solidFill>
              <a:tailEnd type="none"/>
            </a:ln>
          </p:spPr>
          <p:style>
            <a:lnRef idx="1">
              <a:schemeClr val="accent1"/>
            </a:lnRef>
            <a:fillRef idx="0">
              <a:schemeClr val="accent1"/>
            </a:fillRef>
            <a:effectRef idx="0">
              <a:schemeClr val="accent1"/>
            </a:effectRef>
            <a:fontRef idx="minor">
              <a:schemeClr val="tx1"/>
            </a:fontRef>
          </p:style>
        </p:cxnSp>
        <p:cxnSp>
          <p:nvCxnSpPr>
            <p:cNvPr id="179" name="直接箭头连接符 178">
              <a:extLst>
                <a:ext uri="{FF2B5EF4-FFF2-40B4-BE49-F238E27FC236}">
                  <a16:creationId xmlns:a16="http://schemas.microsoft.com/office/drawing/2014/main" id="{519E7D2F-3700-6C05-0A94-D205B7B26EA9}"/>
                </a:ext>
              </a:extLst>
            </p:cNvPr>
            <p:cNvCxnSpPr>
              <a:cxnSpLocks/>
              <a:stCxn id="153" idx="6"/>
              <a:endCxn id="157" idx="2"/>
            </p:cNvCxnSpPr>
            <p:nvPr/>
          </p:nvCxnSpPr>
          <p:spPr>
            <a:xfrm>
              <a:off x="8981984" y="3183112"/>
              <a:ext cx="611719" cy="1121271"/>
            </a:xfrm>
            <a:prstGeom prst="straightConnector1">
              <a:avLst/>
            </a:prstGeom>
            <a:ln w="19050">
              <a:solidFill>
                <a:srgbClr val="00B0F0"/>
              </a:solidFill>
              <a:tailEnd type="none"/>
            </a:ln>
          </p:spPr>
          <p:style>
            <a:lnRef idx="1">
              <a:schemeClr val="accent1"/>
            </a:lnRef>
            <a:fillRef idx="0">
              <a:schemeClr val="accent1"/>
            </a:fillRef>
            <a:effectRef idx="0">
              <a:schemeClr val="accent1"/>
            </a:effectRef>
            <a:fontRef idx="minor">
              <a:schemeClr val="tx1"/>
            </a:fontRef>
          </p:style>
        </p:cxnSp>
        <p:cxnSp>
          <p:nvCxnSpPr>
            <p:cNvPr id="180" name="直接箭头连接符 179">
              <a:extLst>
                <a:ext uri="{FF2B5EF4-FFF2-40B4-BE49-F238E27FC236}">
                  <a16:creationId xmlns:a16="http://schemas.microsoft.com/office/drawing/2014/main" id="{FDAA9488-A259-136C-2674-F50F8E3CA398}"/>
                </a:ext>
              </a:extLst>
            </p:cNvPr>
            <p:cNvCxnSpPr>
              <a:cxnSpLocks/>
              <a:stCxn id="154" idx="6"/>
              <a:endCxn id="158" idx="2"/>
            </p:cNvCxnSpPr>
            <p:nvPr/>
          </p:nvCxnSpPr>
          <p:spPr>
            <a:xfrm flipV="1">
              <a:off x="8977660" y="3556776"/>
              <a:ext cx="626599" cy="375026"/>
            </a:xfrm>
            <a:prstGeom prst="straightConnector1">
              <a:avLst/>
            </a:prstGeom>
            <a:ln w="19050">
              <a:solidFill>
                <a:schemeClr val="accent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81" name="直接箭头连接符 180">
              <a:extLst>
                <a:ext uri="{FF2B5EF4-FFF2-40B4-BE49-F238E27FC236}">
                  <a16:creationId xmlns:a16="http://schemas.microsoft.com/office/drawing/2014/main" id="{6AAF3636-0F97-84EB-73B7-B14CE9C6A8DE}"/>
                </a:ext>
              </a:extLst>
            </p:cNvPr>
            <p:cNvCxnSpPr>
              <a:cxnSpLocks/>
              <a:stCxn id="154" idx="6"/>
              <a:endCxn id="157" idx="2"/>
            </p:cNvCxnSpPr>
            <p:nvPr/>
          </p:nvCxnSpPr>
          <p:spPr>
            <a:xfrm>
              <a:off x="8977660" y="3931802"/>
              <a:ext cx="616043" cy="372581"/>
            </a:xfrm>
            <a:prstGeom prst="straightConnector1">
              <a:avLst/>
            </a:prstGeom>
            <a:ln w="19050">
              <a:solidFill>
                <a:schemeClr val="accent1">
                  <a:lumMod val="50000"/>
                </a:schemeClr>
              </a:solidFill>
              <a:tailEnd type="non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48" name="文本框 247">
                <a:extLst>
                  <a:ext uri="{FF2B5EF4-FFF2-40B4-BE49-F238E27FC236}">
                    <a16:creationId xmlns:a16="http://schemas.microsoft.com/office/drawing/2014/main" id="{19B76A5C-7280-55A5-171B-B86FD86AF745}"/>
                  </a:ext>
                </a:extLst>
              </p:cNvPr>
              <p:cNvSpPr txBox="1"/>
              <p:nvPr/>
            </p:nvSpPr>
            <p:spPr>
              <a:xfrm>
                <a:off x="9923892" y="695491"/>
                <a:ext cx="2484380" cy="132940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d>
                        <m:dPr>
                          <m:begChr m:val="["/>
                          <m:endChr m:val="]"/>
                          <m:ctrlPr>
                            <a:rPr lang="en-US" altLang="zh-CN" sz="2400" i="1" smtClean="0">
                              <a:latin typeface="Cambria Math" panose="02040503050406030204" pitchFamily="18" charset="0"/>
                            </a:rPr>
                          </m:ctrlPr>
                        </m:dPr>
                        <m:e>
                          <m:eqArr>
                            <m:eqArrPr>
                              <m:ctrlPr>
                                <a:rPr lang="en-US" altLang="zh-CN" sz="2400" b="0" i="1" smtClean="0">
                                  <a:latin typeface="Cambria Math" panose="02040503050406030204" pitchFamily="18" charset="0"/>
                                </a:rPr>
                              </m:ctrlPr>
                            </m:eqArrPr>
                            <m:e>
                              <m:sSubSup>
                                <m:sSubSupPr>
                                  <m:ctrlPr>
                                    <a:rPr lang="en-US" altLang="zh-CN" sz="2400" b="0" i="1" smtClean="0">
                                      <a:latin typeface="Cambria Math" panose="02040503050406030204" pitchFamily="18" charset="0"/>
                                    </a:rPr>
                                  </m:ctrlPr>
                                </m:sSubSupPr>
                                <m:e>
                                  <m:r>
                                    <a:rPr lang="en-US" altLang="zh-CN" sz="2400" b="0" i="1" smtClean="0">
                                      <a:latin typeface="Cambria Math" panose="02040503050406030204" pitchFamily="18" charset="0"/>
                                    </a:rPr>
                                    <m:t>𝑤</m:t>
                                  </m:r>
                                </m:e>
                                <m:sub>
                                  <m:r>
                                    <a:rPr lang="en-US" altLang="zh-CN" sz="2400" b="0" i="1" smtClean="0">
                                      <a:latin typeface="Cambria Math" panose="02040503050406030204" pitchFamily="18" charset="0"/>
                                    </a:rPr>
                                    <m:t>11</m:t>
                                  </m:r>
                                </m:sub>
                                <m:sup>
                                  <m:r>
                                    <a:rPr lang="en-US" altLang="zh-CN" sz="2400" b="0" i="1" smtClean="0">
                                      <a:latin typeface="Cambria Math" panose="02040503050406030204" pitchFamily="18" charset="0"/>
                                    </a:rPr>
                                    <m:t>𝐴</m:t>
                                  </m:r>
                                </m:sup>
                              </m:sSubSup>
                              <m:r>
                                <a:rPr lang="en-US" altLang="zh-CN" sz="2400" b="0" i="1" smtClean="0">
                                  <a:latin typeface="Cambria Math" panose="02040503050406030204" pitchFamily="18" charset="0"/>
                                </a:rPr>
                                <m:t> </m:t>
                              </m:r>
                              <m:sSubSup>
                                <m:sSubSupPr>
                                  <m:ctrlPr>
                                    <a:rPr lang="en-US" altLang="zh-CN" sz="2400" b="0" i="1" smtClean="0">
                                      <a:latin typeface="Cambria Math" panose="02040503050406030204" pitchFamily="18" charset="0"/>
                                    </a:rPr>
                                  </m:ctrlPr>
                                </m:sSubSupPr>
                                <m:e>
                                  <m:r>
                                    <a:rPr lang="en-US" altLang="zh-CN" sz="2400" b="0" i="1" smtClean="0">
                                      <a:latin typeface="Cambria Math" panose="02040503050406030204" pitchFamily="18" charset="0"/>
                                    </a:rPr>
                                    <m:t>𝑤</m:t>
                                  </m:r>
                                </m:e>
                                <m:sub>
                                  <m:r>
                                    <a:rPr lang="en-US" altLang="zh-CN" sz="2400" b="0" i="1" smtClean="0">
                                      <a:latin typeface="Cambria Math" panose="02040503050406030204" pitchFamily="18" charset="0"/>
                                    </a:rPr>
                                    <m:t>12</m:t>
                                  </m:r>
                                </m:sub>
                                <m:sup>
                                  <m:r>
                                    <a:rPr lang="en-US" altLang="zh-CN" sz="2400" b="0" i="1" smtClean="0">
                                      <a:latin typeface="Cambria Math" panose="02040503050406030204" pitchFamily="18" charset="0"/>
                                    </a:rPr>
                                    <m:t>𝐴</m:t>
                                  </m:r>
                                </m:sup>
                              </m:sSubSup>
                            </m:e>
                            <m:e>
                              <m:sSubSup>
                                <m:sSubSupPr>
                                  <m:ctrlPr>
                                    <a:rPr lang="en-US" altLang="zh-CN" sz="2400" b="0" i="1" smtClean="0">
                                      <a:latin typeface="Cambria Math" panose="02040503050406030204" pitchFamily="18" charset="0"/>
                                    </a:rPr>
                                  </m:ctrlPr>
                                </m:sSubSupPr>
                                <m:e>
                                  <m:r>
                                    <a:rPr lang="en-US" altLang="zh-CN" sz="2400" b="0" i="1" smtClean="0">
                                      <a:latin typeface="Cambria Math" panose="02040503050406030204" pitchFamily="18" charset="0"/>
                                    </a:rPr>
                                    <m:t>𝑤</m:t>
                                  </m:r>
                                </m:e>
                                <m:sub>
                                  <m:r>
                                    <a:rPr lang="en-US" altLang="zh-CN" sz="2400" b="0" i="1" smtClean="0">
                                      <a:latin typeface="Cambria Math" panose="02040503050406030204" pitchFamily="18" charset="0"/>
                                    </a:rPr>
                                    <m:t>21</m:t>
                                  </m:r>
                                </m:sub>
                                <m:sup>
                                  <m:r>
                                    <a:rPr lang="en-US" altLang="zh-CN" sz="2400" b="0" i="1" smtClean="0">
                                      <a:latin typeface="Cambria Math" panose="02040503050406030204" pitchFamily="18" charset="0"/>
                                    </a:rPr>
                                    <m:t>𝐴</m:t>
                                  </m:r>
                                </m:sup>
                              </m:sSubSup>
                              <m:r>
                                <a:rPr lang="en-US" altLang="zh-CN" sz="2400" b="0" i="1" smtClean="0">
                                  <a:latin typeface="Cambria Math" panose="02040503050406030204" pitchFamily="18" charset="0"/>
                                </a:rPr>
                                <m:t> </m:t>
                              </m:r>
                              <m:sSubSup>
                                <m:sSubSupPr>
                                  <m:ctrlPr>
                                    <a:rPr lang="en-US" altLang="zh-CN" sz="2400" b="0" i="1" smtClean="0">
                                      <a:latin typeface="Cambria Math" panose="02040503050406030204" pitchFamily="18" charset="0"/>
                                    </a:rPr>
                                  </m:ctrlPr>
                                </m:sSubSupPr>
                                <m:e>
                                  <m:r>
                                    <a:rPr lang="en-US" altLang="zh-CN" sz="2400" b="0" i="1" smtClean="0">
                                      <a:latin typeface="Cambria Math" panose="02040503050406030204" pitchFamily="18" charset="0"/>
                                    </a:rPr>
                                    <m:t>𝑤</m:t>
                                  </m:r>
                                </m:e>
                                <m:sub>
                                  <m:r>
                                    <a:rPr lang="en-US" altLang="zh-CN" sz="2400" b="0" i="1" smtClean="0">
                                      <a:latin typeface="Cambria Math" panose="02040503050406030204" pitchFamily="18" charset="0"/>
                                    </a:rPr>
                                    <m:t>22</m:t>
                                  </m:r>
                                </m:sub>
                                <m:sup>
                                  <m:r>
                                    <a:rPr lang="en-US" altLang="zh-CN" sz="2400" b="0" i="1" smtClean="0">
                                      <a:latin typeface="Cambria Math" panose="02040503050406030204" pitchFamily="18" charset="0"/>
                                    </a:rPr>
                                    <m:t>𝐴</m:t>
                                  </m:r>
                                </m:sup>
                              </m:sSubSup>
                            </m:e>
                            <m:e>
                              <m:sSubSup>
                                <m:sSubSupPr>
                                  <m:ctrlPr>
                                    <a:rPr lang="en-US" altLang="zh-CN" sz="2400" b="0" i="1" smtClean="0">
                                      <a:latin typeface="Cambria Math" panose="02040503050406030204" pitchFamily="18" charset="0"/>
                                    </a:rPr>
                                  </m:ctrlPr>
                                </m:sSubSupPr>
                                <m:e>
                                  <m:r>
                                    <a:rPr lang="en-US" altLang="zh-CN" sz="2400" b="0" i="1" smtClean="0">
                                      <a:latin typeface="Cambria Math" panose="02040503050406030204" pitchFamily="18" charset="0"/>
                                    </a:rPr>
                                    <m:t>𝑤</m:t>
                                  </m:r>
                                </m:e>
                                <m:sub>
                                  <m:r>
                                    <a:rPr lang="en-US" altLang="zh-CN" sz="2400" b="0" i="1" smtClean="0">
                                      <a:latin typeface="Cambria Math" panose="02040503050406030204" pitchFamily="18" charset="0"/>
                                    </a:rPr>
                                    <m:t>31</m:t>
                                  </m:r>
                                </m:sub>
                                <m:sup>
                                  <m:r>
                                    <a:rPr lang="en-US" altLang="zh-CN" sz="2400" b="0" i="1" smtClean="0">
                                      <a:latin typeface="Cambria Math" panose="02040503050406030204" pitchFamily="18" charset="0"/>
                                    </a:rPr>
                                    <m:t>𝐴</m:t>
                                  </m:r>
                                </m:sup>
                              </m:sSubSup>
                              <m:r>
                                <a:rPr lang="en-US" altLang="zh-CN" sz="2400" b="0" i="1" smtClean="0">
                                  <a:latin typeface="Cambria Math" panose="02040503050406030204" pitchFamily="18" charset="0"/>
                                </a:rPr>
                                <m:t> </m:t>
                              </m:r>
                              <m:sSubSup>
                                <m:sSubSupPr>
                                  <m:ctrlPr>
                                    <a:rPr lang="en-US" altLang="zh-CN" sz="2400" b="0" i="1" smtClean="0">
                                      <a:latin typeface="Cambria Math" panose="02040503050406030204" pitchFamily="18" charset="0"/>
                                    </a:rPr>
                                  </m:ctrlPr>
                                </m:sSubSupPr>
                                <m:e>
                                  <m:r>
                                    <a:rPr lang="en-US" altLang="zh-CN" sz="2400" b="0" i="1" smtClean="0">
                                      <a:latin typeface="Cambria Math" panose="02040503050406030204" pitchFamily="18" charset="0"/>
                                    </a:rPr>
                                    <m:t>𝑤</m:t>
                                  </m:r>
                                </m:e>
                                <m:sub>
                                  <m:r>
                                    <a:rPr lang="en-US" altLang="zh-CN" sz="2400" b="0" i="1" smtClean="0">
                                      <a:latin typeface="Cambria Math" panose="02040503050406030204" pitchFamily="18" charset="0"/>
                                    </a:rPr>
                                    <m:t>32</m:t>
                                  </m:r>
                                </m:sub>
                                <m:sup>
                                  <m:r>
                                    <a:rPr lang="en-US" altLang="zh-CN" sz="2400" b="0" i="1" smtClean="0">
                                      <a:latin typeface="Cambria Math" panose="02040503050406030204" pitchFamily="18" charset="0"/>
                                    </a:rPr>
                                    <m:t>𝐴</m:t>
                                  </m:r>
                                </m:sup>
                              </m:sSubSup>
                            </m:e>
                          </m:eqArr>
                        </m:e>
                      </m:d>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𝑊</m:t>
                          </m:r>
                        </m:e>
                        <m:sub>
                          <m:r>
                            <a:rPr lang="en-US" altLang="zh-CN" sz="2400" b="0" i="1" smtClean="0">
                              <a:latin typeface="Cambria Math" panose="02040503050406030204" pitchFamily="18" charset="0"/>
                            </a:rPr>
                            <m:t>𝐴</m:t>
                          </m:r>
                        </m:sub>
                      </m:sSub>
                    </m:oMath>
                  </m:oMathPara>
                </a14:m>
                <a:endParaRPr lang="en-US" altLang="zh-CN" sz="2400" dirty="0">
                  <a:latin typeface="+mn-ea"/>
                </a:endParaRPr>
              </a:p>
            </p:txBody>
          </p:sp>
        </mc:Choice>
        <mc:Fallback xmlns="">
          <p:sp>
            <p:nvSpPr>
              <p:cNvPr id="248" name="文本框 247">
                <a:extLst>
                  <a:ext uri="{FF2B5EF4-FFF2-40B4-BE49-F238E27FC236}">
                    <a16:creationId xmlns:a16="http://schemas.microsoft.com/office/drawing/2014/main" id="{19B76A5C-7280-55A5-171B-B86FD86AF745}"/>
                  </a:ext>
                </a:extLst>
              </p:cNvPr>
              <p:cNvSpPr txBox="1">
                <a:spLocks noRot="1" noChangeAspect="1" noMove="1" noResize="1" noEditPoints="1" noAdjustHandles="1" noChangeArrowheads="1" noChangeShapeType="1" noTextEdit="1"/>
              </p:cNvSpPr>
              <p:nvPr/>
            </p:nvSpPr>
            <p:spPr>
              <a:xfrm>
                <a:off x="9923892" y="695491"/>
                <a:ext cx="2484380" cy="1329403"/>
              </a:xfrm>
              <a:prstGeom prst="rect">
                <a:avLst/>
              </a:prstGeom>
              <a:blipFill>
                <a:blip r:embed="rId3"/>
                <a:stretch>
                  <a:fillRect/>
                </a:stretch>
              </a:blipFill>
            </p:spPr>
            <p:txBody>
              <a:bodyPr/>
              <a:lstStyle/>
              <a:p>
                <a:r>
                  <a:rPr lang="zh-CN" altLang="en-US">
                    <a:noFill/>
                  </a:rPr>
                  <a:t> </a:t>
                </a:r>
              </a:p>
            </p:txBody>
          </p:sp>
        </mc:Fallback>
      </mc:AlternateContent>
      <p:cxnSp>
        <p:nvCxnSpPr>
          <p:cNvPr id="250" name="直接箭头连接符 249">
            <a:extLst>
              <a:ext uri="{FF2B5EF4-FFF2-40B4-BE49-F238E27FC236}">
                <a16:creationId xmlns:a16="http://schemas.microsoft.com/office/drawing/2014/main" id="{D78CA924-C62C-C59F-C69A-230AD854C476}"/>
              </a:ext>
            </a:extLst>
          </p:cNvPr>
          <p:cNvCxnSpPr>
            <a:cxnSpLocks/>
          </p:cNvCxnSpPr>
          <p:nvPr/>
        </p:nvCxnSpPr>
        <p:spPr>
          <a:xfrm flipV="1">
            <a:off x="9336189" y="937961"/>
            <a:ext cx="630771" cy="4445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2" name="文本框 251">
                <a:extLst>
                  <a:ext uri="{FF2B5EF4-FFF2-40B4-BE49-F238E27FC236}">
                    <a16:creationId xmlns:a16="http://schemas.microsoft.com/office/drawing/2014/main" id="{8AA930BC-4D0F-971C-1791-606FE97397FA}"/>
                  </a:ext>
                </a:extLst>
              </p:cNvPr>
              <p:cNvSpPr txBox="1"/>
              <p:nvPr/>
            </p:nvSpPr>
            <p:spPr>
              <a:xfrm>
                <a:off x="9923892" y="2595452"/>
                <a:ext cx="2386218" cy="132382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d>
                        <m:dPr>
                          <m:begChr m:val="["/>
                          <m:endChr m:val="]"/>
                          <m:ctrlPr>
                            <a:rPr lang="en-US" altLang="zh-CN" sz="2400" i="1" smtClean="0">
                              <a:latin typeface="Cambria Math" panose="02040503050406030204" pitchFamily="18" charset="0"/>
                            </a:rPr>
                          </m:ctrlPr>
                        </m:dPr>
                        <m:e>
                          <m:eqArr>
                            <m:eqArrPr>
                              <m:ctrlPr>
                                <a:rPr lang="en-US" altLang="zh-CN" sz="2400" b="0" i="1" smtClean="0">
                                  <a:latin typeface="Cambria Math" panose="02040503050406030204" pitchFamily="18" charset="0"/>
                                </a:rPr>
                              </m:ctrlPr>
                            </m:eqArrPr>
                            <m:e>
                              <m:sSubSup>
                                <m:sSubSupPr>
                                  <m:ctrlPr>
                                    <a:rPr lang="en-US" altLang="zh-CN" sz="2400" b="0" i="1" smtClean="0">
                                      <a:latin typeface="Cambria Math" panose="02040503050406030204" pitchFamily="18" charset="0"/>
                                    </a:rPr>
                                  </m:ctrlPr>
                                </m:sSubSupPr>
                                <m:e>
                                  <m:r>
                                    <a:rPr lang="en-US" altLang="zh-CN" sz="2400" b="0" i="1" smtClean="0">
                                      <a:latin typeface="Cambria Math" panose="02040503050406030204" pitchFamily="18" charset="0"/>
                                    </a:rPr>
                                    <m:t>𝑤</m:t>
                                  </m:r>
                                </m:e>
                                <m:sub>
                                  <m:r>
                                    <a:rPr lang="en-US" altLang="zh-CN" sz="2400" b="0" i="1" smtClean="0">
                                      <a:latin typeface="Cambria Math" panose="02040503050406030204" pitchFamily="18" charset="0"/>
                                    </a:rPr>
                                    <m:t>11</m:t>
                                  </m:r>
                                </m:sub>
                                <m:sup>
                                  <m:r>
                                    <a:rPr lang="en-US" altLang="zh-CN" sz="2400" b="0" i="1" smtClean="0">
                                      <a:latin typeface="Cambria Math" panose="02040503050406030204" pitchFamily="18" charset="0"/>
                                    </a:rPr>
                                    <m:t>𝐵</m:t>
                                  </m:r>
                                </m:sup>
                              </m:sSubSup>
                              <m:r>
                                <a:rPr lang="en-US" altLang="zh-CN" sz="2400" b="0" i="1" smtClean="0">
                                  <a:latin typeface="Cambria Math" panose="02040503050406030204" pitchFamily="18" charset="0"/>
                                </a:rPr>
                                <m:t> </m:t>
                              </m:r>
                              <m:sSubSup>
                                <m:sSubSupPr>
                                  <m:ctrlPr>
                                    <a:rPr lang="en-US" altLang="zh-CN" sz="2400" b="0" i="1" smtClean="0">
                                      <a:latin typeface="Cambria Math" panose="02040503050406030204" pitchFamily="18" charset="0"/>
                                    </a:rPr>
                                  </m:ctrlPr>
                                </m:sSubSupPr>
                                <m:e>
                                  <m:r>
                                    <a:rPr lang="en-US" altLang="zh-CN" sz="2400" b="0" i="1" smtClean="0">
                                      <a:latin typeface="Cambria Math" panose="02040503050406030204" pitchFamily="18" charset="0"/>
                                    </a:rPr>
                                    <m:t>𝑤</m:t>
                                  </m:r>
                                </m:e>
                                <m:sub>
                                  <m:r>
                                    <a:rPr lang="en-US" altLang="zh-CN" sz="2400" b="0" i="1" smtClean="0">
                                      <a:latin typeface="Cambria Math" panose="02040503050406030204" pitchFamily="18" charset="0"/>
                                    </a:rPr>
                                    <m:t>12</m:t>
                                  </m:r>
                                </m:sub>
                                <m:sup>
                                  <m:r>
                                    <a:rPr lang="en-US" altLang="zh-CN" sz="2400" b="0" i="1" smtClean="0">
                                      <a:latin typeface="Cambria Math" panose="02040503050406030204" pitchFamily="18" charset="0"/>
                                    </a:rPr>
                                    <m:t>𝐵</m:t>
                                  </m:r>
                                </m:sup>
                              </m:sSubSup>
                            </m:e>
                            <m:e>
                              <m:sSubSup>
                                <m:sSubSupPr>
                                  <m:ctrlPr>
                                    <a:rPr lang="en-US" altLang="zh-CN" sz="2400" b="0" i="1" smtClean="0">
                                      <a:latin typeface="Cambria Math" panose="02040503050406030204" pitchFamily="18" charset="0"/>
                                    </a:rPr>
                                  </m:ctrlPr>
                                </m:sSubSupPr>
                                <m:e>
                                  <m:r>
                                    <a:rPr lang="en-US" altLang="zh-CN" sz="2400" b="0" i="1" smtClean="0">
                                      <a:latin typeface="Cambria Math" panose="02040503050406030204" pitchFamily="18" charset="0"/>
                                    </a:rPr>
                                    <m:t>𝑤</m:t>
                                  </m:r>
                                </m:e>
                                <m:sub>
                                  <m:r>
                                    <a:rPr lang="en-US" altLang="zh-CN" sz="2400" b="0" i="1" smtClean="0">
                                      <a:latin typeface="Cambria Math" panose="02040503050406030204" pitchFamily="18" charset="0"/>
                                    </a:rPr>
                                    <m:t>21</m:t>
                                  </m:r>
                                </m:sub>
                                <m:sup>
                                  <m:r>
                                    <a:rPr lang="en-US" altLang="zh-CN" sz="2400" b="0" i="1" smtClean="0">
                                      <a:latin typeface="Cambria Math" panose="02040503050406030204" pitchFamily="18" charset="0"/>
                                    </a:rPr>
                                    <m:t>𝐵</m:t>
                                  </m:r>
                                </m:sup>
                              </m:sSubSup>
                              <m:r>
                                <a:rPr lang="en-US" altLang="zh-CN" sz="2400" b="0" i="1" smtClean="0">
                                  <a:latin typeface="Cambria Math" panose="02040503050406030204" pitchFamily="18" charset="0"/>
                                </a:rPr>
                                <m:t> </m:t>
                              </m:r>
                              <m:sSubSup>
                                <m:sSubSupPr>
                                  <m:ctrlPr>
                                    <a:rPr lang="en-US" altLang="zh-CN" sz="2400" b="0" i="1" smtClean="0">
                                      <a:latin typeface="Cambria Math" panose="02040503050406030204" pitchFamily="18" charset="0"/>
                                    </a:rPr>
                                  </m:ctrlPr>
                                </m:sSubSupPr>
                                <m:e>
                                  <m:r>
                                    <a:rPr lang="en-US" altLang="zh-CN" sz="2400" b="0" i="1" smtClean="0">
                                      <a:latin typeface="Cambria Math" panose="02040503050406030204" pitchFamily="18" charset="0"/>
                                    </a:rPr>
                                    <m:t>𝑤</m:t>
                                  </m:r>
                                </m:e>
                                <m:sub>
                                  <m:r>
                                    <a:rPr lang="en-US" altLang="zh-CN" sz="2400" b="0" i="1" smtClean="0">
                                      <a:latin typeface="Cambria Math" panose="02040503050406030204" pitchFamily="18" charset="0"/>
                                    </a:rPr>
                                    <m:t>22</m:t>
                                  </m:r>
                                </m:sub>
                                <m:sup>
                                  <m:r>
                                    <a:rPr lang="en-US" altLang="zh-CN" sz="2400" b="0" i="1" smtClean="0">
                                      <a:latin typeface="Cambria Math" panose="02040503050406030204" pitchFamily="18" charset="0"/>
                                    </a:rPr>
                                    <m:t>𝐵</m:t>
                                  </m:r>
                                </m:sup>
                              </m:sSubSup>
                            </m:e>
                            <m:e>
                              <m:sSubSup>
                                <m:sSubSupPr>
                                  <m:ctrlPr>
                                    <a:rPr lang="en-US" altLang="zh-CN" sz="2400" b="0" i="1" smtClean="0">
                                      <a:latin typeface="Cambria Math" panose="02040503050406030204" pitchFamily="18" charset="0"/>
                                    </a:rPr>
                                  </m:ctrlPr>
                                </m:sSubSupPr>
                                <m:e>
                                  <m:r>
                                    <a:rPr lang="en-US" altLang="zh-CN" sz="2400" b="0" i="1" smtClean="0">
                                      <a:latin typeface="Cambria Math" panose="02040503050406030204" pitchFamily="18" charset="0"/>
                                    </a:rPr>
                                    <m:t>𝑤</m:t>
                                  </m:r>
                                </m:e>
                                <m:sub>
                                  <m:r>
                                    <a:rPr lang="en-US" altLang="zh-CN" sz="2400" b="0" i="1" smtClean="0">
                                      <a:latin typeface="Cambria Math" panose="02040503050406030204" pitchFamily="18" charset="0"/>
                                    </a:rPr>
                                    <m:t>31</m:t>
                                  </m:r>
                                </m:sub>
                                <m:sup>
                                  <m:r>
                                    <a:rPr lang="en-US" altLang="zh-CN" sz="2400" b="0" i="1" smtClean="0">
                                      <a:latin typeface="Cambria Math" panose="02040503050406030204" pitchFamily="18" charset="0"/>
                                    </a:rPr>
                                    <m:t>𝐵</m:t>
                                  </m:r>
                                </m:sup>
                              </m:sSubSup>
                              <m:r>
                                <a:rPr lang="en-US" altLang="zh-CN" sz="2400" b="0" i="1" smtClean="0">
                                  <a:latin typeface="Cambria Math" panose="02040503050406030204" pitchFamily="18" charset="0"/>
                                </a:rPr>
                                <m:t> </m:t>
                              </m:r>
                              <m:sSubSup>
                                <m:sSubSupPr>
                                  <m:ctrlPr>
                                    <a:rPr lang="en-US" altLang="zh-CN" sz="2400" b="0" i="1" smtClean="0">
                                      <a:latin typeface="Cambria Math" panose="02040503050406030204" pitchFamily="18" charset="0"/>
                                    </a:rPr>
                                  </m:ctrlPr>
                                </m:sSubSupPr>
                                <m:e>
                                  <m:r>
                                    <a:rPr lang="en-US" altLang="zh-CN" sz="2400" b="0" i="1" smtClean="0">
                                      <a:latin typeface="Cambria Math" panose="02040503050406030204" pitchFamily="18" charset="0"/>
                                    </a:rPr>
                                    <m:t>𝑤</m:t>
                                  </m:r>
                                </m:e>
                                <m:sub>
                                  <m:r>
                                    <a:rPr lang="en-US" altLang="zh-CN" sz="2400" b="0" i="1" smtClean="0">
                                      <a:latin typeface="Cambria Math" panose="02040503050406030204" pitchFamily="18" charset="0"/>
                                    </a:rPr>
                                    <m:t>32</m:t>
                                  </m:r>
                                </m:sub>
                                <m:sup>
                                  <m:r>
                                    <a:rPr lang="en-US" altLang="zh-CN" sz="2400" b="0" i="1" smtClean="0">
                                      <a:latin typeface="Cambria Math" panose="02040503050406030204" pitchFamily="18" charset="0"/>
                                    </a:rPr>
                                    <m:t>𝐵</m:t>
                                  </m:r>
                                </m:sup>
                              </m:sSubSup>
                            </m:e>
                          </m:eqArr>
                        </m:e>
                      </m:d>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𝑊</m:t>
                          </m:r>
                        </m:e>
                        <m:sub>
                          <m:r>
                            <a:rPr lang="en-US" altLang="zh-CN" sz="2400" b="0" i="1" smtClean="0">
                              <a:latin typeface="Cambria Math" panose="02040503050406030204" pitchFamily="18" charset="0"/>
                            </a:rPr>
                            <m:t>𝐵</m:t>
                          </m:r>
                        </m:sub>
                      </m:sSub>
                    </m:oMath>
                  </m:oMathPara>
                </a14:m>
                <a:endParaRPr lang="en-US" altLang="zh-CN" sz="2400" dirty="0">
                  <a:latin typeface="+mn-ea"/>
                </a:endParaRPr>
              </a:p>
            </p:txBody>
          </p:sp>
        </mc:Choice>
        <mc:Fallback xmlns="">
          <p:sp>
            <p:nvSpPr>
              <p:cNvPr id="252" name="文本框 251">
                <a:extLst>
                  <a:ext uri="{FF2B5EF4-FFF2-40B4-BE49-F238E27FC236}">
                    <a16:creationId xmlns:a16="http://schemas.microsoft.com/office/drawing/2014/main" id="{8AA930BC-4D0F-971C-1791-606FE97397FA}"/>
                  </a:ext>
                </a:extLst>
              </p:cNvPr>
              <p:cNvSpPr txBox="1">
                <a:spLocks noRot="1" noChangeAspect="1" noMove="1" noResize="1" noEditPoints="1" noAdjustHandles="1" noChangeArrowheads="1" noChangeShapeType="1" noTextEdit="1"/>
              </p:cNvSpPr>
              <p:nvPr/>
            </p:nvSpPr>
            <p:spPr>
              <a:xfrm>
                <a:off x="9923892" y="2595452"/>
                <a:ext cx="2386218" cy="1323824"/>
              </a:xfrm>
              <a:prstGeom prst="rect">
                <a:avLst/>
              </a:prstGeom>
              <a:blipFill>
                <a:blip r:embed="rId4"/>
                <a:stretch>
                  <a:fillRect/>
                </a:stretch>
              </a:blipFill>
            </p:spPr>
            <p:txBody>
              <a:bodyPr/>
              <a:lstStyle/>
              <a:p>
                <a:r>
                  <a:rPr lang="zh-CN" altLang="en-US">
                    <a:noFill/>
                  </a:rPr>
                  <a:t> </a:t>
                </a:r>
              </a:p>
            </p:txBody>
          </p:sp>
        </mc:Fallback>
      </mc:AlternateContent>
      <p:cxnSp>
        <p:nvCxnSpPr>
          <p:cNvPr id="253" name="直接箭头连接符 252">
            <a:extLst>
              <a:ext uri="{FF2B5EF4-FFF2-40B4-BE49-F238E27FC236}">
                <a16:creationId xmlns:a16="http://schemas.microsoft.com/office/drawing/2014/main" id="{A8E9E028-45EC-7E04-F98B-EBB1CA9E5E4F}"/>
              </a:ext>
            </a:extLst>
          </p:cNvPr>
          <p:cNvCxnSpPr>
            <a:cxnSpLocks/>
          </p:cNvCxnSpPr>
          <p:nvPr/>
        </p:nvCxnSpPr>
        <p:spPr>
          <a:xfrm flipV="1">
            <a:off x="9336189" y="2837922"/>
            <a:ext cx="630771" cy="4445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0" name="文本框 269">
                <a:extLst>
                  <a:ext uri="{FF2B5EF4-FFF2-40B4-BE49-F238E27FC236}">
                    <a16:creationId xmlns:a16="http://schemas.microsoft.com/office/drawing/2014/main" id="{E0AC4565-3BB9-9961-CED5-78AC4EB3B631}"/>
                  </a:ext>
                </a:extLst>
              </p:cNvPr>
              <p:cNvSpPr txBox="1"/>
              <p:nvPr/>
            </p:nvSpPr>
            <p:spPr>
              <a:xfrm>
                <a:off x="625333" y="834104"/>
                <a:ext cx="4700016" cy="1990545"/>
              </a:xfrm>
              <a:prstGeom prst="rect">
                <a:avLst/>
              </a:prstGeom>
              <a:noFill/>
            </p:spPr>
            <p:txBody>
              <a:bodyPr wrap="square">
                <a:spAutoFit/>
              </a:bodyPr>
              <a:lstStyle/>
              <a:p>
                <a:pPr marL="285750" indent="-285750">
                  <a:spcAft>
                    <a:spcPts val="1800"/>
                  </a:spcAft>
                  <a:buFont typeface="Arial" panose="020B0604020202020204" pitchFamily="34" charset="0"/>
                  <a:buChar char="•"/>
                </a:pPr>
                <a:r>
                  <a:rPr lang="zh-CN" altLang="en-US" dirty="0">
                    <a:latin typeface="+mn-ea"/>
                  </a:rPr>
                  <a:t>如果对于全连接神经网络来说，两个神经元之间进行置换，那么网络的输出不会发生变化</a:t>
                </a:r>
                <a:endParaRPr lang="en-US" altLang="zh-CN" dirty="0">
                  <a:latin typeface="+mn-ea"/>
                </a:endParaRPr>
              </a:p>
              <a:p>
                <a:pPr marL="285750" indent="-285750">
                  <a:spcAft>
                    <a:spcPts val="1800"/>
                  </a:spcAft>
                  <a:buFont typeface="Arial" panose="020B0604020202020204" pitchFamily="34" charset="0"/>
                  <a:buChar char="•"/>
                </a:pPr>
                <a:r>
                  <a:rPr lang="zh-CN" altLang="en-US" b="1" dirty="0">
                    <a:latin typeface="+mn-ea"/>
                  </a:rPr>
                  <a:t>本文主要思想</a:t>
                </a:r>
                <a:r>
                  <a:rPr lang="zh-CN" altLang="en-US" dirty="0">
                    <a:latin typeface="+mn-ea"/>
                  </a:rPr>
                  <a:t>：如果这时对于两个全连接神经网络，我们将他们</a:t>
                </a:r>
                <a:r>
                  <a:rPr lang="zh-CN" altLang="en-US" b="1" dirty="0">
                    <a:latin typeface="+mn-ea"/>
                  </a:rPr>
                  <a:t>参数接近</a:t>
                </a:r>
                <a:r>
                  <a:rPr lang="zh-CN" altLang="en-US" dirty="0">
                    <a:latin typeface="+mn-ea"/>
                  </a:rPr>
                  <a:t>的神经元进行</a:t>
                </a:r>
                <a:r>
                  <a:rPr lang="zh-CN" altLang="en-US" b="1" dirty="0">
                    <a:latin typeface="+mn-ea"/>
                  </a:rPr>
                  <a:t>对齐</a:t>
                </a:r>
                <a:r>
                  <a:rPr lang="zh-CN" altLang="en-US" dirty="0">
                    <a:latin typeface="+mn-ea"/>
                  </a:rPr>
                  <a:t>，例如图中</a:t>
                </a:r>
                <a14:m>
                  <m:oMath xmlns:m="http://schemas.openxmlformats.org/officeDocument/2006/math">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m:t>
                        </m:r>
                        <m:r>
                          <a:rPr lang="en-US" altLang="zh-CN" b="0" i="1" smtClean="0">
                            <a:latin typeface="Cambria Math" panose="02040503050406030204" pitchFamily="18" charset="0"/>
                          </a:rPr>
                          <m:t>𝑤</m:t>
                        </m:r>
                      </m:e>
                      <m:sub>
                        <m:r>
                          <a:rPr lang="en-US" altLang="zh-CN" b="0" i="1" smtClean="0">
                            <a:latin typeface="Cambria Math" panose="02040503050406030204" pitchFamily="18" charset="0"/>
                          </a:rPr>
                          <m:t>11</m:t>
                        </m:r>
                      </m:sub>
                      <m:sup>
                        <m:r>
                          <a:rPr lang="en-US" altLang="zh-CN" b="0" i="1" smtClean="0">
                            <a:latin typeface="Cambria Math" panose="02040503050406030204" pitchFamily="18" charset="0"/>
                          </a:rPr>
                          <m:t>𝐴</m:t>
                        </m:r>
                      </m:sup>
                    </m:sSubSup>
                    <m:r>
                      <a:rPr lang="en-US" altLang="zh-CN" b="0" i="1" smtClean="0">
                        <a:latin typeface="Cambria Math" panose="02040503050406030204" pitchFamily="18" charset="0"/>
                      </a:rPr>
                      <m:t> </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12</m:t>
                        </m:r>
                      </m:sub>
                      <m:sup>
                        <m:r>
                          <a:rPr lang="en-US" altLang="zh-CN" b="0" i="1" smtClean="0">
                            <a:latin typeface="Cambria Math" panose="02040503050406030204" pitchFamily="18" charset="0"/>
                          </a:rPr>
                          <m:t>𝐴</m:t>
                        </m:r>
                      </m:sup>
                    </m:sSubSup>
                    <m:r>
                      <a:rPr lang="en-US" altLang="zh-CN" b="0" i="1" smtClean="0">
                        <a:latin typeface="Cambria Math" panose="02040503050406030204" pitchFamily="18" charset="0"/>
                      </a:rPr>
                      <m:t>]</m:t>
                    </m:r>
                  </m:oMath>
                </a14:m>
                <a:r>
                  <a:rPr lang="zh-CN" altLang="en-US" dirty="0">
                    <a:latin typeface="+mn-ea"/>
                  </a:rPr>
                  <a:t>与</a:t>
                </a:r>
                <a14:m>
                  <m:oMath xmlns:m="http://schemas.openxmlformats.org/officeDocument/2006/math">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m:t>
                        </m:r>
                        <m:r>
                          <a:rPr lang="en-US" altLang="zh-CN" i="1">
                            <a:latin typeface="Cambria Math" panose="02040503050406030204" pitchFamily="18" charset="0"/>
                          </a:rPr>
                          <m:t>𝑤</m:t>
                        </m:r>
                      </m:e>
                      <m:sub>
                        <m:r>
                          <a:rPr lang="en-US" altLang="zh-CN" b="0" i="1" smtClean="0">
                            <a:latin typeface="Cambria Math" panose="02040503050406030204" pitchFamily="18" charset="0"/>
                          </a:rPr>
                          <m:t>3</m:t>
                        </m:r>
                        <m:r>
                          <a:rPr lang="en-US" altLang="zh-CN" i="1">
                            <a:latin typeface="Cambria Math" panose="02040503050406030204" pitchFamily="18" charset="0"/>
                          </a:rPr>
                          <m:t>1</m:t>
                        </m:r>
                      </m:sub>
                      <m:sup>
                        <m:r>
                          <a:rPr lang="en-US" altLang="zh-CN" b="0" i="1" smtClean="0">
                            <a:latin typeface="Cambria Math" panose="02040503050406030204" pitchFamily="18" charset="0"/>
                          </a:rPr>
                          <m:t>𝐵</m:t>
                        </m:r>
                      </m:sup>
                    </m:sSubSup>
                    <m:r>
                      <a:rPr lang="en-US" altLang="zh-CN" i="1">
                        <a:latin typeface="Cambria Math" panose="02040503050406030204" pitchFamily="18" charset="0"/>
                      </a:rPr>
                      <m:t> </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b="0" i="1" smtClean="0">
                            <a:latin typeface="Cambria Math" panose="02040503050406030204" pitchFamily="18" charset="0"/>
                          </a:rPr>
                          <m:t>3</m:t>
                        </m:r>
                        <m:r>
                          <a:rPr lang="en-US" altLang="zh-CN" i="1">
                            <a:latin typeface="Cambria Math" panose="02040503050406030204" pitchFamily="18" charset="0"/>
                          </a:rPr>
                          <m:t>2</m:t>
                        </m:r>
                      </m:sub>
                      <m:sup>
                        <m:r>
                          <a:rPr lang="en-US" altLang="zh-CN" b="0" i="1" smtClean="0">
                            <a:latin typeface="Cambria Math" panose="02040503050406030204" pitchFamily="18" charset="0"/>
                          </a:rPr>
                          <m:t>𝐵</m:t>
                        </m:r>
                      </m:sup>
                    </m:sSubSup>
                    <m:r>
                      <a:rPr lang="en-US" altLang="zh-CN" i="1">
                        <a:latin typeface="Cambria Math" panose="02040503050406030204" pitchFamily="18" charset="0"/>
                      </a:rPr>
                      <m:t>]</m:t>
                    </m:r>
                  </m:oMath>
                </a14:m>
                <a:endParaRPr lang="en-US" altLang="zh-CN" dirty="0">
                  <a:latin typeface="+mn-ea"/>
                </a:endParaRPr>
              </a:p>
            </p:txBody>
          </p:sp>
        </mc:Choice>
        <mc:Fallback xmlns="">
          <p:sp>
            <p:nvSpPr>
              <p:cNvPr id="270" name="文本框 269">
                <a:extLst>
                  <a:ext uri="{FF2B5EF4-FFF2-40B4-BE49-F238E27FC236}">
                    <a16:creationId xmlns:a16="http://schemas.microsoft.com/office/drawing/2014/main" id="{E0AC4565-3BB9-9961-CED5-78AC4EB3B631}"/>
                  </a:ext>
                </a:extLst>
              </p:cNvPr>
              <p:cNvSpPr txBox="1">
                <a:spLocks noRot="1" noChangeAspect="1" noMove="1" noResize="1" noEditPoints="1" noAdjustHandles="1" noChangeArrowheads="1" noChangeShapeType="1" noTextEdit="1"/>
              </p:cNvSpPr>
              <p:nvPr/>
            </p:nvSpPr>
            <p:spPr>
              <a:xfrm>
                <a:off x="625333" y="834104"/>
                <a:ext cx="4700016" cy="1990545"/>
              </a:xfrm>
              <a:prstGeom prst="rect">
                <a:avLst/>
              </a:prstGeom>
              <a:blipFill>
                <a:blip r:embed="rId5"/>
                <a:stretch>
                  <a:fillRect l="-908" t="-1840" b="-4294"/>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53F6B331-D1BD-3D09-CFE9-9FA9E1778F95}"/>
              </a:ext>
            </a:extLst>
          </p:cNvPr>
          <p:cNvSpPr txBox="1"/>
          <p:nvPr/>
        </p:nvSpPr>
        <p:spPr>
          <a:xfrm>
            <a:off x="10907486" y="6449406"/>
            <a:ext cx="953142" cy="338554"/>
          </a:xfrm>
          <a:prstGeom prst="rect">
            <a:avLst/>
          </a:prstGeom>
          <a:noFill/>
        </p:spPr>
        <p:txBody>
          <a:bodyPr wrap="square">
            <a:spAutoFit/>
          </a:bodyPr>
          <a:lstStyle/>
          <a:p>
            <a:r>
              <a:rPr lang="en-US" altLang="zh-CN" sz="1600" b="1" dirty="0">
                <a:solidFill>
                  <a:schemeClr val="bg1">
                    <a:lumMod val="50000"/>
                  </a:schemeClr>
                </a:solidFill>
                <a:latin typeface="+mn-ea"/>
              </a:rPr>
              <a:t>8/21</a:t>
            </a:r>
            <a:endParaRPr lang="zh-CN" altLang="en-US" sz="1600" b="1" dirty="0">
              <a:solidFill>
                <a:schemeClr val="bg1">
                  <a:lumMod val="50000"/>
                </a:schemeClr>
              </a:solidFill>
            </a:endParaRPr>
          </a:p>
        </p:txBody>
      </p:sp>
    </p:spTree>
    <p:extLst>
      <p:ext uri="{BB962C8B-B14F-4D97-AF65-F5344CB8AC3E}">
        <p14:creationId xmlns:p14="http://schemas.microsoft.com/office/powerpoint/2010/main" val="19746046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9"/>
                                        </p:tgtEl>
                                        <p:attrNameLst>
                                          <p:attrName>style.visibility</p:attrName>
                                        </p:attrNameLst>
                                      </p:cBhvr>
                                      <p:to>
                                        <p:strVal val="visible"/>
                                      </p:to>
                                    </p:set>
                                    <p:animEffect transition="in" filter="fade">
                                      <p:cBhvr>
                                        <p:cTn id="7" dur="500"/>
                                        <p:tgtEl>
                                          <p:spTgt spid="26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0">
                                            <p:txEl>
                                              <p:pRg st="1" end="1"/>
                                            </p:txEl>
                                          </p:spTgt>
                                        </p:tgtEl>
                                        <p:attrNameLst>
                                          <p:attrName>style.visibility</p:attrName>
                                        </p:attrNameLst>
                                      </p:cBhvr>
                                      <p:to>
                                        <p:strVal val="visible"/>
                                      </p:to>
                                    </p:set>
                                    <p:animEffect transition="in" filter="fade">
                                      <p:cBhvr>
                                        <p:cTn id="12" dur="500"/>
                                        <p:tgtEl>
                                          <p:spTgt spid="27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0"/>
                                        </p:tgtEl>
                                        <p:attrNameLst>
                                          <p:attrName>style.visibility</p:attrName>
                                        </p:attrNameLst>
                                      </p:cBhvr>
                                      <p:to>
                                        <p:strVal val="visible"/>
                                      </p:to>
                                    </p:set>
                                    <p:animEffect transition="in" filter="fade">
                                      <p:cBhvr>
                                        <p:cTn id="17" dur="500"/>
                                        <p:tgtEl>
                                          <p:spTgt spid="25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48"/>
                                        </p:tgtEl>
                                        <p:attrNameLst>
                                          <p:attrName>style.visibility</p:attrName>
                                        </p:attrNameLst>
                                      </p:cBhvr>
                                      <p:to>
                                        <p:strVal val="visible"/>
                                      </p:to>
                                    </p:set>
                                    <p:animEffect transition="in" filter="fade">
                                      <p:cBhvr>
                                        <p:cTn id="20" dur="500"/>
                                        <p:tgtEl>
                                          <p:spTgt spid="248"/>
                                        </p:tgtEl>
                                      </p:cBhvr>
                                    </p:animEffect>
                                  </p:childTnLst>
                                </p:cTn>
                              </p:par>
                              <p:par>
                                <p:cTn id="21" presetID="10" presetClass="entr" presetSubtype="0" fill="hold" nodeType="withEffect">
                                  <p:stCondLst>
                                    <p:cond delay="0"/>
                                  </p:stCondLst>
                                  <p:childTnLst>
                                    <p:set>
                                      <p:cBhvr>
                                        <p:cTn id="22" dur="1" fill="hold">
                                          <p:stCondLst>
                                            <p:cond delay="0"/>
                                          </p:stCondLst>
                                        </p:cTn>
                                        <p:tgtEl>
                                          <p:spTgt spid="253"/>
                                        </p:tgtEl>
                                        <p:attrNameLst>
                                          <p:attrName>style.visibility</p:attrName>
                                        </p:attrNameLst>
                                      </p:cBhvr>
                                      <p:to>
                                        <p:strVal val="visible"/>
                                      </p:to>
                                    </p:set>
                                    <p:animEffect transition="in" filter="fade">
                                      <p:cBhvr>
                                        <p:cTn id="23" dur="500"/>
                                        <p:tgtEl>
                                          <p:spTgt spid="25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52"/>
                                        </p:tgtEl>
                                        <p:attrNameLst>
                                          <p:attrName>style.visibility</p:attrName>
                                        </p:attrNameLst>
                                      </p:cBhvr>
                                      <p:to>
                                        <p:strVal val="visible"/>
                                      </p:to>
                                    </p:set>
                                    <p:animEffect transition="in" filter="fade">
                                      <p:cBhvr>
                                        <p:cTn id="26" dur="500"/>
                                        <p:tgtEl>
                                          <p:spTgt spid="2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 grpId="0"/>
      <p:bldP spid="25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123" name="椭圆 122">
            <a:extLst>
              <a:ext uri="{FF2B5EF4-FFF2-40B4-BE49-F238E27FC236}">
                <a16:creationId xmlns:a16="http://schemas.microsoft.com/office/drawing/2014/main" id="{69370E1F-0A77-E4ED-A55D-B0D7BC7DD7DF}"/>
              </a:ext>
            </a:extLst>
          </p:cNvPr>
          <p:cNvSpPr/>
          <p:nvPr/>
        </p:nvSpPr>
        <p:spPr>
          <a:xfrm>
            <a:off x="8793201" y="1864153"/>
            <a:ext cx="224839" cy="243802"/>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dirty="0"/>
          </a:p>
        </p:txBody>
      </p:sp>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2.</a:t>
            </a:r>
            <a:r>
              <a:rPr lang="zh-CN" altLang="en-US" sz="2800" dirty="0">
                <a:solidFill>
                  <a:srgbClr val="000000">
                    <a:lumMod val="75000"/>
                    <a:lumOff val="25000"/>
                  </a:srgbClr>
                </a:solidFill>
              </a:rPr>
              <a:t>动机</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942211E9-D80D-F183-9239-4A875FBD3161}"/>
                  </a:ext>
                </a:extLst>
              </p:cNvPr>
              <p:cNvSpPr txBox="1"/>
              <p:nvPr/>
            </p:nvSpPr>
            <p:spPr>
              <a:xfrm>
                <a:off x="625333" y="834104"/>
                <a:ext cx="4700016" cy="3560205"/>
              </a:xfrm>
              <a:prstGeom prst="rect">
                <a:avLst/>
              </a:prstGeom>
              <a:noFill/>
            </p:spPr>
            <p:txBody>
              <a:bodyPr wrap="square">
                <a:spAutoFit/>
              </a:bodyPr>
              <a:lstStyle/>
              <a:p>
                <a:pPr marL="285750" indent="-285750">
                  <a:spcAft>
                    <a:spcPts val="1800"/>
                  </a:spcAft>
                  <a:buFont typeface="Arial" panose="020B0604020202020204" pitchFamily="34" charset="0"/>
                  <a:buChar char="•"/>
                </a:pPr>
                <a:r>
                  <a:rPr lang="zh-CN" altLang="en-US" dirty="0">
                    <a:latin typeface="+mn-ea"/>
                  </a:rPr>
                  <a:t>如果对于全连接神经网络来说，两个神经元之间进行置换，那么网络的输出不会发生变化</a:t>
                </a:r>
                <a:endParaRPr lang="en-US" altLang="zh-CN" dirty="0">
                  <a:latin typeface="+mn-ea"/>
                </a:endParaRPr>
              </a:p>
              <a:p>
                <a:pPr marL="285750" indent="-285750">
                  <a:spcAft>
                    <a:spcPts val="1800"/>
                  </a:spcAft>
                  <a:buFont typeface="Arial" panose="020B0604020202020204" pitchFamily="34" charset="0"/>
                  <a:buChar char="•"/>
                </a:pPr>
                <a:r>
                  <a:rPr lang="zh-CN" altLang="en-US" b="1" dirty="0">
                    <a:latin typeface="+mn-ea"/>
                  </a:rPr>
                  <a:t>本文主要思想</a:t>
                </a:r>
                <a:r>
                  <a:rPr lang="zh-CN" altLang="en-US" dirty="0">
                    <a:latin typeface="+mn-ea"/>
                  </a:rPr>
                  <a:t>：如果这时对于两个全连接神经网络，我们将他们</a:t>
                </a:r>
                <a:r>
                  <a:rPr lang="zh-CN" altLang="en-US" b="1" dirty="0">
                    <a:latin typeface="+mn-ea"/>
                  </a:rPr>
                  <a:t>参数接近</a:t>
                </a:r>
                <a:r>
                  <a:rPr lang="zh-CN" altLang="en-US" dirty="0">
                    <a:latin typeface="+mn-ea"/>
                  </a:rPr>
                  <a:t>的神经元进行</a:t>
                </a:r>
                <a:r>
                  <a:rPr lang="zh-CN" altLang="en-US" b="1" dirty="0">
                    <a:latin typeface="+mn-ea"/>
                  </a:rPr>
                  <a:t>对齐</a:t>
                </a:r>
                <a:r>
                  <a:rPr lang="zh-CN" altLang="en-US" dirty="0">
                    <a:latin typeface="+mn-ea"/>
                  </a:rPr>
                  <a:t>，例如图中</a:t>
                </a:r>
                <a14:m>
                  <m:oMath xmlns:m="http://schemas.openxmlformats.org/officeDocument/2006/math">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m:t>
                        </m:r>
                        <m:r>
                          <a:rPr lang="en-US" altLang="zh-CN" i="1">
                            <a:latin typeface="Cambria Math" panose="02040503050406030204" pitchFamily="18" charset="0"/>
                          </a:rPr>
                          <m:t>𝑤</m:t>
                        </m:r>
                      </m:e>
                      <m:sub>
                        <m:r>
                          <a:rPr lang="en-US" altLang="zh-CN" i="1">
                            <a:latin typeface="Cambria Math" panose="02040503050406030204" pitchFamily="18" charset="0"/>
                          </a:rPr>
                          <m:t>11</m:t>
                        </m:r>
                      </m:sub>
                      <m:sup>
                        <m:r>
                          <a:rPr lang="en-US" altLang="zh-CN" i="1">
                            <a:latin typeface="Cambria Math" panose="02040503050406030204" pitchFamily="18" charset="0"/>
                          </a:rPr>
                          <m:t>𝐴</m:t>
                        </m:r>
                      </m:sup>
                    </m:sSubSup>
                    <m:r>
                      <a:rPr lang="en-US" altLang="zh-CN" i="1">
                        <a:latin typeface="Cambria Math" panose="02040503050406030204" pitchFamily="18" charset="0"/>
                      </a:rPr>
                      <m:t> </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i="1">
                            <a:latin typeface="Cambria Math" panose="02040503050406030204" pitchFamily="18" charset="0"/>
                          </a:rPr>
                          <m:t>12</m:t>
                        </m:r>
                      </m:sub>
                      <m:sup>
                        <m:r>
                          <a:rPr lang="en-US" altLang="zh-CN" i="1">
                            <a:latin typeface="Cambria Math" panose="02040503050406030204" pitchFamily="18" charset="0"/>
                          </a:rPr>
                          <m:t>𝐴</m:t>
                        </m:r>
                      </m:sup>
                    </m:sSubSup>
                    <m:r>
                      <a:rPr lang="en-US" altLang="zh-CN" i="1">
                        <a:latin typeface="Cambria Math" panose="02040503050406030204" pitchFamily="18" charset="0"/>
                      </a:rPr>
                      <m:t>]</m:t>
                    </m:r>
                  </m:oMath>
                </a14:m>
                <a:r>
                  <a:rPr lang="zh-CN" altLang="en-US" dirty="0">
                    <a:latin typeface="+mn-ea"/>
                  </a:rPr>
                  <a:t>与</a:t>
                </a:r>
                <a14:m>
                  <m:oMath xmlns:m="http://schemas.openxmlformats.org/officeDocument/2006/math">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m:t>
                        </m:r>
                        <m:r>
                          <a:rPr lang="en-US" altLang="zh-CN" i="1">
                            <a:latin typeface="Cambria Math" panose="02040503050406030204" pitchFamily="18" charset="0"/>
                          </a:rPr>
                          <m:t>𝑤</m:t>
                        </m:r>
                      </m:e>
                      <m:sub>
                        <m:r>
                          <a:rPr lang="en-US" altLang="zh-CN" b="0" i="1" smtClean="0">
                            <a:latin typeface="Cambria Math" panose="02040503050406030204" pitchFamily="18" charset="0"/>
                          </a:rPr>
                          <m:t>3</m:t>
                        </m:r>
                        <m:r>
                          <a:rPr lang="en-US" altLang="zh-CN" i="1">
                            <a:latin typeface="Cambria Math" panose="02040503050406030204" pitchFamily="18" charset="0"/>
                          </a:rPr>
                          <m:t>1</m:t>
                        </m:r>
                      </m:sub>
                      <m:sup>
                        <m:r>
                          <a:rPr lang="en-US" altLang="zh-CN" i="1">
                            <a:latin typeface="Cambria Math" panose="02040503050406030204" pitchFamily="18" charset="0"/>
                          </a:rPr>
                          <m:t>𝐵</m:t>
                        </m:r>
                      </m:sup>
                    </m:sSubSup>
                    <m:r>
                      <a:rPr lang="en-US" altLang="zh-CN" i="1">
                        <a:latin typeface="Cambria Math" panose="02040503050406030204" pitchFamily="18" charset="0"/>
                      </a:rPr>
                      <m:t> </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b="0" i="1" smtClean="0">
                            <a:latin typeface="Cambria Math" panose="02040503050406030204" pitchFamily="18" charset="0"/>
                          </a:rPr>
                          <m:t>3</m:t>
                        </m:r>
                        <m:r>
                          <a:rPr lang="en-US" altLang="zh-CN" i="1">
                            <a:latin typeface="Cambria Math" panose="02040503050406030204" pitchFamily="18" charset="0"/>
                          </a:rPr>
                          <m:t>2</m:t>
                        </m:r>
                      </m:sub>
                      <m:sup>
                        <m:r>
                          <a:rPr lang="en-US" altLang="zh-CN" i="1">
                            <a:latin typeface="Cambria Math" panose="02040503050406030204" pitchFamily="18" charset="0"/>
                          </a:rPr>
                          <m:t>𝐵</m:t>
                        </m:r>
                      </m:sup>
                    </m:sSubSup>
                    <m:r>
                      <a:rPr lang="en-US" altLang="zh-CN" i="1">
                        <a:latin typeface="Cambria Math" panose="02040503050406030204" pitchFamily="18" charset="0"/>
                      </a:rPr>
                      <m:t>]</m:t>
                    </m:r>
                  </m:oMath>
                </a14:m>
                <a:endParaRPr lang="en-US" altLang="zh-CN" dirty="0">
                  <a:latin typeface="+mn-ea"/>
                </a:endParaRPr>
              </a:p>
              <a:p>
                <a:pPr marL="285750" indent="-285750">
                  <a:spcAft>
                    <a:spcPts val="1800"/>
                  </a:spcAft>
                  <a:buFont typeface="Arial" panose="020B0604020202020204" pitchFamily="34" charset="0"/>
                  <a:buChar char="•"/>
                </a:pPr>
                <a:r>
                  <a:rPr lang="zh-CN" altLang="en-US" dirty="0">
                    <a:latin typeface="+mn-ea"/>
                  </a:rPr>
                  <a:t>然后再对参数进行平均，就会产生比较好的结果</a:t>
                </a:r>
                <a:endParaRPr lang="en-US" altLang="zh-CN" dirty="0">
                  <a:latin typeface="+mn-ea"/>
                </a:endParaRPr>
              </a:p>
              <a:p>
                <a:pPr marL="285750" indent="-285750">
                  <a:spcAft>
                    <a:spcPts val="1800"/>
                  </a:spcAft>
                  <a:buFont typeface="Arial" panose="020B0604020202020204" pitchFamily="34" charset="0"/>
                  <a:buChar char="•"/>
                </a:pPr>
                <a:r>
                  <a:rPr lang="zh-CN" altLang="en-US" dirty="0">
                    <a:latin typeface="+mn-ea"/>
                  </a:rPr>
                  <a:t>在这里我们注意，神经元（权重）之间对齐可以用一个</a:t>
                </a:r>
                <a:r>
                  <a:rPr lang="zh-CN" altLang="en-US" b="1" dirty="0">
                    <a:latin typeface="+mn-ea"/>
                  </a:rPr>
                  <a:t>置换矩阵</a:t>
                </a:r>
                <a14:m>
                  <m:oMath xmlns:m="http://schemas.openxmlformats.org/officeDocument/2006/math">
                    <m:r>
                      <a:rPr lang="en-US" altLang="zh-CN" b="1" i="1" smtClean="0">
                        <a:latin typeface="Cambria Math" panose="02040503050406030204" pitchFamily="18" charset="0"/>
                      </a:rPr>
                      <m:t>𝑻</m:t>
                    </m:r>
                  </m:oMath>
                </a14:m>
                <a:r>
                  <a:rPr lang="zh-CN" altLang="en-US" dirty="0">
                    <a:latin typeface="+mn-ea"/>
                  </a:rPr>
                  <a:t>来表示</a:t>
                </a:r>
                <a:endParaRPr lang="en-US" altLang="zh-CN" dirty="0">
                  <a:latin typeface="+mn-ea"/>
                </a:endParaRPr>
              </a:p>
            </p:txBody>
          </p:sp>
        </mc:Choice>
        <mc:Fallback xmlns="">
          <p:sp>
            <p:nvSpPr>
              <p:cNvPr id="4" name="文本框 3">
                <a:extLst>
                  <a:ext uri="{FF2B5EF4-FFF2-40B4-BE49-F238E27FC236}">
                    <a16:creationId xmlns:a16="http://schemas.microsoft.com/office/drawing/2014/main" id="{942211E9-D80D-F183-9239-4A875FBD3161}"/>
                  </a:ext>
                </a:extLst>
              </p:cNvPr>
              <p:cNvSpPr txBox="1">
                <a:spLocks noRot="1" noChangeAspect="1" noMove="1" noResize="1" noEditPoints="1" noAdjustHandles="1" noChangeArrowheads="1" noChangeShapeType="1" noTextEdit="1"/>
              </p:cNvSpPr>
              <p:nvPr/>
            </p:nvSpPr>
            <p:spPr>
              <a:xfrm>
                <a:off x="625333" y="834104"/>
                <a:ext cx="4700016" cy="3560205"/>
              </a:xfrm>
              <a:prstGeom prst="rect">
                <a:avLst/>
              </a:prstGeom>
              <a:blipFill>
                <a:blip r:embed="rId3"/>
                <a:stretch>
                  <a:fillRect l="-908" t="-1027" b="-1712"/>
                </a:stretch>
              </a:blipFill>
            </p:spPr>
            <p:txBody>
              <a:bodyPr/>
              <a:lstStyle/>
              <a:p>
                <a:r>
                  <a:rPr lang="zh-CN" altLang="en-US">
                    <a:noFill/>
                  </a:rPr>
                  <a:t> </a:t>
                </a:r>
              </a:p>
            </p:txBody>
          </p:sp>
        </mc:Fallback>
      </mc:AlternateContent>
      <p:cxnSp>
        <p:nvCxnSpPr>
          <p:cNvPr id="120" name="直接箭头连接符 119">
            <a:extLst>
              <a:ext uri="{FF2B5EF4-FFF2-40B4-BE49-F238E27FC236}">
                <a16:creationId xmlns:a16="http://schemas.microsoft.com/office/drawing/2014/main" id="{8B7EC455-2FA4-B787-5FAD-59B855591087}"/>
              </a:ext>
            </a:extLst>
          </p:cNvPr>
          <p:cNvCxnSpPr>
            <a:cxnSpLocks/>
            <a:stCxn id="129" idx="6"/>
            <a:endCxn id="122" idx="2"/>
          </p:cNvCxnSpPr>
          <p:nvPr/>
        </p:nvCxnSpPr>
        <p:spPr>
          <a:xfrm flipV="1">
            <a:off x="8120716" y="1262993"/>
            <a:ext cx="672485" cy="147344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121" name="椭圆 120">
            <a:extLst>
              <a:ext uri="{FF2B5EF4-FFF2-40B4-BE49-F238E27FC236}">
                <a16:creationId xmlns:a16="http://schemas.microsoft.com/office/drawing/2014/main" id="{594D8AAE-A8EF-CC6F-476B-6CBEA299C45B}"/>
              </a:ext>
            </a:extLst>
          </p:cNvPr>
          <p:cNvSpPr/>
          <p:nvPr/>
        </p:nvSpPr>
        <p:spPr>
          <a:xfrm>
            <a:off x="8798484" y="2609146"/>
            <a:ext cx="224839" cy="24380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122" name="椭圆 121">
            <a:extLst>
              <a:ext uri="{FF2B5EF4-FFF2-40B4-BE49-F238E27FC236}">
                <a16:creationId xmlns:a16="http://schemas.microsoft.com/office/drawing/2014/main" id="{D3C872B5-FBE8-A73E-F5D1-C084EA0CA69C}"/>
              </a:ext>
            </a:extLst>
          </p:cNvPr>
          <p:cNvSpPr/>
          <p:nvPr/>
        </p:nvSpPr>
        <p:spPr>
          <a:xfrm>
            <a:off x="8793201" y="1141092"/>
            <a:ext cx="224839" cy="243802"/>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dirty="0"/>
          </a:p>
        </p:txBody>
      </p:sp>
      <p:sp>
        <p:nvSpPr>
          <p:cNvPr id="124" name="椭圆 123">
            <a:extLst>
              <a:ext uri="{FF2B5EF4-FFF2-40B4-BE49-F238E27FC236}">
                <a16:creationId xmlns:a16="http://schemas.microsoft.com/office/drawing/2014/main" id="{D2DA2FE9-6548-0318-1867-2486A508EA93}"/>
              </a:ext>
            </a:extLst>
          </p:cNvPr>
          <p:cNvSpPr/>
          <p:nvPr/>
        </p:nvSpPr>
        <p:spPr>
          <a:xfrm>
            <a:off x="7026642" y="1493270"/>
            <a:ext cx="224832" cy="24380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125" name="椭圆 124">
            <a:extLst>
              <a:ext uri="{FF2B5EF4-FFF2-40B4-BE49-F238E27FC236}">
                <a16:creationId xmlns:a16="http://schemas.microsoft.com/office/drawing/2014/main" id="{BD2DC39A-E042-A8B5-D73E-1350FE7846F9}"/>
              </a:ext>
            </a:extLst>
          </p:cNvPr>
          <p:cNvSpPr/>
          <p:nvPr/>
        </p:nvSpPr>
        <p:spPr>
          <a:xfrm>
            <a:off x="7026642" y="2240878"/>
            <a:ext cx="224832" cy="24380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126" name="椭圆 125">
            <a:extLst>
              <a:ext uri="{FF2B5EF4-FFF2-40B4-BE49-F238E27FC236}">
                <a16:creationId xmlns:a16="http://schemas.microsoft.com/office/drawing/2014/main" id="{466144FB-98BC-8A07-4727-8DB479F373FA}"/>
              </a:ext>
            </a:extLst>
          </p:cNvPr>
          <p:cNvSpPr/>
          <p:nvPr/>
        </p:nvSpPr>
        <p:spPr>
          <a:xfrm>
            <a:off x="9636771" y="2240877"/>
            <a:ext cx="224829" cy="243802"/>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127" name="椭圆 126">
            <a:extLst>
              <a:ext uri="{FF2B5EF4-FFF2-40B4-BE49-F238E27FC236}">
                <a16:creationId xmlns:a16="http://schemas.microsoft.com/office/drawing/2014/main" id="{6BD4769E-D1D0-0001-B501-90F9DF11E06D}"/>
              </a:ext>
            </a:extLst>
          </p:cNvPr>
          <p:cNvSpPr/>
          <p:nvPr/>
        </p:nvSpPr>
        <p:spPr>
          <a:xfrm>
            <a:off x="9647327" y="1493270"/>
            <a:ext cx="224829" cy="243802"/>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128" name="椭圆 127">
            <a:extLst>
              <a:ext uri="{FF2B5EF4-FFF2-40B4-BE49-F238E27FC236}">
                <a16:creationId xmlns:a16="http://schemas.microsoft.com/office/drawing/2014/main" id="{07998D8D-3C0C-116E-B1E5-499174D0F83E}"/>
              </a:ext>
            </a:extLst>
          </p:cNvPr>
          <p:cNvSpPr/>
          <p:nvPr/>
        </p:nvSpPr>
        <p:spPr>
          <a:xfrm>
            <a:off x="7895884" y="1119606"/>
            <a:ext cx="224832" cy="243802"/>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129" name="椭圆 128">
            <a:extLst>
              <a:ext uri="{FF2B5EF4-FFF2-40B4-BE49-F238E27FC236}">
                <a16:creationId xmlns:a16="http://schemas.microsoft.com/office/drawing/2014/main" id="{EE5C8DF1-E39D-0A77-D65D-AF1186E77BC5}"/>
              </a:ext>
            </a:extLst>
          </p:cNvPr>
          <p:cNvSpPr/>
          <p:nvPr/>
        </p:nvSpPr>
        <p:spPr>
          <a:xfrm>
            <a:off x="7895884" y="2614537"/>
            <a:ext cx="224832" cy="243802"/>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130" name="椭圆 129">
            <a:extLst>
              <a:ext uri="{FF2B5EF4-FFF2-40B4-BE49-F238E27FC236}">
                <a16:creationId xmlns:a16="http://schemas.microsoft.com/office/drawing/2014/main" id="{A92836C6-1B73-A9BC-A7E2-D16DC17F2A55}"/>
              </a:ext>
            </a:extLst>
          </p:cNvPr>
          <p:cNvSpPr/>
          <p:nvPr/>
        </p:nvSpPr>
        <p:spPr>
          <a:xfrm>
            <a:off x="7895884" y="1867072"/>
            <a:ext cx="224832" cy="243802"/>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cxnSp>
        <p:nvCxnSpPr>
          <p:cNvPr id="131" name="直接箭头连接符 130">
            <a:extLst>
              <a:ext uri="{FF2B5EF4-FFF2-40B4-BE49-F238E27FC236}">
                <a16:creationId xmlns:a16="http://schemas.microsoft.com/office/drawing/2014/main" id="{E2DFECEE-8CFC-5F18-AA59-1440FEC6D51B}"/>
              </a:ext>
            </a:extLst>
          </p:cNvPr>
          <p:cNvCxnSpPr>
            <a:cxnSpLocks/>
            <a:stCxn id="124" idx="6"/>
            <a:endCxn id="128" idx="2"/>
          </p:cNvCxnSpPr>
          <p:nvPr/>
        </p:nvCxnSpPr>
        <p:spPr>
          <a:xfrm flipV="1">
            <a:off x="7251474" y="1241507"/>
            <a:ext cx="644410" cy="37366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32" name="直接箭头连接符 131">
            <a:extLst>
              <a:ext uri="{FF2B5EF4-FFF2-40B4-BE49-F238E27FC236}">
                <a16:creationId xmlns:a16="http://schemas.microsoft.com/office/drawing/2014/main" id="{5A136630-E824-3BC2-F651-B9E641487879}"/>
              </a:ext>
            </a:extLst>
          </p:cNvPr>
          <p:cNvCxnSpPr>
            <a:cxnSpLocks/>
            <a:stCxn id="124" idx="6"/>
            <a:endCxn id="130" idx="2"/>
          </p:cNvCxnSpPr>
          <p:nvPr/>
        </p:nvCxnSpPr>
        <p:spPr>
          <a:xfrm>
            <a:off x="7251474" y="1615169"/>
            <a:ext cx="644410" cy="373804"/>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33" name="直接箭头连接符 132">
            <a:extLst>
              <a:ext uri="{FF2B5EF4-FFF2-40B4-BE49-F238E27FC236}">
                <a16:creationId xmlns:a16="http://schemas.microsoft.com/office/drawing/2014/main" id="{82298286-9B26-C647-36EE-905C3368989A}"/>
              </a:ext>
            </a:extLst>
          </p:cNvPr>
          <p:cNvCxnSpPr>
            <a:cxnSpLocks/>
            <a:stCxn id="124" idx="6"/>
            <a:endCxn id="129" idx="2"/>
          </p:cNvCxnSpPr>
          <p:nvPr/>
        </p:nvCxnSpPr>
        <p:spPr>
          <a:xfrm>
            <a:off x="7251474" y="1615169"/>
            <a:ext cx="644410" cy="1121269"/>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34" name="直接箭头连接符 133">
            <a:extLst>
              <a:ext uri="{FF2B5EF4-FFF2-40B4-BE49-F238E27FC236}">
                <a16:creationId xmlns:a16="http://schemas.microsoft.com/office/drawing/2014/main" id="{51616935-1F3E-9ABF-6BE4-E73E2DEC7FBA}"/>
              </a:ext>
            </a:extLst>
          </p:cNvPr>
          <p:cNvCxnSpPr>
            <a:cxnSpLocks/>
            <a:stCxn id="125" idx="6"/>
            <a:endCxn id="128" idx="2"/>
          </p:cNvCxnSpPr>
          <p:nvPr/>
        </p:nvCxnSpPr>
        <p:spPr>
          <a:xfrm flipV="1">
            <a:off x="7251474" y="1241507"/>
            <a:ext cx="644410" cy="1121269"/>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35" name="直接箭头连接符 134">
            <a:extLst>
              <a:ext uri="{FF2B5EF4-FFF2-40B4-BE49-F238E27FC236}">
                <a16:creationId xmlns:a16="http://schemas.microsoft.com/office/drawing/2014/main" id="{ABB20396-1C5F-6F39-3B35-24C771686E95}"/>
              </a:ext>
            </a:extLst>
          </p:cNvPr>
          <p:cNvCxnSpPr>
            <a:cxnSpLocks/>
            <a:stCxn id="125" idx="6"/>
            <a:endCxn id="130" idx="2"/>
          </p:cNvCxnSpPr>
          <p:nvPr/>
        </p:nvCxnSpPr>
        <p:spPr>
          <a:xfrm flipV="1">
            <a:off x="7251474" y="1988973"/>
            <a:ext cx="644410" cy="373804"/>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36" name="直接箭头连接符 135">
            <a:extLst>
              <a:ext uri="{FF2B5EF4-FFF2-40B4-BE49-F238E27FC236}">
                <a16:creationId xmlns:a16="http://schemas.microsoft.com/office/drawing/2014/main" id="{775B8DAF-59C3-E9D0-5D62-CE98BE549E1F}"/>
              </a:ext>
            </a:extLst>
          </p:cNvPr>
          <p:cNvCxnSpPr>
            <a:cxnSpLocks/>
            <a:stCxn id="125" idx="6"/>
            <a:endCxn id="129" idx="2"/>
          </p:cNvCxnSpPr>
          <p:nvPr/>
        </p:nvCxnSpPr>
        <p:spPr>
          <a:xfrm>
            <a:off x="7251474" y="2362777"/>
            <a:ext cx="644410" cy="37366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37" name="直接箭头连接符 136">
            <a:extLst>
              <a:ext uri="{FF2B5EF4-FFF2-40B4-BE49-F238E27FC236}">
                <a16:creationId xmlns:a16="http://schemas.microsoft.com/office/drawing/2014/main" id="{C6D76DD7-F62C-2EB8-43FF-6721D8B295BC}"/>
              </a:ext>
            </a:extLst>
          </p:cNvPr>
          <p:cNvCxnSpPr>
            <a:cxnSpLocks/>
            <a:stCxn id="128" idx="6"/>
            <a:endCxn id="121" idx="2"/>
          </p:cNvCxnSpPr>
          <p:nvPr/>
        </p:nvCxnSpPr>
        <p:spPr>
          <a:xfrm>
            <a:off x="8120716" y="1241507"/>
            <a:ext cx="677768" cy="1489540"/>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38" name="直接箭头连接符 137">
            <a:extLst>
              <a:ext uri="{FF2B5EF4-FFF2-40B4-BE49-F238E27FC236}">
                <a16:creationId xmlns:a16="http://schemas.microsoft.com/office/drawing/2014/main" id="{06B402B9-0158-D02B-F126-81413B8C748E}"/>
              </a:ext>
            </a:extLst>
          </p:cNvPr>
          <p:cNvCxnSpPr>
            <a:cxnSpLocks/>
            <a:stCxn id="128" idx="6"/>
            <a:endCxn id="123" idx="2"/>
          </p:cNvCxnSpPr>
          <p:nvPr/>
        </p:nvCxnSpPr>
        <p:spPr>
          <a:xfrm>
            <a:off x="8120716" y="1241507"/>
            <a:ext cx="672485" cy="74454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39" name="直接箭头连接符 138">
            <a:extLst>
              <a:ext uri="{FF2B5EF4-FFF2-40B4-BE49-F238E27FC236}">
                <a16:creationId xmlns:a16="http://schemas.microsoft.com/office/drawing/2014/main" id="{377CDF63-A723-D56A-BF69-58B02CB6868D}"/>
              </a:ext>
            </a:extLst>
          </p:cNvPr>
          <p:cNvCxnSpPr>
            <a:cxnSpLocks/>
            <a:stCxn id="128" idx="6"/>
            <a:endCxn id="122" idx="2"/>
          </p:cNvCxnSpPr>
          <p:nvPr/>
        </p:nvCxnSpPr>
        <p:spPr>
          <a:xfrm>
            <a:off x="8120716" y="1241507"/>
            <a:ext cx="672485" cy="2148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40" name="直接连接符 139">
            <a:extLst>
              <a:ext uri="{FF2B5EF4-FFF2-40B4-BE49-F238E27FC236}">
                <a16:creationId xmlns:a16="http://schemas.microsoft.com/office/drawing/2014/main" id="{8DA2B611-7890-A802-AA23-267229430A59}"/>
              </a:ext>
            </a:extLst>
          </p:cNvPr>
          <p:cNvCxnSpPr>
            <a:cxnSpLocks/>
            <a:stCxn id="130" idx="6"/>
            <a:endCxn id="122" idx="2"/>
          </p:cNvCxnSpPr>
          <p:nvPr/>
        </p:nvCxnSpPr>
        <p:spPr>
          <a:xfrm flipV="1">
            <a:off x="8120716" y="1262993"/>
            <a:ext cx="672485" cy="72598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1" name="直接箭头连接符 140">
            <a:extLst>
              <a:ext uri="{FF2B5EF4-FFF2-40B4-BE49-F238E27FC236}">
                <a16:creationId xmlns:a16="http://schemas.microsoft.com/office/drawing/2014/main" id="{CF769AC7-9025-BB2D-F169-07CBBA29BBF9}"/>
              </a:ext>
            </a:extLst>
          </p:cNvPr>
          <p:cNvCxnSpPr>
            <a:cxnSpLocks/>
            <a:stCxn id="130" idx="6"/>
            <a:endCxn id="121" idx="2"/>
          </p:cNvCxnSpPr>
          <p:nvPr/>
        </p:nvCxnSpPr>
        <p:spPr>
          <a:xfrm>
            <a:off x="8120716" y="1988973"/>
            <a:ext cx="677768" cy="742074"/>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42" name="直接箭头连接符 141">
            <a:extLst>
              <a:ext uri="{FF2B5EF4-FFF2-40B4-BE49-F238E27FC236}">
                <a16:creationId xmlns:a16="http://schemas.microsoft.com/office/drawing/2014/main" id="{A55BFAC3-04BA-8FDC-172F-520045C20FD7}"/>
              </a:ext>
            </a:extLst>
          </p:cNvPr>
          <p:cNvCxnSpPr>
            <a:cxnSpLocks/>
            <a:stCxn id="130" idx="6"/>
            <a:endCxn id="123" idx="2"/>
          </p:cNvCxnSpPr>
          <p:nvPr/>
        </p:nvCxnSpPr>
        <p:spPr>
          <a:xfrm flipV="1">
            <a:off x="8120716" y="1986054"/>
            <a:ext cx="672485" cy="2919"/>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43" name="直接箭头连接符 142">
            <a:extLst>
              <a:ext uri="{FF2B5EF4-FFF2-40B4-BE49-F238E27FC236}">
                <a16:creationId xmlns:a16="http://schemas.microsoft.com/office/drawing/2014/main" id="{BCF973AD-4B7F-808F-225D-108DA417DFB9}"/>
              </a:ext>
            </a:extLst>
          </p:cNvPr>
          <p:cNvCxnSpPr>
            <a:cxnSpLocks/>
            <a:stCxn id="129" idx="6"/>
            <a:endCxn id="121" idx="2"/>
          </p:cNvCxnSpPr>
          <p:nvPr/>
        </p:nvCxnSpPr>
        <p:spPr>
          <a:xfrm flipV="1">
            <a:off x="8120716" y="2731047"/>
            <a:ext cx="677768" cy="5391"/>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44" name="直接箭头连接符 143">
            <a:extLst>
              <a:ext uri="{FF2B5EF4-FFF2-40B4-BE49-F238E27FC236}">
                <a16:creationId xmlns:a16="http://schemas.microsoft.com/office/drawing/2014/main" id="{6478305D-D83A-5C5C-4C2F-3D6335BC3D49}"/>
              </a:ext>
            </a:extLst>
          </p:cNvPr>
          <p:cNvCxnSpPr>
            <a:cxnSpLocks/>
            <a:stCxn id="129" idx="6"/>
            <a:endCxn id="123" idx="2"/>
          </p:cNvCxnSpPr>
          <p:nvPr/>
        </p:nvCxnSpPr>
        <p:spPr>
          <a:xfrm flipV="1">
            <a:off x="8120716" y="1986054"/>
            <a:ext cx="672485" cy="750384"/>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45" name="直接箭头连接符 144">
            <a:extLst>
              <a:ext uri="{FF2B5EF4-FFF2-40B4-BE49-F238E27FC236}">
                <a16:creationId xmlns:a16="http://schemas.microsoft.com/office/drawing/2014/main" id="{44ACD798-1337-99EE-C181-6E121DF9C88B}"/>
              </a:ext>
            </a:extLst>
          </p:cNvPr>
          <p:cNvCxnSpPr>
            <a:cxnSpLocks/>
            <a:stCxn id="121" idx="6"/>
            <a:endCxn id="127" idx="2"/>
          </p:cNvCxnSpPr>
          <p:nvPr/>
        </p:nvCxnSpPr>
        <p:spPr>
          <a:xfrm flipV="1">
            <a:off x="9023323" y="1615171"/>
            <a:ext cx="624004" cy="1115876"/>
          </a:xfrm>
          <a:prstGeom prst="straightConnector1">
            <a:avLst/>
          </a:prstGeom>
          <a:ln w="1905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146" name="直接箭头连接符 145">
            <a:extLst>
              <a:ext uri="{FF2B5EF4-FFF2-40B4-BE49-F238E27FC236}">
                <a16:creationId xmlns:a16="http://schemas.microsoft.com/office/drawing/2014/main" id="{D35B6F0E-CCA5-4782-94FE-C1BC982E3141}"/>
              </a:ext>
            </a:extLst>
          </p:cNvPr>
          <p:cNvCxnSpPr>
            <a:cxnSpLocks/>
            <a:stCxn id="121" idx="6"/>
            <a:endCxn id="126" idx="2"/>
          </p:cNvCxnSpPr>
          <p:nvPr/>
        </p:nvCxnSpPr>
        <p:spPr>
          <a:xfrm flipV="1">
            <a:off x="9023323" y="2362778"/>
            <a:ext cx="613448" cy="368269"/>
          </a:xfrm>
          <a:prstGeom prst="straightConnector1">
            <a:avLst/>
          </a:prstGeom>
          <a:ln w="1905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147" name="直接箭头连接符 146">
            <a:extLst>
              <a:ext uri="{FF2B5EF4-FFF2-40B4-BE49-F238E27FC236}">
                <a16:creationId xmlns:a16="http://schemas.microsoft.com/office/drawing/2014/main" id="{E38EC7C7-7E84-AF0A-87D1-9E4855B3DE94}"/>
              </a:ext>
            </a:extLst>
          </p:cNvPr>
          <p:cNvCxnSpPr>
            <a:cxnSpLocks/>
            <a:stCxn id="122" idx="6"/>
            <a:endCxn id="127" idx="2"/>
          </p:cNvCxnSpPr>
          <p:nvPr/>
        </p:nvCxnSpPr>
        <p:spPr>
          <a:xfrm>
            <a:off x="9018040" y="1262993"/>
            <a:ext cx="629287" cy="352178"/>
          </a:xfrm>
          <a:prstGeom prst="straightConnector1">
            <a:avLst/>
          </a:prstGeom>
          <a:ln w="19050">
            <a:solidFill>
              <a:srgbClr val="00B0F0"/>
            </a:solidFill>
            <a:tailEnd type="none"/>
          </a:ln>
        </p:spPr>
        <p:style>
          <a:lnRef idx="1">
            <a:schemeClr val="accent1"/>
          </a:lnRef>
          <a:fillRef idx="0">
            <a:schemeClr val="accent1"/>
          </a:fillRef>
          <a:effectRef idx="0">
            <a:schemeClr val="accent1"/>
          </a:effectRef>
          <a:fontRef idx="minor">
            <a:schemeClr val="tx1"/>
          </a:fontRef>
        </p:style>
      </p:cxnSp>
      <p:cxnSp>
        <p:nvCxnSpPr>
          <p:cNvPr id="148" name="直接箭头连接符 147">
            <a:extLst>
              <a:ext uri="{FF2B5EF4-FFF2-40B4-BE49-F238E27FC236}">
                <a16:creationId xmlns:a16="http://schemas.microsoft.com/office/drawing/2014/main" id="{A3C0D9DF-7DE4-6687-0DEB-CED1280442BF}"/>
              </a:ext>
            </a:extLst>
          </p:cNvPr>
          <p:cNvCxnSpPr>
            <a:cxnSpLocks/>
            <a:stCxn id="122" idx="6"/>
            <a:endCxn id="126" idx="2"/>
          </p:cNvCxnSpPr>
          <p:nvPr/>
        </p:nvCxnSpPr>
        <p:spPr>
          <a:xfrm>
            <a:off x="9018040" y="1262993"/>
            <a:ext cx="618731" cy="1099785"/>
          </a:xfrm>
          <a:prstGeom prst="straightConnector1">
            <a:avLst/>
          </a:prstGeom>
          <a:ln w="19050">
            <a:solidFill>
              <a:srgbClr val="00B0F0"/>
            </a:solidFill>
            <a:tailEnd type="none"/>
          </a:ln>
        </p:spPr>
        <p:style>
          <a:lnRef idx="1">
            <a:schemeClr val="accent1"/>
          </a:lnRef>
          <a:fillRef idx="0">
            <a:schemeClr val="accent1"/>
          </a:fillRef>
          <a:effectRef idx="0">
            <a:schemeClr val="accent1"/>
          </a:effectRef>
          <a:fontRef idx="minor">
            <a:schemeClr val="tx1"/>
          </a:fontRef>
        </p:style>
      </p:cxnSp>
      <p:cxnSp>
        <p:nvCxnSpPr>
          <p:cNvPr id="149" name="直接箭头连接符 148">
            <a:extLst>
              <a:ext uri="{FF2B5EF4-FFF2-40B4-BE49-F238E27FC236}">
                <a16:creationId xmlns:a16="http://schemas.microsoft.com/office/drawing/2014/main" id="{E030945E-3A1B-3ED7-A2C1-55A481D8F290}"/>
              </a:ext>
            </a:extLst>
          </p:cNvPr>
          <p:cNvCxnSpPr>
            <a:cxnSpLocks/>
            <a:stCxn id="123" idx="6"/>
            <a:endCxn id="127" idx="2"/>
          </p:cNvCxnSpPr>
          <p:nvPr/>
        </p:nvCxnSpPr>
        <p:spPr>
          <a:xfrm flipV="1">
            <a:off x="9018040" y="1615171"/>
            <a:ext cx="629287" cy="370883"/>
          </a:xfrm>
          <a:prstGeom prst="straightConnector1">
            <a:avLst/>
          </a:prstGeom>
          <a:ln w="19050">
            <a:solidFill>
              <a:schemeClr val="accent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50" name="直接箭头连接符 149">
            <a:extLst>
              <a:ext uri="{FF2B5EF4-FFF2-40B4-BE49-F238E27FC236}">
                <a16:creationId xmlns:a16="http://schemas.microsoft.com/office/drawing/2014/main" id="{2E147CAD-B41B-F91E-E891-FDC763889023}"/>
              </a:ext>
            </a:extLst>
          </p:cNvPr>
          <p:cNvCxnSpPr>
            <a:cxnSpLocks/>
            <a:stCxn id="123" idx="6"/>
            <a:endCxn id="126" idx="2"/>
          </p:cNvCxnSpPr>
          <p:nvPr/>
        </p:nvCxnSpPr>
        <p:spPr>
          <a:xfrm>
            <a:off x="9018040" y="1986054"/>
            <a:ext cx="618731" cy="376724"/>
          </a:xfrm>
          <a:prstGeom prst="straightConnector1">
            <a:avLst/>
          </a:prstGeom>
          <a:ln w="19050">
            <a:solidFill>
              <a:schemeClr val="accent1">
                <a:lumMod val="50000"/>
              </a:schemeClr>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8" name="文本框 247">
                <a:extLst>
                  <a:ext uri="{FF2B5EF4-FFF2-40B4-BE49-F238E27FC236}">
                    <a16:creationId xmlns:a16="http://schemas.microsoft.com/office/drawing/2014/main" id="{19B76A5C-7280-55A5-171B-B86FD86AF745}"/>
                  </a:ext>
                </a:extLst>
              </p:cNvPr>
              <p:cNvSpPr txBox="1"/>
              <p:nvPr/>
            </p:nvSpPr>
            <p:spPr>
              <a:xfrm>
                <a:off x="9923892" y="695491"/>
                <a:ext cx="2492338" cy="132940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d>
                        <m:dPr>
                          <m:begChr m:val="["/>
                          <m:endChr m:val="]"/>
                          <m:ctrlPr>
                            <a:rPr lang="en-US" altLang="zh-CN" sz="2400" i="1" smtClean="0">
                              <a:latin typeface="Cambria Math" panose="02040503050406030204" pitchFamily="18" charset="0"/>
                            </a:rPr>
                          </m:ctrlPr>
                        </m:dPr>
                        <m:e>
                          <m:eqArr>
                            <m:eqArrPr>
                              <m:ctrlPr>
                                <a:rPr lang="en-US" altLang="zh-CN" sz="2400" b="0" i="1" smtClean="0">
                                  <a:latin typeface="Cambria Math" panose="02040503050406030204" pitchFamily="18" charset="0"/>
                                </a:rPr>
                              </m:ctrlPr>
                            </m:eqArrPr>
                            <m:e>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𝑤</m:t>
                                  </m:r>
                                </m:e>
                                <m:sub>
                                  <m:r>
                                    <a:rPr lang="en-US" altLang="zh-CN" sz="2400" i="1">
                                      <a:latin typeface="Cambria Math" panose="02040503050406030204" pitchFamily="18" charset="0"/>
                                    </a:rPr>
                                    <m:t>21</m:t>
                                  </m:r>
                                </m:sub>
                                <m:sup>
                                  <m:r>
                                    <a:rPr lang="en-US" altLang="zh-CN" sz="2400" i="1">
                                      <a:latin typeface="Cambria Math" panose="02040503050406030204" pitchFamily="18" charset="0"/>
                                    </a:rPr>
                                    <m:t>𝐴</m:t>
                                  </m:r>
                                </m:sup>
                              </m:sSubSup>
                              <m:r>
                                <a:rPr lang="en-US" altLang="zh-CN" sz="2400" i="1">
                                  <a:latin typeface="Cambria Math" panose="02040503050406030204" pitchFamily="18" charset="0"/>
                                </a:rPr>
                                <m:t> </m:t>
                              </m:r>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𝑤</m:t>
                                  </m:r>
                                </m:e>
                                <m:sub>
                                  <m:r>
                                    <a:rPr lang="en-US" altLang="zh-CN" sz="2400" i="1">
                                      <a:latin typeface="Cambria Math" panose="02040503050406030204" pitchFamily="18" charset="0"/>
                                    </a:rPr>
                                    <m:t>22</m:t>
                                  </m:r>
                                </m:sub>
                                <m:sup>
                                  <m:r>
                                    <a:rPr lang="en-US" altLang="zh-CN" sz="2400" i="1">
                                      <a:latin typeface="Cambria Math" panose="02040503050406030204" pitchFamily="18" charset="0"/>
                                    </a:rPr>
                                    <m:t>𝐴</m:t>
                                  </m:r>
                                </m:sup>
                              </m:sSubSup>
                            </m:e>
                            <m:e>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𝑤</m:t>
                                  </m:r>
                                </m:e>
                                <m:sub>
                                  <m:r>
                                    <a:rPr lang="en-US" altLang="zh-CN" sz="2400" i="1">
                                      <a:latin typeface="Cambria Math" panose="02040503050406030204" pitchFamily="18" charset="0"/>
                                    </a:rPr>
                                    <m:t>31</m:t>
                                  </m:r>
                                </m:sub>
                                <m:sup>
                                  <m:r>
                                    <a:rPr lang="en-US" altLang="zh-CN" sz="2400" i="1">
                                      <a:latin typeface="Cambria Math" panose="02040503050406030204" pitchFamily="18" charset="0"/>
                                    </a:rPr>
                                    <m:t>𝐴</m:t>
                                  </m:r>
                                </m:sup>
                              </m:sSubSup>
                              <m:r>
                                <a:rPr lang="en-US" altLang="zh-CN" sz="2400" i="1">
                                  <a:latin typeface="Cambria Math" panose="02040503050406030204" pitchFamily="18" charset="0"/>
                                </a:rPr>
                                <m:t> </m:t>
                              </m:r>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𝑤</m:t>
                                  </m:r>
                                </m:e>
                                <m:sub>
                                  <m:r>
                                    <a:rPr lang="en-US" altLang="zh-CN" sz="2400" i="1">
                                      <a:latin typeface="Cambria Math" panose="02040503050406030204" pitchFamily="18" charset="0"/>
                                    </a:rPr>
                                    <m:t>32</m:t>
                                  </m:r>
                                </m:sub>
                                <m:sup>
                                  <m:r>
                                    <a:rPr lang="en-US" altLang="zh-CN" sz="2400" i="1">
                                      <a:latin typeface="Cambria Math" panose="02040503050406030204" pitchFamily="18" charset="0"/>
                                    </a:rPr>
                                    <m:t>𝐴</m:t>
                                  </m:r>
                                </m:sup>
                              </m:sSubSup>
                            </m:e>
                            <m:e>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𝑤</m:t>
                                  </m:r>
                                </m:e>
                                <m:sub>
                                  <m:r>
                                    <a:rPr lang="en-US" altLang="zh-CN" sz="2400" i="1">
                                      <a:latin typeface="Cambria Math" panose="02040503050406030204" pitchFamily="18" charset="0"/>
                                    </a:rPr>
                                    <m:t>11</m:t>
                                  </m:r>
                                </m:sub>
                                <m:sup>
                                  <m:r>
                                    <a:rPr lang="en-US" altLang="zh-CN" sz="2400" i="1">
                                      <a:latin typeface="Cambria Math" panose="02040503050406030204" pitchFamily="18" charset="0"/>
                                    </a:rPr>
                                    <m:t>𝐴</m:t>
                                  </m:r>
                                </m:sup>
                              </m:sSubSup>
                              <m:r>
                                <a:rPr lang="en-US" altLang="zh-CN" sz="2400" i="1">
                                  <a:latin typeface="Cambria Math" panose="02040503050406030204" pitchFamily="18" charset="0"/>
                                </a:rPr>
                                <m:t> </m:t>
                              </m:r>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𝑤</m:t>
                                  </m:r>
                                </m:e>
                                <m:sub>
                                  <m:r>
                                    <a:rPr lang="en-US" altLang="zh-CN" sz="2400" i="1">
                                      <a:latin typeface="Cambria Math" panose="02040503050406030204" pitchFamily="18" charset="0"/>
                                    </a:rPr>
                                    <m:t>12</m:t>
                                  </m:r>
                                </m:sub>
                                <m:sup>
                                  <m:r>
                                    <a:rPr lang="en-US" altLang="zh-CN" sz="2400" i="1">
                                      <a:latin typeface="Cambria Math" panose="02040503050406030204" pitchFamily="18" charset="0"/>
                                    </a:rPr>
                                    <m:t>𝐴</m:t>
                                  </m:r>
                                </m:sup>
                              </m:sSubSup>
                            </m:e>
                          </m:eqArr>
                        </m:e>
                      </m:d>
                      <m:r>
                        <a:rPr lang="en-US" altLang="zh-CN" sz="2400" b="0" i="1" smtClean="0">
                          <a:latin typeface="Cambria Math" panose="02040503050406030204" pitchFamily="18" charset="0"/>
                        </a:rPr>
                        <m:t>=</m:t>
                      </m:r>
                      <m:acc>
                        <m:accPr>
                          <m:chr m:val="̃"/>
                          <m:ctrlPr>
                            <a:rPr lang="en-US" altLang="zh-CN" sz="2400" b="0" i="1" smtClean="0">
                              <a:latin typeface="Cambria Math" panose="02040503050406030204" pitchFamily="18" charset="0"/>
                            </a:rPr>
                          </m:ctrlPr>
                        </m:accPr>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𝑊</m:t>
                              </m:r>
                            </m:e>
                            <m:sub>
                              <m:r>
                                <a:rPr lang="en-US" altLang="zh-CN" sz="2400" b="0" i="1" smtClean="0">
                                  <a:latin typeface="Cambria Math" panose="02040503050406030204" pitchFamily="18" charset="0"/>
                                </a:rPr>
                                <m:t>𝐴</m:t>
                              </m:r>
                            </m:sub>
                          </m:sSub>
                        </m:e>
                      </m:acc>
                    </m:oMath>
                  </m:oMathPara>
                </a14:m>
                <a:endParaRPr lang="en-US" altLang="zh-CN" sz="2400" dirty="0">
                  <a:latin typeface="+mn-ea"/>
                </a:endParaRPr>
              </a:p>
            </p:txBody>
          </p:sp>
        </mc:Choice>
        <mc:Fallback xmlns="">
          <p:sp>
            <p:nvSpPr>
              <p:cNvPr id="248" name="文本框 247">
                <a:extLst>
                  <a:ext uri="{FF2B5EF4-FFF2-40B4-BE49-F238E27FC236}">
                    <a16:creationId xmlns:a16="http://schemas.microsoft.com/office/drawing/2014/main" id="{19B76A5C-7280-55A5-171B-B86FD86AF745}"/>
                  </a:ext>
                </a:extLst>
              </p:cNvPr>
              <p:cNvSpPr txBox="1">
                <a:spLocks noRot="1" noChangeAspect="1" noMove="1" noResize="1" noEditPoints="1" noAdjustHandles="1" noChangeArrowheads="1" noChangeShapeType="1" noTextEdit="1"/>
              </p:cNvSpPr>
              <p:nvPr/>
            </p:nvSpPr>
            <p:spPr>
              <a:xfrm>
                <a:off x="9923892" y="695491"/>
                <a:ext cx="2492338" cy="1329403"/>
              </a:xfrm>
              <a:prstGeom prst="rect">
                <a:avLst/>
              </a:prstGeom>
              <a:blipFill>
                <a:blip r:embed="rId4"/>
                <a:stretch>
                  <a:fillRect/>
                </a:stretch>
              </a:blipFill>
            </p:spPr>
            <p:txBody>
              <a:bodyPr/>
              <a:lstStyle/>
              <a:p>
                <a:r>
                  <a:rPr lang="zh-CN" altLang="en-US">
                    <a:noFill/>
                  </a:rPr>
                  <a:t> </a:t>
                </a:r>
              </a:p>
            </p:txBody>
          </p:sp>
        </mc:Fallback>
      </mc:AlternateContent>
      <p:cxnSp>
        <p:nvCxnSpPr>
          <p:cNvPr id="250" name="直接箭头连接符 249">
            <a:extLst>
              <a:ext uri="{FF2B5EF4-FFF2-40B4-BE49-F238E27FC236}">
                <a16:creationId xmlns:a16="http://schemas.microsoft.com/office/drawing/2014/main" id="{D78CA924-C62C-C59F-C69A-230AD854C476}"/>
              </a:ext>
            </a:extLst>
          </p:cNvPr>
          <p:cNvCxnSpPr>
            <a:cxnSpLocks/>
          </p:cNvCxnSpPr>
          <p:nvPr/>
        </p:nvCxnSpPr>
        <p:spPr>
          <a:xfrm flipV="1">
            <a:off x="9336189" y="937961"/>
            <a:ext cx="630771" cy="4445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8" name="文本框 207">
                <a:extLst>
                  <a:ext uri="{FF2B5EF4-FFF2-40B4-BE49-F238E27FC236}">
                    <a16:creationId xmlns:a16="http://schemas.microsoft.com/office/drawing/2014/main" id="{120CDB28-82A1-C98A-7811-FEFC4ED34084}"/>
                  </a:ext>
                </a:extLst>
              </p:cNvPr>
              <p:cNvSpPr txBox="1"/>
              <p:nvPr/>
            </p:nvSpPr>
            <p:spPr>
              <a:xfrm>
                <a:off x="9923892" y="2595452"/>
                <a:ext cx="2351928" cy="132382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d>
                        <m:dPr>
                          <m:begChr m:val="["/>
                          <m:endChr m:val="]"/>
                          <m:ctrlPr>
                            <a:rPr lang="en-US" altLang="zh-CN" sz="2400" i="1" smtClean="0">
                              <a:latin typeface="Cambria Math" panose="02040503050406030204" pitchFamily="18" charset="0"/>
                            </a:rPr>
                          </m:ctrlPr>
                        </m:dPr>
                        <m:e>
                          <m:eqArr>
                            <m:eqArrPr>
                              <m:ctrlPr>
                                <a:rPr lang="en-US" altLang="zh-CN" sz="2400" b="0" i="1" smtClean="0">
                                  <a:latin typeface="Cambria Math" panose="02040503050406030204" pitchFamily="18" charset="0"/>
                                </a:rPr>
                              </m:ctrlPr>
                            </m:eqArrPr>
                            <m:e>
                              <m:sSubSup>
                                <m:sSubSupPr>
                                  <m:ctrlPr>
                                    <a:rPr lang="en-US" altLang="zh-CN" sz="2400" b="0" i="1" smtClean="0">
                                      <a:latin typeface="Cambria Math" panose="02040503050406030204" pitchFamily="18" charset="0"/>
                                    </a:rPr>
                                  </m:ctrlPr>
                                </m:sSubSupPr>
                                <m:e>
                                  <m:r>
                                    <a:rPr lang="en-US" altLang="zh-CN" sz="2400" b="0" i="1" smtClean="0">
                                      <a:latin typeface="Cambria Math" panose="02040503050406030204" pitchFamily="18" charset="0"/>
                                    </a:rPr>
                                    <m:t>𝑤</m:t>
                                  </m:r>
                                </m:e>
                                <m:sub>
                                  <m:r>
                                    <a:rPr lang="en-US" altLang="zh-CN" sz="2400" b="0" i="1" smtClean="0">
                                      <a:latin typeface="Cambria Math" panose="02040503050406030204" pitchFamily="18" charset="0"/>
                                    </a:rPr>
                                    <m:t>11</m:t>
                                  </m:r>
                                </m:sub>
                                <m:sup>
                                  <m:r>
                                    <a:rPr lang="en-US" altLang="zh-CN" sz="2400" b="0" i="1" smtClean="0">
                                      <a:latin typeface="Cambria Math" panose="02040503050406030204" pitchFamily="18" charset="0"/>
                                    </a:rPr>
                                    <m:t>𝐵</m:t>
                                  </m:r>
                                </m:sup>
                              </m:sSubSup>
                              <m:r>
                                <a:rPr lang="en-US" altLang="zh-CN" sz="2400" b="0" i="1" smtClean="0">
                                  <a:latin typeface="Cambria Math" panose="02040503050406030204" pitchFamily="18" charset="0"/>
                                </a:rPr>
                                <m:t> </m:t>
                              </m:r>
                              <m:sSubSup>
                                <m:sSubSupPr>
                                  <m:ctrlPr>
                                    <a:rPr lang="en-US" altLang="zh-CN" sz="2400" b="0" i="1" smtClean="0">
                                      <a:latin typeface="Cambria Math" panose="02040503050406030204" pitchFamily="18" charset="0"/>
                                    </a:rPr>
                                  </m:ctrlPr>
                                </m:sSubSupPr>
                                <m:e>
                                  <m:r>
                                    <a:rPr lang="en-US" altLang="zh-CN" sz="2400" b="0" i="1" smtClean="0">
                                      <a:latin typeface="Cambria Math" panose="02040503050406030204" pitchFamily="18" charset="0"/>
                                    </a:rPr>
                                    <m:t>𝑤</m:t>
                                  </m:r>
                                </m:e>
                                <m:sub>
                                  <m:r>
                                    <a:rPr lang="en-US" altLang="zh-CN" sz="2400" b="0" i="1" smtClean="0">
                                      <a:latin typeface="Cambria Math" panose="02040503050406030204" pitchFamily="18" charset="0"/>
                                    </a:rPr>
                                    <m:t>12</m:t>
                                  </m:r>
                                </m:sub>
                                <m:sup>
                                  <m:r>
                                    <a:rPr lang="en-US" altLang="zh-CN" sz="2400" b="0" i="1" smtClean="0">
                                      <a:latin typeface="Cambria Math" panose="02040503050406030204" pitchFamily="18" charset="0"/>
                                    </a:rPr>
                                    <m:t>𝐵</m:t>
                                  </m:r>
                                </m:sup>
                              </m:sSubSup>
                            </m:e>
                            <m:e>
                              <m:sSubSup>
                                <m:sSubSupPr>
                                  <m:ctrlPr>
                                    <a:rPr lang="en-US" altLang="zh-CN" sz="2400" b="0" i="1" smtClean="0">
                                      <a:latin typeface="Cambria Math" panose="02040503050406030204" pitchFamily="18" charset="0"/>
                                    </a:rPr>
                                  </m:ctrlPr>
                                </m:sSubSupPr>
                                <m:e>
                                  <m:r>
                                    <a:rPr lang="en-US" altLang="zh-CN" sz="2400" b="0" i="1" smtClean="0">
                                      <a:latin typeface="Cambria Math" panose="02040503050406030204" pitchFamily="18" charset="0"/>
                                    </a:rPr>
                                    <m:t>𝑤</m:t>
                                  </m:r>
                                </m:e>
                                <m:sub>
                                  <m:r>
                                    <a:rPr lang="en-US" altLang="zh-CN" sz="2400" b="0" i="1" smtClean="0">
                                      <a:latin typeface="Cambria Math" panose="02040503050406030204" pitchFamily="18" charset="0"/>
                                    </a:rPr>
                                    <m:t>21</m:t>
                                  </m:r>
                                </m:sub>
                                <m:sup>
                                  <m:r>
                                    <a:rPr lang="en-US" altLang="zh-CN" sz="2400" b="0" i="1" smtClean="0">
                                      <a:latin typeface="Cambria Math" panose="02040503050406030204" pitchFamily="18" charset="0"/>
                                    </a:rPr>
                                    <m:t>𝐵</m:t>
                                  </m:r>
                                </m:sup>
                              </m:sSubSup>
                              <m:r>
                                <a:rPr lang="en-US" altLang="zh-CN" sz="2400" b="0" i="1" smtClean="0">
                                  <a:latin typeface="Cambria Math" panose="02040503050406030204" pitchFamily="18" charset="0"/>
                                </a:rPr>
                                <m:t> </m:t>
                              </m:r>
                              <m:sSubSup>
                                <m:sSubSupPr>
                                  <m:ctrlPr>
                                    <a:rPr lang="en-US" altLang="zh-CN" sz="2400" b="0" i="1" smtClean="0">
                                      <a:latin typeface="Cambria Math" panose="02040503050406030204" pitchFamily="18" charset="0"/>
                                    </a:rPr>
                                  </m:ctrlPr>
                                </m:sSubSupPr>
                                <m:e>
                                  <m:r>
                                    <a:rPr lang="en-US" altLang="zh-CN" sz="2400" b="0" i="1" smtClean="0">
                                      <a:latin typeface="Cambria Math" panose="02040503050406030204" pitchFamily="18" charset="0"/>
                                    </a:rPr>
                                    <m:t>𝑤</m:t>
                                  </m:r>
                                </m:e>
                                <m:sub>
                                  <m:r>
                                    <a:rPr lang="en-US" altLang="zh-CN" sz="2400" b="0" i="1" smtClean="0">
                                      <a:latin typeface="Cambria Math" panose="02040503050406030204" pitchFamily="18" charset="0"/>
                                    </a:rPr>
                                    <m:t>22</m:t>
                                  </m:r>
                                </m:sub>
                                <m:sup>
                                  <m:r>
                                    <a:rPr lang="en-US" altLang="zh-CN" sz="2400" b="0" i="1" smtClean="0">
                                      <a:latin typeface="Cambria Math" panose="02040503050406030204" pitchFamily="18" charset="0"/>
                                    </a:rPr>
                                    <m:t>𝐵</m:t>
                                  </m:r>
                                </m:sup>
                              </m:sSubSup>
                            </m:e>
                            <m:e>
                              <m:sSubSup>
                                <m:sSubSupPr>
                                  <m:ctrlPr>
                                    <a:rPr lang="en-US" altLang="zh-CN" sz="2400" b="0" i="1" smtClean="0">
                                      <a:latin typeface="Cambria Math" panose="02040503050406030204" pitchFamily="18" charset="0"/>
                                    </a:rPr>
                                  </m:ctrlPr>
                                </m:sSubSupPr>
                                <m:e>
                                  <m:r>
                                    <a:rPr lang="en-US" altLang="zh-CN" sz="2400" b="0" i="1" smtClean="0">
                                      <a:latin typeface="Cambria Math" panose="02040503050406030204" pitchFamily="18" charset="0"/>
                                    </a:rPr>
                                    <m:t>𝑤</m:t>
                                  </m:r>
                                </m:e>
                                <m:sub>
                                  <m:r>
                                    <a:rPr lang="en-US" altLang="zh-CN" sz="2400" b="0" i="1" smtClean="0">
                                      <a:latin typeface="Cambria Math" panose="02040503050406030204" pitchFamily="18" charset="0"/>
                                    </a:rPr>
                                    <m:t>31</m:t>
                                  </m:r>
                                </m:sub>
                                <m:sup>
                                  <m:r>
                                    <a:rPr lang="en-US" altLang="zh-CN" sz="2400" b="0" i="1" smtClean="0">
                                      <a:latin typeface="Cambria Math" panose="02040503050406030204" pitchFamily="18" charset="0"/>
                                    </a:rPr>
                                    <m:t>𝐵</m:t>
                                  </m:r>
                                </m:sup>
                              </m:sSubSup>
                              <m:r>
                                <a:rPr lang="en-US" altLang="zh-CN" sz="2400" b="0" i="1" smtClean="0">
                                  <a:latin typeface="Cambria Math" panose="02040503050406030204" pitchFamily="18" charset="0"/>
                                </a:rPr>
                                <m:t> </m:t>
                              </m:r>
                              <m:sSubSup>
                                <m:sSubSupPr>
                                  <m:ctrlPr>
                                    <a:rPr lang="en-US" altLang="zh-CN" sz="2400" b="0" i="1" smtClean="0">
                                      <a:latin typeface="Cambria Math" panose="02040503050406030204" pitchFamily="18" charset="0"/>
                                    </a:rPr>
                                  </m:ctrlPr>
                                </m:sSubSupPr>
                                <m:e>
                                  <m:r>
                                    <a:rPr lang="en-US" altLang="zh-CN" sz="2400" b="0" i="1" smtClean="0">
                                      <a:latin typeface="Cambria Math" panose="02040503050406030204" pitchFamily="18" charset="0"/>
                                    </a:rPr>
                                    <m:t>𝑤</m:t>
                                  </m:r>
                                </m:e>
                                <m:sub>
                                  <m:r>
                                    <a:rPr lang="en-US" altLang="zh-CN" sz="2400" b="0" i="1" smtClean="0">
                                      <a:latin typeface="Cambria Math" panose="02040503050406030204" pitchFamily="18" charset="0"/>
                                    </a:rPr>
                                    <m:t>32</m:t>
                                  </m:r>
                                </m:sub>
                                <m:sup>
                                  <m:r>
                                    <a:rPr lang="en-US" altLang="zh-CN" sz="2400" b="0" i="1" smtClean="0">
                                      <a:latin typeface="Cambria Math" panose="02040503050406030204" pitchFamily="18" charset="0"/>
                                    </a:rPr>
                                    <m:t>𝐵</m:t>
                                  </m:r>
                                </m:sup>
                              </m:sSubSup>
                            </m:e>
                          </m:eqArr>
                        </m:e>
                      </m:d>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𝑊</m:t>
                          </m:r>
                        </m:e>
                        <m:sub>
                          <m:r>
                            <a:rPr lang="en-US" altLang="zh-CN" sz="2400" b="0" i="1" smtClean="0">
                              <a:latin typeface="Cambria Math" panose="02040503050406030204" pitchFamily="18" charset="0"/>
                            </a:rPr>
                            <m:t>𝐵</m:t>
                          </m:r>
                        </m:sub>
                      </m:sSub>
                    </m:oMath>
                  </m:oMathPara>
                </a14:m>
                <a:endParaRPr lang="en-US" altLang="zh-CN" sz="2400" dirty="0">
                  <a:latin typeface="+mn-ea"/>
                </a:endParaRPr>
              </a:p>
            </p:txBody>
          </p:sp>
        </mc:Choice>
        <mc:Fallback xmlns="">
          <p:sp>
            <p:nvSpPr>
              <p:cNvPr id="208" name="文本框 207">
                <a:extLst>
                  <a:ext uri="{FF2B5EF4-FFF2-40B4-BE49-F238E27FC236}">
                    <a16:creationId xmlns:a16="http://schemas.microsoft.com/office/drawing/2014/main" id="{120CDB28-82A1-C98A-7811-FEFC4ED34084}"/>
                  </a:ext>
                </a:extLst>
              </p:cNvPr>
              <p:cNvSpPr txBox="1">
                <a:spLocks noRot="1" noChangeAspect="1" noMove="1" noResize="1" noEditPoints="1" noAdjustHandles="1" noChangeArrowheads="1" noChangeShapeType="1" noTextEdit="1"/>
              </p:cNvSpPr>
              <p:nvPr/>
            </p:nvSpPr>
            <p:spPr>
              <a:xfrm>
                <a:off x="9923892" y="2595452"/>
                <a:ext cx="2351928" cy="1323824"/>
              </a:xfrm>
              <a:prstGeom prst="rect">
                <a:avLst/>
              </a:prstGeom>
              <a:blipFill>
                <a:blip r:embed="rId5"/>
                <a:stretch>
                  <a:fillRect/>
                </a:stretch>
              </a:blipFill>
            </p:spPr>
            <p:txBody>
              <a:bodyPr/>
              <a:lstStyle/>
              <a:p>
                <a:r>
                  <a:rPr lang="zh-CN" altLang="en-US">
                    <a:noFill/>
                  </a:rPr>
                  <a:t> </a:t>
                </a:r>
              </a:p>
            </p:txBody>
          </p:sp>
        </mc:Fallback>
      </mc:AlternateContent>
      <p:cxnSp>
        <p:nvCxnSpPr>
          <p:cNvPr id="209" name="直接箭头连接符 208">
            <a:extLst>
              <a:ext uri="{FF2B5EF4-FFF2-40B4-BE49-F238E27FC236}">
                <a16:creationId xmlns:a16="http://schemas.microsoft.com/office/drawing/2014/main" id="{FDB13F85-B174-79A5-DA19-C042854D6B03}"/>
              </a:ext>
            </a:extLst>
          </p:cNvPr>
          <p:cNvCxnSpPr>
            <a:cxnSpLocks/>
          </p:cNvCxnSpPr>
          <p:nvPr/>
        </p:nvCxnSpPr>
        <p:spPr>
          <a:xfrm flipV="1">
            <a:off x="9336189" y="2837922"/>
            <a:ext cx="630771" cy="4445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285" name="组合 284">
            <a:extLst>
              <a:ext uri="{FF2B5EF4-FFF2-40B4-BE49-F238E27FC236}">
                <a16:creationId xmlns:a16="http://schemas.microsoft.com/office/drawing/2014/main" id="{2C799A2E-399F-8241-9AF0-45BA81127674}"/>
              </a:ext>
            </a:extLst>
          </p:cNvPr>
          <p:cNvGrpSpPr/>
          <p:nvPr/>
        </p:nvGrpSpPr>
        <p:grpSpPr>
          <a:xfrm>
            <a:off x="6983574" y="3061211"/>
            <a:ext cx="2845514" cy="1738733"/>
            <a:chOff x="6983574" y="3061211"/>
            <a:chExt cx="2845514" cy="1738733"/>
          </a:xfrm>
        </p:grpSpPr>
        <p:cxnSp>
          <p:nvCxnSpPr>
            <p:cNvPr id="286" name="直接箭头连接符 285">
              <a:extLst>
                <a:ext uri="{FF2B5EF4-FFF2-40B4-BE49-F238E27FC236}">
                  <a16:creationId xmlns:a16="http://schemas.microsoft.com/office/drawing/2014/main" id="{2CA781FC-8781-D117-D56C-EB089FB4FFAF}"/>
                </a:ext>
              </a:extLst>
            </p:cNvPr>
            <p:cNvCxnSpPr>
              <a:cxnSpLocks/>
              <a:stCxn id="295" idx="6"/>
              <a:endCxn id="288" idx="2"/>
            </p:cNvCxnSpPr>
            <p:nvPr/>
          </p:nvCxnSpPr>
          <p:spPr>
            <a:xfrm flipV="1">
              <a:off x="8077648" y="3183112"/>
              <a:ext cx="679497" cy="1494931"/>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287" name="椭圆 286">
              <a:extLst>
                <a:ext uri="{FF2B5EF4-FFF2-40B4-BE49-F238E27FC236}">
                  <a16:creationId xmlns:a16="http://schemas.microsoft.com/office/drawing/2014/main" id="{6FD339AB-9E0C-818A-87C3-E24C453F629A}"/>
                </a:ext>
              </a:extLst>
            </p:cNvPr>
            <p:cNvSpPr/>
            <p:nvPr/>
          </p:nvSpPr>
          <p:spPr>
            <a:xfrm>
              <a:off x="8752814" y="4556142"/>
              <a:ext cx="224839" cy="24380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288" name="椭圆 287">
              <a:extLst>
                <a:ext uri="{FF2B5EF4-FFF2-40B4-BE49-F238E27FC236}">
                  <a16:creationId xmlns:a16="http://schemas.microsoft.com/office/drawing/2014/main" id="{B6B35E0E-636C-7074-5F5B-BFE90CA676F7}"/>
                </a:ext>
              </a:extLst>
            </p:cNvPr>
            <p:cNvSpPr/>
            <p:nvPr/>
          </p:nvSpPr>
          <p:spPr>
            <a:xfrm>
              <a:off x="8757145" y="3061211"/>
              <a:ext cx="224839" cy="243802"/>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dirty="0"/>
            </a:p>
          </p:txBody>
        </p:sp>
        <p:sp>
          <p:nvSpPr>
            <p:cNvPr id="289" name="椭圆 288">
              <a:extLst>
                <a:ext uri="{FF2B5EF4-FFF2-40B4-BE49-F238E27FC236}">
                  <a16:creationId xmlns:a16="http://schemas.microsoft.com/office/drawing/2014/main" id="{BD0378AD-EBC8-CE97-310B-3B32EB0BF936}"/>
                </a:ext>
              </a:extLst>
            </p:cNvPr>
            <p:cNvSpPr/>
            <p:nvPr/>
          </p:nvSpPr>
          <p:spPr>
            <a:xfrm>
              <a:off x="8752821" y="3809901"/>
              <a:ext cx="224839" cy="243802"/>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290" name="椭圆 289">
              <a:extLst>
                <a:ext uri="{FF2B5EF4-FFF2-40B4-BE49-F238E27FC236}">
                  <a16:creationId xmlns:a16="http://schemas.microsoft.com/office/drawing/2014/main" id="{6B800896-5BF1-3B4B-2858-89D7DD161CF2}"/>
                </a:ext>
              </a:extLst>
            </p:cNvPr>
            <p:cNvSpPr/>
            <p:nvPr/>
          </p:nvSpPr>
          <p:spPr>
            <a:xfrm>
              <a:off x="6983574" y="3434875"/>
              <a:ext cx="224832" cy="24380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291" name="椭圆 290">
              <a:extLst>
                <a:ext uri="{FF2B5EF4-FFF2-40B4-BE49-F238E27FC236}">
                  <a16:creationId xmlns:a16="http://schemas.microsoft.com/office/drawing/2014/main" id="{CFC19FF8-A744-499B-827D-6FD7A8FD54D8}"/>
                </a:ext>
              </a:extLst>
            </p:cNvPr>
            <p:cNvSpPr/>
            <p:nvPr/>
          </p:nvSpPr>
          <p:spPr>
            <a:xfrm>
              <a:off x="6983574" y="4182483"/>
              <a:ext cx="224832" cy="24380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292" name="椭圆 291">
              <a:extLst>
                <a:ext uri="{FF2B5EF4-FFF2-40B4-BE49-F238E27FC236}">
                  <a16:creationId xmlns:a16="http://schemas.microsoft.com/office/drawing/2014/main" id="{D2B09C67-10B0-D1C1-545D-AB15B69E4F26}"/>
                </a:ext>
              </a:extLst>
            </p:cNvPr>
            <p:cNvSpPr/>
            <p:nvPr/>
          </p:nvSpPr>
          <p:spPr>
            <a:xfrm>
              <a:off x="9593703" y="4182482"/>
              <a:ext cx="224829" cy="243802"/>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293" name="椭圆 292">
              <a:extLst>
                <a:ext uri="{FF2B5EF4-FFF2-40B4-BE49-F238E27FC236}">
                  <a16:creationId xmlns:a16="http://schemas.microsoft.com/office/drawing/2014/main" id="{5E54DBC7-F0C1-A01B-95D6-1D20A0E4D2BF}"/>
                </a:ext>
              </a:extLst>
            </p:cNvPr>
            <p:cNvSpPr/>
            <p:nvPr/>
          </p:nvSpPr>
          <p:spPr>
            <a:xfrm>
              <a:off x="9604259" y="3434875"/>
              <a:ext cx="224829" cy="243802"/>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294" name="椭圆 293">
              <a:extLst>
                <a:ext uri="{FF2B5EF4-FFF2-40B4-BE49-F238E27FC236}">
                  <a16:creationId xmlns:a16="http://schemas.microsoft.com/office/drawing/2014/main" id="{819D54CA-B422-296A-9E80-C5F0FFE47080}"/>
                </a:ext>
              </a:extLst>
            </p:cNvPr>
            <p:cNvSpPr/>
            <p:nvPr/>
          </p:nvSpPr>
          <p:spPr>
            <a:xfrm>
              <a:off x="7852816" y="3061211"/>
              <a:ext cx="224832" cy="243802"/>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295" name="椭圆 294">
              <a:extLst>
                <a:ext uri="{FF2B5EF4-FFF2-40B4-BE49-F238E27FC236}">
                  <a16:creationId xmlns:a16="http://schemas.microsoft.com/office/drawing/2014/main" id="{E585281A-17FB-B5A9-5F59-D37A2E254BFA}"/>
                </a:ext>
              </a:extLst>
            </p:cNvPr>
            <p:cNvSpPr/>
            <p:nvPr/>
          </p:nvSpPr>
          <p:spPr>
            <a:xfrm>
              <a:off x="7852816" y="4556142"/>
              <a:ext cx="224832" cy="243802"/>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296" name="椭圆 295">
              <a:extLst>
                <a:ext uri="{FF2B5EF4-FFF2-40B4-BE49-F238E27FC236}">
                  <a16:creationId xmlns:a16="http://schemas.microsoft.com/office/drawing/2014/main" id="{F9E4C03C-B17D-AC73-3993-7DC6D041D298}"/>
                </a:ext>
              </a:extLst>
            </p:cNvPr>
            <p:cNvSpPr/>
            <p:nvPr/>
          </p:nvSpPr>
          <p:spPr>
            <a:xfrm>
              <a:off x="7852816" y="3808677"/>
              <a:ext cx="224832" cy="243802"/>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cxnSp>
          <p:nvCxnSpPr>
            <p:cNvPr id="297" name="直接箭头连接符 296">
              <a:extLst>
                <a:ext uri="{FF2B5EF4-FFF2-40B4-BE49-F238E27FC236}">
                  <a16:creationId xmlns:a16="http://schemas.microsoft.com/office/drawing/2014/main" id="{973481FF-7CE2-6E74-81AF-728DD2122864}"/>
                </a:ext>
              </a:extLst>
            </p:cNvPr>
            <p:cNvCxnSpPr>
              <a:cxnSpLocks/>
              <a:stCxn id="290" idx="6"/>
              <a:endCxn id="294" idx="2"/>
            </p:cNvCxnSpPr>
            <p:nvPr/>
          </p:nvCxnSpPr>
          <p:spPr>
            <a:xfrm flipV="1">
              <a:off x="7208406" y="3183112"/>
              <a:ext cx="644410" cy="37366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98" name="直接箭头连接符 297">
              <a:extLst>
                <a:ext uri="{FF2B5EF4-FFF2-40B4-BE49-F238E27FC236}">
                  <a16:creationId xmlns:a16="http://schemas.microsoft.com/office/drawing/2014/main" id="{012CE1FC-40FF-1874-2075-7F962924D3EB}"/>
                </a:ext>
              </a:extLst>
            </p:cNvPr>
            <p:cNvCxnSpPr>
              <a:cxnSpLocks/>
              <a:stCxn id="290" idx="6"/>
              <a:endCxn id="296" idx="2"/>
            </p:cNvCxnSpPr>
            <p:nvPr/>
          </p:nvCxnSpPr>
          <p:spPr>
            <a:xfrm>
              <a:off x="7208406" y="3556774"/>
              <a:ext cx="644410" cy="373804"/>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99" name="直接箭头连接符 298">
              <a:extLst>
                <a:ext uri="{FF2B5EF4-FFF2-40B4-BE49-F238E27FC236}">
                  <a16:creationId xmlns:a16="http://schemas.microsoft.com/office/drawing/2014/main" id="{4B539B47-9D65-1574-112B-A1A3A8B6D8E2}"/>
                </a:ext>
              </a:extLst>
            </p:cNvPr>
            <p:cNvCxnSpPr>
              <a:cxnSpLocks/>
              <a:stCxn id="290" idx="6"/>
              <a:endCxn id="295" idx="2"/>
            </p:cNvCxnSpPr>
            <p:nvPr/>
          </p:nvCxnSpPr>
          <p:spPr>
            <a:xfrm>
              <a:off x="7208406" y="3556774"/>
              <a:ext cx="644410" cy="1121269"/>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00" name="直接箭头连接符 299">
              <a:extLst>
                <a:ext uri="{FF2B5EF4-FFF2-40B4-BE49-F238E27FC236}">
                  <a16:creationId xmlns:a16="http://schemas.microsoft.com/office/drawing/2014/main" id="{67C81DD5-280A-DE8F-D55C-F08AB0229B13}"/>
                </a:ext>
              </a:extLst>
            </p:cNvPr>
            <p:cNvCxnSpPr>
              <a:cxnSpLocks/>
              <a:stCxn id="291" idx="6"/>
              <a:endCxn id="294" idx="2"/>
            </p:cNvCxnSpPr>
            <p:nvPr/>
          </p:nvCxnSpPr>
          <p:spPr>
            <a:xfrm flipV="1">
              <a:off x="7208406" y="3183112"/>
              <a:ext cx="644410" cy="1121269"/>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01" name="直接箭头连接符 300">
              <a:extLst>
                <a:ext uri="{FF2B5EF4-FFF2-40B4-BE49-F238E27FC236}">
                  <a16:creationId xmlns:a16="http://schemas.microsoft.com/office/drawing/2014/main" id="{D1B1AB62-2306-8D68-21A4-F7FB2192500D}"/>
                </a:ext>
              </a:extLst>
            </p:cNvPr>
            <p:cNvCxnSpPr>
              <a:cxnSpLocks/>
              <a:stCxn id="291" idx="6"/>
              <a:endCxn id="296" idx="2"/>
            </p:cNvCxnSpPr>
            <p:nvPr/>
          </p:nvCxnSpPr>
          <p:spPr>
            <a:xfrm flipV="1">
              <a:off x="7208406" y="3930578"/>
              <a:ext cx="644410" cy="373804"/>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02" name="直接箭头连接符 301">
              <a:extLst>
                <a:ext uri="{FF2B5EF4-FFF2-40B4-BE49-F238E27FC236}">
                  <a16:creationId xmlns:a16="http://schemas.microsoft.com/office/drawing/2014/main" id="{FC6281A9-BE64-FE61-6160-167E8E33F48C}"/>
                </a:ext>
              </a:extLst>
            </p:cNvPr>
            <p:cNvCxnSpPr>
              <a:cxnSpLocks/>
              <a:stCxn id="291" idx="6"/>
              <a:endCxn id="295" idx="2"/>
            </p:cNvCxnSpPr>
            <p:nvPr/>
          </p:nvCxnSpPr>
          <p:spPr>
            <a:xfrm>
              <a:off x="7208406" y="4304382"/>
              <a:ext cx="644410" cy="37366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03" name="直接箭头连接符 302">
              <a:extLst>
                <a:ext uri="{FF2B5EF4-FFF2-40B4-BE49-F238E27FC236}">
                  <a16:creationId xmlns:a16="http://schemas.microsoft.com/office/drawing/2014/main" id="{66367D5C-BD88-C1EF-8DFE-72AE32DF18E5}"/>
                </a:ext>
              </a:extLst>
            </p:cNvPr>
            <p:cNvCxnSpPr>
              <a:cxnSpLocks/>
              <a:stCxn id="294" idx="6"/>
              <a:endCxn id="287" idx="2"/>
            </p:cNvCxnSpPr>
            <p:nvPr/>
          </p:nvCxnSpPr>
          <p:spPr>
            <a:xfrm>
              <a:off x="8077648" y="3183112"/>
              <a:ext cx="675166" cy="1494931"/>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04" name="直接箭头连接符 303">
              <a:extLst>
                <a:ext uri="{FF2B5EF4-FFF2-40B4-BE49-F238E27FC236}">
                  <a16:creationId xmlns:a16="http://schemas.microsoft.com/office/drawing/2014/main" id="{5E5A664D-CD73-FAFC-90FA-2D1AD2B29B28}"/>
                </a:ext>
              </a:extLst>
            </p:cNvPr>
            <p:cNvCxnSpPr>
              <a:cxnSpLocks/>
              <a:stCxn id="294" idx="6"/>
              <a:endCxn id="289" idx="2"/>
            </p:cNvCxnSpPr>
            <p:nvPr/>
          </p:nvCxnSpPr>
          <p:spPr>
            <a:xfrm>
              <a:off x="8077648" y="3183112"/>
              <a:ext cx="675173" cy="748690"/>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05" name="直接箭头连接符 304">
              <a:extLst>
                <a:ext uri="{FF2B5EF4-FFF2-40B4-BE49-F238E27FC236}">
                  <a16:creationId xmlns:a16="http://schemas.microsoft.com/office/drawing/2014/main" id="{3FDB7046-71F2-5DB0-B99C-2E021641A2D9}"/>
                </a:ext>
              </a:extLst>
            </p:cNvPr>
            <p:cNvCxnSpPr>
              <a:cxnSpLocks/>
              <a:stCxn id="294" idx="6"/>
              <a:endCxn id="288" idx="2"/>
            </p:cNvCxnSpPr>
            <p:nvPr/>
          </p:nvCxnSpPr>
          <p:spPr>
            <a:xfrm>
              <a:off x="8077648" y="3183112"/>
              <a:ext cx="679497" cy="0"/>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06" name="直接连接符 305">
              <a:extLst>
                <a:ext uri="{FF2B5EF4-FFF2-40B4-BE49-F238E27FC236}">
                  <a16:creationId xmlns:a16="http://schemas.microsoft.com/office/drawing/2014/main" id="{A44A5CB0-5E8A-4FE6-ECF9-E2E7BC22C48C}"/>
                </a:ext>
              </a:extLst>
            </p:cNvPr>
            <p:cNvCxnSpPr>
              <a:cxnSpLocks/>
              <a:stCxn id="296" idx="6"/>
              <a:endCxn id="288" idx="2"/>
            </p:cNvCxnSpPr>
            <p:nvPr/>
          </p:nvCxnSpPr>
          <p:spPr>
            <a:xfrm flipV="1">
              <a:off x="8077648" y="3183112"/>
              <a:ext cx="679497" cy="74746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07" name="直接箭头连接符 306">
              <a:extLst>
                <a:ext uri="{FF2B5EF4-FFF2-40B4-BE49-F238E27FC236}">
                  <a16:creationId xmlns:a16="http://schemas.microsoft.com/office/drawing/2014/main" id="{90F25C81-B533-40CA-A8BC-5CC100C07299}"/>
                </a:ext>
              </a:extLst>
            </p:cNvPr>
            <p:cNvCxnSpPr>
              <a:cxnSpLocks/>
              <a:stCxn id="296" idx="6"/>
              <a:endCxn id="287" idx="2"/>
            </p:cNvCxnSpPr>
            <p:nvPr/>
          </p:nvCxnSpPr>
          <p:spPr>
            <a:xfrm>
              <a:off x="8077648" y="3930578"/>
              <a:ext cx="675166" cy="74746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08" name="直接箭头连接符 307">
              <a:extLst>
                <a:ext uri="{FF2B5EF4-FFF2-40B4-BE49-F238E27FC236}">
                  <a16:creationId xmlns:a16="http://schemas.microsoft.com/office/drawing/2014/main" id="{571D64D1-FB6A-4D66-9604-DDCACE250601}"/>
                </a:ext>
              </a:extLst>
            </p:cNvPr>
            <p:cNvCxnSpPr>
              <a:cxnSpLocks/>
              <a:stCxn id="296" idx="6"/>
              <a:endCxn id="289" idx="2"/>
            </p:cNvCxnSpPr>
            <p:nvPr/>
          </p:nvCxnSpPr>
          <p:spPr>
            <a:xfrm>
              <a:off x="8077648" y="3930578"/>
              <a:ext cx="675173" cy="1224"/>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09" name="直接箭头连接符 308">
              <a:extLst>
                <a:ext uri="{FF2B5EF4-FFF2-40B4-BE49-F238E27FC236}">
                  <a16:creationId xmlns:a16="http://schemas.microsoft.com/office/drawing/2014/main" id="{758B0298-D8D4-9581-90CA-14B5231242FB}"/>
                </a:ext>
              </a:extLst>
            </p:cNvPr>
            <p:cNvCxnSpPr>
              <a:cxnSpLocks/>
              <a:stCxn id="295" idx="6"/>
              <a:endCxn id="287" idx="2"/>
            </p:cNvCxnSpPr>
            <p:nvPr/>
          </p:nvCxnSpPr>
          <p:spPr>
            <a:xfrm>
              <a:off x="8077648" y="4678043"/>
              <a:ext cx="675166" cy="0"/>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10" name="直接箭头连接符 309">
              <a:extLst>
                <a:ext uri="{FF2B5EF4-FFF2-40B4-BE49-F238E27FC236}">
                  <a16:creationId xmlns:a16="http://schemas.microsoft.com/office/drawing/2014/main" id="{042F8E9D-6216-F738-9E39-4653EA0BE0F4}"/>
                </a:ext>
              </a:extLst>
            </p:cNvPr>
            <p:cNvCxnSpPr>
              <a:cxnSpLocks/>
              <a:stCxn id="295" idx="6"/>
              <a:endCxn id="289" idx="2"/>
            </p:cNvCxnSpPr>
            <p:nvPr/>
          </p:nvCxnSpPr>
          <p:spPr>
            <a:xfrm flipV="1">
              <a:off x="8077648" y="3931802"/>
              <a:ext cx="675173" cy="746241"/>
            </a:xfrm>
            <a:prstGeom prst="straightConnector1">
              <a:avLst/>
            </a:prstGeom>
            <a:ln w="19050">
              <a:solidFill>
                <a:schemeClr val="accent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11" name="直接箭头连接符 310">
              <a:extLst>
                <a:ext uri="{FF2B5EF4-FFF2-40B4-BE49-F238E27FC236}">
                  <a16:creationId xmlns:a16="http://schemas.microsoft.com/office/drawing/2014/main" id="{94E02CB1-D052-BA6B-2974-0B532F82107D}"/>
                </a:ext>
              </a:extLst>
            </p:cNvPr>
            <p:cNvCxnSpPr>
              <a:cxnSpLocks/>
              <a:stCxn id="287" idx="6"/>
              <a:endCxn id="293" idx="2"/>
            </p:cNvCxnSpPr>
            <p:nvPr/>
          </p:nvCxnSpPr>
          <p:spPr>
            <a:xfrm flipV="1">
              <a:off x="8977653" y="3556776"/>
              <a:ext cx="626606" cy="1121267"/>
            </a:xfrm>
            <a:prstGeom prst="straightConnector1">
              <a:avLst/>
            </a:prstGeom>
            <a:ln w="1905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312" name="直接箭头连接符 311">
              <a:extLst>
                <a:ext uri="{FF2B5EF4-FFF2-40B4-BE49-F238E27FC236}">
                  <a16:creationId xmlns:a16="http://schemas.microsoft.com/office/drawing/2014/main" id="{833A8818-6BAB-6D8A-AB49-76263F9DFA1F}"/>
                </a:ext>
              </a:extLst>
            </p:cNvPr>
            <p:cNvCxnSpPr>
              <a:cxnSpLocks/>
              <a:stCxn id="287" idx="6"/>
              <a:endCxn id="292" idx="2"/>
            </p:cNvCxnSpPr>
            <p:nvPr/>
          </p:nvCxnSpPr>
          <p:spPr>
            <a:xfrm flipV="1">
              <a:off x="8977653" y="4304383"/>
              <a:ext cx="616050" cy="373660"/>
            </a:xfrm>
            <a:prstGeom prst="straightConnector1">
              <a:avLst/>
            </a:prstGeom>
            <a:ln w="1905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313" name="直接箭头连接符 312">
              <a:extLst>
                <a:ext uri="{FF2B5EF4-FFF2-40B4-BE49-F238E27FC236}">
                  <a16:creationId xmlns:a16="http://schemas.microsoft.com/office/drawing/2014/main" id="{E8D2B2F6-725A-E4F8-EA64-EC2B53999F1F}"/>
                </a:ext>
              </a:extLst>
            </p:cNvPr>
            <p:cNvCxnSpPr>
              <a:cxnSpLocks/>
              <a:stCxn id="288" idx="6"/>
              <a:endCxn id="293" idx="2"/>
            </p:cNvCxnSpPr>
            <p:nvPr/>
          </p:nvCxnSpPr>
          <p:spPr>
            <a:xfrm>
              <a:off x="8981984" y="3183112"/>
              <a:ext cx="622275" cy="373664"/>
            </a:xfrm>
            <a:prstGeom prst="straightConnector1">
              <a:avLst/>
            </a:prstGeom>
            <a:ln w="19050">
              <a:solidFill>
                <a:srgbClr val="00B0F0"/>
              </a:solidFill>
              <a:tailEnd type="none"/>
            </a:ln>
          </p:spPr>
          <p:style>
            <a:lnRef idx="1">
              <a:schemeClr val="accent1"/>
            </a:lnRef>
            <a:fillRef idx="0">
              <a:schemeClr val="accent1"/>
            </a:fillRef>
            <a:effectRef idx="0">
              <a:schemeClr val="accent1"/>
            </a:effectRef>
            <a:fontRef idx="minor">
              <a:schemeClr val="tx1"/>
            </a:fontRef>
          </p:style>
        </p:cxnSp>
        <p:cxnSp>
          <p:nvCxnSpPr>
            <p:cNvPr id="314" name="直接箭头连接符 313">
              <a:extLst>
                <a:ext uri="{FF2B5EF4-FFF2-40B4-BE49-F238E27FC236}">
                  <a16:creationId xmlns:a16="http://schemas.microsoft.com/office/drawing/2014/main" id="{FCAB75DB-AC75-D1A6-F615-31B3796C54F9}"/>
                </a:ext>
              </a:extLst>
            </p:cNvPr>
            <p:cNvCxnSpPr>
              <a:cxnSpLocks/>
              <a:stCxn id="288" idx="6"/>
              <a:endCxn id="292" idx="2"/>
            </p:cNvCxnSpPr>
            <p:nvPr/>
          </p:nvCxnSpPr>
          <p:spPr>
            <a:xfrm>
              <a:off x="8981984" y="3183112"/>
              <a:ext cx="611719" cy="1121271"/>
            </a:xfrm>
            <a:prstGeom prst="straightConnector1">
              <a:avLst/>
            </a:prstGeom>
            <a:ln w="19050">
              <a:solidFill>
                <a:srgbClr val="00B0F0"/>
              </a:solidFill>
              <a:tailEnd type="none"/>
            </a:ln>
          </p:spPr>
          <p:style>
            <a:lnRef idx="1">
              <a:schemeClr val="accent1"/>
            </a:lnRef>
            <a:fillRef idx="0">
              <a:schemeClr val="accent1"/>
            </a:fillRef>
            <a:effectRef idx="0">
              <a:schemeClr val="accent1"/>
            </a:effectRef>
            <a:fontRef idx="minor">
              <a:schemeClr val="tx1"/>
            </a:fontRef>
          </p:style>
        </p:cxnSp>
        <p:cxnSp>
          <p:nvCxnSpPr>
            <p:cNvPr id="315" name="直接箭头连接符 314">
              <a:extLst>
                <a:ext uri="{FF2B5EF4-FFF2-40B4-BE49-F238E27FC236}">
                  <a16:creationId xmlns:a16="http://schemas.microsoft.com/office/drawing/2014/main" id="{913F97CA-A4D2-7A32-48C1-30C72C2090BF}"/>
                </a:ext>
              </a:extLst>
            </p:cNvPr>
            <p:cNvCxnSpPr>
              <a:cxnSpLocks/>
              <a:stCxn id="289" idx="6"/>
              <a:endCxn id="293" idx="2"/>
            </p:cNvCxnSpPr>
            <p:nvPr/>
          </p:nvCxnSpPr>
          <p:spPr>
            <a:xfrm flipV="1">
              <a:off x="8977660" y="3556776"/>
              <a:ext cx="626599" cy="375026"/>
            </a:xfrm>
            <a:prstGeom prst="straightConnector1">
              <a:avLst/>
            </a:prstGeom>
            <a:ln w="19050">
              <a:solidFill>
                <a:schemeClr val="accent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16" name="直接箭头连接符 315">
              <a:extLst>
                <a:ext uri="{FF2B5EF4-FFF2-40B4-BE49-F238E27FC236}">
                  <a16:creationId xmlns:a16="http://schemas.microsoft.com/office/drawing/2014/main" id="{1795D489-FE86-D87F-F593-4B785E393898}"/>
                </a:ext>
              </a:extLst>
            </p:cNvPr>
            <p:cNvCxnSpPr>
              <a:cxnSpLocks/>
              <a:stCxn id="289" idx="6"/>
              <a:endCxn id="292" idx="2"/>
            </p:cNvCxnSpPr>
            <p:nvPr/>
          </p:nvCxnSpPr>
          <p:spPr>
            <a:xfrm>
              <a:off x="8977660" y="3931802"/>
              <a:ext cx="616043" cy="372581"/>
            </a:xfrm>
            <a:prstGeom prst="straightConnector1">
              <a:avLst/>
            </a:prstGeom>
            <a:ln w="19050">
              <a:solidFill>
                <a:schemeClr val="accent1">
                  <a:lumMod val="50000"/>
                </a:schemeClr>
              </a:solidFill>
              <a:tailEnd type="none"/>
            </a:ln>
          </p:spPr>
          <p:style>
            <a:lnRef idx="1">
              <a:schemeClr val="accent1"/>
            </a:lnRef>
            <a:fillRef idx="0">
              <a:schemeClr val="accent1"/>
            </a:fillRef>
            <a:effectRef idx="0">
              <a:schemeClr val="accent1"/>
            </a:effectRef>
            <a:fontRef idx="minor">
              <a:schemeClr val="tx1"/>
            </a:fontRef>
          </p:style>
        </p:cxnSp>
      </p:grpSp>
      <p:grpSp>
        <p:nvGrpSpPr>
          <p:cNvPr id="355" name="组合 354">
            <a:extLst>
              <a:ext uri="{FF2B5EF4-FFF2-40B4-BE49-F238E27FC236}">
                <a16:creationId xmlns:a16="http://schemas.microsoft.com/office/drawing/2014/main" id="{0F7882D3-D7F9-5D17-80F4-02720CA5E5E9}"/>
              </a:ext>
            </a:extLst>
          </p:cNvPr>
          <p:cNvGrpSpPr/>
          <p:nvPr/>
        </p:nvGrpSpPr>
        <p:grpSpPr>
          <a:xfrm>
            <a:off x="6914227" y="4762744"/>
            <a:ext cx="6095549" cy="2026661"/>
            <a:chOff x="6914227" y="4762744"/>
            <a:chExt cx="6095549" cy="2026661"/>
          </a:xfrm>
        </p:grpSpPr>
        <p:grpSp>
          <p:nvGrpSpPr>
            <p:cNvPr id="354" name="组合 353">
              <a:extLst>
                <a:ext uri="{FF2B5EF4-FFF2-40B4-BE49-F238E27FC236}">
                  <a16:creationId xmlns:a16="http://schemas.microsoft.com/office/drawing/2014/main" id="{3FAFB0F2-F3F1-C023-73A0-E7CD51AE3255}"/>
                </a:ext>
              </a:extLst>
            </p:cNvPr>
            <p:cNvGrpSpPr/>
            <p:nvPr/>
          </p:nvGrpSpPr>
          <p:grpSpPr>
            <a:xfrm>
              <a:off x="6914227" y="4762744"/>
              <a:ext cx="6095549" cy="2026661"/>
              <a:chOff x="6914227" y="4762744"/>
              <a:chExt cx="6095549" cy="2026661"/>
            </a:xfrm>
          </p:grpSpPr>
          <p:grpSp>
            <p:nvGrpSpPr>
              <p:cNvPr id="317" name="组合 316">
                <a:extLst>
                  <a:ext uri="{FF2B5EF4-FFF2-40B4-BE49-F238E27FC236}">
                    <a16:creationId xmlns:a16="http://schemas.microsoft.com/office/drawing/2014/main" id="{DABEC5F2-5D08-1D5E-7688-C0F0C1E3CB3E}"/>
                  </a:ext>
                </a:extLst>
              </p:cNvPr>
              <p:cNvGrpSpPr/>
              <p:nvPr/>
            </p:nvGrpSpPr>
            <p:grpSpPr>
              <a:xfrm>
                <a:off x="6914227" y="5050672"/>
                <a:ext cx="2845514" cy="1738733"/>
                <a:chOff x="6983574" y="3061211"/>
                <a:chExt cx="2845514" cy="1738733"/>
              </a:xfrm>
            </p:grpSpPr>
            <p:cxnSp>
              <p:nvCxnSpPr>
                <p:cNvPr id="318" name="直接箭头连接符 317">
                  <a:extLst>
                    <a:ext uri="{FF2B5EF4-FFF2-40B4-BE49-F238E27FC236}">
                      <a16:creationId xmlns:a16="http://schemas.microsoft.com/office/drawing/2014/main" id="{76ACEDD6-92BA-3DCE-710C-D6AFF1EEF84F}"/>
                    </a:ext>
                  </a:extLst>
                </p:cNvPr>
                <p:cNvCxnSpPr>
                  <a:cxnSpLocks/>
                  <a:stCxn id="327" idx="6"/>
                  <a:endCxn id="320" idx="2"/>
                </p:cNvCxnSpPr>
                <p:nvPr/>
              </p:nvCxnSpPr>
              <p:spPr>
                <a:xfrm flipV="1">
                  <a:off x="8077648" y="3183112"/>
                  <a:ext cx="679497" cy="1494931"/>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319" name="椭圆 318">
                  <a:extLst>
                    <a:ext uri="{FF2B5EF4-FFF2-40B4-BE49-F238E27FC236}">
                      <a16:creationId xmlns:a16="http://schemas.microsoft.com/office/drawing/2014/main" id="{9BD10811-C866-E741-03A4-E8070D16155D}"/>
                    </a:ext>
                  </a:extLst>
                </p:cNvPr>
                <p:cNvSpPr/>
                <p:nvPr/>
              </p:nvSpPr>
              <p:spPr>
                <a:xfrm>
                  <a:off x="8752814" y="4556142"/>
                  <a:ext cx="224839" cy="24380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320" name="椭圆 319">
                  <a:extLst>
                    <a:ext uri="{FF2B5EF4-FFF2-40B4-BE49-F238E27FC236}">
                      <a16:creationId xmlns:a16="http://schemas.microsoft.com/office/drawing/2014/main" id="{2EAF8647-61B3-9E3F-650B-709D487175F0}"/>
                    </a:ext>
                  </a:extLst>
                </p:cNvPr>
                <p:cNvSpPr/>
                <p:nvPr/>
              </p:nvSpPr>
              <p:spPr>
                <a:xfrm>
                  <a:off x="8757145" y="3061211"/>
                  <a:ext cx="224839" cy="243802"/>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dirty="0"/>
                </a:p>
              </p:txBody>
            </p:sp>
            <p:sp>
              <p:nvSpPr>
                <p:cNvPr id="321" name="椭圆 320">
                  <a:extLst>
                    <a:ext uri="{FF2B5EF4-FFF2-40B4-BE49-F238E27FC236}">
                      <a16:creationId xmlns:a16="http://schemas.microsoft.com/office/drawing/2014/main" id="{A1ED6CE1-6726-4BB6-C6F2-8937878E9577}"/>
                    </a:ext>
                  </a:extLst>
                </p:cNvPr>
                <p:cNvSpPr/>
                <p:nvPr/>
              </p:nvSpPr>
              <p:spPr>
                <a:xfrm>
                  <a:off x="8752821" y="3809901"/>
                  <a:ext cx="224839" cy="243802"/>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322" name="椭圆 321">
                  <a:extLst>
                    <a:ext uri="{FF2B5EF4-FFF2-40B4-BE49-F238E27FC236}">
                      <a16:creationId xmlns:a16="http://schemas.microsoft.com/office/drawing/2014/main" id="{1F0C5F4F-5A71-84FA-CCBF-4B74DADD6FCB}"/>
                    </a:ext>
                  </a:extLst>
                </p:cNvPr>
                <p:cNvSpPr/>
                <p:nvPr/>
              </p:nvSpPr>
              <p:spPr>
                <a:xfrm>
                  <a:off x="6983574" y="3434875"/>
                  <a:ext cx="224832" cy="24380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323" name="椭圆 322">
                  <a:extLst>
                    <a:ext uri="{FF2B5EF4-FFF2-40B4-BE49-F238E27FC236}">
                      <a16:creationId xmlns:a16="http://schemas.microsoft.com/office/drawing/2014/main" id="{39607888-DEEA-5CFC-7E1A-172502D6551A}"/>
                    </a:ext>
                  </a:extLst>
                </p:cNvPr>
                <p:cNvSpPr/>
                <p:nvPr/>
              </p:nvSpPr>
              <p:spPr>
                <a:xfrm>
                  <a:off x="6983574" y="4182483"/>
                  <a:ext cx="224832" cy="24380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324" name="椭圆 323">
                  <a:extLst>
                    <a:ext uri="{FF2B5EF4-FFF2-40B4-BE49-F238E27FC236}">
                      <a16:creationId xmlns:a16="http://schemas.microsoft.com/office/drawing/2014/main" id="{FC9EEACA-EF53-9321-756B-9326100E78DA}"/>
                    </a:ext>
                  </a:extLst>
                </p:cNvPr>
                <p:cNvSpPr/>
                <p:nvPr/>
              </p:nvSpPr>
              <p:spPr>
                <a:xfrm>
                  <a:off x="9593703" y="4182482"/>
                  <a:ext cx="224829" cy="243802"/>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325" name="椭圆 324">
                  <a:extLst>
                    <a:ext uri="{FF2B5EF4-FFF2-40B4-BE49-F238E27FC236}">
                      <a16:creationId xmlns:a16="http://schemas.microsoft.com/office/drawing/2014/main" id="{EA512663-CFC2-6015-4B4F-35A6E6E37FB7}"/>
                    </a:ext>
                  </a:extLst>
                </p:cNvPr>
                <p:cNvSpPr/>
                <p:nvPr/>
              </p:nvSpPr>
              <p:spPr>
                <a:xfrm>
                  <a:off x="9604259" y="3434875"/>
                  <a:ext cx="224829" cy="243802"/>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326" name="椭圆 325">
                  <a:extLst>
                    <a:ext uri="{FF2B5EF4-FFF2-40B4-BE49-F238E27FC236}">
                      <a16:creationId xmlns:a16="http://schemas.microsoft.com/office/drawing/2014/main" id="{B13B0FCE-8A56-F1D6-2898-41A011D3DD06}"/>
                    </a:ext>
                  </a:extLst>
                </p:cNvPr>
                <p:cNvSpPr/>
                <p:nvPr/>
              </p:nvSpPr>
              <p:spPr>
                <a:xfrm>
                  <a:off x="7852816" y="3061211"/>
                  <a:ext cx="224832" cy="243802"/>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327" name="椭圆 326">
                  <a:extLst>
                    <a:ext uri="{FF2B5EF4-FFF2-40B4-BE49-F238E27FC236}">
                      <a16:creationId xmlns:a16="http://schemas.microsoft.com/office/drawing/2014/main" id="{F77A6343-DA3E-03E5-0CB5-55CAE97EA7B2}"/>
                    </a:ext>
                  </a:extLst>
                </p:cNvPr>
                <p:cNvSpPr/>
                <p:nvPr/>
              </p:nvSpPr>
              <p:spPr>
                <a:xfrm>
                  <a:off x="7852816" y="4556142"/>
                  <a:ext cx="224832" cy="243802"/>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328" name="椭圆 327">
                  <a:extLst>
                    <a:ext uri="{FF2B5EF4-FFF2-40B4-BE49-F238E27FC236}">
                      <a16:creationId xmlns:a16="http://schemas.microsoft.com/office/drawing/2014/main" id="{E51051DE-7B12-5D18-7280-C1F445E3B410}"/>
                    </a:ext>
                  </a:extLst>
                </p:cNvPr>
                <p:cNvSpPr/>
                <p:nvPr/>
              </p:nvSpPr>
              <p:spPr>
                <a:xfrm>
                  <a:off x="7852816" y="3808677"/>
                  <a:ext cx="224832" cy="243802"/>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cxnSp>
              <p:nvCxnSpPr>
                <p:cNvPr id="329" name="直接箭头连接符 328">
                  <a:extLst>
                    <a:ext uri="{FF2B5EF4-FFF2-40B4-BE49-F238E27FC236}">
                      <a16:creationId xmlns:a16="http://schemas.microsoft.com/office/drawing/2014/main" id="{2AAFD4F6-65EA-561C-44EC-47B2B047BBA0}"/>
                    </a:ext>
                  </a:extLst>
                </p:cNvPr>
                <p:cNvCxnSpPr>
                  <a:cxnSpLocks/>
                  <a:stCxn id="322" idx="6"/>
                  <a:endCxn id="326" idx="2"/>
                </p:cNvCxnSpPr>
                <p:nvPr/>
              </p:nvCxnSpPr>
              <p:spPr>
                <a:xfrm flipV="1">
                  <a:off x="7208406" y="3183112"/>
                  <a:ext cx="644410" cy="37366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30" name="直接箭头连接符 329">
                  <a:extLst>
                    <a:ext uri="{FF2B5EF4-FFF2-40B4-BE49-F238E27FC236}">
                      <a16:creationId xmlns:a16="http://schemas.microsoft.com/office/drawing/2014/main" id="{7E302914-5785-FDCF-CFBB-94C51016A093}"/>
                    </a:ext>
                  </a:extLst>
                </p:cNvPr>
                <p:cNvCxnSpPr>
                  <a:cxnSpLocks/>
                  <a:stCxn id="322" idx="6"/>
                  <a:endCxn id="328" idx="2"/>
                </p:cNvCxnSpPr>
                <p:nvPr/>
              </p:nvCxnSpPr>
              <p:spPr>
                <a:xfrm>
                  <a:off x="7208406" y="3556774"/>
                  <a:ext cx="644410" cy="373804"/>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31" name="直接箭头连接符 330">
                  <a:extLst>
                    <a:ext uri="{FF2B5EF4-FFF2-40B4-BE49-F238E27FC236}">
                      <a16:creationId xmlns:a16="http://schemas.microsoft.com/office/drawing/2014/main" id="{7DE717AA-8D2B-37E3-7E66-B7E0216B9664}"/>
                    </a:ext>
                  </a:extLst>
                </p:cNvPr>
                <p:cNvCxnSpPr>
                  <a:cxnSpLocks/>
                  <a:stCxn id="322" idx="6"/>
                  <a:endCxn id="327" idx="2"/>
                </p:cNvCxnSpPr>
                <p:nvPr/>
              </p:nvCxnSpPr>
              <p:spPr>
                <a:xfrm>
                  <a:off x="7208406" y="3556774"/>
                  <a:ext cx="644410" cy="1121269"/>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32" name="直接箭头连接符 331">
                  <a:extLst>
                    <a:ext uri="{FF2B5EF4-FFF2-40B4-BE49-F238E27FC236}">
                      <a16:creationId xmlns:a16="http://schemas.microsoft.com/office/drawing/2014/main" id="{2550CE36-3CDB-2821-52B1-17B1722A5439}"/>
                    </a:ext>
                  </a:extLst>
                </p:cNvPr>
                <p:cNvCxnSpPr>
                  <a:cxnSpLocks/>
                  <a:stCxn id="323" idx="6"/>
                  <a:endCxn id="326" idx="2"/>
                </p:cNvCxnSpPr>
                <p:nvPr/>
              </p:nvCxnSpPr>
              <p:spPr>
                <a:xfrm flipV="1">
                  <a:off x="7208406" y="3183112"/>
                  <a:ext cx="644410" cy="1121269"/>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33" name="直接箭头连接符 332">
                  <a:extLst>
                    <a:ext uri="{FF2B5EF4-FFF2-40B4-BE49-F238E27FC236}">
                      <a16:creationId xmlns:a16="http://schemas.microsoft.com/office/drawing/2014/main" id="{C1CBEF4C-1DE0-22F6-EF03-B77FCCCDD22A}"/>
                    </a:ext>
                  </a:extLst>
                </p:cNvPr>
                <p:cNvCxnSpPr>
                  <a:cxnSpLocks/>
                  <a:stCxn id="323" idx="6"/>
                  <a:endCxn id="328" idx="2"/>
                </p:cNvCxnSpPr>
                <p:nvPr/>
              </p:nvCxnSpPr>
              <p:spPr>
                <a:xfrm flipV="1">
                  <a:off x="7208406" y="3930578"/>
                  <a:ext cx="644410" cy="373804"/>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34" name="直接箭头连接符 333">
                  <a:extLst>
                    <a:ext uri="{FF2B5EF4-FFF2-40B4-BE49-F238E27FC236}">
                      <a16:creationId xmlns:a16="http://schemas.microsoft.com/office/drawing/2014/main" id="{27845DD3-2E52-5F07-C2AB-A4E63AA83CA5}"/>
                    </a:ext>
                  </a:extLst>
                </p:cNvPr>
                <p:cNvCxnSpPr>
                  <a:cxnSpLocks/>
                  <a:stCxn id="323" idx="6"/>
                  <a:endCxn id="327" idx="2"/>
                </p:cNvCxnSpPr>
                <p:nvPr/>
              </p:nvCxnSpPr>
              <p:spPr>
                <a:xfrm>
                  <a:off x="7208406" y="4304382"/>
                  <a:ext cx="644410" cy="37366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35" name="直接箭头连接符 334">
                  <a:extLst>
                    <a:ext uri="{FF2B5EF4-FFF2-40B4-BE49-F238E27FC236}">
                      <a16:creationId xmlns:a16="http://schemas.microsoft.com/office/drawing/2014/main" id="{432F044D-08A0-E64C-97A2-8416368CD358}"/>
                    </a:ext>
                  </a:extLst>
                </p:cNvPr>
                <p:cNvCxnSpPr>
                  <a:cxnSpLocks/>
                  <a:stCxn id="326" idx="6"/>
                  <a:endCxn id="319" idx="2"/>
                </p:cNvCxnSpPr>
                <p:nvPr/>
              </p:nvCxnSpPr>
              <p:spPr>
                <a:xfrm>
                  <a:off x="8077648" y="3183112"/>
                  <a:ext cx="675166" cy="1494931"/>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36" name="直接箭头连接符 335">
                  <a:extLst>
                    <a:ext uri="{FF2B5EF4-FFF2-40B4-BE49-F238E27FC236}">
                      <a16:creationId xmlns:a16="http://schemas.microsoft.com/office/drawing/2014/main" id="{9E001D2D-F30F-C955-6FA8-AD12A14D1C0A}"/>
                    </a:ext>
                  </a:extLst>
                </p:cNvPr>
                <p:cNvCxnSpPr>
                  <a:cxnSpLocks/>
                  <a:stCxn id="326" idx="6"/>
                  <a:endCxn id="321" idx="2"/>
                </p:cNvCxnSpPr>
                <p:nvPr/>
              </p:nvCxnSpPr>
              <p:spPr>
                <a:xfrm>
                  <a:off x="8077648" y="3183112"/>
                  <a:ext cx="675173" cy="748690"/>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37" name="直接箭头连接符 336">
                  <a:extLst>
                    <a:ext uri="{FF2B5EF4-FFF2-40B4-BE49-F238E27FC236}">
                      <a16:creationId xmlns:a16="http://schemas.microsoft.com/office/drawing/2014/main" id="{FC1E4178-78BD-9C8B-4A38-FCD199F4F526}"/>
                    </a:ext>
                  </a:extLst>
                </p:cNvPr>
                <p:cNvCxnSpPr>
                  <a:cxnSpLocks/>
                  <a:stCxn id="326" idx="6"/>
                  <a:endCxn id="320" idx="2"/>
                </p:cNvCxnSpPr>
                <p:nvPr/>
              </p:nvCxnSpPr>
              <p:spPr>
                <a:xfrm>
                  <a:off x="8077648" y="3183112"/>
                  <a:ext cx="679497" cy="0"/>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38" name="直接连接符 337">
                  <a:extLst>
                    <a:ext uri="{FF2B5EF4-FFF2-40B4-BE49-F238E27FC236}">
                      <a16:creationId xmlns:a16="http://schemas.microsoft.com/office/drawing/2014/main" id="{938AE76F-A244-B2D1-5979-A68431BE2BD2}"/>
                    </a:ext>
                  </a:extLst>
                </p:cNvPr>
                <p:cNvCxnSpPr>
                  <a:cxnSpLocks/>
                  <a:stCxn id="328" idx="6"/>
                  <a:endCxn id="320" idx="2"/>
                </p:cNvCxnSpPr>
                <p:nvPr/>
              </p:nvCxnSpPr>
              <p:spPr>
                <a:xfrm flipV="1">
                  <a:off x="8077648" y="3183112"/>
                  <a:ext cx="679497" cy="74746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39" name="直接箭头连接符 338">
                  <a:extLst>
                    <a:ext uri="{FF2B5EF4-FFF2-40B4-BE49-F238E27FC236}">
                      <a16:creationId xmlns:a16="http://schemas.microsoft.com/office/drawing/2014/main" id="{FE60CDCF-53E2-DBC0-78C4-D4E8A3C7FAB9}"/>
                    </a:ext>
                  </a:extLst>
                </p:cNvPr>
                <p:cNvCxnSpPr>
                  <a:cxnSpLocks/>
                  <a:stCxn id="328" idx="6"/>
                  <a:endCxn id="319" idx="2"/>
                </p:cNvCxnSpPr>
                <p:nvPr/>
              </p:nvCxnSpPr>
              <p:spPr>
                <a:xfrm>
                  <a:off x="8077648" y="3930578"/>
                  <a:ext cx="675166" cy="74746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40" name="直接箭头连接符 339">
                  <a:extLst>
                    <a:ext uri="{FF2B5EF4-FFF2-40B4-BE49-F238E27FC236}">
                      <a16:creationId xmlns:a16="http://schemas.microsoft.com/office/drawing/2014/main" id="{9979DD1A-9729-6B78-2DC6-71F5553EF472}"/>
                    </a:ext>
                  </a:extLst>
                </p:cNvPr>
                <p:cNvCxnSpPr>
                  <a:cxnSpLocks/>
                  <a:stCxn id="328" idx="6"/>
                  <a:endCxn id="321" idx="2"/>
                </p:cNvCxnSpPr>
                <p:nvPr/>
              </p:nvCxnSpPr>
              <p:spPr>
                <a:xfrm>
                  <a:off x="8077648" y="3930578"/>
                  <a:ext cx="675173" cy="1224"/>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41" name="直接箭头连接符 340">
                  <a:extLst>
                    <a:ext uri="{FF2B5EF4-FFF2-40B4-BE49-F238E27FC236}">
                      <a16:creationId xmlns:a16="http://schemas.microsoft.com/office/drawing/2014/main" id="{13983B29-D600-4273-9975-2A8089A8960D}"/>
                    </a:ext>
                  </a:extLst>
                </p:cNvPr>
                <p:cNvCxnSpPr>
                  <a:cxnSpLocks/>
                  <a:stCxn id="327" idx="6"/>
                  <a:endCxn id="319" idx="2"/>
                </p:cNvCxnSpPr>
                <p:nvPr/>
              </p:nvCxnSpPr>
              <p:spPr>
                <a:xfrm>
                  <a:off x="8077648" y="4678043"/>
                  <a:ext cx="675166" cy="0"/>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42" name="直接箭头连接符 341">
                  <a:extLst>
                    <a:ext uri="{FF2B5EF4-FFF2-40B4-BE49-F238E27FC236}">
                      <a16:creationId xmlns:a16="http://schemas.microsoft.com/office/drawing/2014/main" id="{18A53E8B-EE0D-CC65-3B0C-C396205D9185}"/>
                    </a:ext>
                  </a:extLst>
                </p:cNvPr>
                <p:cNvCxnSpPr>
                  <a:cxnSpLocks/>
                  <a:stCxn id="327" idx="6"/>
                  <a:endCxn id="321" idx="2"/>
                </p:cNvCxnSpPr>
                <p:nvPr/>
              </p:nvCxnSpPr>
              <p:spPr>
                <a:xfrm flipV="1">
                  <a:off x="8077648" y="3931802"/>
                  <a:ext cx="675173" cy="746241"/>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43" name="直接箭头连接符 342">
                  <a:extLst>
                    <a:ext uri="{FF2B5EF4-FFF2-40B4-BE49-F238E27FC236}">
                      <a16:creationId xmlns:a16="http://schemas.microsoft.com/office/drawing/2014/main" id="{59939C03-7C10-E290-1F97-5535D70E19BA}"/>
                    </a:ext>
                  </a:extLst>
                </p:cNvPr>
                <p:cNvCxnSpPr>
                  <a:cxnSpLocks/>
                  <a:stCxn id="319" idx="6"/>
                  <a:endCxn id="325" idx="2"/>
                </p:cNvCxnSpPr>
                <p:nvPr/>
              </p:nvCxnSpPr>
              <p:spPr>
                <a:xfrm flipV="1">
                  <a:off x="8977653" y="3556776"/>
                  <a:ext cx="626606" cy="1121267"/>
                </a:xfrm>
                <a:prstGeom prst="straightConnector1">
                  <a:avLst/>
                </a:prstGeom>
                <a:ln w="1905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344" name="直接箭头连接符 343">
                  <a:extLst>
                    <a:ext uri="{FF2B5EF4-FFF2-40B4-BE49-F238E27FC236}">
                      <a16:creationId xmlns:a16="http://schemas.microsoft.com/office/drawing/2014/main" id="{EEFB1628-8136-66D7-216E-01B11183A2B1}"/>
                    </a:ext>
                  </a:extLst>
                </p:cNvPr>
                <p:cNvCxnSpPr>
                  <a:cxnSpLocks/>
                  <a:stCxn id="319" idx="6"/>
                  <a:endCxn id="324" idx="2"/>
                </p:cNvCxnSpPr>
                <p:nvPr/>
              </p:nvCxnSpPr>
              <p:spPr>
                <a:xfrm flipV="1">
                  <a:off x="8977653" y="4304383"/>
                  <a:ext cx="616050" cy="373660"/>
                </a:xfrm>
                <a:prstGeom prst="straightConnector1">
                  <a:avLst/>
                </a:prstGeom>
                <a:ln w="1905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345" name="直接箭头连接符 344">
                  <a:extLst>
                    <a:ext uri="{FF2B5EF4-FFF2-40B4-BE49-F238E27FC236}">
                      <a16:creationId xmlns:a16="http://schemas.microsoft.com/office/drawing/2014/main" id="{153C8E55-B89F-9EAE-2CFE-729384FDE346}"/>
                    </a:ext>
                  </a:extLst>
                </p:cNvPr>
                <p:cNvCxnSpPr>
                  <a:cxnSpLocks/>
                  <a:stCxn id="320" idx="6"/>
                  <a:endCxn id="325" idx="2"/>
                </p:cNvCxnSpPr>
                <p:nvPr/>
              </p:nvCxnSpPr>
              <p:spPr>
                <a:xfrm>
                  <a:off x="8981984" y="3183112"/>
                  <a:ext cx="622275" cy="373664"/>
                </a:xfrm>
                <a:prstGeom prst="straightConnector1">
                  <a:avLst/>
                </a:prstGeom>
                <a:ln w="19050">
                  <a:solidFill>
                    <a:srgbClr val="00B0F0"/>
                  </a:solidFill>
                  <a:tailEnd type="none"/>
                </a:ln>
              </p:spPr>
              <p:style>
                <a:lnRef idx="1">
                  <a:schemeClr val="accent1"/>
                </a:lnRef>
                <a:fillRef idx="0">
                  <a:schemeClr val="accent1"/>
                </a:fillRef>
                <a:effectRef idx="0">
                  <a:schemeClr val="accent1"/>
                </a:effectRef>
                <a:fontRef idx="minor">
                  <a:schemeClr val="tx1"/>
                </a:fontRef>
              </p:style>
            </p:cxnSp>
            <p:cxnSp>
              <p:nvCxnSpPr>
                <p:cNvPr id="346" name="直接箭头连接符 345">
                  <a:extLst>
                    <a:ext uri="{FF2B5EF4-FFF2-40B4-BE49-F238E27FC236}">
                      <a16:creationId xmlns:a16="http://schemas.microsoft.com/office/drawing/2014/main" id="{35FA2FB5-C7EA-D514-7C8C-E13B3313BE4D}"/>
                    </a:ext>
                  </a:extLst>
                </p:cNvPr>
                <p:cNvCxnSpPr>
                  <a:cxnSpLocks/>
                  <a:stCxn id="320" idx="6"/>
                  <a:endCxn id="324" idx="2"/>
                </p:cNvCxnSpPr>
                <p:nvPr/>
              </p:nvCxnSpPr>
              <p:spPr>
                <a:xfrm>
                  <a:off x="8981984" y="3183112"/>
                  <a:ext cx="611719" cy="1121271"/>
                </a:xfrm>
                <a:prstGeom prst="straightConnector1">
                  <a:avLst/>
                </a:prstGeom>
                <a:ln w="19050">
                  <a:solidFill>
                    <a:srgbClr val="00B0F0"/>
                  </a:solidFill>
                  <a:tailEnd type="none"/>
                </a:ln>
              </p:spPr>
              <p:style>
                <a:lnRef idx="1">
                  <a:schemeClr val="accent1"/>
                </a:lnRef>
                <a:fillRef idx="0">
                  <a:schemeClr val="accent1"/>
                </a:fillRef>
                <a:effectRef idx="0">
                  <a:schemeClr val="accent1"/>
                </a:effectRef>
                <a:fontRef idx="minor">
                  <a:schemeClr val="tx1"/>
                </a:fontRef>
              </p:style>
            </p:cxnSp>
            <p:cxnSp>
              <p:nvCxnSpPr>
                <p:cNvPr id="347" name="直接箭头连接符 346">
                  <a:extLst>
                    <a:ext uri="{FF2B5EF4-FFF2-40B4-BE49-F238E27FC236}">
                      <a16:creationId xmlns:a16="http://schemas.microsoft.com/office/drawing/2014/main" id="{BFC2518E-5520-A467-B872-7F8813D99D63}"/>
                    </a:ext>
                  </a:extLst>
                </p:cNvPr>
                <p:cNvCxnSpPr>
                  <a:cxnSpLocks/>
                  <a:stCxn id="321" idx="6"/>
                  <a:endCxn id="325" idx="2"/>
                </p:cNvCxnSpPr>
                <p:nvPr/>
              </p:nvCxnSpPr>
              <p:spPr>
                <a:xfrm flipV="1">
                  <a:off x="8977660" y="3556776"/>
                  <a:ext cx="626599" cy="375026"/>
                </a:xfrm>
                <a:prstGeom prst="straightConnector1">
                  <a:avLst/>
                </a:prstGeom>
                <a:ln w="19050">
                  <a:solidFill>
                    <a:schemeClr val="accent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48" name="直接箭头连接符 347">
                  <a:extLst>
                    <a:ext uri="{FF2B5EF4-FFF2-40B4-BE49-F238E27FC236}">
                      <a16:creationId xmlns:a16="http://schemas.microsoft.com/office/drawing/2014/main" id="{06647DC0-CDD5-62F4-C3D8-F449E4E8BEA5}"/>
                    </a:ext>
                  </a:extLst>
                </p:cNvPr>
                <p:cNvCxnSpPr>
                  <a:cxnSpLocks/>
                  <a:stCxn id="321" idx="6"/>
                  <a:endCxn id="324" idx="2"/>
                </p:cNvCxnSpPr>
                <p:nvPr/>
              </p:nvCxnSpPr>
              <p:spPr>
                <a:xfrm>
                  <a:off x="8977660" y="3931802"/>
                  <a:ext cx="616043" cy="372581"/>
                </a:xfrm>
                <a:prstGeom prst="straightConnector1">
                  <a:avLst/>
                </a:prstGeom>
                <a:ln w="19050">
                  <a:solidFill>
                    <a:schemeClr val="accent1">
                      <a:lumMod val="50000"/>
                    </a:schemeClr>
                  </a:solidFill>
                  <a:tailEnd type="non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49" name="文本框 348">
                    <a:extLst>
                      <a:ext uri="{FF2B5EF4-FFF2-40B4-BE49-F238E27FC236}">
                        <a16:creationId xmlns:a16="http://schemas.microsoft.com/office/drawing/2014/main" id="{D752C42B-88BD-D39E-E7F9-F5D9D7B37E58}"/>
                      </a:ext>
                    </a:extLst>
                  </p:cNvPr>
                  <p:cNvSpPr txBox="1"/>
                  <p:nvPr/>
                </p:nvSpPr>
                <p:spPr>
                  <a:xfrm>
                    <a:off x="9628936" y="4762744"/>
                    <a:ext cx="3380840" cy="66851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𝑊</m:t>
                              </m:r>
                            </m:e>
                            <m:sub>
                              <m:r>
                                <a:rPr lang="en-US" altLang="zh-CN" sz="2000" b="0" i="1" smtClean="0">
                                  <a:latin typeface="Cambria Math" panose="02040503050406030204" pitchFamily="18" charset="0"/>
                                </a:rPr>
                                <m:t>𝑓𝑢𝑠𝑒</m:t>
                              </m:r>
                            </m:sub>
                          </m:sSub>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b="0" i="1" smtClean="0">
                                  <a:latin typeface="Cambria Math" panose="02040503050406030204" pitchFamily="18" charset="0"/>
                                </a:rPr>
                                <m:t>2</m:t>
                              </m:r>
                            </m:den>
                          </m:f>
                          <m:r>
                            <a:rPr lang="en-US" altLang="zh-CN" sz="2000" b="0" i="1" smtClean="0">
                              <a:latin typeface="Cambria Math" panose="02040503050406030204" pitchFamily="18" charset="0"/>
                            </a:rPr>
                            <m:t>(</m:t>
                          </m:r>
                          <m:acc>
                            <m:accPr>
                              <m:chr m:val="̃"/>
                              <m:ctrlPr>
                                <a:rPr lang="en-US" altLang="zh-CN" sz="2000" b="0" i="1" smtClean="0">
                                  <a:latin typeface="Cambria Math" panose="02040503050406030204" pitchFamily="18" charset="0"/>
                                </a:rPr>
                              </m:ctrlPr>
                            </m:acc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𝑊</m:t>
                                  </m:r>
                                </m:e>
                                <m:sub>
                                  <m:r>
                                    <a:rPr lang="en-US" altLang="zh-CN" sz="2000" b="0" i="1" smtClean="0">
                                      <a:latin typeface="Cambria Math" panose="02040503050406030204" pitchFamily="18" charset="0"/>
                                    </a:rPr>
                                    <m:t>𝐴</m:t>
                                  </m:r>
                                </m:sub>
                              </m:sSub>
                            </m:e>
                          </m:acc>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𝑊</m:t>
                              </m:r>
                            </m:e>
                            <m:sub>
                              <m:r>
                                <a:rPr lang="en-US" altLang="zh-CN" sz="2000" b="0" i="1" smtClean="0">
                                  <a:latin typeface="Cambria Math" panose="02040503050406030204" pitchFamily="18" charset="0"/>
                                </a:rPr>
                                <m:t>𝐵</m:t>
                              </m:r>
                            </m:sub>
                          </m:sSub>
                          <m:r>
                            <a:rPr lang="en-US" altLang="zh-CN" sz="2000" b="0" i="1" smtClean="0">
                              <a:latin typeface="Cambria Math" panose="02040503050406030204" pitchFamily="18" charset="0"/>
                            </a:rPr>
                            <m:t>)</m:t>
                          </m:r>
                        </m:oMath>
                      </m:oMathPara>
                    </a14:m>
                    <a:endParaRPr lang="en-US" altLang="zh-CN" sz="2000" dirty="0">
                      <a:latin typeface="+mn-ea"/>
                    </a:endParaRPr>
                  </a:p>
                </p:txBody>
              </p:sp>
            </mc:Choice>
            <mc:Fallback xmlns="">
              <p:sp>
                <p:nvSpPr>
                  <p:cNvPr id="349" name="文本框 348">
                    <a:extLst>
                      <a:ext uri="{FF2B5EF4-FFF2-40B4-BE49-F238E27FC236}">
                        <a16:creationId xmlns:a16="http://schemas.microsoft.com/office/drawing/2014/main" id="{D752C42B-88BD-D39E-E7F9-F5D9D7B37E58}"/>
                      </a:ext>
                    </a:extLst>
                  </p:cNvPr>
                  <p:cNvSpPr txBox="1">
                    <a:spLocks noRot="1" noChangeAspect="1" noMove="1" noResize="1" noEditPoints="1" noAdjustHandles="1" noChangeArrowheads="1" noChangeShapeType="1" noTextEdit="1"/>
                  </p:cNvSpPr>
                  <p:nvPr/>
                </p:nvSpPr>
                <p:spPr>
                  <a:xfrm>
                    <a:off x="9628936" y="4762744"/>
                    <a:ext cx="3380840" cy="668516"/>
                  </a:xfrm>
                  <a:prstGeom prst="rect">
                    <a:avLst/>
                  </a:prstGeom>
                  <a:blipFill>
                    <a:blip r:embed="rId6"/>
                    <a:stretch>
                      <a:fillRect/>
                    </a:stretch>
                  </a:blipFill>
                </p:spPr>
                <p:txBody>
                  <a:bodyPr/>
                  <a:lstStyle/>
                  <a:p>
                    <a:r>
                      <a:rPr lang="zh-CN" altLang="en-US">
                        <a:noFill/>
                      </a:rPr>
                      <a:t> </a:t>
                    </a:r>
                  </a:p>
                </p:txBody>
              </p:sp>
            </mc:Fallback>
          </mc:AlternateContent>
        </p:grpSp>
        <p:cxnSp>
          <p:nvCxnSpPr>
            <p:cNvPr id="350" name="直接箭头连接符 349">
              <a:extLst>
                <a:ext uri="{FF2B5EF4-FFF2-40B4-BE49-F238E27FC236}">
                  <a16:creationId xmlns:a16="http://schemas.microsoft.com/office/drawing/2014/main" id="{367677CC-D39B-C5B3-4899-92EA12073BC1}"/>
                </a:ext>
              </a:extLst>
            </p:cNvPr>
            <p:cNvCxnSpPr>
              <a:cxnSpLocks/>
            </p:cNvCxnSpPr>
            <p:nvPr/>
          </p:nvCxnSpPr>
          <p:spPr>
            <a:xfrm flipV="1">
              <a:off x="9182639" y="5172573"/>
              <a:ext cx="464688" cy="1217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57" name="文本框 356">
                <a:extLst>
                  <a:ext uri="{FF2B5EF4-FFF2-40B4-BE49-F238E27FC236}">
                    <a16:creationId xmlns:a16="http://schemas.microsoft.com/office/drawing/2014/main" id="{E8DBEAE5-F33E-E5E8-485B-A14E93C935E3}"/>
                  </a:ext>
                </a:extLst>
              </p:cNvPr>
              <p:cNvSpPr txBox="1"/>
              <p:nvPr/>
            </p:nvSpPr>
            <p:spPr>
              <a:xfrm>
                <a:off x="878025" y="4330906"/>
                <a:ext cx="6503670" cy="1020151"/>
              </a:xfrm>
              <a:prstGeom prst="rect">
                <a:avLst/>
              </a:prstGeom>
              <a:noFill/>
            </p:spPr>
            <p:txBody>
              <a:bodyPr wrap="square">
                <a:spAutoFit/>
              </a:bodyPr>
              <a:lstStyle/>
              <a:p>
                <a14:m>
                  <m:oMath xmlns:m="http://schemas.openxmlformats.org/officeDocument/2006/math">
                    <m:acc>
                      <m:accPr>
                        <m:chr m:val="̃"/>
                        <m:ctrlPr>
                          <a:rPr lang="en-US" altLang="zh-CN" i="1" smtClean="0">
                            <a:latin typeface="Cambria Math" panose="02040503050406030204" pitchFamily="18" charset="0"/>
                          </a:rPr>
                        </m:ctrlPr>
                      </m:accPr>
                      <m:e>
                        <m:sSub>
                          <m:sSubPr>
                            <m:ctrlPr>
                              <a:rPr lang="en-US" altLang="zh-CN" i="1">
                                <a:latin typeface="Cambria Math" panose="02040503050406030204" pitchFamily="18" charset="0"/>
                              </a:rPr>
                            </m:ctrlPr>
                          </m:sSubPr>
                          <m:e>
                            <m:r>
                              <a:rPr lang="en-US" altLang="zh-CN" i="1">
                                <a:latin typeface="Cambria Math" panose="02040503050406030204" pitchFamily="18" charset="0"/>
                              </a:rPr>
                              <m:t>𝑊</m:t>
                            </m:r>
                          </m:e>
                          <m:sub>
                            <m:r>
                              <a:rPr lang="en-US" altLang="zh-CN" i="1">
                                <a:latin typeface="Cambria Math" panose="02040503050406030204" pitchFamily="18" charset="0"/>
                              </a:rPr>
                              <m:t>𝐴</m:t>
                            </m:r>
                          </m:sub>
                        </m:sSub>
                      </m:e>
                    </m:acc>
                    <m:r>
                      <a:rPr lang="en-US" altLang="zh-CN" b="0" i="1" smtClean="0">
                        <a:latin typeface="Cambria Math" panose="02040503050406030204" pitchFamily="18" charset="0"/>
                      </a:rPr>
                      <m:t>=</m:t>
                    </m:r>
                    <m:d>
                      <m:dPr>
                        <m:begChr m:val="["/>
                        <m:endChr m:val="]"/>
                        <m:ctrlPr>
                          <a:rPr lang="en-US" altLang="zh-CN" sz="1800" i="1" smtClean="0">
                            <a:latin typeface="Cambria Math" panose="02040503050406030204" pitchFamily="18" charset="0"/>
                          </a:rPr>
                        </m:ctrlPr>
                      </m:dPr>
                      <m:e>
                        <m:eqArr>
                          <m:eqArrPr>
                            <m:ctrlPr>
                              <a:rPr lang="en-US" altLang="zh-CN" sz="1800" b="0" i="1" smtClean="0">
                                <a:latin typeface="Cambria Math" panose="02040503050406030204" pitchFamily="18" charset="0"/>
                              </a:rPr>
                            </m:ctrlPr>
                          </m:eqArrPr>
                          <m:e>
                            <m:sSubSup>
                              <m:sSubSupPr>
                                <m:ctrlPr>
                                  <a:rPr lang="en-US" altLang="zh-CN" sz="1800" i="1">
                                    <a:latin typeface="Cambria Math" panose="02040503050406030204" pitchFamily="18" charset="0"/>
                                  </a:rPr>
                                </m:ctrlPr>
                              </m:sSubSupPr>
                              <m:e>
                                <m:r>
                                  <a:rPr lang="en-US" altLang="zh-CN" sz="1800" i="1">
                                    <a:latin typeface="Cambria Math" panose="02040503050406030204" pitchFamily="18" charset="0"/>
                                  </a:rPr>
                                  <m:t>𝑤</m:t>
                                </m:r>
                              </m:e>
                              <m:sub>
                                <m:r>
                                  <a:rPr lang="en-US" altLang="zh-CN" sz="1800" i="1">
                                    <a:latin typeface="Cambria Math" panose="02040503050406030204" pitchFamily="18" charset="0"/>
                                  </a:rPr>
                                  <m:t>21</m:t>
                                </m:r>
                              </m:sub>
                              <m:sup>
                                <m:r>
                                  <a:rPr lang="en-US" altLang="zh-CN" sz="1800" i="1">
                                    <a:latin typeface="Cambria Math" panose="02040503050406030204" pitchFamily="18" charset="0"/>
                                  </a:rPr>
                                  <m:t>𝐴</m:t>
                                </m:r>
                              </m:sup>
                            </m:sSubSup>
                            <m:r>
                              <a:rPr lang="en-US" altLang="zh-CN" sz="1800" i="1">
                                <a:latin typeface="Cambria Math" panose="02040503050406030204" pitchFamily="18" charset="0"/>
                              </a:rPr>
                              <m:t> </m:t>
                            </m:r>
                            <m:sSubSup>
                              <m:sSubSupPr>
                                <m:ctrlPr>
                                  <a:rPr lang="en-US" altLang="zh-CN" sz="1800" i="1">
                                    <a:latin typeface="Cambria Math" panose="02040503050406030204" pitchFamily="18" charset="0"/>
                                  </a:rPr>
                                </m:ctrlPr>
                              </m:sSubSupPr>
                              <m:e>
                                <m:r>
                                  <a:rPr lang="en-US" altLang="zh-CN" sz="1800" i="1">
                                    <a:latin typeface="Cambria Math" panose="02040503050406030204" pitchFamily="18" charset="0"/>
                                  </a:rPr>
                                  <m:t>𝑤</m:t>
                                </m:r>
                              </m:e>
                              <m:sub>
                                <m:r>
                                  <a:rPr lang="en-US" altLang="zh-CN" sz="1800" i="1">
                                    <a:latin typeface="Cambria Math" panose="02040503050406030204" pitchFamily="18" charset="0"/>
                                  </a:rPr>
                                  <m:t>22</m:t>
                                </m:r>
                              </m:sub>
                              <m:sup>
                                <m:r>
                                  <a:rPr lang="en-US" altLang="zh-CN" sz="1800" i="1">
                                    <a:latin typeface="Cambria Math" panose="02040503050406030204" pitchFamily="18" charset="0"/>
                                  </a:rPr>
                                  <m:t>𝐴</m:t>
                                </m:r>
                              </m:sup>
                            </m:sSubSup>
                          </m:e>
                          <m:e>
                            <m:sSubSup>
                              <m:sSubSupPr>
                                <m:ctrlPr>
                                  <a:rPr lang="en-US" altLang="zh-CN" sz="1800" i="1">
                                    <a:latin typeface="Cambria Math" panose="02040503050406030204" pitchFamily="18" charset="0"/>
                                  </a:rPr>
                                </m:ctrlPr>
                              </m:sSubSupPr>
                              <m:e>
                                <m:r>
                                  <a:rPr lang="en-US" altLang="zh-CN" sz="1800" i="1">
                                    <a:latin typeface="Cambria Math" panose="02040503050406030204" pitchFamily="18" charset="0"/>
                                  </a:rPr>
                                  <m:t>𝑤</m:t>
                                </m:r>
                              </m:e>
                              <m:sub>
                                <m:r>
                                  <a:rPr lang="en-US" altLang="zh-CN" sz="1800" i="1">
                                    <a:latin typeface="Cambria Math" panose="02040503050406030204" pitchFamily="18" charset="0"/>
                                  </a:rPr>
                                  <m:t>31</m:t>
                                </m:r>
                              </m:sub>
                              <m:sup>
                                <m:r>
                                  <a:rPr lang="en-US" altLang="zh-CN" sz="1800" i="1">
                                    <a:latin typeface="Cambria Math" panose="02040503050406030204" pitchFamily="18" charset="0"/>
                                  </a:rPr>
                                  <m:t>𝐴</m:t>
                                </m:r>
                              </m:sup>
                            </m:sSubSup>
                            <m:r>
                              <a:rPr lang="en-US" altLang="zh-CN" sz="1800" i="1">
                                <a:latin typeface="Cambria Math" panose="02040503050406030204" pitchFamily="18" charset="0"/>
                              </a:rPr>
                              <m:t> </m:t>
                            </m:r>
                            <m:sSubSup>
                              <m:sSubSupPr>
                                <m:ctrlPr>
                                  <a:rPr lang="en-US" altLang="zh-CN" sz="1800" i="1">
                                    <a:latin typeface="Cambria Math" panose="02040503050406030204" pitchFamily="18" charset="0"/>
                                  </a:rPr>
                                </m:ctrlPr>
                              </m:sSubSupPr>
                              <m:e>
                                <m:r>
                                  <a:rPr lang="en-US" altLang="zh-CN" sz="1800" i="1">
                                    <a:latin typeface="Cambria Math" panose="02040503050406030204" pitchFamily="18" charset="0"/>
                                  </a:rPr>
                                  <m:t>𝑤</m:t>
                                </m:r>
                              </m:e>
                              <m:sub>
                                <m:r>
                                  <a:rPr lang="en-US" altLang="zh-CN" sz="1800" i="1">
                                    <a:latin typeface="Cambria Math" panose="02040503050406030204" pitchFamily="18" charset="0"/>
                                  </a:rPr>
                                  <m:t>32</m:t>
                                </m:r>
                              </m:sub>
                              <m:sup>
                                <m:r>
                                  <a:rPr lang="en-US" altLang="zh-CN" sz="1800" i="1">
                                    <a:latin typeface="Cambria Math" panose="02040503050406030204" pitchFamily="18" charset="0"/>
                                  </a:rPr>
                                  <m:t>𝐴</m:t>
                                </m:r>
                              </m:sup>
                            </m:sSubSup>
                          </m:e>
                          <m:e>
                            <m:sSubSup>
                              <m:sSubSupPr>
                                <m:ctrlPr>
                                  <a:rPr lang="en-US" altLang="zh-CN" sz="1800" i="1">
                                    <a:latin typeface="Cambria Math" panose="02040503050406030204" pitchFamily="18" charset="0"/>
                                  </a:rPr>
                                </m:ctrlPr>
                              </m:sSubSupPr>
                              <m:e>
                                <m:r>
                                  <a:rPr lang="en-US" altLang="zh-CN" sz="1800" i="1">
                                    <a:latin typeface="Cambria Math" panose="02040503050406030204" pitchFamily="18" charset="0"/>
                                  </a:rPr>
                                  <m:t>𝑤</m:t>
                                </m:r>
                              </m:e>
                              <m:sub>
                                <m:r>
                                  <a:rPr lang="en-US" altLang="zh-CN" sz="1800" i="1">
                                    <a:latin typeface="Cambria Math" panose="02040503050406030204" pitchFamily="18" charset="0"/>
                                  </a:rPr>
                                  <m:t>11</m:t>
                                </m:r>
                              </m:sub>
                              <m:sup>
                                <m:r>
                                  <a:rPr lang="en-US" altLang="zh-CN" sz="1800" i="1">
                                    <a:latin typeface="Cambria Math" panose="02040503050406030204" pitchFamily="18" charset="0"/>
                                  </a:rPr>
                                  <m:t>𝐴</m:t>
                                </m:r>
                              </m:sup>
                            </m:sSubSup>
                            <m:r>
                              <a:rPr lang="en-US" altLang="zh-CN" sz="1800" i="1">
                                <a:latin typeface="Cambria Math" panose="02040503050406030204" pitchFamily="18" charset="0"/>
                              </a:rPr>
                              <m:t> </m:t>
                            </m:r>
                            <m:sSubSup>
                              <m:sSubSupPr>
                                <m:ctrlPr>
                                  <a:rPr lang="en-US" altLang="zh-CN" sz="1800" i="1">
                                    <a:latin typeface="Cambria Math" panose="02040503050406030204" pitchFamily="18" charset="0"/>
                                  </a:rPr>
                                </m:ctrlPr>
                              </m:sSubSupPr>
                              <m:e>
                                <m:r>
                                  <a:rPr lang="en-US" altLang="zh-CN" sz="1800" i="1">
                                    <a:latin typeface="Cambria Math" panose="02040503050406030204" pitchFamily="18" charset="0"/>
                                  </a:rPr>
                                  <m:t>𝑤</m:t>
                                </m:r>
                              </m:e>
                              <m:sub>
                                <m:r>
                                  <a:rPr lang="en-US" altLang="zh-CN" sz="1800" i="1">
                                    <a:latin typeface="Cambria Math" panose="02040503050406030204" pitchFamily="18" charset="0"/>
                                  </a:rPr>
                                  <m:t>12</m:t>
                                </m:r>
                              </m:sub>
                              <m:sup>
                                <m:r>
                                  <a:rPr lang="en-US" altLang="zh-CN" sz="1800" i="1">
                                    <a:latin typeface="Cambria Math" panose="02040503050406030204" pitchFamily="18" charset="0"/>
                                  </a:rPr>
                                  <m:t>𝐴</m:t>
                                </m:r>
                              </m:sup>
                            </m:sSubSup>
                          </m:e>
                        </m:eqArr>
                      </m:e>
                    </m:d>
                    <m:r>
                      <a:rPr lang="en-US" altLang="zh-CN" sz="1800" b="0" i="1" smtClean="0">
                        <a:latin typeface="Cambria Math" panose="02040503050406030204" pitchFamily="18" charset="0"/>
                      </a:rPr>
                      <m:t>=</m:t>
                    </m:r>
                  </m:oMath>
                </a14:m>
                <a:r>
                  <a:rPr lang="en-US" altLang="zh-CN" dirty="0"/>
                  <a:t> </a:t>
                </a:r>
                <a14:m>
                  <m:oMath xmlns:m="http://schemas.openxmlformats.org/officeDocument/2006/math">
                    <m:d>
                      <m:dPr>
                        <m:begChr m:val="["/>
                        <m:endChr m:val="]"/>
                        <m:ctrlPr>
                          <a:rPr lang="en-US" altLang="zh-CN" b="0" i="1" smtClean="0">
                            <a:latin typeface="Cambria Math" panose="02040503050406030204" pitchFamily="18" charset="0"/>
                          </a:rPr>
                        </m:ctrlPr>
                      </m:dPr>
                      <m:e>
                        <m:eqArr>
                          <m:eqArrPr>
                            <m:ctrlPr>
                              <a:rPr lang="en-US" altLang="zh-CN" b="0" i="1" smtClean="0">
                                <a:latin typeface="Cambria Math" panose="02040503050406030204" pitchFamily="18" charset="0"/>
                              </a:rPr>
                            </m:ctrlPr>
                          </m:eqArrPr>
                          <m:e>
                            <m:r>
                              <a:rPr lang="en-US" altLang="zh-CN" b="0" i="1" smtClean="0">
                                <a:latin typeface="Cambria Math" panose="02040503050406030204" pitchFamily="18" charset="0"/>
                              </a:rPr>
                              <m:t>0 1 0</m:t>
                            </m:r>
                          </m:e>
                          <m:e>
                            <m:r>
                              <a:rPr lang="en-US" altLang="zh-CN" b="0" i="1" smtClean="0">
                                <a:latin typeface="Cambria Math" panose="02040503050406030204" pitchFamily="18" charset="0"/>
                              </a:rPr>
                              <m:t>1 0 0</m:t>
                            </m:r>
                          </m:e>
                          <m:e>
                            <m:r>
                              <a:rPr lang="en-US" altLang="zh-CN" b="0" i="1" smtClean="0">
                                <a:latin typeface="Cambria Math" panose="02040503050406030204" pitchFamily="18" charset="0"/>
                              </a:rPr>
                              <m:t>0 0 1</m:t>
                            </m:r>
                          </m:e>
                        </m:eqArr>
                      </m:e>
                    </m:d>
                    <m:r>
                      <a:rPr lang="en-US" altLang="zh-CN" b="0" i="0" smtClean="0">
                        <a:latin typeface="Cambria Math" panose="02040503050406030204" pitchFamily="18" charset="0"/>
                      </a:rPr>
                      <m:t>∗</m:t>
                    </m:r>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b="0" i="1" smtClean="0">
                                    <a:latin typeface="Cambria Math" panose="02040503050406030204" pitchFamily="18" charset="0"/>
                                  </a:rPr>
                                  <m:t>1</m:t>
                                </m:r>
                                <m:r>
                                  <a:rPr lang="en-US" altLang="zh-CN" i="1">
                                    <a:latin typeface="Cambria Math" panose="02040503050406030204" pitchFamily="18" charset="0"/>
                                  </a:rPr>
                                  <m:t>1</m:t>
                                </m:r>
                              </m:sub>
                              <m:sup>
                                <m:r>
                                  <a:rPr lang="en-US" altLang="zh-CN" i="1">
                                    <a:latin typeface="Cambria Math" panose="02040503050406030204" pitchFamily="18" charset="0"/>
                                  </a:rPr>
                                  <m:t>𝐴</m:t>
                                </m:r>
                              </m:sup>
                            </m:sSubSup>
                            <m:r>
                              <a:rPr lang="en-US" altLang="zh-CN" i="1">
                                <a:latin typeface="Cambria Math" panose="02040503050406030204" pitchFamily="18" charset="0"/>
                              </a:rPr>
                              <m:t> </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b="0" i="1" smtClean="0">
                                    <a:latin typeface="Cambria Math" panose="02040503050406030204" pitchFamily="18" charset="0"/>
                                  </a:rPr>
                                  <m:t>1</m:t>
                                </m:r>
                                <m:r>
                                  <a:rPr lang="en-US" altLang="zh-CN" i="1">
                                    <a:latin typeface="Cambria Math" panose="02040503050406030204" pitchFamily="18" charset="0"/>
                                  </a:rPr>
                                  <m:t>2</m:t>
                                </m:r>
                              </m:sub>
                              <m:sup>
                                <m:r>
                                  <a:rPr lang="en-US" altLang="zh-CN" i="1">
                                    <a:latin typeface="Cambria Math" panose="02040503050406030204" pitchFamily="18" charset="0"/>
                                  </a:rPr>
                                  <m:t>𝐴</m:t>
                                </m:r>
                              </m:sup>
                            </m:sSubSup>
                          </m:e>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b="0" i="1" smtClean="0">
                                    <a:latin typeface="Cambria Math" panose="02040503050406030204" pitchFamily="18" charset="0"/>
                                  </a:rPr>
                                  <m:t>2</m:t>
                                </m:r>
                                <m:r>
                                  <a:rPr lang="en-US" altLang="zh-CN" i="1">
                                    <a:latin typeface="Cambria Math" panose="02040503050406030204" pitchFamily="18" charset="0"/>
                                  </a:rPr>
                                  <m:t>1</m:t>
                                </m:r>
                              </m:sub>
                              <m:sup>
                                <m:r>
                                  <a:rPr lang="en-US" altLang="zh-CN" i="1">
                                    <a:latin typeface="Cambria Math" panose="02040503050406030204" pitchFamily="18" charset="0"/>
                                  </a:rPr>
                                  <m:t>𝐴</m:t>
                                </m:r>
                              </m:sup>
                            </m:sSubSup>
                            <m:r>
                              <a:rPr lang="en-US" altLang="zh-CN" i="1">
                                <a:latin typeface="Cambria Math" panose="02040503050406030204" pitchFamily="18" charset="0"/>
                              </a:rPr>
                              <m:t> </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b="0" i="1" smtClean="0">
                                    <a:latin typeface="Cambria Math" panose="02040503050406030204" pitchFamily="18" charset="0"/>
                                  </a:rPr>
                                  <m:t>2</m:t>
                                </m:r>
                                <m:r>
                                  <a:rPr lang="en-US" altLang="zh-CN" i="1">
                                    <a:latin typeface="Cambria Math" panose="02040503050406030204" pitchFamily="18" charset="0"/>
                                  </a:rPr>
                                  <m:t>2</m:t>
                                </m:r>
                              </m:sub>
                              <m:sup>
                                <m:r>
                                  <a:rPr lang="en-US" altLang="zh-CN" i="1">
                                    <a:latin typeface="Cambria Math" panose="02040503050406030204" pitchFamily="18" charset="0"/>
                                  </a:rPr>
                                  <m:t>𝐴</m:t>
                                </m:r>
                              </m:sup>
                            </m:sSubSup>
                          </m:e>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b="0" i="1" smtClean="0">
                                    <a:latin typeface="Cambria Math" panose="02040503050406030204" pitchFamily="18" charset="0"/>
                                  </a:rPr>
                                  <m:t>3</m:t>
                                </m:r>
                                <m:r>
                                  <a:rPr lang="en-US" altLang="zh-CN" i="1">
                                    <a:latin typeface="Cambria Math" panose="02040503050406030204" pitchFamily="18" charset="0"/>
                                  </a:rPr>
                                  <m:t>1</m:t>
                                </m:r>
                              </m:sub>
                              <m:sup>
                                <m:r>
                                  <a:rPr lang="en-US" altLang="zh-CN" i="1">
                                    <a:latin typeface="Cambria Math" panose="02040503050406030204" pitchFamily="18" charset="0"/>
                                  </a:rPr>
                                  <m:t>𝐴</m:t>
                                </m:r>
                              </m:sup>
                            </m:sSubSup>
                            <m:r>
                              <a:rPr lang="en-US" altLang="zh-CN" i="1">
                                <a:latin typeface="Cambria Math" panose="02040503050406030204" pitchFamily="18" charset="0"/>
                              </a:rPr>
                              <m:t> </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b="0" i="1" smtClean="0">
                                    <a:latin typeface="Cambria Math" panose="02040503050406030204" pitchFamily="18" charset="0"/>
                                  </a:rPr>
                                  <m:t>3</m:t>
                                </m:r>
                                <m:r>
                                  <a:rPr lang="en-US" altLang="zh-CN" i="1">
                                    <a:latin typeface="Cambria Math" panose="02040503050406030204" pitchFamily="18" charset="0"/>
                                  </a:rPr>
                                  <m:t>2</m:t>
                                </m:r>
                              </m:sub>
                              <m:sup>
                                <m:r>
                                  <a:rPr lang="en-US" altLang="zh-CN" i="1">
                                    <a:latin typeface="Cambria Math" panose="02040503050406030204" pitchFamily="18" charset="0"/>
                                  </a:rPr>
                                  <m:t>𝐴</m:t>
                                </m:r>
                              </m:sup>
                            </m:sSubSup>
                          </m:e>
                        </m:eqArr>
                      </m:e>
                    </m:d>
                    <m:r>
                      <a:rPr lang="en-US" altLang="zh-CN" b="0" i="1" smtClean="0">
                        <a:latin typeface="Cambria Math" panose="02040503050406030204" pitchFamily="18" charset="0"/>
                      </a:rPr>
                      <m:t>=</m:t>
                    </m:r>
                    <m:r>
                      <a:rPr lang="en-US" altLang="zh-CN" b="0" i="1" smtClean="0">
                        <a:latin typeface="Cambria Math" panose="02040503050406030204" pitchFamily="18" charset="0"/>
                      </a:rPr>
                      <m:t>𝑇</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𝑊</m:t>
                        </m:r>
                      </m:e>
                      <m:sub>
                        <m:r>
                          <a:rPr lang="en-US" altLang="zh-CN" b="0" i="1" smtClean="0">
                            <a:latin typeface="Cambria Math" panose="02040503050406030204" pitchFamily="18" charset="0"/>
                          </a:rPr>
                          <m:t>𝐴</m:t>
                        </m:r>
                      </m:sub>
                    </m:sSub>
                  </m:oMath>
                </a14:m>
                <a:endParaRPr lang="zh-CN" altLang="en-US" dirty="0"/>
              </a:p>
            </p:txBody>
          </p:sp>
        </mc:Choice>
        <mc:Fallback xmlns="">
          <p:sp>
            <p:nvSpPr>
              <p:cNvPr id="357" name="文本框 356">
                <a:extLst>
                  <a:ext uri="{FF2B5EF4-FFF2-40B4-BE49-F238E27FC236}">
                    <a16:creationId xmlns:a16="http://schemas.microsoft.com/office/drawing/2014/main" id="{E8DBEAE5-F33E-E5E8-485B-A14E93C935E3}"/>
                  </a:ext>
                </a:extLst>
              </p:cNvPr>
              <p:cNvSpPr txBox="1">
                <a:spLocks noRot="1" noChangeAspect="1" noMove="1" noResize="1" noEditPoints="1" noAdjustHandles="1" noChangeArrowheads="1" noChangeShapeType="1" noTextEdit="1"/>
              </p:cNvSpPr>
              <p:nvPr/>
            </p:nvSpPr>
            <p:spPr>
              <a:xfrm>
                <a:off x="878025" y="4330906"/>
                <a:ext cx="6503670" cy="1020151"/>
              </a:xfrm>
              <a:prstGeom prst="rect">
                <a:avLst/>
              </a:prstGeom>
              <a:blipFill>
                <a:blip r:embed="rId7"/>
                <a:stretch>
                  <a:fillRect/>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F8B7669A-FF8B-B264-EA55-4FB47D84B1A9}"/>
              </a:ext>
            </a:extLst>
          </p:cNvPr>
          <p:cNvSpPr txBox="1"/>
          <p:nvPr/>
        </p:nvSpPr>
        <p:spPr>
          <a:xfrm>
            <a:off x="10907486" y="6449406"/>
            <a:ext cx="953142" cy="338554"/>
          </a:xfrm>
          <a:prstGeom prst="rect">
            <a:avLst/>
          </a:prstGeom>
          <a:noFill/>
        </p:spPr>
        <p:txBody>
          <a:bodyPr wrap="square">
            <a:spAutoFit/>
          </a:bodyPr>
          <a:lstStyle/>
          <a:p>
            <a:r>
              <a:rPr lang="en-US" altLang="zh-CN" sz="1600" b="1" dirty="0">
                <a:solidFill>
                  <a:schemeClr val="bg1">
                    <a:lumMod val="50000"/>
                  </a:schemeClr>
                </a:solidFill>
                <a:latin typeface="+mn-ea"/>
              </a:rPr>
              <a:t>8/21</a:t>
            </a:r>
            <a:endParaRPr lang="zh-CN" altLang="en-US" sz="1600" b="1" dirty="0">
              <a:solidFill>
                <a:schemeClr val="bg1">
                  <a:lumMod val="50000"/>
                </a:schemeClr>
              </a:solidFill>
            </a:endParaRPr>
          </a:p>
        </p:txBody>
      </p:sp>
      <p:sp>
        <p:nvSpPr>
          <p:cNvPr id="6" name="文本框 5">
            <a:extLst>
              <a:ext uri="{FF2B5EF4-FFF2-40B4-BE49-F238E27FC236}">
                <a16:creationId xmlns:a16="http://schemas.microsoft.com/office/drawing/2014/main" id="{8BC0351B-EEF5-1E99-901B-352CB0E08ABC}"/>
              </a:ext>
            </a:extLst>
          </p:cNvPr>
          <p:cNvSpPr txBox="1"/>
          <p:nvPr/>
        </p:nvSpPr>
        <p:spPr>
          <a:xfrm>
            <a:off x="629977" y="5460538"/>
            <a:ext cx="4647797" cy="923330"/>
          </a:xfrm>
          <a:prstGeom prst="rect">
            <a:avLst/>
          </a:prstGeom>
          <a:noFill/>
        </p:spPr>
        <p:txBody>
          <a:bodyPr wrap="square">
            <a:spAutoFit/>
          </a:bodyPr>
          <a:lstStyle/>
          <a:p>
            <a:pPr marL="285750" indent="-285750">
              <a:spcAft>
                <a:spcPts val="1800"/>
              </a:spcAft>
              <a:buFont typeface="Arial" panose="020B0604020202020204" pitchFamily="34" charset="0"/>
              <a:buChar char="•"/>
            </a:pPr>
            <a:r>
              <a:rPr lang="zh-CN" altLang="en-US" dirty="0">
                <a:latin typeface="+mn-ea"/>
              </a:rPr>
              <a:t>因此，我们现在的目标是如何求解出最优的置换矩阵，使得置换后的权重尽可能的接近</a:t>
            </a:r>
            <a:endParaRPr lang="en-US" altLang="zh-CN" dirty="0">
              <a:latin typeface="+mn-ea"/>
            </a:endParaRPr>
          </a:p>
        </p:txBody>
      </p:sp>
    </p:spTree>
    <p:extLst>
      <p:ext uri="{BB962C8B-B14F-4D97-AF65-F5344CB8AC3E}">
        <p14:creationId xmlns:p14="http://schemas.microsoft.com/office/powerpoint/2010/main" val="24117796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5"/>
                                        </p:tgtEl>
                                        <p:attrNameLst>
                                          <p:attrName>style.visibility</p:attrName>
                                        </p:attrNameLst>
                                      </p:cBhvr>
                                      <p:to>
                                        <p:strVal val="visible"/>
                                      </p:to>
                                    </p:set>
                                    <p:animEffect transition="in" filter="fade">
                                      <p:cBhvr>
                                        <p:cTn id="12" dur="500"/>
                                        <p:tgtEl>
                                          <p:spTgt spid="35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57"/>
                                        </p:tgtEl>
                                        <p:attrNameLst>
                                          <p:attrName>style.visibility</p:attrName>
                                        </p:attrNameLst>
                                      </p:cBhvr>
                                      <p:to>
                                        <p:strVal val="visible"/>
                                      </p:to>
                                    </p:set>
                                    <p:animEffect transition="in" filter="fade">
                                      <p:cBhvr>
                                        <p:cTn id="22" dur="500"/>
                                        <p:tgtEl>
                                          <p:spTgt spid="35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7" grpId="0"/>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3</a:t>
            </a:r>
            <a:r>
              <a:rPr kumimoji="0" lang="en-US" altLang="zh-CN"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a:t>
            </a:r>
            <a:r>
              <a:rPr lang="zh-CN" altLang="en-US" sz="2800" dirty="0">
                <a:solidFill>
                  <a:srgbClr val="000000">
                    <a:lumMod val="75000"/>
                    <a:lumOff val="25000"/>
                  </a:srgbClr>
                </a:solidFill>
              </a:rPr>
              <a:t>权重对齐</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5" name="文本框 4">
            <a:extLst>
              <a:ext uri="{FF2B5EF4-FFF2-40B4-BE49-F238E27FC236}">
                <a16:creationId xmlns:a16="http://schemas.microsoft.com/office/drawing/2014/main" id="{2E972FED-5B36-278A-28B7-4A5C22F3DEC4}"/>
              </a:ext>
            </a:extLst>
          </p:cNvPr>
          <p:cNvSpPr txBox="1"/>
          <p:nvPr/>
        </p:nvSpPr>
        <p:spPr>
          <a:xfrm>
            <a:off x="456544" y="1254270"/>
            <a:ext cx="10399014"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起源</a:t>
            </a:r>
            <a:r>
              <a:rPr lang="zh-CN" altLang="en-US" b="0" i="0" dirty="0">
                <a:solidFill>
                  <a:srgbClr val="191B1F"/>
                </a:solidFill>
                <a:effectLst/>
                <a:latin typeface="-apple-system"/>
              </a:rPr>
              <a:t>：不同的地方有几堆沙子，</a:t>
            </a:r>
            <a:r>
              <a:rPr lang="zh-CN" altLang="en-US" dirty="0">
                <a:solidFill>
                  <a:srgbClr val="191B1F"/>
                </a:solidFill>
                <a:latin typeface="-apple-system"/>
              </a:rPr>
              <a:t>如何</a:t>
            </a:r>
            <a:r>
              <a:rPr lang="zh-CN" altLang="en-US" b="0" i="0" dirty="0">
                <a:solidFill>
                  <a:srgbClr val="191B1F"/>
                </a:solidFill>
                <a:effectLst/>
                <a:latin typeface="-apple-system"/>
              </a:rPr>
              <a:t>将这几堆沙子以最小花销传输到</a:t>
            </a:r>
            <a:r>
              <a:rPr lang="zh-CN" altLang="en-US" dirty="0">
                <a:solidFill>
                  <a:srgbClr val="191B1F"/>
                </a:solidFill>
                <a:latin typeface="-apple-system"/>
              </a:rPr>
              <a:t>另外几个地方</a:t>
            </a:r>
            <a:r>
              <a:rPr lang="zh-CN" altLang="en-US" b="0" i="0" dirty="0">
                <a:solidFill>
                  <a:srgbClr val="191B1F"/>
                </a:solidFill>
                <a:effectLst/>
                <a:latin typeface="-apple-system"/>
              </a:rPr>
              <a:t>。</a:t>
            </a:r>
            <a:endParaRPr lang="zh-CN" altLang="en-US" dirty="0"/>
          </a:p>
        </p:txBody>
      </p:sp>
      <p:sp>
        <p:nvSpPr>
          <p:cNvPr id="7" name="文本框 6">
            <a:extLst>
              <a:ext uri="{FF2B5EF4-FFF2-40B4-BE49-F238E27FC236}">
                <a16:creationId xmlns:a16="http://schemas.microsoft.com/office/drawing/2014/main" id="{81B78200-163F-2C9D-5F9F-541E4761A05B}"/>
              </a:ext>
            </a:extLst>
          </p:cNvPr>
          <p:cNvSpPr txBox="1"/>
          <p:nvPr/>
        </p:nvSpPr>
        <p:spPr>
          <a:xfrm>
            <a:off x="193654" y="744048"/>
            <a:ext cx="6109334" cy="461665"/>
          </a:xfrm>
          <a:prstGeom prst="rect">
            <a:avLst/>
          </a:prstGeom>
          <a:noFill/>
        </p:spPr>
        <p:txBody>
          <a:bodyPr wrap="square">
            <a:spAutoFit/>
          </a:bodyPr>
          <a:lstStyle/>
          <a:p>
            <a:r>
              <a:rPr lang="zh-CN" altLang="en-US" sz="2400" b="1" dirty="0">
                <a:solidFill>
                  <a:srgbClr val="268F9C"/>
                </a:solidFill>
                <a:latin typeface="+mn-ea"/>
              </a:rPr>
              <a:t>最优传输</a:t>
            </a:r>
          </a:p>
        </p:txBody>
      </p:sp>
      <p:grpSp>
        <p:nvGrpSpPr>
          <p:cNvPr id="54" name="组合 53">
            <a:extLst>
              <a:ext uri="{FF2B5EF4-FFF2-40B4-BE49-F238E27FC236}">
                <a16:creationId xmlns:a16="http://schemas.microsoft.com/office/drawing/2014/main" id="{D0F94DFA-C3EF-29F7-0372-2F8B0811264F}"/>
              </a:ext>
            </a:extLst>
          </p:cNvPr>
          <p:cNvGrpSpPr/>
          <p:nvPr/>
        </p:nvGrpSpPr>
        <p:grpSpPr>
          <a:xfrm>
            <a:off x="8180052" y="1665096"/>
            <a:ext cx="2078582" cy="2057727"/>
            <a:chOff x="8180052" y="1665096"/>
            <a:chExt cx="2078582" cy="2057727"/>
          </a:xfrm>
        </p:grpSpPr>
        <p:sp>
          <p:nvSpPr>
            <p:cNvPr id="14" name="文本框 13">
              <a:extLst>
                <a:ext uri="{FF2B5EF4-FFF2-40B4-BE49-F238E27FC236}">
                  <a16:creationId xmlns:a16="http://schemas.microsoft.com/office/drawing/2014/main" id="{7DCF20ED-D03A-E92A-884B-B44E7B591CDD}"/>
                </a:ext>
              </a:extLst>
            </p:cNvPr>
            <p:cNvSpPr txBox="1"/>
            <p:nvPr/>
          </p:nvSpPr>
          <p:spPr>
            <a:xfrm>
              <a:off x="8189804" y="3415046"/>
              <a:ext cx="2068830" cy="307777"/>
            </a:xfrm>
            <a:prstGeom prst="rect">
              <a:avLst/>
            </a:prstGeom>
            <a:noFill/>
          </p:spPr>
          <p:txBody>
            <a:bodyPr wrap="square">
              <a:spAutoFit/>
            </a:bodyPr>
            <a:lstStyle/>
            <a:p>
              <a:pPr algn="ctr"/>
              <a:r>
                <a:rPr lang="zh-CN" altLang="en-US" sz="1400" dirty="0"/>
                <a:t>最优传输问题</a:t>
              </a:r>
            </a:p>
          </p:txBody>
        </p:sp>
        <p:grpSp>
          <p:nvGrpSpPr>
            <p:cNvPr id="53" name="组合 52">
              <a:extLst>
                <a:ext uri="{FF2B5EF4-FFF2-40B4-BE49-F238E27FC236}">
                  <a16:creationId xmlns:a16="http://schemas.microsoft.com/office/drawing/2014/main" id="{687424EF-A030-3771-0124-574A29E877F0}"/>
                </a:ext>
              </a:extLst>
            </p:cNvPr>
            <p:cNvGrpSpPr/>
            <p:nvPr/>
          </p:nvGrpSpPr>
          <p:grpSpPr>
            <a:xfrm>
              <a:off x="8180052" y="1665096"/>
              <a:ext cx="1969638" cy="1700657"/>
              <a:chOff x="8180052" y="1665096"/>
              <a:chExt cx="1969638" cy="1700657"/>
            </a:xfrm>
          </p:grpSpPr>
          <p:sp>
            <p:nvSpPr>
              <p:cNvPr id="20" name="椭圆 19">
                <a:extLst>
                  <a:ext uri="{FF2B5EF4-FFF2-40B4-BE49-F238E27FC236}">
                    <a16:creationId xmlns:a16="http://schemas.microsoft.com/office/drawing/2014/main" id="{62FC41CE-AA2C-3393-E61C-FB86B0421123}"/>
                  </a:ext>
                </a:extLst>
              </p:cNvPr>
              <p:cNvSpPr/>
              <p:nvPr/>
            </p:nvSpPr>
            <p:spPr>
              <a:xfrm>
                <a:off x="8923863" y="2226256"/>
                <a:ext cx="540000" cy="540000"/>
              </a:xfrm>
              <a:prstGeom prst="ellipse">
                <a:avLst/>
              </a:prstGeom>
              <a:solidFill>
                <a:srgbClr val="0101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a:t>
                </a:r>
                <a:endParaRPr lang="zh-CN" altLang="en-US" dirty="0"/>
              </a:p>
            </p:txBody>
          </p:sp>
          <p:sp>
            <p:nvSpPr>
              <p:cNvPr id="8" name="椭圆 7">
                <a:extLst>
                  <a:ext uri="{FF2B5EF4-FFF2-40B4-BE49-F238E27FC236}">
                    <a16:creationId xmlns:a16="http://schemas.microsoft.com/office/drawing/2014/main" id="{329D3329-1CEA-A717-9BB4-2ABF005BE643}"/>
                  </a:ext>
                </a:extLst>
              </p:cNvPr>
              <p:cNvSpPr/>
              <p:nvPr/>
            </p:nvSpPr>
            <p:spPr>
              <a:xfrm rot="21402366">
                <a:off x="9645397" y="1665096"/>
                <a:ext cx="432000" cy="432000"/>
              </a:xfrm>
              <a:prstGeom prst="ellipse">
                <a:avLst/>
              </a:prstGeom>
              <a:solidFill>
                <a:srgbClr val="FD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sp>
            <p:nvSpPr>
              <p:cNvPr id="10" name="椭圆 9">
                <a:extLst>
                  <a:ext uri="{FF2B5EF4-FFF2-40B4-BE49-F238E27FC236}">
                    <a16:creationId xmlns:a16="http://schemas.microsoft.com/office/drawing/2014/main" id="{BF96C183-5DB3-2834-18D5-C2943AF29085}"/>
                  </a:ext>
                </a:extLst>
              </p:cNvPr>
              <p:cNvSpPr/>
              <p:nvPr/>
            </p:nvSpPr>
            <p:spPr>
              <a:xfrm>
                <a:off x="8180052" y="2238467"/>
                <a:ext cx="432000" cy="432000"/>
              </a:xfrm>
              <a:prstGeom prst="ellipse">
                <a:avLst/>
              </a:prstGeom>
              <a:solidFill>
                <a:srgbClr val="FD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a:t>
                </a:r>
                <a:endParaRPr lang="zh-CN" altLang="en-US" dirty="0"/>
              </a:p>
            </p:txBody>
          </p:sp>
          <p:sp>
            <p:nvSpPr>
              <p:cNvPr id="16" name="椭圆 15">
                <a:extLst>
                  <a:ext uri="{FF2B5EF4-FFF2-40B4-BE49-F238E27FC236}">
                    <a16:creationId xmlns:a16="http://schemas.microsoft.com/office/drawing/2014/main" id="{3E1E97F6-8274-AC46-7BE6-5147D79B5435}"/>
                  </a:ext>
                </a:extLst>
              </p:cNvPr>
              <p:cNvSpPr/>
              <p:nvPr/>
            </p:nvSpPr>
            <p:spPr>
              <a:xfrm rot="203167">
                <a:off x="9703172" y="3077753"/>
                <a:ext cx="288000" cy="288000"/>
              </a:xfrm>
              <a:prstGeom prst="ellipse">
                <a:avLst/>
              </a:prstGeom>
              <a:solidFill>
                <a:srgbClr val="FD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3</a:t>
                </a:r>
                <a:endParaRPr lang="zh-CN" altLang="en-US" dirty="0"/>
              </a:p>
            </p:txBody>
          </p:sp>
          <p:sp>
            <p:nvSpPr>
              <p:cNvPr id="19" name="椭圆 18">
                <a:extLst>
                  <a:ext uri="{FF2B5EF4-FFF2-40B4-BE49-F238E27FC236}">
                    <a16:creationId xmlns:a16="http://schemas.microsoft.com/office/drawing/2014/main" id="{D38B65F8-3EE8-0A28-CAE8-18D6AF10B6C4}"/>
                  </a:ext>
                </a:extLst>
              </p:cNvPr>
              <p:cNvSpPr/>
              <p:nvPr/>
            </p:nvSpPr>
            <p:spPr>
              <a:xfrm>
                <a:off x="9717690" y="2382192"/>
                <a:ext cx="432000" cy="432000"/>
              </a:xfrm>
              <a:prstGeom prst="ellipse">
                <a:avLst/>
              </a:prstGeom>
              <a:solidFill>
                <a:srgbClr val="0101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grpSp>
      </p:grpSp>
      <p:grpSp>
        <p:nvGrpSpPr>
          <p:cNvPr id="55" name="组合 54">
            <a:extLst>
              <a:ext uri="{FF2B5EF4-FFF2-40B4-BE49-F238E27FC236}">
                <a16:creationId xmlns:a16="http://schemas.microsoft.com/office/drawing/2014/main" id="{D9D69C4E-27FE-F7BE-ACE8-61733332E685}"/>
              </a:ext>
            </a:extLst>
          </p:cNvPr>
          <p:cNvGrpSpPr/>
          <p:nvPr/>
        </p:nvGrpSpPr>
        <p:grpSpPr>
          <a:xfrm>
            <a:off x="8612052" y="2042354"/>
            <a:ext cx="1321638" cy="1035650"/>
            <a:chOff x="8612052" y="2042354"/>
            <a:chExt cx="1321638" cy="1035650"/>
          </a:xfrm>
        </p:grpSpPr>
        <p:cxnSp>
          <p:nvCxnSpPr>
            <p:cNvPr id="23" name="直接箭头连接符 22">
              <a:extLst>
                <a:ext uri="{FF2B5EF4-FFF2-40B4-BE49-F238E27FC236}">
                  <a16:creationId xmlns:a16="http://schemas.microsoft.com/office/drawing/2014/main" id="{9A3986E0-4CA2-1B44-220A-51028AFBF32A}"/>
                </a:ext>
              </a:extLst>
            </p:cNvPr>
            <p:cNvCxnSpPr>
              <a:cxnSpLocks/>
              <a:stCxn id="8" idx="3"/>
              <a:endCxn id="20" idx="7"/>
            </p:cNvCxnSpPr>
            <p:nvPr/>
          </p:nvCxnSpPr>
          <p:spPr>
            <a:xfrm flipH="1">
              <a:off x="9384782" y="2042354"/>
              <a:ext cx="332908" cy="2629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29D8B4FD-2F6D-FDAC-E3A6-638FAB2E5DC1}"/>
                </a:ext>
              </a:extLst>
            </p:cNvPr>
            <p:cNvCxnSpPr>
              <a:cxnSpLocks/>
              <a:stCxn id="10" idx="6"/>
              <a:endCxn id="20" idx="2"/>
            </p:cNvCxnSpPr>
            <p:nvPr/>
          </p:nvCxnSpPr>
          <p:spPr>
            <a:xfrm>
              <a:off x="8612052" y="2454467"/>
              <a:ext cx="311811" cy="417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8C25564B-C9CF-035E-412D-A90516AD164F}"/>
                </a:ext>
              </a:extLst>
            </p:cNvPr>
            <p:cNvCxnSpPr>
              <a:cxnSpLocks/>
              <a:stCxn id="16" idx="0"/>
              <a:endCxn id="19" idx="4"/>
            </p:cNvCxnSpPr>
            <p:nvPr/>
          </p:nvCxnSpPr>
          <p:spPr>
            <a:xfrm flipV="1">
              <a:off x="9855677" y="2814192"/>
              <a:ext cx="78013" cy="2638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a:extLst>
                <a:ext uri="{FF2B5EF4-FFF2-40B4-BE49-F238E27FC236}">
                  <a16:creationId xmlns:a16="http://schemas.microsoft.com/office/drawing/2014/main" id="{B5C64961-A05D-9A9B-07CA-EA449710E9EF}"/>
                </a:ext>
              </a:extLst>
            </p:cNvPr>
            <p:cNvCxnSpPr>
              <a:cxnSpLocks/>
              <a:stCxn id="8" idx="3"/>
              <a:endCxn id="19" idx="0"/>
            </p:cNvCxnSpPr>
            <p:nvPr/>
          </p:nvCxnSpPr>
          <p:spPr>
            <a:xfrm>
              <a:off x="9717690" y="2042354"/>
              <a:ext cx="216000" cy="3398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67" name="文本框 66">
            <a:extLst>
              <a:ext uri="{FF2B5EF4-FFF2-40B4-BE49-F238E27FC236}">
                <a16:creationId xmlns:a16="http://schemas.microsoft.com/office/drawing/2014/main" id="{875330BB-7918-8CFF-4884-E1E54BAFA78B}"/>
              </a:ext>
            </a:extLst>
          </p:cNvPr>
          <p:cNvSpPr txBox="1"/>
          <p:nvPr/>
        </p:nvSpPr>
        <p:spPr>
          <a:xfrm>
            <a:off x="456544" y="1609075"/>
            <a:ext cx="4356756" cy="397353"/>
          </a:xfrm>
          <a:prstGeom prst="rect">
            <a:avLst/>
          </a:prstGeom>
          <a:noFill/>
        </p:spPr>
        <p:txBody>
          <a:bodyPr wrap="square">
            <a:spAutoFit/>
          </a:bodyPr>
          <a:lstStyle/>
          <a:p>
            <a:pPr marL="285750" indent="-285750">
              <a:lnSpc>
                <a:spcPts val="2600"/>
              </a:lnSpc>
              <a:buFont typeface="Wingdings" panose="05000000000000000000" pitchFamily="2" charset="2"/>
              <a:buChar char="Ø"/>
            </a:pPr>
            <a:r>
              <a:rPr lang="zh-CN" altLang="en-US" b="1" dirty="0">
                <a:solidFill>
                  <a:srgbClr val="268F9C"/>
                </a:solidFill>
                <a:latin typeface="+mn-ea"/>
              </a:rPr>
              <a:t>求解：</a:t>
            </a:r>
            <a:endParaRPr lang="en-US" altLang="zh-CN" b="1" dirty="0">
              <a:solidFill>
                <a:srgbClr val="268F9C"/>
              </a:solidFill>
              <a:latin typeface="+mn-ea"/>
            </a:endParaRPr>
          </a:p>
        </p:txBody>
      </p:sp>
      <mc:AlternateContent xmlns:mc="http://schemas.openxmlformats.org/markup-compatibility/2006" xmlns:a14="http://schemas.microsoft.com/office/drawing/2010/main">
        <mc:Choice Requires="a14">
          <p:sp>
            <p:nvSpPr>
              <p:cNvPr id="69" name="文本框 68">
                <a:extLst>
                  <a:ext uri="{FF2B5EF4-FFF2-40B4-BE49-F238E27FC236}">
                    <a16:creationId xmlns:a16="http://schemas.microsoft.com/office/drawing/2014/main" id="{4544B423-6356-06AE-A20C-389957680674}"/>
                  </a:ext>
                </a:extLst>
              </p:cNvPr>
              <p:cNvSpPr txBox="1"/>
              <p:nvPr/>
            </p:nvSpPr>
            <p:spPr>
              <a:xfrm>
                <a:off x="1123475" y="5901073"/>
                <a:ext cx="2229325" cy="425758"/>
              </a:xfrm>
              <a:prstGeom prst="rect">
                <a:avLst/>
              </a:prstGeom>
              <a:noFill/>
            </p:spPr>
            <p:txBody>
              <a:bodyPr wrap="square">
                <a:spAutoFit/>
              </a:bodyPr>
              <a:lstStyle/>
              <a:p>
                <a:pPr>
                  <a:lnSpc>
                    <a:spcPts val="2600"/>
                  </a:lnSpc>
                </a:pPr>
                <a14:m>
                  <m:oMathPara xmlns:m="http://schemas.openxmlformats.org/officeDocument/2006/math">
                    <m:oMathParaPr>
                      <m:jc m:val="left"/>
                    </m:oMathParaPr>
                    <m:oMath xmlns:m="http://schemas.openxmlformats.org/officeDocument/2006/math">
                      <m:r>
                        <a:rPr lang="en-US" altLang="zh-CN" sz="2000" i="1" dirty="0" smtClean="0">
                          <a:latin typeface="Cambria Math" panose="02040503050406030204" pitchFamily="18" charset="0"/>
                        </a:rPr>
                        <m:t>𝑇</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𝑂𝑇</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𝛼</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𝛽</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𝐷</m:t>
                          </m:r>
                        </m:e>
                      </m:d>
                    </m:oMath>
                  </m:oMathPara>
                </a14:m>
                <a:endParaRPr lang="zh-CN" altLang="en-US" sz="2000" i="1" dirty="0"/>
              </a:p>
            </p:txBody>
          </p:sp>
        </mc:Choice>
        <mc:Fallback xmlns="">
          <p:sp>
            <p:nvSpPr>
              <p:cNvPr id="69" name="文本框 68">
                <a:extLst>
                  <a:ext uri="{FF2B5EF4-FFF2-40B4-BE49-F238E27FC236}">
                    <a16:creationId xmlns:a16="http://schemas.microsoft.com/office/drawing/2014/main" id="{4544B423-6356-06AE-A20C-389957680674}"/>
                  </a:ext>
                </a:extLst>
              </p:cNvPr>
              <p:cNvSpPr txBox="1">
                <a:spLocks noRot="1" noChangeAspect="1" noMove="1" noResize="1" noEditPoints="1" noAdjustHandles="1" noChangeArrowheads="1" noChangeShapeType="1" noTextEdit="1"/>
              </p:cNvSpPr>
              <p:nvPr/>
            </p:nvSpPr>
            <p:spPr>
              <a:xfrm>
                <a:off x="1123475" y="5901073"/>
                <a:ext cx="2229325" cy="425758"/>
              </a:xfrm>
              <a:prstGeom prst="rect">
                <a:avLst/>
              </a:prstGeom>
              <a:blipFill>
                <a:blip r:embed="rId3"/>
                <a:stretch>
                  <a:fillRect b="-1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1" name="文本框 70">
                <a:extLst>
                  <a:ext uri="{FF2B5EF4-FFF2-40B4-BE49-F238E27FC236}">
                    <a16:creationId xmlns:a16="http://schemas.microsoft.com/office/drawing/2014/main" id="{DCF2E0A1-4F2C-DCEE-7E6D-E107B6643E4D}"/>
                  </a:ext>
                </a:extLst>
              </p:cNvPr>
              <p:cNvSpPr txBox="1"/>
              <p:nvPr/>
            </p:nvSpPr>
            <p:spPr>
              <a:xfrm>
                <a:off x="1154496" y="4585260"/>
                <a:ext cx="2703602" cy="41139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altLang="zh-CN" b="0" i="1" smtClean="0">
                          <a:latin typeface="Cambria Math" panose="02040503050406030204" pitchFamily="18" charset="0"/>
                        </a:rPr>
                        <m:t>𝐷</m:t>
                      </m:r>
                      <m:r>
                        <a:rPr lang="en-US" altLang="zh-CN" b="0" i="1" smtClean="0">
                          <a:latin typeface="Cambria Math" panose="02040503050406030204" pitchFamily="18" charset="0"/>
                        </a:rPr>
                        <m:t>=</m:t>
                      </m:r>
                      <m:d>
                        <m:dPr>
                          <m:begChr m:val="["/>
                          <m:endChr m:val="]"/>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𝐷</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sub>
                          </m:sSub>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e>
                              </m:d>
                            </m:e>
                            <m:sup>
                              <m:r>
                                <a:rPr lang="en-US" altLang="zh-CN" b="0" i="1" smtClean="0">
                                  <a:latin typeface="Cambria Math" panose="02040503050406030204" pitchFamily="18" charset="0"/>
                                </a:rPr>
                                <m:t>2</m:t>
                              </m:r>
                            </m:sup>
                          </m:sSup>
                        </m:e>
                      </m:d>
                    </m:oMath>
                  </m:oMathPara>
                </a14:m>
                <a:endParaRPr lang="zh-CN" altLang="en-US" dirty="0"/>
              </a:p>
            </p:txBody>
          </p:sp>
        </mc:Choice>
        <mc:Fallback xmlns="">
          <p:sp>
            <p:nvSpPr>
              <p:cNvPr id="71" name="文本框 70">
                <a:extLst>
                  <a:ext uri="{FF2B5EF4-FFF2-40B4-BE49-F238E27FC236}">
                    <a16:creationId xmlns:a16="http://schemas.microsoft.com/office/drawing/2014/main" id="{DCF2E0A1-4F2C-DCEE-7E6D-E107B6643E4D}"/>
                  </a:ext>
                </a:extLst>
              </p:cNvPr>
              <p:cNvSpPr txBox="1">
                <a:spLocks noRot="1" noChangeAspect="1" noMove="1" noResize="1" noEditPoints="1" noAdjustHandles="1" noChangeArrowheads="1" noChangeShapeType="1" noTextEdit="1"/>
              </p:cNvSpPr>
              <p:nvPr/>
            </p:nvSpPr>
            <p:spPr>
              <a:xfrm>
                <a:off x="1154496" y="4585260"/>
                <a:ext cx="2703602" cy="411395"/>
              </a:xfrm>
              <a:prstGeom prst="rect">
                <a:avLst/>
              </a:prstGeom>
              <a:blipFill>
                <a:blip r:embed="rId4"/>
                <a:stretch>
                  <a:fillRect b="-7353"/>
                </a:stretch>
              </a:blipFill>
            </p:spPr>
            <p:txBody>
              <a:bodyPr/>
              <a:lstStyle/>
              <a:p>
                <a:r>
                  <a:rPr lang="zh-CN" altLang="en-US">
                    <a:noFill/>
                  </a:rPr>
                  <a:t> </a:t>
                </a:r>
              </a:p>
            </p:txBody>
          </p:sp>
        </mc:Fallback>
      </mc:AlternateContent>
      <p:sp>
        <p:nvSpPr>
          <p:cNvPr id="75" name="文本框 74">
            <a:extLst>
              <a:ext uri="{FF2B5EF4-FFF2-40B4-BE49-F238E27FC236}">
                <a16:creationId xmlns:a16="http://schemas.microsoft.com/office/drawing/2014/main" id="{1EC0D726-A590-0E59-F258-F17EF42C5996}"/>
              </a:ext>
            </a:extLst>
          </p:cNvPr>
          <p:cNvSpPr txBox="1"/>
          <p:nvPr/>
        </p:nvSpPr>
        <p:spPr>
          <a:xfrm>
            <a:off x="817618" y="1939587"/>
            <a:ext cx="4992653" cy="396904"/>
          </a:xfrm>
          <a:prstGeom prst="rect">
            <a:avLst/>
          </a:prstGeom>
          <a:noFill/>
        </p:spPr>
        <p:txBody>
          <a:bodyPr wrap="square">
            <a:spAutoFit/>
          </a:bodyPr>
          <a:lstStyle/>
          <a:p>
            <a:pPr marL="285750" indent="-285750">
              <a:lnSpc>
                <a:spcPts val="2600"/>
              </a:lnSpc>
              <a:buFont typeface="Arial" panose="020B0604020202020204" pitchFamily="34" charset="0"/>
              <a:buChar char="•"/>
            </a:pPr>
            <a:r>
              <a:rPr lang="zh-CN" altLang="en-US" b="1" dirty="0"/>
              <a:t>每个点概率测度</a:t>
            </a:r>
            <a:endParaRPr lang="en-US" altLang="zh-CN" b="1" dirty="0"/>
          </a:p>
        </p:txBody>
      </p:sp>
      <mc:AlternateContent xmlns:mc="http://schemas.openxmlformats.org/markup-compatibility/2006" xmlns:a14="http://schemas.microsoft.com/office/drawing/2010/main">
        <mc:Choice Requires="a14">
          <p:sp>
            <p:nvSpPr>
              <p:cNvPr id="77" name="文本框 76">
                <a:extLst>
                  <a:ext uri="{FF2B5EF4-FFF2-40B4-BE49-F238E27FC236}">
                    <a16:creationId xmlns:a16="http://schemas.microsoft.com/office/drawing/2014/main" id="{5A006751-D8FE-A514-AB37-7F2D931E6B0A}"/>
                  </a:ext>
                </a:extLst>
              </p:cNvPr>
              <p:cNvSpPr txBox="1"/>
              <p:nvPr/>
            </p:nvSpPr>
            <p:spPr>
              <a:xfrm>
                <a:off x="806390" y="3473278"/>
                <a:ext cx="4356756" cy="1057662"/>
              </a:xfrm>
              <a:prstGeom prst="rect">
                <a:avLst/>
              </a:prstGeom>
              <a:noFill/>
            </p:spPr>
            <p:txBody>
              <a:bodyPr wrap="square">
                <a:spAutoFit/>
              </a:bodyPr>
              <a:lstStyle/>
              <a:p>
                <a:pPr marL="285750" indent="-285750">
                  <a:lnSpc>
                    <a:spcPts val="2600"/>
                  </a:lnSpc>
                  <a:buFont typeface="Arial" panose="020B0604020202020204" pitchFamily="34" charset="0"/>
                  <a:buChar char="•"/>
                </a:pPr>
                <a:r>
                  <a:rPr lang="zh-CN" altLang="en-US" b="1" dirty="0"/>
                  <a:t>基础度量，距离矩阵</a:t>
                </a:r>
                <a:endParaRPr lang="en-US" altLang="zh-CN" b="1" dirty="0"/>
              </a:p>
              <a:p>
                <a:pPr>
                  <a:lnSpc>
                    <a:spcPts val="2600"/>
                  </a:lnSpc>
                </a:pPr>
                <a:r>
                  <a:rPr lang="zh-CN" altLang="en-US" sz="1600" dirty="0"/>
                  <a:t>      基础度量用于表示点所处位置</a:t>
                </a:r>
                <a:endParaRPr lang="en-US" altLang="zh-CN" sz="1600" dirty="0"/>
              </a:p>
              <a:p>
                <a:pPr>
                  <a:lnSpc>
                    <a:spcPts val="2600"/>
                  </a:lnSpc>
                </a:pPr>
                <a:r>
                  <a:rPr lang="en-US" altLang="zh-CN" sz="1600" dirty="0"/>
                  <a:t>      </a:t>
                </a:r>
                <a:r>
                  <a:rPr lang="zh-CN" altLang="en-US" sz="1600" dirty="0"/>
                  <a:t>距离矩阵</a:t>
                </a:r>
                <a14:m>
                  <m:oMath xmlns:m="http://schemas.openxmlformats.org/officeDocument/2006/math">
                    <m:r>
                      <a:rPr lang="en-US" altLang="zh-CN" sz="1600" b="0" i="1" smtClean="0">
                        <a:latin typeface="Cambria Math" panose="02040503050406030204" pitchFamily="18" charset="0"/>
                      </a:rPr>
                      <m:t>𝐷</m:t>
                    </m:r>
                  </m:oMath>
                </a14:m>
                <a:r>
                  <a:rPr lang="zh-CN" altLang="en-US" sz="1600" dirty="0"/>
                  <a:t>类似于运输沙子的距离</a:t>
                </a:r>
                <a:endParaRPr lang="en-US" altLang="zh-CN" sz="1600" dirty="0"/>
              </a:p>
            </p:txBody>
          </p:sp>
        </mc:Choice>
        <mc:Fallback xmlns="">
          <p:sp>
            <p:nvSpPr>
              <p:cNvPr id="77" name="文本框 76">
                <a:extLst>
                  <a:ext uri="{FF2B5EF4-FFF2-40B4-BE49-F238E27FC236}">
                    <a16:creationId xmlns:a16="http://schemas.microsoft.com/office/drawing/2014/main" id="{5A006751-D8FE-A514-AB37-7F2D931E6B0A}"/>
                  </a:ext>
                </a:extLst>
              </p:cNvPr>
              <p:cNvSpPr txBox="1">
                <a:spLocks noRot="1" noChangeAspect="1" noMove="1" noResize="1" noEditPoints="1" noAdjustHandles="1" noChangeArrowheads="1" noChangeShapeType="1" noTextEdit="1"/>
              </p:cNvSpPr>
              <p:nvPr/>
            </p:nvSpPr>
            <p:spPr>
              <a:xfrm>
                <a:off x="806390" y="3473278"/>
                <a:ext cx="4356756" cy="1057662"/>
              </a:xfrm>
              <a:prstGeom prst="rect">
                <a:avLst/>
              </a:prstGeom>
              <a:blipFill>
                <a:blip r:embed="rId5"/>
                <a:stretch>
                  <a:fillRect l="-839" t="-578" b="-69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9" name="文本框 78">
                <a:extLst>
                  <a:ext uri="{FF2B5EF4-FFF2-40B4-BE49-F238E27FC236}">
                    <a16:creationId xmlns:a16="http://schemas.microsoft.com/office/drawing/2014/main" id="{D8F59537-C835-67A5-310D-9A2A8C5E30FD}"/>
                  </a:ext>
                </a:extLst>
              </p:cNvPr>
              <p:cNvSpPr txBox="1"/>
              <p:nvPr/>
            </p:nvSpPr>
            <p:spPr>
              <a:xfrm>
                <a:off x="817618" y="5131591"/>
                <a:ext cx="5289610" cy="724237"/>
              </a:xfrm>
              <a:prstGeom prst="rect">
                <a:avLst/>
              </a:prstGeom>
              <a:noFill/>
            </p:spPr>
            <p:txBody>
              <a:bodyPr wrap="square">
                <a:spAutoFit/>
              </a:bodyPr>
              <a:lstStyle/>
              <a:p>
                <a:pPr marL="285750" indent="-285750">
                  <a:lnSpc>
                    <a:spcPts val="2600"/>
                  </a:lnSpc>
                  <a:buFont typeface="Arial" panose="020B0604020202020204" pitchFamily="34" charset="0"/>
                  <a:buChar char="•"/>
                </a:pPr>
                <a:r>
                  <a:rPr lang="zh-CN" altLang="en-US" b="1" dirty="0"/>
                  <a:t>最优传输矩阵</a:t>
                </a:r>
                <a:endParaRPr lang="en-US" altLang="zh-CN" b="1" dirty="0"/>
              </a:p>
              <a:p>
                <a:pPr>
                  <a:lnSpc>
                    <a:spcPts val="2600"/>
                  </a:lnSpc>
                </a:pPr>
                <a:r>
                  <a:rPr lang="zh-CN" altLang="en-US" sz="1600" dirty="0"/>
                  <a:t>     运输沙子最小花费策略</a:t>
                </a:r>
                <a14:m>
                  <m:oMath xmlns:m="http://schemas.openxmlformats.org/officeDocument/2006/math">
                    <m:r>
                      <a:rPr lang="en-US" altLang="zh-CN" sz="1600" b="0" i="1" smtClean="0">
                        <a:latin typeface="Cambria Math" panose="02040503050406030204" pitchFamily="18" charset="0"/>
                      </a:rPr>
                      <m:t>𝑇</m:t>
                    </m:r>
                  </m:oMath>
                </a14:m>
                <a:r>
                  <a:rPr lang="zh-CN" altLang="en-US" sz="1600" dirty="0"/>
                  <a:t>可以通过线性规划来求解</a:t>
                </a:r>
              </a:p>
            </p:txBody>
          </p:sp>
        </mc:Choice>
        <mc:Fallback xmlns="">
          <p:sp>
            <p:nvSpPr>
              <p:cNvPr id="79" name="文本框 78">
                <a:extLst>
                  <a:ext uri="{FF2B5EF4-FFF2-40B4-BE49-F238E27FC236}">
                    <a16:creationId xmlns:a16="http://schemas.microsoft.com/office/drawing/2014/main" id="{D8F59537-C835-67A5-310D-9A2A8C5E30FD}"/>
                  </a:ext>
                </a:extLst>
              </p:cNvPr>
              <p:cNvSpPr txBox="1">
                <a:spLocks noRot="1" noChangeAspect="1" noMove="1" noResize="1" noEditPoints="1" noAdjustHandles="1" noChangeArrowheads="1" noChangeShapeType="1" noTextEdit="1"/>
              </p:cNvSpPr>
              <p:nvPr/>
            </p:nvSpPr>
            <p:spPr>
              <a:xfrm>
                <a:off x="817618" y="5131591"/>
                <a:ext cx="5289610" cy="724237"/>
              </a:xfrm>
              <a:prstGeom prst="rect">
                <a:avLst/>
              </a:prstGeom>
              <a:blipFill>
                <a:blip r:embed="rId6"/>
                <a:stretch>
                  <a:fillRect l="-691" t="-840" b="-10084"/>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A9103597-5633-048C-7DFD-1243CF617EB2}"/>
              </a:ext>
            </a:extLst>
          </p:cNvPr>
          <p:cNvSpPr txBox="1"/>
          <p:nvPr/>
        </p:nvSpPr>
        <p:spPr>
          <a:xfrm>
            <a:off x="1123475" y="2284865"/>
            <a:ext cx="6102350" cy="692497"/>
          </a:xfrm>
          <a:prstGeom prst="rect">
            <a:avLst/>
          </a:prstGeom>
          <a:noFill/>
        </p:spPr>
        <p:txBody>
          <a:bodyPr wrap="square">
            <a:spAutoFit/>
          </a:bodyPr>
          <a:lstStyle/>
          <a:p>
            <a:pPr>
              <a:spcAft>
                <a:spcPts val="600"/>
              </a:spcAft>
            </a:pPr>
            <a:r>
              <a:rPr lang="zh-CN" altLang="en-US" sz="1600" dirty="0"/>
              <a:t>类似于每个点的沙子数量</a:t>
            </a:r>
            <a:endParaRPr lang="en-US" altLang="zh-CN" dirty="0"/>
          </a:p>
          <a:p>
            <a:r>
              <a:rPr lang="zh-CN" altLang="en-US" dirty="0"/>
              <a:t>在实际问题中，我们通常将其归一化表示某点的概率</a:t>
            </a: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2BC0DB7B-DDB1-61E1-8F87-F50EAC363C6D}"/>
                  </a:ext>
                </a:extLst>
              </p:cNvPr>
              <p:cNvSpPr txBox="1"/>
              <p:nvPr/>
            </p:nvSpPr>
            <p:spPr>
              <a:xfrm>
                <a:off x="1123475" y="3005682"/>
                <a:ext cx="3575525" cy="368325"/>
              </a:xfrm>
              <a:prstGeom prst="rect">
                <a:avLst/>
              </a:prstGeom>
              <a:noFill/>
            </p:spPr>
            <p:txBody>
              <a:bodyPr wrap="square">
                <a:spAutoFit/>
              </a:bodyPr>
              <a:lstStyle/>
              <a:p>
                <a14:m>
                  <m:oMath xmlns:m="http://schemas.openxmlformats.org/officeDocument/2006/math">
                    <m:r>
                      <a:rPr lang="en-US" altLang="zh-CN" b="0" i="1" smtClean="0">
                        <a:latin typeface="Cambria Math" panose="02040503050406030204" pitchFamily="18" charset="0"/>
                      </a:rPr>
                      <m:t>𝛼</m:t>
                    </m:r>
                    <m:r>
                      <a:rPr lang="en-US" altLang="zh-CN" b="0" i="1" smtClean="0">
                        <a:latin typeface="Cambria Math" panose="02040503050406030204" pitchFamily="18" charset="0"/>
                      </a:rPr>
                      <m:t>=[0.4, 0.4, 0.2]</m:t>
                    </m:r>
                  </m:oMath>
                </a14:m>
                <a:r>
                  <a:rPr lang="zh-CN" altLang="en-US" dirty="0"/>
                  <a:t>，</a:t>
                </a:r>
                <a14:m>
                  <m:oMath xmlns:m="http://schemas.openxmlformats.org/officeDocument/2006/math">
                    <m:r>
                      <a:rPr lang="en-US" altLang="zh-CN" b="0" i="1" dirty="0" smtClean="0">
                        <a:latin typeface="Cambria Math" panose="02040503050406030204" pitchFamily="18" charset="0"/>
                      </a:rPr>
                      <m:t>𝛽</m:t>
                    </m:r>
                    <m:r>
                      <a:rPr lang="en-US" altLang="zh-CN" b="0" i="1" dirty="0" smtClean="0">
                        <a:latin typeface="Cambria Math" panose="02040503050406030204" pitchFamily="18" charset="0"/>
                      </a:rPr>
                      <m:t>=[0.6, 0.4]</m:t>
                    </m:r>
                  </m:oMath>
                </a14:m>
                <a:endParaRPr lang="en-US" altLang="zh-CN" b="0" dirty="0"/>
              </a:p>
            </p:txBody>
          </p:sp>
        </mc:Choice>
        <mc:Fallback xmlns="">
          <p:sp>
            <p:nvSpPr>
              <p:cNvPr id="9" name="文本框 8">
                <a:extLst>
                  <a:ext uri="{FF2B5EF4-FFF2-40B4-BE49-F238E27FC236}">
                    <a16:creationId xmlns:a16="http://schemas.microsoft.com/office/drawing/2014/main" id="{2BC0DB7B-DDB1-61E1-8F87-F50EAC363C6D}"/>
                  </a:ext>
                </a:extLst>
              </p:cNvPr>
              <p:cNvSpPr txBox="1">
                <a:spLocks noRot="1" noChangeAspect="1" noMove="1" noResize="1" noEditPoints="1" noAdjustHandles="1" noChangeArrowheads="1" noChangeShapeType="1" noTextEdit="1"/>
              </p:cNvSpPr>
              <p:nvPr/>
            </p:nvSpPr>
            <p:spPr>
              <a:xfrm>
                <a:off x="1123475" y="3005682"/>
                <a:ext cx="3575525" cy="368325"/>
              </a:xfrm>
              <a:prstGeom prst="rect">
                <a:avLst/>
              </a:prstGeom>
              <a:blipFill>
                <a:blip r:embed="rId7"/>
                <a:stretch>
                  <a:fillRect t="-8333" b="-26667"/>
                </a:stretch>
              </a:blipFill>
            </p:spPr>
            <p:txBody>
              <a:bodyPr/>
              <a:lstStyle/>
              <a:p>
                <a:r>
                  <a:rPr lang="zh-CN" altLang="en-US">
                    <a:noFill/>
                  </a:rPr>
                  <a:t> </a:t>
                </a:r>
              </a:p>
            </p:txBody>
          </p:sp>
        </mc:Fallback>
      </mc:AlternateContent>
      <p:sp>
        <p:nvSpPr>
          <p:cNvPr id="28" name="文本框 27">
            <a:extLst>
              <a:ext uri="{FF2B5EF4-FFF2-40B4-BE49-F238E27FC236}">
                <a16:creationId xmlns:a16="http://schemas.microsoft.com/office/drawing/2014/main" id="{980F97C2-10B4-D74F-F331-071170C6E5D1}"/>
              </a:ext>
            </a:extLst>
          </p:cNvPr>
          <p:cNvSpPr txBox="1"/>
          <p:nvPr/>
        </p:nvSpPr>
        <p:spPr>
          <a:xfrm>
            <a:off x="8024290" y="1967159"/>
            <a:ext cx="358139" cy="369332"/>
          </a:xfrm>
          <a:prstGeom prst="rect">
            <a:avLst/>
          </a:prstGeom>
          <a:noFill/>
        </p:spPr>
        <p:txBody>
          <a:bodyPr wrap="square">
            <a:spAutoFit/>
          </a:bodyPr>
          <a:lstStyle/>
          <a:p>
            <a:pPr algn="ctr"/>
            <a:r>
              <a:rPr lang="en-US" altLang="zh-CN" dirty="0"/>
              <a:t>2</a:t>
            </a:r>
            <a:endParaRPr lang="zh-CN" altLang="en-US" dirty="0"/>
          </a:p>
        </p:txBody>
      </p:sp>
      <p:sp>
        <p:nvSpPr>
          <p:cNvPr id="30" name="文本框 29">
            <a:extLst>
              <a:ext uri="{FF2B5EF4-FFF2-40B4-BE49-F238E27FC236}">
                <a16:creationId xmlns:a16="http://schemas.microsoft.com/office/drawing/2014/main" id="{ADD15CED-C9F3-4B95-AE1F-3F3D4D99C4D8}"/>
              </a:ext>
            </a:extLst>
          </p:cNvPr>
          <p:cNvSpPr txBox="1"/>
          <p:nvPr/>
        </p:nvSpPr>
        <p:spPr>
          <a:xfrm>
            <a:off x="9980805" y="1478201"/>
            <a:ext cx="358139" cy="369332"/>
          </a:xfrm>
          <a:prstGeom prst="rect">
            <a:avLst/>
          </a:prstGeom>
          <a:noFill/>
        </p:spPr>
        <p:txBody>
          <a:bodyPr wrap="square">
            <a:spAutoFit/>
          </a:bodyPr>
          <a:lstStyle/>
          <a:p>
            <a:pPr algn="ctr"/>
            <a:r>
              <a:rPr lang="en-US" altLang="zh-CN" dirty="0"/>
              <a:t>2</a:t>
            </a:r>
            <a:endParaRPr lang="zh-CN" altLang="en-US" dirty="0"/>
          </a:p>
        </p:txBody>
      </p:sp>
      <p:sp>
        <p:nvSpPr>
          <p:cNvPr id="31" name="文本框 30">
            <a:extLst>
              <a:ext uri="{FF2B5EF4-FFF2-40B4-BE49-F238E27FC236}">
                <a16:creationId xmlns:a16="http://schemas.microsoft.com/office/drawing/2014/main" id="{98DCAE1E-6324-BC7C-A9F6-8EECDD4DB6AB}"/>
              </a:ext>
            </a:extLst>
          </p:cNvPr>
          <p:cNvSpPr txBox="1"/>
          <p:nvPr/>
        </p:nvSpPr>
        <p:spPr>
          <a:xfrm>
            <a:off x="9924210" y="2987450"/>
            <a:ext cx="358139" cy="369332"/>
          </a:xfrm>
          <a:prstGeom prst="rect">
            <a:avLst/>
          </a:prstGeom>
          <a:noFill/>
        </p:spPr>
        <p:txBody>
          <a:bodyPr wrap="square">
            <a:spAutoFit/>
          </a:bodyPr>
          <a:lstStyle/>
          <a:p>
            <a:pPr algn="ctr"/>
            <a:r>
              <a:rPr lang="en-US" altLang="zh-CN" dirty="0"/>
              <a:t>1</a:t>
            </a:r>
            <a:endParaRPr lang="zh-CN" altLang="en-US" dirty="0"/>
          </a:p>
        </p:txBody>
      </p:sp>
      <p:sp>
        <p:nvSpPr>
          <p:cNvPr id="46" name="文本框 45">
            <a:extLst>
              <a:ext uri="{FF2B5EF4-FFF2-40B4-BE49-F238E27FC236}">
                <a16:creationId xmlns:a16="http://schemas.microsoft.com/office/drawing/2014/main" id="{5DEBA43F-2B2E-08AB-381F-14CD7A34C543}"/>
              </a:ext>
            </a:extLst>
          </p:cNvPr>
          <p:cNvSpPr txBox="1"/>
          <p:nvPr/>
        </p:nvSpPr>
        <p:spPr>
          <a:xfrm>
            <a:off x="8923863" y="2701351"/>
            <a:ext cx="358139" cy="369332"/>
          </a:xfrm>
          <a:prstGeom prst="rect">
            <a:avLst/>
          </a:prstGeom>
          <a:noFill/>
        </p:spPr>
        <p:txBody>
          <a:bodyPr wrap="square">
            <a:spAutoFit/>
          </a:bodyPr>
          <a:lstStyle/>
          <a:p>
            <a:pPr algn="ctr"/>
            <a:r>
              <a:rPr lang="en-US" altLang="zh-CN" dirty="0"/>
              <a:t>3</a:t>
            </a:r>
            <a:endParaRPr lang="zh-CN" altLang="en-US" dirty="0"/>
          </a:p>
        </p:txBody>
      </p:sp>
      <p:sp>
        <p:nvSpPr>
          <p:cNvPr id="47" name="文本框 46">
            <a:extLst>
              <a:ext uri="{FF2B5EF4-FFF2-40B4-BE49-F238E27FC236}">
                <a16:creationId xmlns:a16="http://schemas.microsoft.com/office/drawing/2014/main" id="{1B1E26B6-2345-2087-1823-BE43BCE20AE1}"/>
              </a:ext>
            </a:extLst>
          </p:cNvPr>
          <p:cNvSpPr txBox="1"/>
          <p:nvPr/>
        </p:nvSpPr>
        <p:spPr>
          <a:xfrm>
            <a:off x="10127129" y="2396924"/>
            <a:ext cx="358139" cy="369332"/>
          </a:xfrm>
          <a:prstGeom prst="rect">
            <a:avLst/>
          </a:prstGeom>
          <a:noFill/>
        </p:spPr>
        <p:txBody>
          <a:bodyPr wrap="square">
            <a:spAutoFit/>
          </a:bodyPr>
          <a:lstStyle/>
          <a:p>
            <a:pPr algn="ctr"/>
            <a:r>
              <a:rPr lang="en-US" altLang="zh-CN" dirty="0"/>
              <a:t>2</a:t>
            </a:r>
            <a:endParaRPr lang="zh-CN" altLang="en-US" dirty="0"/>
          </a:p>
        </p:txBody>
      </p:sp>
      <p:sp>
        <p:nvSpPr>
          <p:cNvPr id="48" name="文本框 47">
            <a:extLst>
              <a:ext uri="{FF2B5EF4-FFF2-40B4-BE49-F238E27FC236}">
                <a16:creationId xmlns:a16="http://schemas.microsoft.com/office/drawing/2014/main" id="{6B81847A-1796-A577-A042-9839965E31C5}"/>
              </a:ext>
            </a:extLst>
          </p:cNvPr>
          <p:cNvSpPr txBox="1"/>
          <p:nvPr/>
        </p:nvSpPr>
        <p:spPr>
          <a:xfrm>
            <a:off x="7709672" y="2190477"/>
            <a:ext cx="568096" cy="369332"/>
          </a:xfrm>
          <a:prstGeom prst="rect">
            <a:avLst/>
          </a:prstGeom>
          <a:noFill/>
        </p:spPr>
        <p:txBody>
          <a:bodyPr wrap="square">
            <a:spAutoFit/>
          </a:bodyPr>
          <a:lstStyle/>
          <a:p>
            <a:pPr algn="ctr"/>
            <a:r>
              <a:rPr lang="en-US" altLang="zh-CN" dirty="0"/>
              <a:t>0.4</a:t>
            </a:r>
            <a:endParaRPr lang="zh-CN" altLang="en-US" dirty="0"/>
          </a:p>
        </p:txBody>
      </p:sp>
      <p:sp>
        <p:nvSpPr>
          <p:cNvPr id="49" name="文本框 48">
            <a:extLst>
              <a:ext uri="{FF2B5EF4-FFF2-40B4-BE49-F238E27FC236}">
                <a16:creationId xmlns:a16="http://schemas.microsoft.com/office/drawing/2014/main" id="{42E12957-E00B-18E2-99E8-C25A154BE3A3}"/>
              </a:ext>
            </a:extLst>
          </p:cNvPr>
          <p:cNvSpPr txBox="1"/>
          <p:nvPr/>
        </p:nvSpPr>
        <p:spPr>
          <a:xfrm>
            <a:off x="9962509" y="1747654"/>
            <a:ext cx="568096" cy="369332"/>
          </a:xfrm>
          <a:prstGeom prst="rect">
            <a:avLst/>
          </a:prstGeom>
          <a:noFill/>
        </p:spPr>
        <p:txBody>
          <a:bodyPr wrap="square">
            <a:spAutoFit/>
          </a:bodyPr>
          <a:lstStyle/>
          <a:p>
            <a:pPr algn="ctr"/>
            <a:r>
              <a:rPr lang="en-US" altLang="zh-CN" dirty="0"/>
              <a:t>0.4</a:t>
            </a:r>
            <a:endParaRPr lang="zh-CN" altLang="en-US" dirty="0"/>
          </a:p>
        </p:txBody>
      </p:sp>
      <p:sp>
        <p:nvSpPr>
          <p:cNvPr id="50" name="文本框 49">
            <a:extLst>
              <a:ext uri="{FF2B5EF4-FFF2-40B4-BE49-F238E27FC236}">
                <a16:creationId xmlns:a16="http://schemas.microsoft.com/office/drawing/2014/main" id="{0EE3916B-0C62-FEC7-F0FB-28183EBFFBDD}"/>
              </a:ext>
            </a:extLst>
          </p:cNvPr>
          <p:cNvSpPr txBox="1"/>
          <p:nvPr/>
        </p:nvSpPr>
        <p:spPr>
          <a:xfrm>
            <a:off x="9835616" y="3213081"/>
            <a:ext cx="568096" cy="369332"/>
          </a:xfrm>
          <a:prstGeom prst="rect">
            <a:avLst/>
          </a:prstGeom>
          <a:noFill/>
        </p:spPr>
        <p:txBody>
          <a:bodyPr wrap="square">
            <a:spAutoFit/>
          </a:bodyPr>
          <a:lstStyle/>
          <a:p>
            <a:pPr algn="ctr"/>
            <a:r>
              <a:rPr lang="en-US" altLang="zh-CN" dirty="0"/>
              <a:t>0.2</a:t>
            </a:r>
            <a:endParaRPr lang="zh-CN" altLang="en-US" dirty="0"/>
          </a:p>
        </p:txBody>
      </p:sp>
      <p:sp>
        <p:nvSpPr>
          <p:cNvPr id="51" name="文本框 50">
            <a:extLst>
              <a:ext uri="{FF2B5EF4-FFF2-40B4-BE49-F238E27FC236}">
                <a16:creationId xmlns:a16="http://schemas.microsoft.com/office/drawing/2014/main" id="{4A66C506-7A9D-C001-410A-3029E205C1DC}"/>
              </a:ext>
            </a:extLst>
          </p:cNvPr>
          <p:cNvSpPr txBox="1"/>
          <p:nvPr/>
        </p:nvSpPr>
        <p:spPr>
          <a:xfrm>
            <a:off x="8827463" y="2701351"/>
            <a:ext cx="568096" cy="369332"/>
          </a:xfrm>
          <a:prstGeom prst="rect">
            <a:avLst/>
          </a:prstGeom>
          <a:noFill/>
        </p:spPr>
        <p:txBody>
          <a:bodyPr wrap="square">
            <a:spAutoFit/>
          </a:bodyPr>
          <a:lstStyle/>
          <a:p>
            <a:pPr algn="ctr"/>
            <a:r>
              <a:rPr lang="en-US" altLang="zh-CN" dirty="0"/>
              <a:t>0.6</a:t>
            </a:r>
            <a:endParaRPr lang="zh-CN" altLang="en-US" dirty="0"/>
          </a:p>
        </p:txBody>
      </p:sp>
      <p:sp>
        <p:nvSpPr>
          <p:cNvPr id="52" name="文本框 51">
            <a:extLst>
              <a:ext uri="{FF2B5EF4-FFF2-40B4-BE49-F238E27FC236}">
                <a16:creationId xmlns:a16="http://schemas.microsoft.com/office/drawing/2014/main" id="{B63713DD-EFD9-1680-AAD5-BDD3CC24E9D8}"/>
              </a:ext>
            </a:extLst>
          </p:cNvPr>
          <p:cNvSpPr txBox="1"/>
          <p:nvPr/>
        </p:nvSpPr>
        <p:spPr>
          <a:xfrm>
            <a:off x="9997624" y="2598192"/>
            <a:ext cx="568096" cy="369332"/>
          </a:xfrm>
          <a:prstGeom prst="rect">
            <a:avLst/>
          </a:prstGeom>
          <a:noFill/>
        </p:spPr>
        <p:txBody>
          <a:bodyPr wrap="square">
            <a:spAutoFit/>
          </a:bodyPr>
          <a:lstStyle/>
          <a:p>
            <a:pPr algn="ctr"/>
            <a:r>
              <a:rPr lang="en-US" altLang="zh-CN" dirty="0"/>
              <a:t>0.4</a:t>
            </a:r>
            <a:endParaRPr lang="zh-CN" altLang="en-US" dirty="0"/>
          </a:p>
        </p:txBody>
      </p:sp>
      <p:grpSp>
        <p:nvGrpSpPr>
          <p:cNvPr id="63" name="组合 62">
            <a:extLst>
              <a:ext uri="{FF2B5EF4-FFF2-40B4-BE49-F238E27FC236}">
                <a16:creationId xmlns:a16="http://schemas.microsoft.com/office/drawing/2014/main" id="{6CE18752-67D3-E3CE-38A5-9EC4B0173EBE}"/>
              </a:ext>
            </a:extLst>
          </p:cNvPr>
          <p:cNvGrpSpPr/>
          <p:nvPr/>
        </p:nvGrpSpPr>
        <p:grpSpPr>
          <a:xfrm>
            <a:off x="8322211" y="4277908"/>
            <a:ext cx="2345546" cy="2369877"/>
            <a:chOff x="8322211" y="4277908"/>
            <a:chExt cx="2345546" cy="2369877"/>
          </a:xfrm>
        </p:grpSpPr>
        <p:sp>
          <p:nvSpPr>
            <p:cNvPr id="13" name="文本框 12">
              <a:extLst>
                <a:ext uri="{FF2B5EF4-FFF2-40B4-BE49-F238E27FC236}">
                  <a16:creationId xmlns:a16="http://schemas.microsoft.com/office/drawing/2014/main" id="{25C2844B-22ED-C8E0-D91A-86F079E48E5D}"/>
                </a:ext>
              </a:extLst>
            </p:cNvPr>
            <p:cNvSpPr txBox="1"/>
            <p:nvPr/>
          </p:nvSpPr>
          <p:spPr>
            <a:xfrm>
              <a:off x="8598927" y="6340008"/>
              <a:ext cx="2068830" cy="307777"/>
            </a:xfrm>
            <a:prstGeom prst="rect">
              <a:avLst/>
            </a:prstGeom>
            <a:noFill/>
          </p:spPr>
          <p:txBody>
            <a:bodyPr wrap="square">
              <a:spAutoFit/>
            </a:bodyPr>
            <a:lstStyle/>
            <a:p>
              <a:pPr algn="ctr"/>
              <a:r>
                <a:rPr lang="zh-CN" altLang="en-US" sz="1400" dirty="0">
                  <a:solidFill>
                    <a:srgbClr val="191B1F"/>
                  </a:solidFill>
                  <a:latin typeface="-apple-system"/>
                </a:rPr>
                <a:t>传输矩阵</a:t>
              </a:r>
              <a:endParaRPr lang="zh-CN" altLang="en-US" sz="1400" dirty="0"/>
            </a:p>
          </p:txBody>
        </p:sp>
        <mc:AlternateContent xmlns:mc="http://schemas.openxmlformats.org/markup-compatibility/2006" xmlns:a14="http://schemas.microsoft.com/office/drawing/2010/main">
          <mc:Choice Requires="a14">
            <p:sp>
              <p:nvSpPr>
                <p:cNvPr id="57" name="文本框 56">
                  <a:extLst>
                    <a:ext uri="{FF2B5EF4-FFF2-40B4-BE49-F238E27FC236}">
                      <a16:creationId xmlns:a16="http://schemas.microsoft.com/office/drawing/2014/main" id="{9F27B2B9-BE9B-E4E0-9744-EE4D2D5CED16}"/>
                    </a:ext>
                  </a:extLst>
                </p:cNvPr>
                <p:cNvSpPr txBox="1"/>
                <p:nvPr/>
              </p:nvSpPr>
              <p:spPr>
                <a:xfrm>
                  <a:off x="8637851" y="4776782"/>
                  <a:ext cx="1801618" cy="14338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3200" b="0" i="1" smtClean="0">
                                <a:latin typeface="Cambria Math" panose="02040503050406030204" pitchFamily="18" charset="0"/>
                              </a:rPr>
                            </m:ctrlPr>
                          </m:dPr>
                          <m:e>
                            <m:m>
                              <m:mPr>
                                <m:mcs>
                                  <m:mc>
                                    <m:mcPr>
                                      <m:count m:val="2"/>
                                      <m:mcJc m:val="center"/>
                                    </m:mcPr>
                                  </m:mc>
                                </m:mcs>
                                <m:ctrlPr>
                                  <a:rPr lang="en-US" altLang="zh-CN" sz="3200" b="0" i="1" smtClean="0">
                                    <a:latin typeface="Cambria Math" panose="02040503050406030204" pitchFamily="18" charset="0"/>
                                  </a:rPr>
                                </m:ctrlPr>
                              </m:mPr>
                              <m:mr>
                                <m:e>
                                  <m:r>
                                    <m:rPr>
                                      <m:brk m:alnAt="7"/>
                                    </m:rPr>
                                    <a:rPr lang="en-US" altLang="zh-CN" sz="3200" b="0" i="1" smtClean="0">
                                      <a:latin typeface="Cambria Math" panose="02040503050406030204" pitchFamily="18" charset="0"/>
                                    </a:rPr>
                                    <m:t>0</m:t>
                                  </m:r>
                                  <m:r>
                                    <a:rPr lang="en-US" altLang="zh-CN" sz="3200" b="0" i="1" smtClean="0">
                                      <a:latin typeface="Cambria Math" panose="02040503050406030204" pitchFamily="18" charset="0"/>
                                    </a:rPr>
                                    <m:t>.4</m:t>
                                  </m:r>
                                </m:e>
                                <m:e>
                                  <m:r>
                                    <a:rPr lang="en-US" altLang="zh-CN" sz="3200" b="0" i="1" smtClean="0">
                                      <a:latin typeface="Cambria Math" panose="02040503050406030204" pitchFamily="18" charset="0"/>
                                    </a:rPr>
                                    <m:t>0</m:t>
                                  </m:r>
                                </m:e>
                              </m:mr>
                              <m:mr>
                                <m:e>
                                  <m:r>
                                    <a:rPr lang="en-US" altLang="zh-CN" sz="3200" b="0" i="1" smtClean="0">
                                      <a:latin typeface="Cambria Math" panose="02040503050406030204" pitchFamily="18" charset="0"/>
                                    </a:rPr>
                                    <m:t>0.2</m:t>
                                  </m:r>
                                </m:e>
                                <m:e>
                                  <m:r>
                                    <a:rPr lang="en-US" altLang="zh-CN" sz="3200" b="0" i="1" smtClean="0">
                                      <a:latin typeface="Cambria Math" panose="02040503050406030204" pitchFamily="18" charset="0"/>
                                    </a:rPr>
                                    <m:t>0.2</m:t>
                                  </m:r>
                                </m:e>
                              </m:mr>
                              <m:mr>
                                <m:e>
                                  <m:r>
                                    <a:rPr lang="en-US" altLang="zh-CN" sz="3200" b="0" i="1" smtClean="0">
                                      <a:latin typeface="Cambria Math" panose="02040503050406030204" pitchFamily="18" charset="0"/>
                                    </a:rPr>
                                    <m:t>0</m:t>
                                  </m:r>
                                </m:e>
                                <m:e>
                                  <m:r>
                                    <a:rPr lang="en-US" altLang="zh-CN" sz="3200" b="0" i="1" smtClean="0">
                                      <a:latin typeface="Cambria Math" panose="02040503050406030204" pitchFamily="18" charset="0"/>
                                    </a:rPr>
                                    <m:t>0.2</m:t>
                                  </m:r>
                                </m:e>
                              </m:mr>
                            </m:m>
                          </m:e>
                        </m:d>
                      </m:oMath>
                    </m:oMathPara>
                  </a14:m>
                  <a:endParaRPr lang="zh-CN" altLang="en-US" sz="3200" dirty="0"/>
                </a:p>
              </p:txBody>
            </p:sp>
          </mc:Choice>
          <mc:Fallback xmlns="">
            <p:sp>
              <p:nvSpPr>
                <p:cNvPr id="57" name="文本框 56">
                  <a:extLst>
                    <a:ext uri="{FF2B5EF4-FFF2-40B4-BE49-F238E27FC236}">
                      <a16:creationId xmlns:a16="http://schemas.microsoft.com/office/drawing/2014/main" id="{9F27B2B9-BE9B-E4E0-9744-EE4D2D5CED16}"/>
                    </a:ext>
                  </a:extLst>
                </p:cNvPr>
                <p:cNvSpPr txBox="1">
                  <a:spLocks noRot="1" noChangeAspect="1" noMove="1" noResize="1" noEditPoints="1" noAdjustHandles="1" noChangeArrowheads="1" noChangeShapeType="1" noTextEdit="1"/>
                </p:cNvSpPr>
                <p:nvPr/>
              </p:nvSpPr>
              <p:spPr>
                <a:xfrm>
                  <a:off x="8637851" y="4776782"/>
                  <a:ext cx="1801618" cy="1433854"/>
                </a:xfrm>
                <a:prstGeom prst="rect">
                  <a:avLst/>
                </a:prstGeom>
                <a:blipFill>
                  <a:blip r:embed="rId8"/>
                  <a:stretch>
                    <a:fillRect r="-2703"/>
                  </a:stretch>
                </a:blipFill>
              </p:spPr>
              <p:txBody>
                <a:bodyPr/>
                <a:lstStyle/>
                <a:p>
                  <a:r>
                    <a:rPr lang="zh-CN" altLang="en-US">
                      <a:noFill/>
                    </a:rPr>
                    <a:t> </a:t>
                  </a:r>
                </a:p>
              </p:txBody>
            </p:sp>
          </mc:Fallback>
        </mc:AlternateContent>
        <p:sp>
          <p:nvSpPr>
            <p:cNvPr id="58" name="文本框 57">
              <a:extLst>
                <a:ext uri="{FF2B5EF4-FFF2-40B4-BE49-F238E27FC236}">
                  <a16:creationId xmlns:a16="http://schemas.microsoft.com/office/drawing/2014/main" id="{BFCE8C33-2812-EDAE-15B9-2747AA7CE6E8}"/>
                </a:ext>
              </a:extLst>
            </p:cNvPr>
            <p:cNvSpPr txBox="1"/>
            <p:nvPr/>
          </p:nvSpPr>
          <p:spPr>
            <a:xfrm>
              <a:off x="8333904" y="4757455"/>
              <a:ext cx="356188" cy="494751"/>
            </a:xfrm>
            <a:prstGeom prst="rect">
              <a:avLst/>
            </a:prstGeom>
            <a:noFill/>
          </p:spPr>
          <p:txBody>
            <a:bodyPr wrap="none" rtlCol="0" anchor="ctr">
              <a:spAutoFit/>
            </a:bodyPr>
            <a:lstStyle/>
            <a:p>
              <a:pPr>
                <a:lnSpc>
                  <a:spcPct val="120000"/>
                </a:lnSpc>
              </a:pPr>
              <a:r>
                <a:rPr lang="en-US" altLang="zh-CN" sz="2400" dirty="0">
                  <a:solidFill>
                    <a:srgbClr val="FF0000"/>
                  </a:solidFill>
                </a:rPr>
                <a:t>1</a:t>
              </a:r>
              <a:endParaRPr lang="zh-CN" altLang="en-US" sz="2400" dirty="0">
                <a:solidFill>
                  <a:srgbClr val="FF0000"/>
                </a:solidFill>
              </a:endParaRPr>
            </a:p>
          </p:txBody>
        </p:sp>
        <p:sp>
          <p:nvSpPr>
            <p:cNvPr id="59" name="文本框 58">
              <a:extLst>
                <a:ext uri="{FF2B5EF4-FFF2-40B4-BE49-F238E27FC236}">
                  <a16:creationId xmlns:a16="http://schemas.microsoft.com/office/drawing/2014/main" id="{FF65D96F-6C94-CD3D-31DF-1E02316C2F74}"/>
                </a:ext>
              </a:extLst>
            </p:cNvPr>
            <p:cNvSpPr txBox="1"/>
            <p:nvPr/>
          </p:nvSpPr>
          <p:spPr>
            <a:xfrm>
              <a:off x="8333904" y="5227191"/>
              <a:ext cx="356188" cy="494751"/>
            </a:xfrm>
            <a:prstGeom prst="rect">
              <a:avLst/>
            </a:prstGeom>
            <a:noFill/>
          </p:spPr>
          <p:txBody>
            <a:bodyPr wrap="none" rtlCol="0" anchor="ctr">
              <a:spAutoFit/>
            </a:bodyPr>
            <a:lstStyle/>
            <a:p>
              <a:pPr>
                <a:lnSpc>
                  <a:spcPct val="120000"/>
                </a:lnSpc>
              </a:pPr>
              <a:r>
                <a:rPr lang="en-US" altLang="zh-CN" sz="2400" dirty="0">
                  <a:solidFill>
                    <a:srgbClr val="FF0000"/>
                  </a:solidFill>
                </a:rPr>
                <a:t>2</a:t>
              </a:r>
              <a:endParaRPr lang="zh-CN" altLang="en-US" sz="2400" dirty="0">
                <a:solidFill>
                  <a:srgbClr val="FF0000"/>
                </a:solidFill>
              </a:endParaRPr>
            </a:p>
          </p:txBody>
        </p:sp>
        <p:sp>
          <p:nvSpPr>
            <p:cNvPr id="60" name="文本框 59">
              <a:extLst>
                <a:ext uri="{FF2B5EF4-FFF2-40B4-BE49-F238E27FC236}">
                  <a16:creationId xmlns:a16="http://schemas.microsoft.com/office/drawing/2014/main" id="{9008D867-BFEF-70BE-7899-794DA08EEFAE}"/>
                </a:ext>
              </a:extLst>
            </p:cNvPr>
            <p:cNvSpPr txBox="1"/>
            <p:nvPr/>
          </p:nvSpPr>
          <p:spPr>
            <a:xfrm>
              <a:off x="8322211" y="5702162"/>
              <a:ext cx="356188" cy="494751"/>
            </a:xfrm>
            <a:prstGeom prst="rect">
              <a:avLst/>
            </a:prstGeom>
            <a:noFill/>
          </p:spPr>
          <p:txBody>
            <a:bodyPr wrap="none" rtlCol="0" anchor="ctr">
              <a:spAutoFit/>
            </a:bodyPr>
            <a:lstStyle/>
            <a:p>
              <a:pPr>
                <a:lnSpc>
                  <a:spcPct val="120000"/>
                </a:lnSpc>
              </a:pPr>
              <a:r>
                <a:rPr lang="en-US" altLang="zh-CN" sz="2400" dirty="0">
                  <a:solidFill>
                    <a:srgbClr val="FF0000"/>
                  </a:solidFill>
                </a:rPr>
                <a:t>3</a:t>
              </a:r>
              <a:endParaRPr lang="zh-CN" altLang="en-US" sz="2400" dirty="0">
                <a:solidFill>
                  <a:srgbClr val="FF0000"/>
                </a:solidFill>
              </a:endParaRPr>
            </a:p>
          </p:txBody>
        </p:sp>
        <p:sp>
          <p:nvSpPr>
            <p:cNvPr id="61" name="文本框 60">
              <a:extLst>
                <a:ext uri="{FF2B5EF4-FFF2-40B4-BE49-F238E27FC236}">
                  <a16:creationId xmlns:a16="http://schemas.microsoft.com/office/drawing/2014/main" id="{19ECFF4E-8099-DC8B-30BB-05BC89272199}"/>
                </a:ext>
              </a:extLst>
            </p:cNvPr>
            <p:cNvSpPr txBox="1"/>
            <p:nvPr/>
          </p:nvSpPr>
          <p:spPr>
            <a:xfrm>
              <a:off x="8966637" y="4301069"/>
              <a:ext cx="356188" cy="494751"/>
            </a:xfrm>
            <a:prstGeom prst="rect">
              <a:avLst/>
            </a:prstGeom>
            <a:noFill/>
          </p:spPr>
          <p:txBody>
            <a:bodyPr wrap="none" rtlCol="0" anchor="ctr">
              <a:spAutoFit/>
            </a:bodyPr>
            <a:lstStyle/>
            <a:p>
              <a:pPr>
                <a:lnSpc>
                  <a:spcPct val="120000"/>
                </a:lnSpc>
              </a:pPr>
              <a:r>
                <a:rPr lang="en-US" altLang="zh-CN" sz="2400" dirty="0">
                  <a:solidFill>
                    <a:srgbClr val="0101FB"/>
                  </a:solidFill>
                </a:rPr>
                <a:t>1</a:t>
              </a:r>
              <a:endParaRPr lang="zh-CN" altLang="en-US" sz="2400" dirty="0">
                <a:solidFill>
                  <a:srgbClr val="0101FB"/>
                </a:solidFill>
              </a:endParaRPr>
            </a:p>
          </p:txBody>
        </p:sp>
        <p:sp>
          <p:nvSpPr>
            <p:cNvPr id="62" name="文本框 61">
              <a:extLst>
                <a:ext uri="{FF2B5EF4-FFF2-40B4-BE49-F238E27FC236}">
                  <a16:creationId xmlns:a16="http://schemas.microsoft.com/office/drawing/2014/main" id="{0B83F974-30C3-A259-C1FE-BBED7D40449C}"/>
                </a:ext>
              </a:extLst>
            </p:cNvPr>
            <p:cNvSpPr txBox="1"/>
            <p:nvPr/>
          </p:nvSpPr>
          <p:spPr>
            <a:xfrm>
              <a:off x="9922442" y="4277908"/>
              <a:ext cx="356188" cy="494751"/>
            </a:xfrm>
            <a:prstGeom prst="rect">
              <a:avLst/>
            </a:prstGeom>
            <a:noFill/>
          </p:spPr>
          <p:txBody>
            <a:bodyPr wrap="none" rtlCol="0" anchor="ctr">
              <a:spAutoFit/>
            </a:bodyPr>
            <a:lstStyle/>
            <a:p>
              <a:pPr>
                <a:lnSpc>
                  <a:spcPct val="120000"/>
                </a:lnSpc>
              </a:pPr>
              <a:r>
                <a:rPr lang="en-US" altLang="zh-CN" sz="2400" dirty="0">
                  <a:solidFill>
                    <a:srgbClr val="0101FB"/>
                  </a:solidFill>
                </a:rPr>
                <a:t>2</a:t>
              </a:r>
              <a:endParaRPr lang="zh-CN" altLang="en-US" sz="2400" dirty="0">
                <a:solidFill>
                  <a:srgbClr val="0101FB"/>
                </a:solidFill>
              </a:endParaRPr>
            </a:p>
          </p:txBody>
        </p:sp>
      </p:grpSp>
      <p:sp>
        <p:nvSpPr>
          <p:cNvPr id="2" name="文本框 1">
            <a:extLst>
              <a:ext uri="{FF2B5EF4-FFF2-40B4-BE49-F238E27FC236}">
                <a16:creationId xmlns:a16="http://schemas.microsoft.com/office/drawing/2014/main" id="{150026AB-3C6D-C532-BCD1-9CA046905F63}"/>
              </a:ext>
            </a:extLst>
          </p:cNvPr>
          <p:cNvSpPr txBox="1"/>
          <p:nvPr/>
        </p:nvSpPr>
        <p:spPr>
          <a:xfrm>
            <a:off x="10907486" y="6449406"/>
            <a:ext cx="953142" cy="338554"/>
          </a:xfrm>
          <a:prstGeom prst="rect">
            <a:avLst/>
          </a:prstGeom>
          <a:noFill/>
        </p:spPr>
        <p:txBody>
          <a:bodyPr wrap="square">
            <a:spAutoFit/>
          </a:bodyPr>
          <a:lstStyle/>
          <a:p>
            <a:r>
              <a:rPr lang="en-US" altLang="zh-CN" sz="1600" b="1" dirty="0">
                <a:solidFill>
                  <a:schemeClr val="bg1">
                    <a:lumMod val="50000"/>
                  </a:schemeClr>
                </a:solidFill>
                <a:latin typeface="+mn-ea"/>
              </a:rPr>
              <a:t>9/21</a:t>
            </a:r>
            <a:endParaRPr lang="zh-CN" altLang="en-US" sz="1600" b="1" dirty="0">
              <a:solidFill>
                <a:schemeClr val="bg1">
                  <a:lumMod val="50000"/>
                </a:schemeClr>
              </a:solidFill>
            </a:endParaRPr>
          </a:p>
        </p:txBody>
      </p:sp>
      <p:sp>
        <p:nvSpPr>
          <p:cNvPr id="6" name="文本框 5">
            <a:extLst>
              <a:ext uri="{FF2B5EF4-FFF2-40B4-BE49-F238E27FC236}">
                <a16:creationId xmlns:a16="http://schemas.microsoft.com/office/drawing/2014/main" id="{6B81847A-1796-A577-A042-9839965E31C5}"/>
              </a:ext>
            </a:extLst>
          </p:cNvPr>
          <p:cNvSpPr txBox="1"/>
          <p:nvPr/>
        </p:nvSpPr>
        <p:spPr>
          <a:xfrm>
            <a:off x="8469495" y="2196972"/>
            <a:ext cx="568096" cy="307777"/>
          </a:xfrm>
          <a:prstGeom prst="rect">
            <a:avLst/>
          </a:prstGeom>
          <a:noFill/>
        </p:spPr>
        <p:txBody>
          <a:bodyPr wrap="square">
            <a:spAutoFit/>
          </a:bodyPr>
          <a:lstStyle/>
          <a:p>
            <a:pPr algn="ctr"/>
            <a:r>
              <a:rPr lang="en-US" altLang="zh-CN" sz="1400" dirty="0"/>
              <a:t>0.4</a:t>
            </a:r>
            <a:endParaRPr lang="zh-CN" altLang="en-US" sz="1400" dirty="0"/>
          </a:p>
        </p:txBody>
      </p:sp>
      <p:sp>
        <p:nvSpPr>
          <p:cNvPr id="11" name="文本框 10">
            <a:extLst>
              <a:ext uri="{FF2B5EF4-FFF2-40B4-BE49-F238E27FC236}">
                <a16:creationId xmlns:a16="http://schemas.microsoft.com/office/drawing/2014/main" id="{255CA29B-7FAE-77A5-13CE-1E0613853E3B}"/>
              </a:ext>
            </a:extLst>
          </p:cNvPr>
          <p:cNvSpPr txBox="1"/>
          <p:nvPr/>
        </p:nvSpPr>
        <p:spPr>
          <a:xfrm>
            <a:off x="9167485" y="1938913"/>
            <a:ext cx="568096" cy="307777"/>
          </a:xfrm>
          <a:prstGeom prst="rect">
            <a:avLst/>
          </a:prstGeom>
          <a:noFill/>
        </p:spPr>
        <p:txBody>
          <a:bodyPr wrap="square">
            <a:spAutoFit/>
          </a:bodyPr>
          <a:lstStyle/>
          <a:p>
            <a:pPr algn="ctr"/>
            <a:r>
              <a:rPr lang="en-US" altLang="zh-CN" sz="1400" dirty="0"/>
              <a:t>0.2</a:t>
            </a:r>
            <a:endParaRPr lang="zh-CN" altLang="en-US" sz="1400" dirty="0"/>
          </a:p>
        </p:txBody>
      </p:sp>
      <p:sp>
        <p:nvSpPr>
          <p:cNvPr id="12" name="文本框 11">
            <a:extLst>
              <a:ext uri="{FF2B5EF4-FFF2-40B4-BE49-F238E27FC236}">
                <a16:creationId xmlns:a16="http://schemas.microsoft.com/office/drawing/2014/main" id="{04E895EA-6203-25F5-BA60-330CB60EC7E4}"/>
              </a:ext>
            </a:extLst>
          </p:cNvPr>
          <p:cNvSpPr txBox="1"/>
          <p:nvPr/>
        </p:nvSpPr>
        <p:spPr>
          <a:xfrm>
            <a:off x="9703165" y="2044559"/>
            <a:ext cx="568096" cy="307777"/>
          </a:xfrm>
          <a:prstGeom prst="rect">
            <a:avLst/>
          </a:prstGeom>
          <a:noFill/>
        </p:spPr>
        <p:txBody>
          <a:bodyPr wrap="square">
            <a:spAutoFit/>
          </a:bodyPr>
          <a:lstStyle/>
          <a:p>
            <a:pPr algn="ctr"/>
            <a:r>
              <a:rPr lang="en-US" altLang="zh-CN" sz="1400" dirty="0"/>
              <a:t>0.2</a:t>
            </a:r>
            <a:endParaRPr lang="zh-CN" altLang="en-US" sz="1400" dirty="0"/>
          </a:p>
        </p:txBody>
      </p:sp>
      <p:sp>
        <p:nvSpPr>
          <p:cNvPr id="32" name="文本框 31">
            <a:extLst>
              <a:ext uri="{FF2B5EF4-FFF2-40B4-BE49-F238E27FC236}">
                <a16:creationId xmlns:a16="http://schemas.microsoft.com/office/drawing/2014/main" id="{EE6BFD72-99B4-2F35-D77B-AC790C177579}"/>
              </a:ext>
            </a:extLst>
          </p:cNvPr>
          <p:cNvSpPr txBox="1"/>
          <p:nvPr/>
        </p:nvSpPr>
        <p:spPr>
          <a:xfrm>
            <a:off x="9434897" y="2745822"/>
            <a:ext cx="568096" cy="307777"/>
          </a:xfrm>
          <a:prstGeom prst="rect">
            <a:avLst/>
          </a:prstGeom>
          <a:noFill/>
        </p:spPr>
        <p:txBody>
          <a:bodyPr wrap="square">
            <a:spAutoFit/>
          </a:bodyPr>
          <a:lstStyle/>
          <a:p>
            <a:pPr algn="ctr"/>
            <a:r>
              <a:rPr lang="en-US" altLang="zh-CN" sz="1400" dirty="0"/>
              <a:t>0.2</a:t>
            </a:r>
            <a:endParaRPr lang="zh-CN" altLang="en-US" sz="1400" dirty="0"/>
          </a:p>
        </p:txBody>
      </p:sp>
    </p:spTree>
    <p:extLst>
      <p:ext uri="{BB962C8B-B14F-4D97-AF65-F5344CB8AC3E}">
        <p14:creationId xmlns:p14="http://schemas.microsoft.com/office/powerpoint/2010/main" val="16516440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4"/>
                                        </p:tgtEl>
                                        <p:attrNameLst>
                                          <p:attrName>style.visibility</p:attrName>
                                        </p:attrNameLst>
                                      </p:cBhvr>
                                      <p:to>
                                        <p:strVal val="visible"/>
                                      </p:to>
                                    </p:set>
                                    <p:animEffect transition="in" filter="fade">
                                      <p:cBhvr>
                                        <p:cTn id="12" dur="500"/>
                                        <p:tgtEl>
                                          <p:spTgt spid="5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500"/>
                                        <p:tgtEl>
                                          <p:spTgt spid="2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46"/>
                                        </p:tgtEl>
                                        <p:attrNameLst>
                                          <p:attrName>style.visibility</p:attrName>
                                        </p:attrNameLst>
                                      </p:cBhvr>
                                      <p:to>
                                        <p:strVal val="visible"/>
                                      </p:to>
                                    </p:set>
                                    <p:animEffect transition="in" filter="fade">
                                      <p:cBhvr>
                                        <p:cTn id="20" dur="500"/>
                                        <p:tgtEl>
                                          <p:spTgt spid="4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0"/>
                                        </p:tgtEl>
                                        <p:attrNameLst>
                                          <p:attrName>style.visibility</p:attrName>
                                        </p:attrNameLst>
                                      </p:cBhvr>
                                      <p:to>
                                        <p:strVal val="visible"/>
                                      </p:to>
                                    </p:set>
                                    <p:animEffect transition="in" filter="fade">
                                      <p:cBhvr>
                                        <p:cTn id="23" dur="500"/>
                                        <p:tgtEl>
                                          <p:spTgt spid="3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7"/>
                                        </p:tgtEl>
                                        <p:attrNameLst>
                                          <p:attrName>style.visibility</p:attrName>
                                        </p:attrNameLst>
                                      </p:cBhvr>
                                      <p:to>
                                        <p:strVal val="visible"/>
                                      </p:to>
                                    </p:set>
                                    <p:animEffect transition="in" filter="fade">
                                      <p:cBhvr>
                                        <p:cTn id="26" dur="500"/>
                                        <p:tgtEl>
                                          <p:spTgt spid="4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500"/>
                                        <p:tgtEl>
                                          <p:spTgt spid="31"/>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67"/>
                                        </p:tgtEl>
                                        <p:attrNameLst>
                                          <p:attrName>style.visibility</p:attrName>
                                        </p:attrNameLst>
                                      </p:cBhvr>
                                      <p:to>
                                        <p:strVal val="visible"/>
                                      </p:to>
                                    </p:set>
                                    <p:animEffect transition="in" filter="fade">
                                      <p:cBhvr>
                                        <p:cTn id="34" dur="500"/>
                                        <p:tgtEl>
                                          <p:spTgt spid="6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75"/>
                                        </p:tgtEl>
                                        <p:attrNameLst>
                                          <p:attrName>style.visibility</p:attrName>
                                        </p:attrNameLst>
                                      </p:cBhvr>
                                      <p:to>
                                        <p:strVal val="visible"/>
                                      </p:to>
                                    </p:set>
                                    <p:animEffect transition="in" filter="fade">
                                      <p:cBhvr>
                                        <p:cTn id="39" dur="500"/>
                                        <p:tgtEl>
                                          <p:spTgt spid="75"/>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4"/>
                                        </p:tgtEl>
                                        <p:attrNameLst>
                                          <p:attrName>style.visibility</p:attrName>
                                        </p:attrNameLst>
                                      </p:cBhvr>
                                      <p:to>
                                        <p:strVal val="visible"/>
                                      </p:to>
                                    </p:set>
                                    <p:animEffect transition="in" filter="fade">
                                      <p:cBhvr>
                                        <p:cTn id="44" dur="500"/>
                                        <p:tgtEl>
                                          <p:spTgt spid="4"/>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xit" presetSubtype="0" fill="hold" grpId="1" nodeType="clickEffect">
                                  <p:stCondLst>
                                    <p:cond delay="0"/>
                                  </p:stCondLst>
                                  <p:childTnLst>
                                    <p:animEffect transition="out" filter="fade">
                                      <p:cBhvr>
                                        <p:cTn id="48" dur="500"/>
                                        <p:tgtEl>
                                          <p:spTgt spid="28"/>
                                        </p:tgtEl>
                                      </p:cBhvr>
                                    </p:animEffect>
                                    <p:set>
                                      <p:cBhvr>
                                        <p:cTn id="49" dur="1" fill="hold">
                                          <p:stCondLst>
                                            <p:cond delay="499"/>
                                          </p:stCondLst>
                                        </p:cTn>
                                        <p:tgtEl>
                                          <p:spTgt spid="28"/>
                                        </p:tgtEl>
                                        <p:attrNameLst>
                                          <p:attrName>style.visibility</p:attrName>
                                        </p:attrNameLst>
                                      </p:cBhvr>
                                      <p:to>
                                        <p:strVal val="hidden"/>
                                      </p:to>
                                    </p:set>
                                  </p:childTnLst>
                                </p:cTn>
                              </p:par>
                              <p:par>
                                <p:cTn id="50" presetID="10" presetClass="exit" presetSubtype="0" fill="hold" grpId="1" nodeType="withEffect">
                                  <p:stCondLst>
                                    <p:cond delay="0"/>
                                  </p:stCondLst>
                                  <p:childTnLst>
                                    <p:animEffect transition="out" filter="fade">
                                      <p:cBhvr>
                                        <p:cTn id="51" dur="500"/>
                                        <p:tgtEl>
                                          <p:spTgt spid="30"/>
                                        </p:tgtEl>
                                      </p:cBhvr>
                                    </p:animEffect>
                                    <p:set>
                                      <p:cBhvr>
                                        <p:cTn id="52" dur="1" fill="hold">
                                          <p:stCondLst>
                                            <p:cond delay="499"/>
                                          </p:stCondLst>
                                        </p:cTn>
                                        <p:tgtEl>
                                          <p:spTgt spid="30"/>
                                        </p:tgtEl>
                                        <p:attrNameLst>
                                          <p:attrName>style.visibility</p:attrName>
                                        </p:attrNameLst>
                                      </p:cBhvr>
                                      <p:to>
                                        <p:strVal val="hidden"/>
                                      </p:to>
                                    </p:set>
                                  </p:childTnLst>
                                </p:cTn>
                              </p:par>
                              <p:par>
                                <p:cTn id="53" presetID="10" presetClass="exit" presetSubtype="0" fill="hold" grpId="1" nodeType="withEffect">
                                  <p:stCondLst>
                                    <p:cond delay="0"/>
                                  </p:stCondLst>
                                  <p:childTnLst>
                                    <p:animEffect transition="out" filter="fade">
                                      <p:cBhvr>
                                        <p:cTn id="54" dur="500"/>
                                        <p:tgtEl>
                                          <p:spTgt spid="46"/>
                                        </p:tgtEl>
                                      </p:cBhvr>
                                    </p:animEffect>
                                    <p:set>
                                      <p:cBhvr>
                                        <p:cTn id="55" dur="1" fill="hold">
                                          <p:stCondLst>
                                            <p:cond delay="499"/>
                                          </p:stCondLst>
                                        </p:cTn>
                                        <p:tgtEl>
                                          <p:spTgt spid="46"/>
                                        </p:tgtEl>
                                        <p:attrNameLst>
                                          <p:attrName>style.visibility</p:attrName>
                                        </p:attrNameLst>
                                      </p:cBhvr>
                                      <p:to>
                                        <p:strVal val="hidden"/>
                                      </p:to>
                                    </p:set>
                                  </p:childTnLst>
                                </p:cTn>
                              </p:par>
                              <p:par>
                                <p:cTn id="56" presetID="10" presetClass="exit" presetSubtype="0" fill="hold" grpId="1" nodeType="withEffect">
                                  <p:stCondLst>
                                    <p:cond delay="0"/>
                                  </p:stCondLst>
                                  <p:childTnLst>
                                    <p:animEffect transition="out" filter="fade">
                                      <p:cBhvr>
                                        <p:cTn id="57" dur="500"/>
                                        <p:tgtEl>
                                          <p:spTgt spid="47"/>
                                        </p:tgtEl>
                                      </p:cBhvr>
                                    </p:animEffect>
                                    <p:set>
                                      <p:cBhvr>
                                        <p:cTn id="58" dur="1" fill="hold">
                                          <p:stCondLst>
                                            <p:cond delay="499"/>
                                          </p:stCondLst>
                                        </p:cTn>
                                        <p:tgtEl>
                                          <p:spTgt spid="47"/>
                                        </p:tgtEl>
                                        <p:attrNameLst>
                                          <p:attrName>style.visibility</p:attrName>
                                        </p:attrNameLst>
                                      </p:cBhvr>
                                      <p:to>
                                        <p:strVal val="hidden"/>
                                      </p:to>
                                    </p:set>
                                  </p:childTnLst>
                                </p:cTn>
                              </p:par>
                              <p:par>
                                <p:cTn id="59" presetID="10" presetClass="exit" presetSubtype="0" fill="hold" grpId="1" nodeType="withEffect">
                                  <p:stCondLst>
                                    <p:cond delay="0"/>
                                  </p:stCondLst>
                                  <p:childTnLst>
                                    <p:animEffect transition="out" filter="fade">
                                      <p:cBhvr>
                                        <p:cTn id="60" dur="500"/>
                                        <p:tgtEl>
                                          <p:spTgt spid="31"/>
                                        </p:tgtEl>
                                      </p:cBhvr>
                                    </p:animEffect>
                                    <p:set>
                                      <p:cBhvr>
                                        <p:cTn id="61" dur="1" fill="hold">
                                          <p:stCondLst>
                                            <p:cond delay="499"/>
                                          </p:stCondLst>
                                        </p:cTn>
                                        <p:tgtEl>
                                          <p:spTgt spid="31"/>
                                        </p:tgtEl>
                                        <p:attrNameLst>
                                          <p:attrName>style.visibility</p:attrName>
                                        </p:attrNameLst>
                                      </p:cBhvr>
                                      <p:to>
                                        <p:strVal val="hidden"/>
                                      </p:to>
                                    </p:se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48"/>
                                        </p:tgtEl>
                                        <p:attrNameLst>
                                          <p:attrName>style.visibility</p:attrName>
                                        </p:attrNameLst>
                                      </p:cBhvr>
                                      <p:to>
                                        <p:strVal val="visible"/>
                                      </p:to>
                                    </p:set>
                                    <p:animEffect transition="in" filter="fade">
                                      <p:cBhvr>
                                        <p:cTn id="66" dur="500"/>
                                        <p:tgtEl>
                                          <p:spTgt spid="48"/>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9"/>
                                        </p:tgtEl>
                                        <p:attrNameLst>
                                          <p:attrName>style.visibility</p:attrName>
                                        </p:attrNameLst>
                                      </p:cBhvr>
                                      <p:to>
                                        <p:strVal val="visible"/>
                                      </p:to>
                                    </p:set>
                                    <p:animEffect transition="in" filter="fade">
                                      <p:cBhvr>
                                        <p:cTn id="69" dur="500"/>
                                        <p:tgtEl>
                                          <p:spTgt spid="49"/>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50"/>
                                        </p:tgtEl>
                                        <p:attrNameLst>
                                          <p:attrName>style.visibility</p:attrName>
                                        </p:attrNameLst>
                                      </p:cBhvr>
                                      <p:to>
                                        <p:strVal val="visible"/>
                                      </p:to>
                                    </p:set>
                                    <p:animEffect transition="in" filter="fade">
                                      <p:cBhvr>
                                        <p:cTn id="72" dur="500"/>
                                        <p:tgtEl>
                                          <p:spTgt spid="50"/>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51"/>
                                        </p:tgtEl>
                                        <p:attrNameLst>
                                          <p:attrName>style.visibility</p:attrName>
                                        </p:attrNameLst>
                                      </p:cBhvr>
                                      <p:to>
                                        <p:strVal val="visible"/>
                                      </p:to>
                                    </p:set>
                                    <p:animEffect transition="in" filter="fade">
                                      <p:cBhvr>
                                        <p:cTn id="75" dur="500"/>
                                        <p:tgtEl>
                                          <p:spTgt spid="51"/>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52"/>
                                        </p:tgtEl>
                                        <p:attrNameLst>
                                          <p:attrName>style.visibility</p:attrName>
                                        </p:attrNameLst>
                                      </p:cBhvr>
                                      <p:to>
                                        <p:strVal val="visible"/>
                                      </p:to>
                                    </p:set>
                                    <p:animEffect transition="in" filter="fade">
                                      <p:cBhvr>
                                        <p:cTn id="78" dur="500"/>
                                        <p:tgtEl>
                                          <p:spTgt spid="52"/>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9"/>
                                        </p:tgtEl>
                                        <p:attrNameLst>
                                          <p:attrName>style.visibility</p:attrName>
                                        </p:attrNameLst>
                                      </p:cBhvr>
                                      <p:to>
                                        <p:strVal val="visible"/>
                                      </p:to>
                                    </p:set>
                                    <p:animEffect transition="in" filter="fade">
                                      <p:cBhvr>
                                        <p:cTn id="83" dur="500"/>
                                        <p:tgtEl>
                                          <p:spTgt spid="9"/>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77"/>
                                        </p:tgtEl>
                                        <p:attrNameLst>
                                          <p:attrName>style.visibility</p:attrName>
                                        </p:attrNameLst>
                                      </p:cBhvr>
                                      <p:to>
                                        <p:strVal val="visible"/>
                                      </p:to>
                                    </p:set>
                                    <p:animEffect transition="in" filter="fade">
                                      <p:cBhvr>
                                        <p:cTn id="88" dur="500"/>
                                        <p:tgtEl>
                                          <p:spTgt spid="77"/>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grpId="0" nodeType="clickEffect">
                                  <p:stCondLst>
                                    <p:cond delay="0"/>
                                  </p:stCondLst>
                                  <p:childTnLst>
                                    <p:set>
                                      <p:cBhvr>
                                        <p:cTn id="92" dur="1" fill="hold">
                                          <p:stCondLst>
                                            <p:cond delay="0"/>
                                          </p:stCondLst>
                                        </p:cTn>
                                        <p:tgtEl>
                                          <p:spTgt spid="71"/>
                                        </p:tgtEl>
                                        <p:attrNameLst>
                                          <p:attrName>style.visibility</p:attrName>
                                        </p:attrNameLst>
                                      </p:cBhvr>
                                      <p:to>
                                        <p:strVal val="visible"/>
                                      </p:to>
                                    </p:set>
                                    <p:animEffect transition="in" filter="fade">
                                      <p:cBhvr>
                                        <p:cTn id="93" dur="500"/>
                                        <p:tgtEl>
                                          <p:spTgt spid="71"/>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grpId="0" nodeType="clickEffect">
                                  <p:stCondLst>
                                    <p:cond delay="0"/>
                                  </p:stCondLst>
                                  <p:childTnLst>
                                    <p:set>
                                      <p:cBhvr>
                                        <p:cTn id="97" dur="1" fill="hold">
                                          <p:stCondLst>
                                            <p:cond delay="0"/>
                                          </p:stCondLst>
                                        </p:cTn>
                                        <p:tgtEl>
                                          <p:spTgt spid="79"/>
                                        </p:tgtEl>
                                        <p:attrNameLst>
                                          <p:attrName>style.visibility</p:attrName>
                                        </p:attrNameLst>
                                      </p:cBhvr>
                                      <p:to>
                                        <p:strVal val="visible"/>
                                      </p:to>
                                    </p:set>
                                    <p:animEffect transition="in" filter="fade">
                                      <p:cBhvr>
                                        <p:cTn id="98" dur="500"/>
                                        <p:tgtEl>
                                          <p:spTgt spid="79"/>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69"/>
                                        </p:tgtEl>
                                        <p:attrNameLst>
                                          <p:attrName>style.visibility</p:attrName>
                                        </p:attrNameLst>
                                      </p:cBhvr>
                                      <p:to>
                                        <p:strVal val="visible"/>
                                      </p:to>
                                    </p:set>
                                    <p:animEffect transition="in" filter="fade">
                                      <p:cBhvr>
                                        <p:cTn id="101" dur="500"/>
                                        <p:tgtEl>
                                          <p:spTgt spid="69"/>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nodeType="clickEffect">
                                  <p:stCondLst>
                                    <p:cond delay="0"/>
                                  </p:stCondLst>
                                  <p:childTnLst>
                                    <p:set>
                                      <p:cBhvr>
                                        <p:cTn id="105" dur="1" fill="hold">
                                          <p:stCondLst>
                                            <p:cond delay="0"/>
                                          </p:stCondLst>
                                        </p:cTn>
                                        <p:tgtEl>
                                          <p:spTgt spid="63"/>
                                        </p:tgtEl>
                                        <p:attrNameLst>
                                          <p:attrName>style.visibility</p:attrName>
                                        </p:attrNameLst>
                                      </p:cBhvr>
                                      <p:to>
                                        <p:strVal val="visible"/>
                                      </p:to>
                                    </p:set>
                                    <p:animEffect transition="in" filter="fade">
                                      <p:cBhvr>
                                        <p:cTn id="106" dur="500"/>
                                        <p:tgtEl>
                                          <p:spTgt spid="63"/>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nodeType="clickEffect">
                                  <p:stCondLst>
                                    <p:cond delay="0"/>
                                  </p:stCondLst>
                                  <p:childTnLst>
                                    <p:set>
                                      <p:cBhvr>
                                        <p:cTn id="110" dur="1" fill="hold">
                                          <p:stCondLst>
                                            <p:cond delay="0"/>
                                          </p:stCondLst>
                                        </p:cTn>
                                        <p:tgtEl>
                                          <p:spTgt spid="55"/>
                                        </p:tgtEl>
                                        <p:attrNameLst>
                                          <p:attrName>style.visibility</p:attrName>
                                        </p:attrNameLst>
                                      </p:cBhvr>
                                      <p:to>
                                        <p:strVal val="visible"/>
                                      </p:to>
                                    </p:set>
                                    <p:animEffect transition="in" filter="fade">
                                      <p:cBhvr>
                                        <p:cTn id="111" dur="500"/>
                                        <p:tgtEl>
                                          <p:spTgt spid="55"/>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6"/>
                                        </p:tgtEl>
                                        <p:attrNameLst>
                                          <p:attrName>style.visibility</p:attrName>
                                        </p:attrNameLst>
                                      </p:cBhvr>
                                      <p:to>
                                        <p:strVal val="visible"/>
                                      </p:to>
                                    </p:set>
                                    <p:animEffect transition="in" filter="fade">
                                      <p:cBhvr>
                                        <p:cTn id="114" dur="500"/>
                                        <p:tgtEl>
                                          <p:spTgt spid="6"/>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11"/>
                                        </p:tgtEl>
                                        <p:attrNameLst>
                                          <p:attrName>style.visibility</p:attrName>
                                        </p:attrNameLst>
                                      </p:cBhvr>
                                      <p:to>
                                        <p:strVal val="visible"/>
                                      </p:to>
                                    </p:set>
                                    <p:animEffect transition="in" filter="fade">
                                      <p:cBhvr>
                                        <p:cTn id="117" dur="500"/>
                                        <p:tgtEl>
                                          <p:spTgt spid="11"/>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12"/>
                                        </p:tgtEl>
                                        <p:attrNameLst>
                                          <p:attrName>style.visibility</p:attrName>
                                        </p:attrNameLst>
                                      </p:cBhvr>
                                      <p:to>
                                        <p:strVal val="visible"/>
                                      </p:to>
                                    </p:set>
                                    <p:animEffect transition="in" filter="fade">
                                      <p:cBhvr>
                                        <p:cTn id="120" dur="500"/>
                                        <p:tgtEl>
                                          <p:spTgt spid="12"/>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32"/>
                                        </p:tgtEl>
                                        <p:attrNameLst>
                                          <p:attrName>style.visibility</p:attrName>
                                        </p:attrNameLst>
                                      </p:cBhvr>
                                      <p:to>
                                        <p:strVal val="visible"/>
                                      </p:to>
                                    </p:set>
                                    <p:animEffect transition="in" filter="fade">
                                      <p:cBhvr>
                                        <p:cTn id="123"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7" grpId="0"/>
      <p:bldP spid="69" grpId="0"/>
      <p:bldP spid="71" grpId="0"/>
      <p:bldP spid="75" grpId="0"/>
      <p:bldP spid="77" grpId="0"/>
      <p:bldP spid="79" grpId="0"/>
      <p:bldP spid="4" grpId="0"/>
      <p:bldP spid="9" grpId="0"/>
      <p:bldP spid="28" grpId="0"/>
      <p:bldP spid="28" grpId="1"/>
      <p:bldP spid="30" grpId="0"/>
      <p:bldP spid="30" grpId="1"/>
      <p:bldP spid="31" grpId="0"/>
      <p:bldP spid="31" grpId="1"/>
      <p:bldP spid="46" grpId="0"/>
      <p:bldP spid="46" grpId="1"/>
      <p:bldP spid="47" grpId="0"/>
      <p:bldP spid="47" grpId="1"/>
      <p:bldP spid="48" grpId="0"/>
      <p:bldP spid="49" grpId="0"/>
      <p:bldP spid="50" grpId="0"/>
      <p:bldP spid="51" grpId="0"/>
      <p:bldP spid="52" grpId="0"/>
      <p:bldP spid="6" grpId="0"/>
      <p:bldP spid="11" grpId="0"/>
      <p:bldP spid="12" grpId="0"/>
      <p:bldP spid="3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3</a:t>
            </a:r>
            <a:r>
              <a:rPr kumimoji="0" lang="en-US" altLang="zh-CN"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a:t>
            </a:r>
            <a:r>
              <a:rPr lang="zh-CN" altLang="en-US" sz="2800" dirty="0">
                <a:solidFill>
                  <a:srgbClr val="000000">
                    <a:lumMod val="75000"/>
                    <a:lumOff val="25000"/>
                  </a:srgbClr>
                </a:solidFill>
              </a:rPr>
              <a:t>权重对齐</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4" name="文本框 3">
            <a:extLst>
              <a:ext uri="{FF2B5EF4-FFF2-40B4-BE49-F238E27FC236}">
                <a16:creationId xmlns:a16="http://schemas.microsoft.com/office/drawing/2014/main" id="{926459F8-302B-C7D5-23DD-186DF684852E}"/>
              </a:ext>
            </a:extLst>
          </p:cNvPr>
          <p:cNvSpPr txBox="1"/>
          <p:nvPr/>
        </p:nvSpPr>
        <p:spPr>
          <a:xfrm>
            <a:off x="660573" y="2991447"/>
            <a:ext cx="5104729"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基础度量：每个神经元的高维空间中的位置</a:t>
            </a:r>
            <a:endParaRPr lang="zh-CN" altLang="en-US" dirty="0"/>
          </a:p>
        </p:txBody>
      </p:sp>
      <p:sp>
        <p:nvSpPr>
          <p:cNvPr id="7" name="文本框 6">
            <a:extLst>
              <a:ext uri="{FF2B5EF4-FFF2-40B4-BE49-F238E27FC236}">
                <a16:creationId xmlns:a16="http://schemas.microsoft.com/office/drawing/2014/main" id="{644F9BFB-33CB-7033-D9F3-A11CF6270BD8}"/>
              </a:ext>
            </a:extLst>
          </p:cNvPr>
          <p:cNvSpPr txBox="1"/>
          <p:nvPr/>
        </p:nvSpPr>
        <p:spPr>
          <a:xfrm>
            <a:off x="896635" y="3464327"/>
            <a:ext cx="5075951" cy="396904"/>
          </a:xfrm>
          <a:prstGeom prst="rect">
            <a:avLst/>
          </a:prstGeom>
          <a:noFill/>
        </p:spPr>
        <p:txBody>
          <a:bodyPr wrap="square">
            <a:spAutoFit/>
          </a:bodyPr>
          <a:lstStyle/>
          <a:p>
            <a:pPr marL="285750" indent="-285750">
              <a:lnSpc>
                <a:spcPts val="2600"/>
              </a:lnSpc>
              <a:buFont typeface="Arial" panose="020B0604020202020204" pitchFamily="34" charset="0"/>
              <a:buChar char="•"/>
            </a:pPr>
            <a:r>
              <a:rPr lang="zh-CN" altLang="en-US" b="1" dirty="0"/>
              <a:t>基于权重的度量（</a:t>
            </a:r>
            <a:r>
              <a:rPr lang="en-US" altLang="zh-CN" b="1" dirty="0"/>
              <a:t>Weight-based</a:t>
            </a:r>
            <a:r>
              <a:rPr lang="zh-CN" altLang="en-US" b="1" dirty="0"/>
              <a:t>）</a:t>
            </a:r>
            <a:endParaRPr lang="en-US" altLang="zh-CN" dirty="0"/>
          </a:p>
        </p:txBody>
      </p:sp>
      <p:sp>
        <p:nvSpPr>
          <p:cNvPr id="9" name="文本框 8">
            <a:extLst>
              <a:ext uri="{FF2B5EF4-FFF2-40B4-BE49-F238E27FC236}">
                <a16:creationId xmlns:a16="http://schemas.microsoft.com/office/drawing/2014/main" id="{00CDB862-1619-71F4-C21E-5B593EE044D1}"/>
              </a:ext>
            </a:extLst>
          </p:cNvPr>
          <p:cNvSpPr txBox="1"/>
          <p:nvPr/>
        </p:nvSpPr>
        <p:spPr>
          <a:xfrm>
            <a:off x="896635" y="4556281"/>
            <a:ext cx="4320031" cy="369332"/>
          </a:xfrm>
          <a:prstGeom prst="rect">
            <a:avLst/>
          </a:prstGeom>
          <a:noFill/>
        </p:spPr>
        <p:txBody>
          <a:bodyPr wrap="square">
            <a:spAutoFit/>
          </a:bodyPr>
          <a:lstStyle/>
          <a:p>
            <a:pPr marL="285750" indent="-285750">
              <a:buFont typeface="Arial" panose="020B0604020202020204" pitchFamily="34" charset="0"/>
              <a:buChar char="•"/>
            </a:pPr>
            <a:r>
              <a:rPr lang="zh-CN" altLang="en-US" b="1" dirty="0"/>
              <a:t>两个神经元间的距离用欧式距离计算</a:t>
            </a:r>
            <a:endParaRPr lang="en-US" altLang="zh-CN" b="1" dirty="0"/>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ECF49991-2502-C1AD-E5F3-7DB5AEEB0D19}"/>
                  </a:ext>
                </a:extLst>
              </p:cNvPr>
              <p:cNvSpPr txBox="1"/>
              <p:nvPr/>
            </p:nvSpPr>
            <p:spPr>
              <a:xfrm>
                <a:off x="1305115" y="5029161"/>
                <a:ext cx="4181681" cy="50770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𝐷</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𝑙</m:t>
                          </m:r>
                          <m:r>
                            <a:rPr lang="en-US" altLang="zh-CN" sz="2000" b="0" i="1" smtClean="0">
                              <a:latin typeface="Cambria Math" panose="02040503050406030204" pitchFamily="18" charset="0"/>
                            </a:rPr>
                            <m:t>)</m:t>
                          </m:r>
                        </m:e>
                        <m:sub>
                          <m:r>
                            <a:rPr lang="en-US" altLang="zh-CN" sz="2000" b="0" i="1" smtClean="0">
                              <a:latin typeface="Cambria Math" panose="02040503050406030204" pitchFamily="18" charset="0"/>
                            </a:rPr>
                            <m:t>𝑖</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𝑗</m:t>
                          </m:r>
                        </m:sub>
                      </m:sSub>
                      <m:r>
                        <a:rPr lang="en-US" altLang="zh-CN" sz="2000" b="0" i="1" smtClean="0">
                          <a:latin typeface="Cambria Math" panose="02040503050406030204" pitchFamily="18" charset="0"/>
                        </a:rPr>
                        <m:t>=</m:t>
                      </m:r>
                      <m:sSup>
                        <m:sSupPr>
                          <m:ctrlPr>
                            <a:rPr lang="en-US" altLang="zh-CN" sz="2000" b="0" i="1" smtClean="0">
                              <a:latin typeface="Cambria Math" panose="02040503050406030204" pitchFamily="18" charset="0"/>
                            </a:rPr>
                          </m:ctrlPr>
                        </m:sSupPr>
                        <m:e>
                          <m:d>
                            <m:dPr>
                              <m:begChr m:val="‖"/>
                              <m:endChr m:val="‖"/>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𝑋</m:t>
                              </m:r>
                              <m:sSub>
                                <m:sSubPr>
                                  <m:ctrlPr>
                                    <a:rPr lang="en-US" altLang="zh-CN" sz="2000" b="0" i="1" smtClean="0">
                                      <a:latin typeface="Cambria Math" panose="02040503050406030204" pitchFamily="18" charset="0"/>
                                    </a:rPr>
                                  </m:ctrlPr>
                                </m:sSubPr>
                                <m:e>
                                  <m:d>
                                    <m:dPr>
                                      <m:begChr m:val="["/>
                                      <m:endChr m:val="]"/>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𝑙</m:t>
                                      </m:r>
                                    </m:e>
                                  </m:d>
                                </m:e>
                                <m:sub>
                                  <m:r>
                                    <a:rPr lang="en-US" altLang="zh-CN" sz="2000" b="0" i="1" smtClean="0">
                                      <a:latin typeface="Cambria Math" panose="02040503050406030204" pitchFamily="18" charset="0"/>
                                    </a:rPr>
                                    <m:t>𝑖</m:t>
                                  </m:r>
                                </m:sub>
                              </m:sSub>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𝑌</m:t>
                              </m:r>
                              <m:sSub>
                                <m:sSubPr>
                                  <m:ctrlPr>
                                    <a:rPr lang="en-US" altLang="zh-CN" sz="2000" b="0" i="1" smtClean="0">
                                      <a:latin typeface="Cambria Math" panose="02040503050406030204" pitchFamily="18" charset="0"/>
                                    </a:rPr>
                                  </m:ctrlPr>
                                </m:sSubPr>
                                <m:e>
                                  <m:d>
                                    <m:dPr>
                                      <m:begChr m:val="["/>
                                      <m:endChr m:val="]"/>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𝑙</m:t>
                                      </m:r>
                                    </m:e>
                                  </m:d>
                                </m:e>
                                <m:sub>
                                  <m:r>
                                    <a:rPr lang="en-US" altLang="zh-CN" sz="2000" b="0" i="1" smtClean="0">
                                      <a:latin typeface="Cambria Math" panose="02040503050406030204" pitchFamily="18" charset="0"/>
                                    </a:rPr>
                                    <m:t>𝑗</m:t>
                                  </m:r>
                                </m:sub>
                              </m:sSub>
                            </m:e>
                          </m:d>
                        </m:e>
                        <m:sup>
                          <m:r>
                            <a:rPr lang="en-US" altLang="zh-CN" sz="2000" b="0" i="1" smtClean="0">
                              <a:latin typeface="Cambria Math" panose="02040503050406030204" pitchFamily="18" charset="0"/>
                            </a:rPr>
                            <m:t>2</m:t>
                          </m:r>
                        </m:sup>
                      </m:sSup>
                    </m:oMath>
                  </m:oMathPara>
                </a14:m>
                <a:endParaRPr lang="en-US" altLang="zh-CN" sz="2000" dirty="0"/>
              </a:p>
            </p:txBody>
          </p:sp>
        </mc:Choice>
        <mc:Fallback xmlns="">
          <p:sp>
            <p:nvSpPr>
              <p:cNvPr id="15" name="文本框 14">
                <a:extLst>
                  <a:ext uri="{FF2B5EF4-FFF2-40B4-BE49-F238E27FC236}">
                    <a16:creationId xmlns:a16="http://schemas.microsoft.com/office/drawing/2014/main" id="{ECF49991-2502-C1AD-E5F3-7DB5AEEB0D19}"/>
                  </a:ext>
                </a:extLst>
              </p:cNvPr>
              <p:cNvSpPr txBox="1">
                <a:spLocks noRot="1" noChangeAspect="1" noMove="1" noResize="1" noEditPoints="1" noAdjustHandles="1" noChangeArrowheads="1" noChangeShapeType="1" noTextEdit="1"/>
              </p:cNvSpPr>
              <p:nvPr/>
            </p:nvSpPr>
            <p:spPr>
              <a:xfrm>
                <a:off x="1305115" y="5029161"/>
                <a:ext cx="4181681" cy="507703"/>
              </a:xfrm>
              <a:prstGeom prst="rect">
                <a:avLst/>
              </a:prstGeom>
              <a:blipFill>
                <a:blip r:embed="rId3"/>
                <a:stretch>
                  <a:fillRect/>
                </a:stretch>
              </a:blipFill>
            </p:spPr>
            <p:txBody>
              <a:bodyPr/>
              <a:lstStyle/>
              <a:p>
                <a:r>
                  <a:rPr lang="zh-CN" altLang="en-US">
                    <a:noFill/>
                  </a:rPr>
                  <a:t> </a:t>
                </a:r>
              </a:p>
            </p:txBody>
          </p:sp>
        </mc:Fallback>
      </mc:AlternateContent>
      <p:sp>
        <p:nvSpPr>
          <p:cNvPr id="19" name="文本框 18">
            <a:extLst>
              <a:ext uri="{FF2B5EF4-FFF2-40B4-BE49-F238E27FC236}">
                <a16:creationId xmlns:a16="http://schemas.microsoft.com/office/drawing/2014/main" id="{3E02E99D-228B-A514-8CC4-7F57E15815AF}"/>
              </a:ext>
            </a:extLst>
          </p:cNvPr>
          <p:cNvSpPr txBox="1"/>
          <p:nvPr/>
        </p:nvSpPr>
        <p:spPr>
          <a:xfrm>
            <a:off x="660572" y="1205713"/>
            <a:ext cx="6514927" cy="458908"/>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zh-CN" altLang="en-US" b="1" dirty="0">
                <a:solidFill>
                  <a:srgbClr val="268F9C"/>
                </a:solidFill>
                <a:latin typeface="+mn-ea"/>
              </a:rPr>
              <a:t>概率测度：表示每个神经元的重要性，在这里使用均匀分布</a:t>
            </a:r>
            <a:endParaRPr lang="en-US" altLang="zh-CN" b="1" dirty="0">
              <a:solidFill>
                <a:srgbClr val="268F9C"/>
              </a:solidFill>
              <a:latin typeface="+mn-ea"/>
            </a:endParaRPr>
          </a:p>
        </p:txBody>
      </p:sp>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C4F55710-F4C9-9335-453B-24AE9765DB04}"/>
                  </a:ext>
                </a:extLst>
              </p:cNvPr>
              <p:cNvSpPr txBox="1"/>
              <p:nvPr/>
            </p:nvSpPr>
            <p:spPr>
              <a:xfrm>
                <a:off x="1167957" y="1524192"/>
                <a:ext cx="4804629" cy="1119730"/>
              </a:xfrm>
              <a:prstGeom prst="rect">
                <a:avLst/>
              </a:prstGeom>
              <a:noFill/>
            </p:spPr>
            <p:txBody>
              <a:bodyPr wrap="square">
                <a:spAutoFit/>
              </a:bodyPr>
              <a:lstStyle/>
              <a:p>
                <a:pPr>
                  <a:lnSpc>
                    <a:spcPct val="150000"/>
                  </a:lnSpc>
                </a:pPr>
                <a14:m>
                  <m:oMathPara xmlns:m="http://schemas.openxmlformats.org/officeDocument/2006/math">
                    <m:oMathParaPr>
                      <m:jc m:val="left"/>
                    </m:oMathParaPr>
                    <m:oMath xmlns:m="http://schemas.openxmlformats.org/officeDocument/2006/math">
                      <m:r>
                        <a:rPr lang="en-US" altLang="zh-CN" sz="2000" b="0" i="1" smtClean="0">
                          <a:latin typeface="Cambria Math" panose="02040503050406030204" pitchFamily="18" charset="0"/>
                        </a:rPr>
                        <m:t>𝛼</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𝑙</m:t>
                          </m:r>
                        </m:e>
                      </m:d>
                      <m:r>
                        <a:rPr lang="en-US" altLang="zh-CN" sz="2000" b="0" i="1" smtClean="0">
                          <a:latin typeface="Cambria Math" panose="02040503050406030204" pitchFamily="18" charset="0"/>
                        </a:rPr>
                        <m:t>=</m:t>
                      </m:r>
                      <m:d>
                        <m:dPr>
                          <m:begChr m:val="["/>
                          <m:endChr m:val="]"/>
                          <m:ctrlPr>
                            <a:rPr lang="en-US" altLang="zh-CN" sz="2000" b="0" i="1" smtClean="0">
                              <a:latin typeface="Cambria Math" panose="02040503050406030204" pitchFamily="18" charset="0"/>
                            </a:rPr>
                          </m:ctrlPr>
                        </m:dPr>
                        <m:e>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b="0" i="1" smtClean="0">
                                  <a:latin typeface="Cambria Math" panose="02040503050406030204" pitchFamily="18" charset="0"/>
                                </a:rPr>
                                <m:t>3</m:t>
                              </m:r>
                            </m:den>
                          </m:f>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b="0" i="1" smtClean="0">
                                  <a:latin typeface="Cambria Math" panose="02040503050406030204" pitchFamily="18" charset="0"/>
                                </a:rPr>
                                <m:t>3</m:t>
                              </m:r>
                            </m:den>
                          </m:f>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b="0" i="1" smtClean="0">
                                  <a:latin typeface="Cambria Math" panose="02040503050406030204" pitchFamily="18" charset="0"/>
                                </a:rPr>
                                <m:t>3</m:t>
                              </m:r>
                            </m:den>
                          </m:f>
                        </m:e>
                      </m:d>
                      <m:r>
                        <a:rPr lang="zh-CN" altLang="en-US" sz="2000" i="1">
                          <a:latin typeface="Cambria Math" panose="02040503050406030204" pitchFamily="18" charset="0"/>
                        </a:rPr>
                        <m:t>，</m:t>
                      </m:r>
                      <m:r>
                        <a:rPr lang="en-US" altLang="zh-CN" sz="2000" b="0" i="1" smtClean="0">
                          <a:latin typeface="Cambria Math" panose="02040503050406030204" pitchFamily="18" charset="0"/>
                        </a:rPr>
                        <m:t>𝛽</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𝑙</m:t>
                          </m:r>
                        </m:e>
                      </m:d>
                      <m:r>
                        <a:rPr lang="en-US" altLang="zh-CN" sz="2000" b="0" i="1" smtClean="0">
                          <a:latin typeface="Cambria Math" panose="02040503050406030204" pitchFamily="18" charset="0"/>
                        </a:rPr>
                        <m:t>=</m:t>
                      </m:r>
                      <m:d>
                        <m:dPr>
                          <m:begChr m:val="["/>
                          <m:endChr m:val="]"/>
                          <m:ctrlPr>
                            <a:rPr lang="en-US" altLang="zh-CN" sz="2000" b="0" i="1" smtClean="0">
                              <a:latin typeface="Cambria Math" panose="02040503050406030204" pitchFamily="18" charset="0"/>
                            </a:rPr>
                          </m:ctrlPr>
                        </m:dPr>
                        <m:e>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b="0" i="1" smtClean="0">
                                  <a:latin typeface="Cambria Math" panose="02040503050406030204" pitchFamily="18" charset="0"/>
                                </a:rPr>
                                <m:t>3</m:t>
                              </m:r>
                            </m:den>
                          </m:f>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b="0" i="1" smtClean="0">
                                  <a:latin typeface="Cambria Math" panose="02040503050406030204" pitchFamily="18" charset="0"/>
                                </a:rPr>
                                <m:t>3</m:t>
                              </m:r>
                            </m:den>
                          </m:f>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b="0" i="1" smtClean="0">
                                  <a:latin typeface="Cambria Math" panose="02040503050406030204" pitchFamily="18" charset="0"/>
                                </a:rPr>
                                <m:t>3</m:t>
                              </m:r>
                            </m:den>
                          </m:f>
                        </m:e>
                      </m:d>
                    </m:oMath>
                  </m:oMathPara>
                </a14:m>
                <a:endParaRPr lang="zh-CN" altLang="en-US" sz="2000" dirty="0"/>
              </a:p>
            </p:txBody>
          </p:sp>
        </mc:Choice>
        <mc:Fallback xmlns="">
          <p:sp>
            <p:nvSpPr>
              <p:cNvPr id="24" name="文本框 23">
                <a:extLst>
                  <a:ext uri="{FF2B5EF4-FFF2-40B4-BE49-F238E27FC236}">
                    <a16:creationId xmlns:a16="http://schemas.microsoft.com/office/drawing/2014/main" id="{C4F55710-F4C9-9335-453B-24AE9765DB04}"/>
                  </a:ext>
                </a:extLst>
              </p:cNvPr>
              <p:cNvSpPr txBox="1">
                <a:spLocks noRot="1" noChangeAspect="1" noMove="1" noResize="1" noEditPoints="1" noAdjustHandles="1" noChangeArrowheads="1" noChangeShapeType="1" noTextEdit="1"/>
              </p:cNvSpPr>
              <p:nvPr/>
            </p:nvSpPr>
            <p:spPr>
              <a:xfrm>
                <a:off x="1167957" y="1524192"/>
                <a:ext cx="4804629" cy="111973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4E9BDE97-11F5-0487-7DA9-AF184D1A6ACC}"/>
                  </a:ext>
                </a:extLst>
              </p:cNvPr>
              <p:cNvSpPr txBox="1"/>
              <p:nvPr/>
            </p:nvSpPr>
            <p:spPr>
              <a:xfrm>
                <a:off x="1305117" y="3964779"/>
                <a:ext cx="4667469" cy="48795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altLang="zh-CN" sz="2000" i="1" smtClean="0">
                          <a:latin typeface="Cambria Math" panose="02040503050406030204" pitchFamily="18" charset="0"/>
                        </a:rPr>
                        <m:t>𝑋</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𝑙</m:t>
                      </m:r>
                      <m:r>
                        <a:rPr lang="en-US" altLang="zh-CN" sz="2000" b="0" i="1" smtClean="0">
                          <a:latin typeface="Cambria Math" panose="02040503050406030204" pitchFamily="18" charset="0"/>
                        </a:rPr>
                        <m:t>)=</m:t>
                      </m:r>
                      <m:sSubSup>
                        <m:sSubSupPr>
                          <m:ctrlPr>
                            <a:rPr lang="en-US" altLang="zh-CN" sz="2000" b="0" i="1" smtClean="0">
                              <a:latin typeface="Cambria Math" panose="02040503050406030204" pitchFamily="18" charset="0"/>
                            </a:rPr>
                          </m:ctrlPr>
                        </m:sSubSupPr>
                        <m:e>
                          <m:r>
                            <a:rPr lang="en-US" altLang="zh-CN" sz="2000" b="0" i="1" smtClean="0">
                              <a:latin typeface="Cambria Math" panose="02040503050406030204" pitchFamily="18" charset="0"/>
                            </a:rPr>
                            <m:t>𝑊</m:t>
                          </m:r>
                        </m:e>
                        <m:sub>
                          <m:r>
                            <a:rPr lang="en-US" altLang="zh-CN" sz="2000" b="0" i="1" smtClean="0">
                              <a:latin typeface="Cambria Math" panose="02040503050406030204" pitchFamily="18" charset="0"/>
                            </a:rPr>
                            <m:t>𝑋</m:t>
                          </m:r>
                        </m:sub>
                        <m:sup>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𝑙</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𝑙</m:t>
                              </m:r>
                              <m:r>
                                <a:rPr lang="en-US" altLang="zh-CN" sz="2000" b="0" i="1" smtClean="0">
                                  <a:latin typeface="Cambria Math" panose="02040503050406030204" pitchFamily="18" charset="0"/>
                                </a:rPr>
                                <m:t>−1</m:t>
                              </m:r>
                            </m:e>
                          </m:d>
                        </m:sup>
                      </m:sSubSup>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𝑌</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𝑙</m:t>
                      </m:r>
                      <m:r>
                        <a:rPr lang="en-US" altLang="zh-CN" sz="2000" b="0" i="1" smtClean="0">
                          <a:latin typeface="Cambria Math" panose="02040503050406030204" pitchFamily="18" charset="0"/>
                        </a:rPr>
                        <m:t>)=</m:t>
                      </m:r>
                      <m:sSubSup>
                        <m:sSubSupPr>
                          <m:ctrlPr>
                            <a:rPr lang="en-US" altLang="zh-CN" sz="2000" b="0" i="1" smtClean="0">
                              <a:latin typeface="Cambria Math" panose="02040503050406030204" pitchFamily="18" charset="0"/>
                            </a:rPr>
                          </m:ctrlPr>
                        </m:sSubSupPr>
                        <m:e>
                          <m:r>
                            <a:rPr lang="en-US" altLang="zh-CN" sz="2000" b="0" i="1" smtClean="0">
                              <a:latin typeface="Cambria Math" panose="02040503050406030204" pitchFamily="18" charset="0"/>
                            </a:rPr>
                            <m:t>𝑊</m:t>
                          </m:r>
                        </m:e>
                        <m:sub>
                          <m:r>
                            <a:rPr lang="en-US" altLang="zh-CN" sz="2000" b="0" i="1" smtClean="0">
                              <a:latin typeface="Cambria Math" panose="02040503050406030204" pitchFamily="18" charset="0"/>
                            </a:rPr>
                            <m:t>𝑌</m:t>
                          </m:r>
                        </m:sub>
                        <m:sup>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𝑙</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𝑙</m:t>
                          </m:r>
                          <m:r>
                            <a:rPr lang="en-US" altLang="zh-CN" sz="2000" b="0" i="1" smtClean="0">
                              <a:latin typeface="Cambria Math" panose="02040503050406030204" pitchFamily="18" charset="0"/>
                            </a:rPr>
                            <m:t>−1)</m:t>
                          </m:r>
                        </m:sup>
                      </m:sSubSup>
                    </m:oMath>
                  </m:oMathPara>
                </a14:m>
                <a:endParaRPr lang="zh-CN" altLang="en-US" sz="2000" dirty="0"/>
              </a:p>
            </p:txBody>
          </p:sp>
        </mc:Choice>
        <mc:Fallback xmlns="">
          <p:sp>
            <p:nvSpPr>
              <p:cNvPr id="26" name="文本框 25">
                <a:extLst>
                  <a:ext uri="{FF2B5EF4-FFF2-40B4-BE49-F238E27FC236}">
                    <a16:creationId xmlns:a16="http://schemas.microsoft.com/office/drawing/2014/main" id="{4E9BDE97-11F5-0487-7DA9-AF184D1A6ACC}"/>
                  </a:ext>
                </a:extLst>
              </p:cNvPr>
              <p:cNvSpPr txBox="1">
                <a:spLocks noRot="1" noChangeAspect="1" noMove="1" noResize="1" noEditPoints="1" noAdjustHandles="1" noChangeArrowheads="1" noChangeShapeType="1" noTextEdit="1"/>
              </p:cNvSpPr>
              <p:nvPr/>
            </p:nvSpPr>
            <p:spPr>
              <a:xfrm>
                <a:off x="1305117" y="3964779"/>
                <a:ext cx="4667469" cy="487954"/>
              </a:xfrm>
              <a:prstGeom prst="rect">
                <a:avLst/>
              </a:prstGeom>
              <a:blipFill>
                <a:blip r:embed="rId5"/>
                <a:stretch>
                  <a:fillRect b="-8750"/>
                </a:stretch>
              </a:blipFill>
            </p:spPr>
            <p:txBody>
              <a:bodyPr/>
              <a:lstStyle/>
              <a:p>
                <a:r>
                  <a:rPr lang="zh-CN" altLang="en-US">
                    <a:noFill/>
                  </a:rPr>
                  <a:t> </a:t>
                </a:r>
              </a:p>
            </p:txBody>
          </p:sp>
        </mc:Fallback>
      </mc:AlternateContent>
      <p:sp>
        <p:nvSpPr>
          <p:cNvPr id="30" name="文本框 29">
            <a:extLst>
              <a:ext uri="{FF2B5EF4-FFF2-40B4-BE49-F238E27FC236}">
                <a16:creationId xmlns:a16="http://schemas.microsoft.com/office/drawing/2014/main" id="{7A1F31CB-5C3A-75AB-CDAF-33CA9F8BF536}"/>
              </a:ext>
            </a:extLst>
          </p:cNvPr>
          <p:cNvSpPr txBox="1"/>
          <p:nvPr/>
        </p:nvSpPr>
        <p:spPr>
          <a:xfrm>
            <a:off x="660573" y="5640412"/>
            <a:ext cx="5104729"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最优传输矩阵</a:t>
            </a:r>
            <a:endParaRPr lang="zh-CN" altLang="en-US" dirty="0"/>
          </a:p>
        </p:txBody>
      </p:sp>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1FF7C094-95EE-94BF-CB72-0B1D77AA0563}"/>
                  </a:ext>
                </a:extLst>
              </p:cNvPr>
              <p:cNvSpPr txBox="1"/>
              <p:nvPr/>
            </p:nvSpPr>
            <p:spPr>
              <a:xfrm>
                <a:off x="1305115" y="6113292"/>
                <a:ext cx="4181681" cy="41293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p>
                        <m:sSupPr>
                          <m:ctrlPr>
                            <a:rPr lang="en-US" altLang="zh-CN" sz="2000" b="0" i="1" smtClean="0">
                              <a:latin typeface="Cambria Math" panose="02040503050406030204" pitchFamily="18" charset="0"/>
                            </a:rPr>
                          </m:ctrlPr>
                        </m:sSupPr>
                        <m:e>
                          <m:r>
                            <a:rPr lang="en-US" altLang="zh-CN" sz="2000" b="0" i="1" smtClean="0">
                              <a:latin typeface="Cambria Math" panose="02040503050406030204" pitchFamily="18" charset="0"/>
                            </a:rPr>
                            <m:t>𝑇</m:t>
                          </m:r>
                        </m:e>
                        <m:sup>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𝑙</m:t>
                          </m:r>
                          <m:r>
                            <a:rPr lang="en-US" altLang="zh-CN" sz="2000" b="0" i="1" smtClean="0">
                              <a:latin typeface="Cambria Math" panose="02040503050406030204" pitchFamily="18" charset="0"/>
                            </a:rPr>
                            <m:t>)</m:t>
                          </m:r>
                        </m:sup>
                      </m:sSup>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𝑂𝑇</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𝛼</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𝑙</m:t>
                          </m:r>
                        </m:e>
                      </m:d>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𝛽</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𝑙</m:t>
                          </m:r>
                        </m:e>
                      </m:d>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𝐷</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𝑙</m:t>
                      </m:r>
                      <m:r>
                        <a:rPr lang="en-US" altLang="zh-CN" sz="2000" b="0" i="1" smtClean="0">
                          <a:latin typeface="Cambria Math" panose="02040503050406030204" pitchFamily="18" charset="0"/>
                        </a:rPr>
                        <m:t>))</m:t>
                      </m:r>
                    </m:oMath>
                  </m:oMathPara>
                </a14:m>
                <a:endParaRPr lang="en-US" altLang="zh-CN" sz="2000" dirty="0"/>
              </a:p>
            </p:txBody>
          </p:sp>
        </mc:Choice>
        <mc:Fallback xmlns="">
          <p:sp>
            <p:nvSpPr>
              <p:cNvPr id="31" name="文本框 30">
                <a:extLst>
                  <a:ext uri="{FF2B5EF4-FFF2-40B4-BE49-F238E27FC236}">
                    <a16:creationId xmlns:a16="http://schemas.microsoft.com/office/drawing/2014/main" id="{1FF7C094-95EE-94BF-CB72-0B1D77AA0563}"/>
                  </a:ext>
                </a:extLst>
              </p:cNvPr>
              <p:cNvSpPr txBox="1">
                <a:spLocks noRot="1" noChangeAspect="1" noMove="1" noResize="1" noEditPoints="1" noAdjustHandles="1" noChangeArrowheads="1" noChangeShapeType="1" noTextEdit="1"/>
              </p:cNvSpPr>
              <p:nvPr/>
            </p:nvSpPr>
            <p:spPr>
              <a:xfrm>
                <a:off x="1305115" y="6113292"/>
                <a:ext cx="4181681" cy="412934"/>
              </a:xfrm>
              <a:prstGeom prst="rect">
                <a:avLst/>
              </a:prstGeom>
              <a:blipFill>
                <a:blip r:embed="rId6"/>
                <a:stretch>
                  <a:fillRect b="-16176"/>
                </a:stretch>
              </a:blipFill>
            </p:spPr>
            <p:txBody>
              <a:bodyPr/>
              <a:lstStyle/>
              <a:p>
                <a:r>
                  <a:rPr lang="zh-CN" altLang="en-US">
                    <a:noFill/>
                  </a:rPr>
                  <a:t> </a:t>
                </a:r>
              </a:p>
            </p:txBody>
          </p:sp>
        </mc:Fallback>
      </mc:AlternateContent>
      <p:sp>
        <p:nvSpPr>
          <p:cNvPr id="32" name="文本框 31">
            <a:extLst>
              <a:ext uri="{FF2B5EF4-FFF2-40B4-BE49-F238E27FC236}">
                <a16:creationId xmlns:a16="http://schemas.microsoft.com/office/drawing/2014/main" id="{FA688144-5B94-93C7-9BE1-73AA81684362}"/>
              </a:ext>
            </a:extLst>
          </p:cNvPr>
          <p:cNvSpPr txBox="1"/>
          <p:nvPr/>
        </p:nvSpPr>
        <p:spPr>
          <a:xfrm>
            <a:off x="193654" y="744048"/>
            <a:ext cx="6109334" cy="461665"/>
          </a:xfrm>
          <a:prstGeom prst="rect">
            <a:avLst/>
          </a:prstGeom>
          <a:noFill/>
        </p:spPr>
        <p:txBody>
          <a:bodyPr wrap="square">
            <a:spAutoFit/>
          </a:bodyPr>
          <a:lstStyle/>
          <a:p>
            <a:r>
              <a:rPr lang="en-US" altLang="zh-CN" sz="2400" b="1" dirty="0">
                <a:solidFill>
                  <a:srgbClr val="268F9C"/>
                </a:solidFill>
                <a:latin typeface="+mn-ea"/>
              </a:rPr>
              <a:t> </a:t>
            </a:r>
            <a:r>
              <a:rPr lang="zh-CN" altLang="en-US" sz="2400" b="1" dirty="0">
                <a:solidFill>
                  <a:srgbClr val="268F9C"/>
                </a:solidFill>
                <a:latin typeface="+mn-ea"/>
              </a:rPr>
              <a:t>将最优传输类比到全连接神经网络当中</a:t>
            </a:r>
          </a:p>
        </p:txBody>
      </p:sp>
      <p:grpSp>
        <p:nvGrpSpPr>
          <p:cNvPr id="2" name="组合 1">
            <a:extLst>
              <a:ext uri="{FF2B5EF4-FFF2-40B4-BE49-F238E27FC236}">
                <a16:creationId xmlns:a16="http://schemas.microsoft.com/office/drawing/2014/main" id="{79C71707-1CE6-E0CE-AFAD-F105AE239C84}"/>
              </a:ext>
            </a:extLst>
          </p:cNvPr>
          <p:cNvGrpSpPr/>
          <p:nvPr/>
        </p:nvGrpSpPr>
        <p:grpSpPr>
          <a:xfrm>
            <a:off x="8440244" y="3932848"/>
            <a:ext cx="2845513" cy="1738733"/>
            <a:chOff x="7475177" y="3552379"/>
            <a:chExt cx="1822488" cy="1026972"/>
          </a:xfrm>
        </p:grpSpPr>
        <p:cxnSp>
          <p:nvCxnSpPr>
            <p:cNvPr id="37" name="直接箭头连接符 36">
              <a:extLst>
                <a:ext uri="{FF2B5EF4-FFF2-40B4-BE49-F238E27FC236}">
                  <a16:creationId xmlns:a16="http://schemas.microsoft.com/office/drawing/2014/main" id="{8917AD81-FF8F-D58B-90B2-63AF1A3EE9A2}"/>
                </a:ext>
              </a:extLst>
            </p:cNvPr>
            <p:cNvCxnSpPr>
              <a:cxnSpLocks/>
              <a:stCxn id="13" idx="6"/>
              <a:endCxn id="53" idx="2"/>
            </p:cNvCxnSpPr>
            <p:nvPr/>
          </p:nvCxnSpPr>
          <p:spPr>
            <a:xfrm flipV="1">
              <a:off x="8175907" y="4049756"/>
              <a:ext cx="390489" cy="457595"/>
            </a:xfrm>
            <a:prstGeom prst="straightConnector1">
              <a:avLst/>
            </a:prstGeom>
            <a:ln w="19050">
              <a:solidFill>
                <a:srgbClr val="00B0F0"/>
              </a:solidFill>
              <a:tailEnd type="none"/>
            </a:ln>
          </p:spPr>
          <p:style>
            <a:lnRef idx="1">
              <a:schemeClr val="accent1"/>
            </a:lnRef>
            <a:fillRef idx="0">
              <a:schemeClr val="accent1"/>
            </a:fillRef>
            <a:effectRef idx="0">
              <a:schemeClr val="accent1"/>
            </a:effectRef>
            <a:fontRef idx="minor">
              <a:schemeClr val="tx1"/>
            </a:fontRef>
          </p:style>
        </p:cxnSp>
        <p:grpSp>
          <p:nvGrpSpPr>
            <p:cNvPr id="8" name="组合 7">
              <a:extLst>
                <a:ext uri="{FF2B5EF4-FFF2-40B4-BE49-F238E27FC236}">
                  <a16:creationId xmlns:a16="http://schemas.microsoft.com/office/drawing/2014/main" id="{34EA7CC9-BA55-0640-6F3C-E24EDCB8AA25}"/>
                </a:ext>
              </a:extLst>
            </p:cNvPr>
            <p:cNvGrpSpPr/>
            <p:nvPr/>
          </p:nvGrpSpPr>
          <p:grpSpPr>
            <a:xfrm>
              <a:off x="8566396" y="3556900"/>
              <a:ext cx="162862" cy="1013326"/>
              <a:chOff x="8770576" y="1725449"/>
              <a:chExt cx="162862" cy="1013326"/>
            </a:xfrm>
            <a:solidFill>
              <a:schemeClr val="bg1">
                <a:lumMod val="50000"/>
              </a:schemeClr>
            </a:solidFill>
          </p:grpSpPr>
          <p:sp>
            <p:nvSpPr>
              <p:cNvPr id="52" name="椭圆 51">
                <a:extLst>
                  <a:ext uri="{FF2B5EF4-FFF2-40B4-BE49-F238E27FC236}">
                    <a16:creationId xmlns:a16="http://schemas.microsoft.com/office/drawing/2014/main" id="{F4CEFA74-0222-EFED-97F8-11B4FA64F880}"/>
                  </a:ext>
                </a:extLst>
              </p:cNvPr>
              <p:cNvSpPr/>
              <p:nvPr/>
            </p:nvSpPr>
            <p:spPr>
              <a:xfrm>
                <a:off x="8789438" y="2594775"/>
                <a:ext cx="144000" cy="144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3" name="椭圆 52">
                <a:extLst>
                  <a:ext uri="{FF2B5EF4-FFF2-40B4-BE49-F238E27FC236}">
                    <a16:creationId xmlns:a16="http://schemas.microsoft.com/office/drawing/2014/main" id="{154E46E1-A7DF-3C1B-2D05-AD271EAF41C0}"/>
                  </a:ext>
                </a:extLst>
              </p:cNvPr>
              <p:cNvSpPr/>
              <p:nvPr/>
            </p:nvSpPr>
            <p:spPr>
              <a:xfrm>
                <a:off x="8770576" y="2146305"/>
                <a:ext cx="144000" cy="144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dirty="0"/>
              </a:p>
            </p:txBody>
          </p:sp>
          <p:sp>
            <p:nvSpPr>
              <p:cNvPr id="54" name="椭圆 53">
                <a:extLst>
                  <a:ext uri="{FF2B5EF4-FFF2-40B4-BE49-F238E27FC236}">
                    <a16:creationId xmlns:a16="http://schemas.microsoft.com/office/drawing/2014/main" id="{A0A06B8B-744D-8ABD-8A84-21EA226F26B9}"/>
                  </a:ext>
                </a:extLst>
              </p:cNvPr>
              <p:cNvSpPr/>
              <p:nvPr/>
            </p:nvSpPr>
            <p:spPr>
              <a:xfrm>
                <a:off x="8789438" y="1725449"/>
                <a:ext cx="144000" cy="144000"/>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grpSp>
        <p:grpSp>
          <p:nvGrpSpPr>
            <p:cNvPr id="10" name="组合 9">
              <a:extLst>
                <a:ext uri="{FF2B5EF4-FFF2-40B4-BE49-F238E27FC236}">
                  <a16:creationId xmlns:a16="http://schemas.microsoft.com/office/drawing/2014/main" id="{CC71743F-8DD2-9C82-24A2-4BA7BB7A44F6}"/>
                </a:ext>
              </a:extLst>
            </p:cNvPr>
            <p:cNvGrpSpPr/>
            <p:nvPr/>
          </p:nvGrpSpPr>
          <p:grpSpPr>
            <a:xfrm>
              <a:off x="7475177" y="3773080"/>
              <a:ext cx="144000" cy="585570"/>
              <a:chOff x="7743758" y="1982787"/>
              <a:chExt cx="144000" cy="585570"/>
            </a:xfrm>
            <a:solidFill>
              <a:schemeClr val="bg1">
                <a:lumMod val="50000"/>
              </a:schemeClr>
            </a:solidFill>
          </p:grpSpPr>
          <p:sp>
            <p:nvSpPr>
              <p:cNvPr id="48" name="椭圆 47">
                <a:extLst>
                  <a:ext uri="{FF2B5EF4-FFF2-40B4-BE49-F238E27FC236}">
                    <a16:creationId xmlns:a16="http://schemas.microsoft.com/office/drawing/2014/main" id="{49FEC109-22FF-F918-B842-B459BCC498C7}"/>
                  </a:ext>
                </a:extLst>
              </p:cNvPr>
              <p:cNvSpPr/>
              <p:nvPr/>
            </p:nvSpPr>
            <p:spPr>
              <a:xfrm>
                <a:off x="7743758" y="1982787"/>
                <a:ext cx="144000" cy="144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49" name="椭圆 48">
                <a:extLst>
                  <a:ext uri="{FF2B5EF4-FFF2-40B4-BE49-F238E27FC236}">
                    <a16:creationId xmlns:a16="http://schemas.microsoft.com/office/drawing/2014/main" id="{0C5F54A0-81AA-69BD-7096-21E62F6EF478}"/>
                  </a:ext>
                </a:extLst>
              </p:cNvPr>
              <p:cNvSpPr/>
              <p:nvPr/>
            </p:nvSpPr>
            <p:spPr>
              <a:xfrm>
                <a:off x="7743758" y="2424357"/>
                <a:ext cx="144000" cy="144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grpSp>
        <p:grpSp>
          <p:nvGrpSpPr>
            <p:cNvPr id="11" name="组合 10">
              <a:extLst>
                <a:ext uri="{FF2B5EF4-FFF2-40B4-BE49-F238E27FC236}">
                  <a16:creationId xmlns:a16="http://schemas.microsoft.com/office/drawing/2014/main" id="{BE365551-4F40-45AF-C537-D134D2685FED}"/>
                </a:ext>
              </a:extLst>
            </p:cNvPr>
            <p:cNvGrpSpPr/>
            <p:nvPr/>
          </p:nvGrpSpPr>
          <p:grpSpPr>
            <a:xfrm>
              <a:off x="9146906" y="3773080"/>
              <a:ext cx="150759" cy="585570"/>
              <a:chOff x="9713661" y="1982787"/>
              <a:chExt cx="150759" cy="585570"/>
            </a:xfrm>
            <a:solidFill>
              <a:schemeClr val="bg1">
                <a:lumMod val="50000"/>
              </a:schemeClr>
            </a:solidFill>
          </p:grpSpPr>
          <p:sp>
            <p:nvSpPr>
              <p:cNvPr id="46" name="椭圆 45">
                <a:extLst>
                  <a:ext uri="{FF2B5EF4-FFF2-40B4-BE49-F238E27FC236}">
                    <a16:creationId xmlns:a16="http://schemas.microsoft.com/office/drawing/2014/main" id="{B804DC42-97E5-2AD7-A05A-4ED9D223D3A6}"/>
                  </a:ext>
                </a:extLst>
              </p:cNvPr>
              <p:cNvSpPr/>
              <p:nvPr/>
            </p:nvSpPr>
            <p:spPr>
              <a:xfrm>
                <a:off x="9713661" y="2424357"/>
                <a:ext cx="144000" cy="144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47" name="椭圆 46">
                <a:extLst>
                  <a:ext uri="{FF2B5EF4-FFF2-40B4-BE49-F238E27FC236}">
                    <a16:creationId xmlns:a16="http://schemas.microsoft.com/office/drawing/2014/main" id="{5F41A858-7C37-6B16-906A-FBE5FCD5CA2F}"/>
                  </a:ext>
                </a:extLst>
              </p:cNvPr>
              <p:cNvSpPr/>
              <p:nvPr/>
            </p:nvSpPr>
            <p:spPr>
              <a:xfrm>
                <a:off x="9720420" y="1982787"/>
                <a:ext cx="144000" cy="144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grpSp>
        <p:sp>
          <p:nvSpPr>
            <p:cNvPr id="12" name="椭圆 11">
              <a:extLst>
                <a:ext uri="{FF2B5EF4-FFF2-40B4-BE49-F238E27FC236}">
                  <a16:creationId xmlns:a16="http://schemas.microsoft.com/office/drawing/2014/main" id="{0B1EE093-5187-C878-B58E-EF7E106D697E}"/>
                </a:ext>
              </a:extLst>
            </p:cNvPr>
            <p:cNvSpPr/>
            <p:nvPr/>
          </p:nvSpPr>
          <p:spPr>
            <a:xfrm>
              <a:off x="8031907" y="3552379"/>
              <a:ext cx="144000" cy="14400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13" name="椭圆 12">
              <a:extLst>
                <a:ext uri="{FF2B5EF4-FFF2-40B4-BE49-F238E27FC236}">
                  <a16:creationId xmlns:a16="http://schemas.microsoft.com/office/drawing/2014/main" id="{E4EC05FA-5D69-4C37-A842-D9042EBBDB09}"/>
                </a:ext>
              </a:extLst>
            </p:cNvPr>
            <p:cNvSpPr/>
            <p:nvPr/>
          </p:nvSpPr>
          <p:spPr>
            <a:xfrm>
              <a:off x="8031907" y="4435351"/>
              <a:ext cx="144000" cy="14400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14" name="椭圆 13">
              <a:extLst>
                <a:ext uri="{FF2B5EF4-FFF2-40B4-BE49-F238E27FC236}">
                  <a16:creationId xmlns:a16="http://schemas.microsoft.com/office/drawing/2014/main" id="{7FD89C09-1623-4E3E-CCBB-037937B7D159}"/>
                </a:ext>
              </a:extLst>
            </p:cNvPr>
            <p:cNvSpPr/>
            <p:nvPr/>
          </p:nvSpPr>
          <p:spPr>
            <a:xfrm>
              <a:off x="8031907" y="3993865"/>
              <a:ext cx="144000" cy="14400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cxnSp>
          <p:nvCxnSpPr>
            <p:cNvPr id="16" name="直接箭头连接符 15">
              <a:extLst>
                <a:ext uri="{FF2B5EF4-FFF2-40B4-BE49-F238E27FC236}">
                  <a16:creationId xmlns:a16="http://schemas.microsoft.com/office/drawing/2014/main" id="{6673F7FB-F099-9F3E-3D5B-7C65788EA9F9}"/>
                </a:ext>
              </a:extLst>
            </p:cNvPr>
            <p:cNvCxnSpPr>
              <a:cxnSpLocks/>
              <a:stCxn id="48" idx="6"/>
              <a:endCxn id="12" idx="2"/>
            </p:cNvCxnSpPr>
            <p:nvPr/>
          </p:nvCxnSpPr>
          <p:spPr>
            <a:xfrm flipV="1">
              <a:off x="7619177" y="3624379"/>
              <a:ext cx="412730" cy="220701"/>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8957C5F6-3F99-C42E-B711-6B1310184E9B}"/>
                </a:ext>
              </a:extLst>
            </p:cNvPr>
            <p:cNvCxnSpPr>
              <a:cxnSpLocks/>
              <a:stCxn id="48" idx="6"/>
              <a:endCxn id="14" idx="2"/>
            </p:cNvCxnSpPr>
            <p:nvPr/>
          </p:nvCxnSpPr>
          <p:spPr>
            <a:xfrm>
              <a:off x="7619177" y="3845080"/>
              <a:ext cx="412730" cy="22078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C9006809-2707-DD00-DF70-8AE6274D7C8A}"/>
                </a:ext>
              </a:extLst>
            </p:cNvPr>
            <p:cNvCxnSpPr>
              <a:cxnSpLocks/>
              <a:stCxn id="48" idx="6"/>
              <a:endCxn id="13" idx="2"/>
            </p:cNvCxnSpPr>
            <p:nvPr/>
          </p:nvCxnSpPr>
          <p:spPr>
            <a:xfrm>
              <a:off x="7619177" y="3845080"/>
              <a:ext cx="412730" cy="662271"/>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4054CCBE-991A-4272-B612-A0AFFD3165B3}"/>
                </a:ext>
              </a:extLst>
            </p:cNvPr>
            <p:cNvCxnSpPr>
              <a:cxnSpLocks/>
              <a:stCxn id="49" idx="6"/>
              <a:endCxn id="12" idx="2"/>
            </p:cNvCxnSpPr>
            <p:nvPr/>
          </p:nvCxnSpPr>
          <p:spPr>
            <a:xfrm flipV="1">
              <a:off x="7619177" y="3624379"/>
              <a:ext cx="412730" cy="662271"/>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054DA91D-CF46-BDB5-7B33-B88797FDC47A}"/>
                </a:ext>
              </a:extLst>
            </p:cNvPr>
            <p:cNvCxnSpPr>
              <a:cxnSpLocks/>
              <a:stCxn id="49" idx="6"/>
              <a:endCxn id="14" idx="2"/>
            </p:cNvCxnSpPr>
            <p:nvPr/>
          </p:nvCxnSpPr>
          <p:spPr>
            <a:xfrm flipV="1">
              <a:off x="7619177" y="4065865"/>
              <a:ext cx="412730" cy="22078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6A6D9413-D3A7-62FA-19F2-5A4A68B73DB2}"/>
                </a:ext>
              </a:extLst>
            </p:cNvPr>
            <p:cNvCxnSpPr>
              <a:cxnSpLocks/>
              <a:stCxn id="49" idx="6"/>
              <a:endCxn id="13" idx="2"/>
            </p:cNvCxnSpPr>
            <p:nvPr/>
          </p:nvCxnSpPr>
          <p:spPr>
            <a:xfrm>
              <a:off x="7619177" y="4286650"/>
              <a:ext cx="412730" cy="220701"/>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1A972F61-2E04-F0DE-4F58-B2B431352BB5}"/>
                </a:ext>
              </a:extLst>
            </p:cNvPr>
            <p:cNvCxnSpPr>
              <a:cxnSpLocks/>
              <a:stCxn id="12" idx="6"/>
              <a:endCxn id="52" idx="2"/>
            </p:cNvCxnSpPr>
            <p:nvPr/>
          </p:nvCxnSpPr>
          <p:spPr>
            <a:xfrm>
              <a:off x="8175907" y="3624379"/>
              <a:ext cx="409351" cy="873847"/>
            </a:xfrm>
            <a:prstGeom prst="straightConnector1">
              <a:avLst/>
            </a:prstGeom>
            <a:ln w="1905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33372B6B-16FD-5880-D6C8-056937DB4638}"/>
                </a:ext>
              </a:extLst>
            </p:cNvPr>
            <p:cNvCxnSpPr>
              <a:cxnSpLocks/>
              <a:stCxn id="12" idx="6"/>
              <a:endCxn id="54" idx="2"/>
            </p:cNvCxnSpPr>
            <p:nvPr/>
          </p:nvCxnSpPr>
          <p:spPr>
            <a:xfrm>
              <a:off x="8175907" y="3624379"/>
              <a:ext cx="409351" cy="4521"/>
            </a:xfrm>
            <a:prstGeom prst="straightConnector1">
              <a:avLst/>
            </a:prstGeom>
            <a:ln w="19050">
              <a:solidFill>
                <a:schemeClr val="accent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2E307AE0-2FF8-1A4B-F4CA-243F6DB0EAA6}"/>
                </a:ext>
              </a:extLst>
            </p:cNvPr>
            <p:cNvCxnSpPr>
              <a:cxnSpLocks/>
              <a:stCxn id="12" idx="6"/>
              <a:endCxn id="53" idx="2"/>
            </p:cNvCxnSpPr>
            <p:nvPr/>
          </p:nvCxnSpPr>
          <p:spPr>
            <a:xfrm>
              <a:off x="8175907" y="3624379"/>
              <a:ext cx="390489" cy="425377"/>
            </a:xfrm>
            <a:prstGeom prst="straightConnector1">
              <a:avLst/>
            </a:prstGeom>
            <a:ln w="19050">
              <a:solidFill>
                <a:srgbClr val="00B0F0"/>
              </a:solidFill>
              <a:tailEnd type="none"/>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BA894F45-FE5C-7AF3-5935-6AF0C829664C}"/>
                </a:ext>
              </a:extLst>
            </p:cNvPr>
            <p:cNvCxnSpPr>
              <a:cxnSpLocks/>
              <a:stCxn id="14" idx="6"/>
              <a:endCxn id="53" idx="2"/>
            </p:cNvCxnSpPr>
            <p:nvPr/>
          </p:nvCxnSpPr>
          <p:spPr>
            <a:xfrm flipV="1">
              <a:off x="8175907" y="4049756"/>
              <a:ext cx="390489" cy="16109"/>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84DA28C4-8D83-ED39-C9EA-4C7EB793ABC6}"/>
                </a:ext>
              </a:extLst>
            </p:cNvPr>
            <p:cNvCxnSpPr>
              <a:cxnSpLocks/>
              <a:stCxn id="14" idx="6"/>
              <a:endCxn id="52" idx="2"/>
            </p:cNvCxnSpPr>
            <p:nvPr/>
          </p:nvCxnSpPr>
          <p:spPr>
            <a:xfrm>
              <a:off x="8175907" y="4065865"/>
              <a:ext cx="409351" cy="432361"/>
            </a:xfrm>
            <a:prstGeom prst="straightConnector1">
              <a:avLst/>
            </a:prstGeom>
            <a:ln w="1905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E68E794F-3B8E-DB24-9C29-C6E9A76BF3F6}"/>
                </a:ext>
              </a:extLst>
            </p:cNvPr>
            <p:cNvCxnSpPr>
              <a:cxnSpLocks/>
              <a:stCxn id="14" idx="6"/>
              <a:endCxn id="54" idx="2"/>
            </p:cNvCxnSpPr>
            <p:nvPr/>
          </p:nvCxnSpPr>
          <p:spPr>
            <a:xfrm flipV="1">
              <a:off x="8175907" y="3628900"/>
              <a:ext cx="409351" cy="436965"/>
            </a:xfrm>
            <a:prstGeom prst="straightConnector1">
              <a:avLst/>
            </a:prstGeom>
            <a:ln w="19050">
              <a:solidFill>
                <a:schemeClr val="accent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893BF7F4-28C8-F46B-A6AA-B40A3E687F8E}"/>
                </a:ext>
              </a:extLst>
            </p:cNvPr>
            <p:cNvCxnSpPr>
              <a:cxnSpLocks/>
              <a:stCxn id="13" idx="6"/>
              <a:endCxn id="52" idx="2"/>
            </p:cNvCxnSpPr>
            <p:nvPr/>
          </p:nvCxnSpPr>
          <p:spPr>
            <a:xfrm flipV="1">
              <a:off x="8175907" y="4498226"/>
              <a:ext cx="409351" cy="9125"/>
            </a:xfrm>
            <a:prstGeom prst="straightConnector1">
              <a:avLst/>
            </a:prstGeom>
            <a:ln w="1905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B73A9FDD-D8FC-9B13-DF82-F108AC4D143B}"/>
                </a:ext>
              </a:extLst>
            </p:cNvPr>
            <p:cNvCxnSpPr>
              <a:cxnSpLocks/>
              <a:stCxn id="13" idx="6"/>
              <a:endCxn id="54" idx="2"/>
            </p:cNvCxnSpPr>
            <p:nvPr/>
          </p:nvCxnSpPr>
          <p:spPr>
            <a:xfrm flipV="1">
              <a:off x="8175907" y="3628900"/>
              <a:ext cx="409351" cy="878451"/>
            </a:xfrm>
            <a:prstGeom prst="straightConnector1">
              <a:avLst/>
            </a:prstGeom>
            <a:ln w="19050">
              <a:solidFill>
                <a:schemeClr val="accent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CFB4C7B3-56A2-2FC0-5160-5C9851FDE87C}"/>
                </a:ext>
              </a:extLst>
            </p:cNvPr>
            <p:cNvCxnSpPr>
              <a:cxnSpLocks/>
              <a:stCxn id="52" idx="6"/>
              <a:endCxn id="47" idx="2"/>
            </p:cNvCxnSpPr>
            <p:nvPr/>
          </p:nvCxnSpPr>
          <p:spPr>
            <a:xfrm flipV="1">
              <a:off x="8729258" y="3845080"/>
              <a:ext cx="424407" cy="65314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44905E85-5F52-655A-31A0-39577FFB31A1}"/>
                </a:ext>
              </a:extLst>
            </p:cNvPr>
            <p:cNvCxnSpPr>
              <a:cxnSpLocks/>
              <a:stCxn id="52" idx="6"/>
              <a:endCxn id="46" idx="2"/>
            </p:cNvCxnSpPr>
            <p:nvPr/>
          </p:nvCxnSpPr>
          <p:spPr>
            <a:xfrm flipV="1">
              <a:off x="8729258" y="4286650"/>
              <a:ext cx="417648" cy="21157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2" name="直接箭头连接符 41">
              <a:extLst>
                <a:ext uri="{FF2B5EF4-FFF2-40B4-BE49-F238E27FC236}">
                  <a16:creationId xmlns:a16="http://schemas.microsoft.com/office/drawing/2014/main" id="{C6FB3638-00A7-E703-8FE1-8D581426AC2A}"/>
                </a:ext>
              </a:extLst>
            </p:cNvPr>
            <p:cNvCxnSpPr>
              <a:cxnSpLocks/>
              <a:stCxn id="53" idx="6"/>
              <a:endCxn id="47" idx="2"/>
            </p:cNvCxnSpPr>
            <p:nvPr/>
          </p:nvCxnSpPr>
          <p:spPr>
            <a:xfrm flipV="1">
              <a:off x="8710396" y="3845080"/>
              <a:ext cx="443269" cy="20467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D9090AC8-D79E-5B98-8EA3-D43BEB7EA8C4}"/>
                </a:ext>
              </a:extLst>
            </p:cNvPr>
            <p:cNvCxnSpPr>
              <a:cxnSpLocks/>
              <a:stCxn id="53" idx="6"/>
              <a:endCxn id="46" idx="2"/>
            </p:cNvCxnSpPr>
            <p:nvPr/>
          </p:nvCxnSpPr>
          <p:spPr>
            <a:xfrm>
              <a:off x="8710396" y="4049756"/>
              <a:ext cx="436510" cy="236894"/>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4" name="直接箭头连接符 43">
              <a:extLst>
                <a:ext uri="{FF2B5EF4-FFF2-40B4-BE49-F238E27FC236}">
                  <a16:creationId xmlns:a16="http://schemas.microsoft.com/office/drawing/2014/main" id="{9CFC55D8-CE21-A68B-8A64-E4F818F2934D}"/>
                </a:ext>
              </a:extLst>
            </p:cNvPr>
            <p:cNvCxnSpPr>
              <a:cxnSpLocks/>
              <a:stCxn id="54" idx="6"/>
              <a:endCxn id="47" idx="2"/>
            </p:cNvCxnSpPr>
            <p:nvPr/>
          </p:nvCxnSpPr>
          <p:spPr>
            <a:xfrm>
              <a:off x="8729258" y="3628900"/>
              <a:ext cx="424407" cy="216180"/>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5" name="直接箭头连接符 44">
              <a:extLst>
                <a:ext uri="{FF2B5EF4-FFF2-40B4-BE49-F238E27FC236}">
                  <a16:creationId xmlns:a16="http://schemas.microsoft.com/office/drawing/2014/main" id="{04CA6D4A-AAA3-3D62-A1A7-8335E222AA7B}"/>
                </a:ext>
              </a:extLst>
            </p:cNvPr>
            <p:cNvCxnSpPr>
              <a:cxnSpLocks/>
              <a:stCxn id="54" idx="6"/>
              <a:endCxn id="46" idx="2"/>
            </p:cNvCxnSpPr>
            <p:nvPr/>
          </p:nvCxnSpPr>
          <p:spPr>
            <a:xfrm>
              <a:off x="8729258" y="3628900"/>
              <a:ext cx="417648" cy="657750"/>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grpSp>
      <p:sp>
        <p:nvSpPr>
          <p:cNvPr id="87" name="椭圆 86">
            <a:extLst>
              <a:ext uri="{FF2B5EF4-FFF2-40B4-BE49-F238E27FC236}">
                <a16:creationId xmlns:a16="http://schemas.microsoft.com/office/drawing/2014/main" id="{451FEA5C-0BE1-A6A0-8AF5-CA78DD0BB8D9}"/>
              </a:ext>
            </a:extLst>
          </p:cNvPr>
          <p:cNvSpPr/>
          <p:nvPr/>
        </p:nvSpPr>
        <p:spPr>
          <a:xfrm>
            <a:off x="10135227" y="1285303"/>
            <a:ext cx="236131" cy="234354"/>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88" name="椭圆 87">
            <a:extLst>
              <a:ext uri="{FF2B5EF4-FFF2-40B4-BE49-F238E27FC236}">
                <a16:creationId xmlns:a16="http://schemas.microsoft.com/office/drawing/2014/main" id="{40F86CAF-E2B9-0DF1-9679-972954C310E7}"/>
              </a:ext>
            </a:extLst>
          </p:cNvPr>
          <p:cNvSpPr/>
          <p:nvPr/>
        </p:nvSpPr>
        <p:spPr>
          <a:xfrm>
            <a:off x="10132702" y="2723187"/>
            <a:ext cx="236131" cy="234354"/>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dirty="0"/>
          </a:p>
        </p:txBody>
      </p:sp>
      <p:sp>
        <p:nvSpPr>
          <p:cNvPr id="89" name="椭圆 88">
            <a:extLst>
              <a:ext uri="{FF2B5EF4-FFF2-40B4-BE49-F238E27FC236}">
                <a16:creationId xmlns:a16="http://schemas.microsoft.com/office/drawing/2014/main" id="{DCF3238D-9CB3-5B87-1676-F98E87542D3A}"/>
              </a:ext>
            </a:extLst>
          </p:cNvPr>
          <p:cNvSpPr/>
          <p:nvPr/>
        </p:nvSpPr>
        <p:spPr>
          <a:xfrm>
            <a:off x="10132704" y="2009063"/>
            <a:ext cx="236131" cy="234354"/>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85" name="椭圆 84">
            <a:extLst>
              <a:ext uri="{FF2B5EF4-FFF2-40B4-BE49-F238E27FC236}">
                <a16:creationId xmlns:a16="http://schemas.microsoft.com/office/drawing/2014/main" id="{453B3290-226A-D682-ECBD-5706877BDFC6}"/>
              </a:ext>
            </a:extLst>
          </p:cNvPr>
          <p:cNvSpPr/>
          <p:nvPr/>
        </p:nvSpPr>
        <p:spPr>
          <a:xfrm>
            <a:off x="8306856" y="1643693"/>
            <a:ext cx="236131" cy="234354"/>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86" name="椭圆 85">
            <a:extLst>
              <a:ext uri="{FF2B5EF4-FFF2-40B4-BE49-F238E27FC236}">
                <a16:creationId xmlns:a16="http://schemas.microsoft.com/office/drawing/2014/main" id="{E0C7E13B-458F-BE32-8B27-28CBCD4452CF}"/>
              </a:ext>
            </a:extLst>
          </p:cNvPr>
          <p:cNvSpPr/>
          <p:nvPr/>
        </p:nvSpPr>
        <p:spPr>
          <a:xfrm>
            <a:off x="8306856" y="2362328"/>
            <a:ext cx="236131" cy="234354"/>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83" name="椭圆 82">
            <a:extLst>
              <a:ext uri="{FF2B5EF4-FFF2-40B4-BE49-F238E27FC236}">
                <a16:creationId xmlns:a16="http://schemas.microsoft.com/office/drawing/2014/main" id="{DA9D1AE4-21BC-C054-25DE-F14B1BEA6716}"/>
              </a:ext>
            </a:extLst>
          </p:cNvPr>
          <p:cNvSpPr/>
          <p:nvPr/>
        </p:nvSpPr>
        <p:spPr>
          <a:xfrm>
            <a:off x="11048151" y="2362328"/>
            <a:ext cx="236131" cy="234354"/>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84" name="椭圆 83">
            <a:extLst>
              <a:ext uri="{FF2B5EF4-FFF2-40B4-BE49-F238E27FC236}">
                <a16:creationId xmlns:a16="http://schemas.microsoft.com/office/drawing/2014/main" id="{15505F15-E183-36EC-B542-2D9E9A08D102}"/>
              </a:ext>
            </a:extLst>
          </p:cNvPr>
          <p:cNvSpPr/>
          <p:nvPr/>
        </p:nvSpPr>
        <p:spPr>
          <a:xfrm>
            <a:off x="11059234" y="1643693"/>
            <a:ext cx="236131" cy="234354"/>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9" name="椭圆 58">
            <a:extLst>
              <a:ext uri="{FF2B5EF4-FFF2-40B4-BE49-F238E27FC236}">
                <a16:creationId xmlns:a16="http://schemas.microsoft.com/office/drawing/2014/main" id="{67AFB25A-80B3-AD22-AD95-6FA1E7AFEFFA}"/>
              </a:ext>
            </a:extLst>
          </p:cNvPr>
          <p:cNvSpPr/>
          <p:nvPr/>
        </p:nvSpPr>
        <p:spPr>
          <a:xfrm>
            <a:off x="9219780" y="1284512"/>
            <a:ext cx="236131" cy="234354"/>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60" name="椭圆 59">
            <a:extLst>
              <a:ext uri="{FF2B5EF4-FFF2-40B4-BE49-F238E27FC236}">
                <a16:creationId xmlns:a16="http://schemas.microsoft.com/office/drawing/2014/main" id="{5979803B-2C45-8720-4358-996C4B218A61}"/>
              </a:ext>
            </a:extLst>
          </p:cNvPr>
          <p:cNvSpPr/>
          <p:nvPr/>
        </p:nvSpPr>
        <p:spPr>
          <a:xfrm>
            <a:off x="9219780" y="2721510"/>
            <a:ext cx="236131" cy="234354"/>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61" name="椭圆 60">
            <a:extLst>
              <a:ext uri="{FF2B5EF4-FFF2-40B4-BE49-F238E27FC236}">
                <a16:creationId xmlns:a16="http://schemas.microsoft.com/office/drawing/2014/main" id="{252F2640-9180-5C8B-D502-0914724CFB9A}"/>
              </a:ext>
            </a:extLst>
          </p:cNvPr>
          <p:cNvSpPr/>
          <p:nvPr/>
        </p:nvSpPr>
        <p:spPr>
          <a:xfrm>
            <a:off x="9219780" y="2003011"/>
            <a:ext cx="236131" cy="234354"/>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cxnSp>
        <p:nvCxnSpPr>
          <p:cNvPr id="62" name="直接箭头连接符 61">
            <a:extLst>
              <a:ext uri="{FF2B5EF4-FFF2-40B4-BE49-F238E27FC236}">
                <a16:creationId xmlns:a16="http://schemas.microsoft.com/office/drawing/2014/main" id="{1379911F-3728-78B6-E3F7-AC044BE577C6}"/>
              </a:ext>
            </a:extLst>
          </p:cNvPr>
          <p:cNvCxnSpPr>
            <a:cxnSpLocks/>
            <a:stCxn id="85" idx="6"/>
            <a:endCxn id="59" idx="2"/>
          </p:cNvCxnSpPr>
          <p:nvPr/>
        </p:nvCxnSpPr>
        <p:spPr>
          <a:xfrm flipV="1">
            <a:off x="8542987" y="1401689"/>
            <a:ext cx="676793" cy="359181"/>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63" name="直接箭头连接符 62">
            <a:extLst>
              <a:ext uri="{FF2B5EF4-FFF2-40B4-BE49-F238E27FC236}">
                <a16:creationId xmlns:a16="http://schemas.microsoft.com/office/drawing/2014/main" id="{AC2F8B7D-795C-46ED-F049-A54000C3FD42}"/>
              </a:ext>
            </a:extLst>
          </p:cNvPr>
          <p:cNvCxnSpPr>
            <a:cxnSpLocks/>
            <a:stCxn id="85" idx="6"/>
            <a:endCxn id="61" idx="2"/>
          </p:cNvCxnSpPr>
          <p:nvPr/>
        </p:nvCxnSpPr>
        <p:spPr>
          <a:xfrm>
            <a:off x="8542987" y="1760870"/>
            <a:ext cx="676793" cy="359318"/>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64" name="直接箭头连接符 63">
            <a:extLst>
              <a:ext uri="{FF2B5EF4-FFF2-40B4-BE49-F238E27FC236}">
                <a16:creationId xmlns:a16="http://schemas.microsoft.com/office/drawing/2014/main" id="{7427A096-4FB2-E9FF-276B-A22B74843D56}"/>
              </a:ext>
            </a:extLst>
          </p:cNvPr>
          <p:cNvCxnSpPr>
            <a:cxnSpLocks/>
            <a:stCxn id="85" idx="6"/>
            <a:endCxn id="60" idx="2"/>
          </p:cNvCxnSpPr>
          <p:nvPr/>
        </p:nvCxnSpPr>
        <p:spPr>
          <a:xfrm>
            <a:off x="8542987" y="1760870"/>
            <a:ext cx="676793" cy="107781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65" name="直接箭头连接符 64">
            <a:extLst>
              <a:ext uri="{FF2B5EF4-FFF2-40B4-BE49-F238E27FC236}">
                <a16:creationId xmlns:a16="http://schemas.microsoft.com/office/drawing/2014/main" id="{8A766C76-6180-0171-8C86-098A65557B5A}"/>
              </a:ext>
            </a:extLst>
          </p:cNvPr>
          <p:cNvCxnSpPr>
            <a:cxnSpLocks/>
            <a:stCxn id="86" idx="6"/>
            <a:endCxn id="59" idx="2"/>
          </p:cNvCxnSpPr>
          <p:nvPr/>
        </p:nvCxnSpPr>
        <p:spPr>
          <a:xfrm flipV="1">
            <a:off x="8542987" y="1401689"/>
            <a:ext cx="676793" cy="107781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66" name="直接箭头连接符 65">
            <a:extLst>
              <a:ext uri="{FF2B5EF4-FFF2-40B4-BE49-F238E27FC236}">
                <a16:creationId xmlns:a16="http://schemas.microsoft.com/office/drawing/2014/main" id="{9E60C9F4-9C47-FF9C-EDBC-1FC6BB6A04BF}"/>
              </a:ext>
            </a:extLst>
          </p:cNvPr>
          <p:cNvCxnSpPr>
            <a:cxnSpLocks/>
            <a:stCxn id="86" idx="6"/>
            <a:endCxn id="61" idx="2"/>
          </p:cNvCxnSpPr>
          <p:nvPr/>
        </p:nvCxnSpPr>
        <p:spPr>
          <a:xfrm flipV="1">
            <a:off x="8542987" y="2120188"/>
            <a:ext cx="676793" cy="359318"/>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67" name="直接箭头连接符 66">
            <a:extLst>
              <a:ext uri="{FF2B5EF4-FFF2-40B4-BE49-F238E27FC236}">
                <a16:creationId xmlns:a16="http://schemas.microsoft.com/office/drawing/2014/main" id="{023F1E83-B473-42E4-5FCE-05368EFDC076}"/>
              </a:ext>
            </a:extLst>
          </p:cNvPr>
          <p:cNvCxnSpPr>
            <a:cxnSpLocks/>
            <a:stCxn id="86" idx="6"/>
            <a:endCxn id="60" idx="2"/>
          </p:cNvCxnSpPr>
          <p:nvPr/>
        </p:nvCxnSpPr>
        <p:spPr>
          <a:xfrm>
            <a:off x="8542987" y="2479505"/>
            <a:ext cx="676793" cy="359181"/>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68" name="直接箭头连接符 67">
            <a:extLst>
              <a:ext uri="{FF2B5EF4-FFF2-40B4-BE49-F238E27FC236}">
                <a16:creationId xmlns:a16="http://schemas.microsoft.com/office/drawing/2014/main" id="{B3E43BE7-9985-22A4-FCAB-BCB8D378D79F}"/>
              </a:ext>
            </a:extLst>
          </p:cNvPr>
          <p:cNvCxnSpPr>
            <a:cxnSpLocks/>
            <a:stCxn id="59" idx="6"/>
            <a:endCxn id="87" idx="2"/>
          </p:cNvCxnSpPr>
          <p:nvPr/>
        </p:nvCxnSpPr>
        <p:spPr>
          <a:xfrm>
            <a:off x="9455910" y="1401689"/>
            <a:ext cx="679317" cy="791"/>
          </a:xfrm>
          <a:prstGeom prst="straightConnector1">
            <a:avLst/>
          </a:prstGeom>
          <a:ln w="1905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69" name="直接箭头连接符 68">
            <a:extLst>
              <a:ext uri="{FF2B5EF4-FFF2-40B4-BE49-F238E27FC236}">
                <a16:creationId xmlns:a16="http://schemas.microsoft.com/office/drawing/2014/main" id="{124B0CB6-B8C1-A459-20E8-825C5FB642DC}"/>
              </a:ext>
            </a:extLst>
          </p:cNvPr>
          <p:cNvCxnSpPr>
            <a:cxnSpLocks/>
            <a:stCxn id="59" idx="6"/>
            <a:endCxn id="89" idx="2"/>
          </p:cNvCxnSpPr>
          <p:nvPr/>
        </p:nvCxnSpPr>
        <p:spPr>
          <a:xfrm>
            <a:off x="9455910" y="1401689"/>
            <a:ext cx="676793" cy="724551"/>
          </a:xfrm>
          <a:prstGeom prst="straightConnector1">
            <a:avLst/>
          </a:prstGeom>
          <a:ln w="19050">
            <a:solidFill>
              <a:schemeClr val="accent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70" name="直接箭头连接符 69">
            <a:extLst>
              <a:ext uri="{FF2B5EF4-FFF2-40B4-BE49-F238E27FC236}">
                <a16:creationId xmlns:a16="http://schemas.microsoft.com/office/drawing/2014/main" id="{E2AB271A-D02C-5B8C-96D5-3FF42FCCB178}"/>
              </a:ext>
            </a:extLst>
          </p:cNvPr>
          <p:cNvCxnSpPr>
            <a:cxnSpLocks/>
            <a:stCxn id="59" idx="6"/>
            <a:endCxn id="88" idx="2"/>
          </p:cNvCxnSpPr>
          <p:nvPr/>
        </p:nvCxnSpPr>
        <p:spPr>
          <a:xfrm>
            <a:off x="9455910" y="1401689"/>
            <a:ext cx="676791" cy="1438675"/>
          </a:xfrm>
          <a:prstGeom prst="straightConnector1">
            <a:avLst/>
          </a:prstGeom>
          <a:ln w="19050">
            <a:solidFill>
              <a:srgbClr val="00B0F0"/>
            </a:solidFill>
            <a:tailEnd type="none"/>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4F9A70A9-930A-63D2-593D-F49DBE3C0AA9}"/>
              </a:ext>
            </a:extLst>
          </p:cNvPr>
          <p:cNvCxnSpPr>
            <a:cxnSpLocks/>
            <a:stCxn id="61" idx="6"/>
            <a:endCxn id="88" idx="2"/>
          </p:cNvCxnSpPr>
          <p:nvPr/>
        </p:nvCxnSpPr>
        <p:spPr>
          <a:xfrm>
            <a:off x="9455910" y="2120188"/>
            <a:ext cx="676791" cy="720177"/>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2" name="直接箭头连接符 71">
            <a:extLst>
              <a:ext uri="{FF2B5EF4-FFF2-40B4-BE49-F238E27FC236}">
                <a16:creationId xmlns:a16="http://schemas.microsoft.com/office/drawing/2014/main" id="{967BC00C-6C93-8525-64ED-7AB19D7FA3A0}"/>
              </a:ext>
            </a:extLst>
          </p:cNvPr>
          <p:cNvCxnSpPr>
            <a:cxnSpLocks/>
            <a:stCxn id="61" idx="6"/>
            <a:endCxn id="87" idx="2"/>
          </p:cNvCxnSpPr>
          <p:nvPr/>
        </p:nvCxnSpPr>
        <p:spPr>
          <a:xfrm flipV="1">
            <a:off x="9455910" y="1402480"/>
            <a:ext cx="679317" cy="717708"/>
          </a:xfrm>
          <a:prstGeom prst="straightConnector1">
            <a:avLst/>
          </a:prstGeom>
          <a:ln w="1905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73" name="直接箭头连接符 72">
            <a:extLst>
              <a:ext uri="{FF2B5EF4-FFF2-40B4-BE49-F238E27FC236}">
                <a16:creationId xmlns:a16="http://schemas.microsoft.com/office/drawing/2014/main" id="{A591E666-7B35-E8F6-241E-E89AB2556E26}"/>
              </a:ext>
            </a:extLst>
          </p:cNvPr>
          <p:cNvCxnSpPr>
            <a:cxnSpLocks/>
            <a:stCxn id="61" idx="6"/>
            <a:endCxn id="89" idx="2"/>
          </p:cNvCxnSpPr>
          <p:nvPr/>
        </p:nvCxnSpPr>
        <p:spPr>
          <a:xfrm>
            <a:off x="9455910" y="2120188"/>
            <a:ext cx="676793" cy="6053"/>
          </a:xfrm>
          <a:prstGeom prst="straightConnector1">
            <a:avLst/>
          </a:prstGeom>
          <a:ln w="19050">
            <a:solidFill>
              <a:schemeClr val="accent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74" name="直接箭头连接符 73">
            <a:extLst>
              <a:ext uri="{FF2B5EF4-FFF2-40B4-BE49-F238E27FC236}">
                <a16:creationId xmlns:a16="http://schemas.microsoft.com/office/drawing/2014/main" id="{6CDC0CA3-8BD8-6C33-666D-51E095F38541}"/>
              </a:ext>
            </a:extLst>
          </p:cNvPr>
          <p:cNvCxnSpPr>
            <a:cxnSpLocks/>
            <a:stCxn id="60" idx="6"/>
            <a:endCxn id="87" idx="2"/>
          </p:cNvCxnSpPr>
          <p:nvPr/>
        </p:nvCxnSpPr>
        <p:spPr>
          <a:xfrm flipV="1">
            <a:off x="9455910" y="1402480"/>
            <a:ext cx="679317" cy="1436207"/>
          </a:xfrm>
          <a:prstGeom prst="straightConnector1">
            <a:avLst/>
          </a:prstGeom>
          <a:ln w="1905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75" name="直接箭头连接符 74">
            <a:extLst>
              <a:ext uri="{FF2B5EF4-FFF2-40B4-BE49-F238E27FC236}">
                <a16:creationId xmlns:a16="http://schemas.microsoft.com/office/drawing/2014/main" id="{DB0530BD-8FC6-A46F-3CC9-811916FE3521}"/>
              </a:ext>
            </a:extLst>
          </p:cNvPr>
          <p:cNvCxnSpPr>
            <a:cxnSpLocks/>
            <a:stCxn id="60" idx="6"/>
            <a:endCxn id="89" idx="2"/>
          </p:cNvCxnSpPr>
          <p:nvPr/>
        </p:nvCxnSpPr>
        <p:spPr>
          <a:xfrm flipV="1">
            <a:off x="9455910" y="2126240"/>
            <a:ext cx="676793" cy="712446"/>
          </a:xfrm>
          <a:prstGeom prst="straightConnector1">
            <a:avLst/>
          </a:prstGeom>
          <a:ln w="19050">
            <a:solidFill>
              <a:schemeClr val="accent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76" name="直接箭头连接符 75">
            <a:extLst>
              <a:ext uri="{FF2B5EF4-FFF2-40B4-BE49-F238E27FC236}">
                <a16:creationId xmlns:a16="http://schemas.microsoft.com/office/drawing/2014/main" id="{32439D24-7920-C9D7-35E2-6B68CC76D60F}"/>
              </a:ext>
            </a:extLst>
          </p:cNvPr>
          <p:cNvCxnSpPr>
            <a:cxnSpLocks/>
            <a:stCxn id="60" idx="6"/>
            <a:endCxn id="88" idx="2"/>
          </p:cNvCxnSpPr>
          <p:nvPr/>
        </p:nvCxnSpPr>
        <p:spPr>
          <a:xfrm>
            <a:off x="9455910" y="2838686"/>
            <a:ext cx="676791" cy="1678"/>
          </a:xfrm>
          <a:prstGeom prst="straightConnector1">
            <a:avLst/>
          </a:prstGeom>
          <a:ln w="19050">
            <a:solidFill>
              <a:srgbClr val="00B0F0"/>
            </a:solidFill>
            <a:tailEnd type="none"/>
          </a:ln>
        </p:spPr>
        <p:style>
          <a:lnRef idx="1">
            <a:schemeClr val="accent1"/>
          </a:lnRef>
          <a:fillRef idx="0">
            <a:schemeClr val="accent1"/>
          </a:fillRef>
          <a:effectRef idx="0">
            <a:schemeClr val="accent1"/>
          </a:effectRef>
          <a:fontRef idx="minor">
            <a:schemeClr val="tx1"/>
          </a:fontRef>
        </p:style>
      </p:cxnSp>
      <p:cxnSp>
        <p:nvCxnSpPr>
          <p:cNvPr id="77" name="直接箭头连接符 76">
            <a:extLst>
              <a:ext uri="{FF2B5EF4-FFF2-40B4-BE49-F238E27FC236}">
                <a16:creationId xmlns:a16="http://schemas.microsoft.com/office/drawing/2014/main" id="{1D895D66-611D-A2DC-F271-231AA370CC3C}"/>
              </a:ext>
            </a:extLst>
          </p:cNvPr>
          <p:cNvCxnSpPr>
            <a:cxnSpLocks/>
            <a:stCxn id="87" idx="6"/>
            <a:endCxn id="84" idx="2"/>
          </p:cNvCxnSpPr>
          <p:nvPr/>
        </p:nvCxnSpPr>
        <p:spPr>
          <a:xfrm>
            <a:off x="10371358" y="1402480"/>
            <a:ext cx="687876" cy="358390"/>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78" name="直接箭头连接符 77">
            <a:extLst>
              <a:ext uri="{FF2B5EF4-FFF2-40B4-BE49-F238E27FC236}">
                <a16:creationId xmlns:a16="http://schemas.microsoft.com/office/drawing/2014/main" id="{DACF69E2-16C2-553C-4DBB-3B0B3A83D459}"/>
              </a:ext>
            </a:extLst>
          </p:cNvPr>
          <p:cNvCxnSpPr>
            <a:cxnSpLocks/>
            <a:stCxn id="87" idx="6"/>
            <a:endCxn id="83" idx="2"/>
          </p:cNvCxnSpPr>
          <p:nvPr/>
        </p:nvCxnSpPr>
        <p:spPr>
          <a:xfrm>
            <a:off x="10371358" y="1402480"/>
            <a:ext cx="676793" cy="107702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79" name="直接箭头连接符 78">
            <a:extLst>
              <a:ext uri="{FF2B5EF4-FFF2-40B4-BE49-F238E27FC236}">
                <a16:creationId xmlns:a16="http://schemas.microsoft.com/office/drawing/2014/main" id="{D7DEB1DC-E904-ECF7-272C-66E27F2D397E}"/>
              </a:ext>
            </a:extLst>
          </p:cNvPr>
          <p:cNvCxnSpPr>
            <a:cxnSpLocks/>
            <a:stCxn id="88" idx="6"/>
            <a:endCxn id="84" idx="2"/>
          </p:cNvCxnSpPr>
          <p:nvPr/>
        </p:nvCxnSpPr>
        <p:spPr>
          <a:xfrm flipV="1">
            <a:off x="10368833" y="1760870"/>
            <a:ext cx="690402" cy="1079494"/>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80" name="直接箭头连接符 79">
            <a:extLst>
              <a:ext uri="{FF2B5EF4-FFF2-40B4-BE49-F238E27FC236}">
                <a16:creationId xmlns:a16="http://schemas.microsoft.com/office/drawing/2014/main" id="{202C60B1-8C0F-28B2-4DB4-4FF289641711}"/>
              </a:ext>
            </a:extLst>
          </p:cNvPr>
          <p:cNvCxnSpPr>
            <a:cxnSpLocks/>
            <a:stCxn id="88" idx="6"/>
            <a:endCxn id="83" idx="2"/>
          </p:cNvCxnSpPr>
          <p:nvPr/>
        </p:nvCxnSpPr>
        <p:spPr>
          <a:xfrm flipV="1">
            <a:off x="10368833" y="2479505"/>
            <a:ext cx="679318" cy="360859"/>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81" name="直接箭头连接符 80">
            <a:extLst>
              <a:ext uri="{FF2B5EF4-FFF2-40B4-BE49-F238E27FC236}">
                <a16:creationId xmlns:a16="http://schemas.microsoft.com/office/drawing/2014/main" id="{480D9DE6-C0B3-030B-644A-B22FEC813224}"/>
              </a:ext>
            </a:extLst>
          </p:cNvPr>
          <p:cNvCxnSpPr>
            <a:cxnSpLocks/>
            <a:stCxn id="89" idx="6"/>
            <a:endCxn id="84" idx="2"/>
          </p:cNvCxnSpPr>
          <p:nvPr/>
        </p:nvCxnSpPr>
        <p:spPr>
          <a:xfrm flipV="1">
            <a:off x="10368834" y="1760870"/>
            <a:ext cx="690400" cy="365370"/>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82" name="直接箭头连接符 81">
            <a:extLst>
              <a:ext uri="{FF2B5EF4-FFF2-40B4-BE49-F238E27FC236}">
                <a16:creationId xmlns:a16="http://schemas.microsoft.com/office/drawing/2014/main" id="{2DBDEE9B-A596-FE1F-2008-DD902D2A943A}"/>
              </a:ext>
            </a:extLst>
          </p:cNvPr>
          <p:cNvCxnSpPr>
            <a:cxnSpLocks/>
            <a:stCxn id="89" idx="6"/>
            <a:endCxn id="83" idx="2"/>
          </p:cNvCxnSpPr>
          <p:nvPr/>
        </p:nvCxnSpPr>
        <p:spPr>
          <a:xfrm>
            <a:off x="10368834" y="2126240"/>
            <a:ext cx="679317" cy="353265"/>
          </a:xfrm>
          <a:prstGeom prst="straightConnector1">
            <a:avLst/>
          </a:prstGeom>
          <a:ln w="19050">
            <a:solidFill>
              <a:schemeClr val="accent1">
                <a:lumMod val="50000"/>
              </a:schemeClr>
            </a:solidFill>
            <a:tailEnd type="none"/>
          </a:ln>
        </p:spPr>
        <p:style>
          <a:lnRef idx="1">
            <a:schemeClr val="accent1"/>
          </a:lnRef>
          <a:fillRef idx="0">
            <a:schemeClr val="accent1"/>
          </a:fillRef>
          <a:effectRef idx="0">
            <a:schemeClr val="accent1"/>
          </a:effectRef>
          <a:fontRef idx="minor">
            <a:schemeClr val="tx1"/>
          </a:fontRef>
        </p:style>
      </p:cxnSp>
      <p:pic>
        <p:nvPicPr>
          <p:cNvPr id="92" name="图片 91">
            <a:extLst>
              <a:ext uri="{FF2B5EF4-FFF2-40B4-BE49-F238E27FC236}">
                <a16:creationId xmlns:a16="http://schemas.microsoft.com/office/drawing/2014/main" id="{A4205F34-C63F-5738-49B4-82D618A85125}"/>
              </a:ext>
            </a:extLst>
          </p:cNvPr>
          <p:cNvPicPr>
            <a:picLocks noChangeAspect="1"/>
          </p:cNvPicPr>
          <p:nvPr/>
        </p:nvPicPr>
        <p:blipFill>
          <a:blip r:embed="rId7"/>
          <a:stretch>
            <a:fillRect/>
          </a:stretch>
        </p:blipFill>
        <p:spPr>
          <a:xfrm>
            <a:off x="9417937" y="3071674"/>
            <a:ext cx="745363" cy="745363"/>
          </a:xfrm>
          <a:prstGeom prst="rect">
            <a:avLst/>
          </a:prstGeom>
        </p:spPr>
      </p:pic>
      <mc:AlternateContent xmlns:mc="http://schemas.openxmlformats.org/markup-compatibility/2006" xmlns:a14="http://schemas.microsoft.com/office/drawing/2010/main">
        <mc:Choice Requires="a14">
          <p:sp>
            <p:nvSpPr>
              <p:cNvPr id="90" name="文本框 89">
                <a:extLst>
                  <a:ext uri="{FF2B5EF4-FFF2-40B4-BE49-F238E27FC236}">
                    <a16:creationId xmlns:a16="http://schemas.microsoft.com/office/drawing/2014/main" id="{00BBD700-58DE-09A1-EE9A-B4E40D127AD9}"/>
                  </a:ext>
                </a:extLst>
              </p:cNvPr>
              <p:cNvSpPr txBox="1"/>
              <p:nvPr/>
            </p:nvSpPr>
            <p:spPr>
              <a:xfrm>
                <a:off x="8542987" y="3239285"/>
                <a:ext cx="1120718" cy="3808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zh-CN" sz="1800" b="0" i="1" smtClean="0">
                              <a:latin typeface="Cambria Math" panose="02040503050406030204" pitchFamily="18" charset="0"/>
                            </a:rPr>
                          </m:ctrlPr>
                        </m:sSupPr>
                        <m:e>
                          <m:r>
                            <a:rPr lang="en-US" altLang="zh-CN" sz="1800" b="0" i="1" smtClean="0">
                              <a:latin typeface="Cambria Math" panose="02040503050406030204" pitchFamily="18" charset="0"/>
                            </a:rPr>
                            <m:t>𝑇</m:t>
                          </m:r>
                        </m:e>
                        <m:sup>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𝑙</m:t>
                          </m:r>
                          <m:r>
                            <a:rPr lang="en-US" altLang="zh-CN" sz="1800" b="0" i="1" smtClean="0">
                              <a:latin typeface="Cambria Math" panose="02040503050406030204" pitchFamily="18" charset="0"/>
                            </a:rPr>
                            <m:t>)</m:t>
                          </m:r>
                        </m:sup>
                      </m:sSup>
                      <m:r>
                        <a:rPr lang="en-US" altLang="zh-CN" sz="1800" b="0" i="1" smtClean="0">
                          <a:latin typeface="Cambria Math" panose="02040503050406030204" pitchFamily="18" charset="0"/>
                        </a:rPr>
                        <m:t>=</m:t>
                      </m:r>
                    </m:oMath>
                  </m:oMathPara>
                </a14:m>
                <a:endParaRPr lang="zh-CN" altLang="en-US" dirty="0"/>
              </a:p>
            </p:txBody>
          </p:sp>
        </mc:Choice>
        <mc:Fallback xmlns="">
          <p:sp>
            <p:nvSpPr>
              <p:cNvPr id="90" name="文本框 89">
                <a:extLst>
                  <a:ext uri="{FF2B5EF4-FFF2-40B4-BE49-F238E27FC236}">
                    <a16:creationId xmlns:a16="http://schemas.microsoft.com/office/drawing/2014/main" id="{00BBD700-58DE-09A1-EE9A-B4E40D127AD9}"/>
                  </a:ext>
                </a:extLst>
              </p:cNvPr>
              <p:cNvSpPr txBox="1">
                <a:spLocks noRot="1" noChangeAspect="1" noMove="1" noResize="1" noEditPoints="1" noAdjustHandles="1" noChangeArrowheads="1" noChangeShapeType="1" noTextEdit="1"/>
              </p:cNvSpPr>
              <p:nvPr/>
            </p:nvSpPr>
            <p:spPr>
              <a:xfrm>
                <a:off x="8542987" y="3239285"/>
                <a:ext cx="1120718" cy="380810"/>
              </a:xfrm>
              <a:prstGeom prst="rect">
                <a:avLst/>
              </a:prstGeom>
              <a:blipFill>
                <a:blip r:embed="rId8"/>
                <a:stretch>
                  <a:fillRect/>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C31B493D-3BBB-F807-115B-3744FD906BF8}"/>
              </a:ext>
            </a:extLst>
          </p:cNvPr>
          <p:cNvSpPr txBox="1"/>
          <p:nvPr/>
        </p:nvSpPr>
        <p:spPr>
          <a:xfrm>
            <a:off x="10907486" y="6449406"/>
            <a:ext cx="953142" cy="338554"/>
          </a:xfrm>
          <a:prstGeom prst="rect">
            <a:avLst/>
          </a:prstGeom>
          <a:noFill/>
        </p:spPr>
        <p:txBody>
          <a:bodyPr wrap="square">
            <a:spAutoFit/>
          </a:bodyPr>
          <a:lstStyle/>
          <a:p>
            <a:r>
              <a:rPr lang="en-US" altLang="zh-CN" sz="1600" b="1" dirty="0">
                <a:solidFill>
                  <a:schemeClr val="bg1">
                    <a:lumMod val="50000"/>
                  </a:schemeClr>
                </a:solidFill>
                <a:latin typeface="+mn-ea"/>
              </a:rPr>
              <a:t>10/21</a:t>
            </a:r>
            <a:endParaRPr lang="zh-CN" altLang="en-US" sz="1600" b="1" dirty="0">
              <a:solidFill>
                <a:schemeClr val="bg1">
                  <a:lumMod val="50000"/>
                </a:schemeClr>
              </a:solidFill>
            </a:endParaRPr>
          </a:p>
        </p:txBody>
      </p:sp>
    </p:spTree>
    <p:extLst>
      <p:ext uri="{BB962C8B-B14F-4D97-AF65-F5344CB8AC3E}">
        <p14:creationId xmlns:p14="http://schemas.microsoft.com/office/powerpoint/2010/main" val="8810518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500"/>
                                        <p:tgtEl>
                                          <p:spTgt spid="26"/>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0"/>
                                        </p:tgtEl>
                                        <p:attrNameLst>
                                          <p:attrName>style.visibility</p:attrName>
                                        </p:attrNameLst>
                                      </p:cBhvr>
                                      <p:to>
                                        <p:strVal val="visible"/>
                                      </p:to>
                                    </p:set>
                                    <p:animEffect transition="in" filter="fade">
                                      <p:cBhvr>
                                        <p:cTn id="36" dur="500"/>
                                        <p:tgtEl>
                                          <p:spTgt spid="30"/>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1"/>
                                        </p:tgtEl>
                                        <p:attrNameLst>
                                          <p:attrName>style.visibility</p:attrName>
                                        </p:attrNameLst>
                                      </p:cBhvr>
                                      <p:to>
                                        <p:strVal val="visible"/>
                                      </p:to>
                                    </p:set>
                                    <p:animEffect transition="in" filter="fade">
                                      <p:cBhvr>
                                        <p:cTn id="39" dur="500"/>
                                        <p:tgtEl>
                                          <p:spTgt spid="3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90"/>
                                        </p:tgtEl>
                                        <p:attrNameLst>
                                          <p:attrName>style.visibility</p:attrName>
                                        </p:attrNameLst>
                                      </p:cBhvr>
                                      <p:to>
                                        <p:strVal val="visible"/>
                                      </p:to>
                                    </p:set>
                                    <p:animEffect transition="in" filter="fade">
                                      <p:cBhvr>
                                        <p:cTn id="44" dur="500"/>
                                        <p:tgtEl>
                                          <p:spTgt spid="90"/>
                                        </p:tgtEl>
                                      </p:cBhvr>
                                    </p:animEffect>
                                  </p:childTnLst>
                                </p:cTn>
                              </p:par>
                              <p:par>
                                <p:cTn id="45" presetID="10" presetClass="entr" presetSubtype="0" fill="hold" nodeType="withEffect">
                                  <p:stCondLst>
                                    <p:cond delay="0"/>
                                  </p:stCondLst>
                                  <p:childTnLst>
                                    <p:set>
                                      <p:cBhvr>
                                        <p:cTn id="46" dur="1" fill="hold">
                                          <p:stCondLst>
                                            <p:cond delay="0"/>
                                          </p:stCondLst>
                                        </p:cTn>
                                        <p:tgtEl>
                                          <p:spTgt spid="92"/>
                                        </p:tgtEl>
                                        <p:attrNameLst>
                                          <p:attrName>style.visibility</p:attrName>
                                        </p:attrNameLst>
                                      </p:cBhvr>
                                      <p:to>
                                        <p:strVal val="visible"/>
                                      </p:to>
                                    </p:set>
                                    <p:animEffect transition="in" filter="fade">
                                      <p:cBhvr>
                                        <p:cTn id="47" dur="500"/>
                                        <p:tgtEl>
                                          <p:spTgt spid="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9" grpId="0"/>
      <p:bldP spid="15" grpId="0"/>
      <p:bldP spid="19" grpId="0"/>
      <p:bldP spid="24" grpId="0"/>
      <p:bldP spid="26" grpId="0"/>
      <p:bldP spid="30" grpId="0"/>
      <p:bldP spid="31" grpId="0"/>
      <p:bldP spid="9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3</a:t>
            </a:r>
            <a:r>
              <a:rPr kumimoji="0" lang="en-US" altLang="zh-CN"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a:t>
            </a:r>
            <a:r>
              <a:rPr lang="zh-CN" altLang="en-US" sz="2800" dirty="0">
                <a:solidFill>
                  <a:srgbClr val="000000">
                    <a:lumMod val="75000"/>
                    <a:lumOff val="25000"/>
                  </a:srgbClr>
                </a:solidFill>
              </a:rPr>
              <a:t>权重对齐</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4" name="文本框 3">
            <a:extLst>
              <a:ext uri="{FF2B5EF4-FFF2-40B4-BE49-F238E27FC236}">
                <a16:creationId xmlns:a16="http://schemas.microsoft.com/office/drawing/2014/main" id="{926459F8-302B-C7D5-23DD-186DF684852E}"/>
              </a:ext>
            </a:extLst>
          </p:cNvPr>
          <p:cNvSpPr txBox="1"/>
          <p:nvPr/>
        </p:nvSpPr>
        <p:spPr>
          <a:xfrm>
            <a:off x="660573" y="2991447"/>
            <a:ext cx="5104729"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基础度量：每个神经元的高维空间中的位置</a:t>
            </a:r>
            <a:endParaRPr lang="zh-CN" altLang="en-US" dirty="0"/>
          </a:p>
        </p:txBody>
      </p:sp>
      <p:sp>
        <p:nvSpPr>
          <p:cNvPr id="7" name="文本框 6">
            <a:extLst>
              <a:ext uri="{FF2B5EF4-FFF2-40B4-BE49-F238E27FC236}">
                <a16:creationId xmlns:a16="http://schemas.microsoft.com/office/drawing/2014/main" id="{644F9BFB-33CB-7033-D9F3-A11CF6270BD8}"/>
              </a:ext>
            </a:extLst>
          </p:cNvPr>
          <p:cNvSpPr txBox="1"/>
          <p:nvPr/>
        </p:nvSpPr>
        <p:spPr>
          <a:xfrm>
            <a:off x="896635" y="3464327"/>
            <a:ext cx="5075951" cy="396904"/>
          </a:xfrm>
          <a:prstGeom prst="rect">
            <a:avLst/>
          </a:prstGeom>
          <a:noFill/>
        </p:spPr>
        <p:txBody>
          <a:bodyPr wrap="square">
            <a:spAutoFit/>
          </a:bodyPr>
          <a:lstStyle/>
          <a:p>
            <a:pPr marL="285750" indent="-285750">
              <a:lnSpc>
                <a:spcPts val="2600"/>
              </a:lnSpc>
              <a:buFont typeface="Arial" panose="020B0604020202020204" pitchFamily="34" charset="0"/>
              <a:buChar char="•"/>
            </a:pPr>
            <a:r>
              <a:rPr lang="zh-CN" altLang="en-US" b="1" dirty="0"/>
              <a:t>基于权重的度量（</a:t>
            </a:r>
            <a:r>
              <a:rPr lang="en-US" altLang="zh-CN" b="1" dirty="0"/>
              <a:t>Weight-based</a:t>
            </a:r>
            <a:r>
              <a:rPr lang="zh-CN" altLang="en-US" b="1" dirty="0"/>
              <a:t>）</a:t>
            </a:r>
            <a:endParaRPr lang="en-US" altLang="zh-CN" dirty="0"/>
          </a:p>
        </p:txBody>
      </p:sp>
      <p:sp>
        <p:nvSpPr>
          <p:cNvPr id="9" name="文本框 8">
            <a:extLst>
              <a:ext uri="{FF2B5EF4-FFF2-40B4-BE49-F238E27FC236}">
                <a16:creationId xmlns:a16="http://schemas.microsoft.com/office/drawing/2014/main" id="{00CDB862-1619-71F4-C21E-5B593EE044D1}"/>
              </a:ext>
            </a:extLst>
          </p:cNvPr>
          <p:cNvSpPr txBox="1"/>
          <p:nvPr/>
        </p:nvSpPr>
        <p:spPr>
          <a:xfrm>
            <a:off x="896635" y="4556281"/>
            <a:ext cx="4320031" cy="369332"/>
          </a:xfrm>
          <a:prstGeom prst="rect">
            <a:avLst/>
          </a:prstGeom>
          <a:noFill/>
        </p:spPr>
        <p:txBody>
          <a:bodyPr wrap="square">
            <a:spAutoFit/>
          </a:bodyPr>
          <a:lstStyle/>
          <a:p>
            <a:pPr marL="285750" indent="-285750">
              <a:buFont typeface="Arial" panose="020B0604020202020204" pitchFamily="34" charset="0"/>
              <a:buChar char="•"/>
            </a:pPr>
            <a:r>
              <a:rPr lang="zh-CN" altLang="en-US" b="1" dirty="0"/>
              <a:t>两个神经元间的距离用欧式距离计算</a:t>
            </a:r>
            <a:endParaRPr lang="en-US" altLang="zh-CN" b="1" dirty="0"/>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ECF49991-2502-C1AD-E5F3-7DB5AEEB0D19}"/>
                  </a:ext>
                </a:extLst>
              </p:cNvPr>
              <p:cNvSpPr txBox="1"/>
              <p:nvPr/>
            </p:nvSpPr>
            <p:spPr>
              <a:xfrm>
                <a:off x="1305115" y="5029161"/>
                <a:ext cx="4181681" cy="50770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𝐷</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𝑙</m:t>
                          </m:r>
                          <m:r>
                            <a:rPr lang="en-US" altLang="zh-CN" sz="2000" b="0" i="1" smtClean="0">
                              <a:latin typeface="Cambria Math" panose="02040503050406030204" pitchFamily="18" charset="0"/>
                            </a:rPr>
                            <m:t>)</m:t>
                          </m:r>
                        </m:e>
                        <m:sub>
                          <m:r>
                            <a:rPr lang="en-US" altLang="zh-CN" sz="2000" b="0" i="1" smtClean="0">
                              <a:latin typeface="Cambria Math" panose="02040503050406030204" pitchFamily="18" charset="0"/>
                            </a:rPr>
                            <m:t>𝑖</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𝑗</m:t>
                          </m:r>
                        </m:sub>
                      </m:sSub>
                      <m:r>
                        <a:rPr lang="en-US" altLang="zh-CN" sz="2000" b="0" i="1" smtClean="0">
                          <a:latin typeface="Cambria Math" panose="02040503050406030204" pitchFamily="18" charset="0"/>
                        </a:rPr>
                        <m:t>=</m:t>
                      </m:r>
                      <m:sSup>
                        <m:sSupPr>
                          <m:ctrlPr>
                            <a:rPr lang="en-US" altLang="zh-CN" sz="2000" b="0" i="1" smtClean="0">
                              <a:latin typeface="Cambria Math" panose="02040503050406030204" pitchFamily="18" charset="0"/>
                            </a:rPr>
                          </m:ctrlPr>
                        </m:sSupPr>
                        <m:e>
                          <m:d>
                            <m:dPr>
                              <m:begChr m:val="‖"/>
                              <m:endChr m:val="‖"/>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𝑋</m:t>
                              </m:r>
                              <m:sSub>
                                <m:sSubPr>
                                  <m:ctrlPr>
                                    <a:rPr lang="en-US" altLang="zh-CN" sz="2000" b="0" i="1" smtClean="0">
                                      <a:latin typeface="Cambria Math" panose="02040503050406030204" pitchFamily="18" charset="0"/>
                                    </a:rPr>
                                  </m:ctrlPr>
                                </m:sSubPr>
                                <m:e>
                                  <m:d>
                                    <m:dPr>
                                      <m:begChr m:val="["/>
                                      <m:endChr m:val="]"/>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𝑙</m:t>
                                      </m:r>
                                    </m:e>
                                  </m:d>
                                </m:e>
                                <m:sub>
                                  <m:r>
                                    <a:rPr lang="en-US" altLang="zh-CN" sz="2000" b="0" i="1" smtClean="0">
                                      <a:latin typeface="Cambria Math" panose="02040503050406030204" pitchFamily="18" charset="0"/>
                                    </a:rPr>
                                    <m:t>𝑖</m:t>
                                  </m:r>
                                </m:sub>
                              </m:sSub>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𝑌</m:t>
                              </m:r>
                              <m:sSub>
                                <m:sSubPr>
                                  <m:ctrlPr>
                                    <a:rPr lang="en-US" altLang="zh-CN" sz="2000" b="0" i="1" smtClean="0">
                                      <a:latin typeface="Cambria Math" panose="02040503050406030204" pitchFamily="18" charset="0"/>
                                    </a:rPr>
                                  </m:ctrlPr>
                                </m:sSubPr>
                                <m:e>
                                  <m:d>
                                    <m:dPr>
                                      <m:begChr m:val="["/>
                                      <m:endChr m:val="]"/>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𝑙</m:t>
                                      </m:r>
                                    </m:e>
                                  </m:d>
                                </m:e>
                                <m:sub>
                                  <m:r>
                                    <a:rPr lang="en-US" altLang="zh-CN" sz="2000" b="0" i="1" smtClean="0">
                                      <a:latin typeface="Cambria Math" panose="02040503050406030204" pitchFamily="18" charset="0"/>
                                    </a:rPr>
                                    <m:t>𝑗</m:t>
                                  </m:r>
                                </m:sub>
                              </m:sSub>
                            </m:e>
                          </m:d>
                        </m:e>
                        <m:sup>
                          <m:r>
                            <a:rPr lang="en-US" altLang="zh-CN" sz="2000" b="0" i="1" smtClean="0">
                              <a:latin typeface="Cambria Math" panose="02040503050406030204" pitchFamily="18" charset="0"/>
                            </a:rPr>
                            <m:t>2</m:t>
                          </m:r>
                        </m:sup>
                      </m:sSup>
                    </m:oMath>
                  </m:oMathPara>
                </a14:m>
                <a:endParaRPr lang="en-US" altLang="zh-CN" sz="2000" dirty="0"/>
              </a:p>
            </p:txBody>
          </p:sp>
        </mc:Choice>
        <mc:Fallback xmlns="">
          <p:sp>
            <p:nvSpPr>
              <p:cNvPr id="15" name="文本框 14">
                <a:extLst>
                  <a:ext uri="{FF2B5EF4-FFF2-40B4-BE49-F238E27FC236}">
                    <a16:creationId xmlns:a16="http://schemas.microsoft.com/office/drawing/2014/main" id="{ECF49991-2502-C1AD-E5F3-7DB5AEEB0D19}"/>
                  </a:ext>
                </a:extLst>
              </p:cNvPr>
              <p:cNvSpPr txBox="1">
                <a:spLocks noRot="1" noChangeAspect="1" noMove="1" noResize="1" noEditPoints="1" noAdjustHandles="1" noChangeArrowheads="1" noChangeShapeType="1" noTextEdit="1"/>
              </p:cNvSpPr>
              <p:nvPr/>
            </p:nvSpPr>
            <p:spPr>
              <a:xfrm>
                <a:off x="1305115" y="5029161"/>
                <a:ext cx="4181681" cy="507703"/>
              </a:xfrm>
              <a:prstGeom prst="rect">
                <a:avLst/>
              </a:prstGeom>
              <a:blipFill>
                <a:blip r:embed="rId3"/>
                <a:stretch>
                  <a:fillRect/>
                </a:stretch>
              </a:blipFill>
            </p:spPr>
            <p:txBody>
              <a:bodyPr/>
              <a:lstStyle/>
              <a:p>
                <a:r>
                  <a:rPr lang="zh-CN" altLang="en-US">
                    <a:noFill/>
                  </a:rPr>
                  <a:t> </a:t>
                </a:r>
              </a:p>
            </p:txBody>
          </p:sp>
        </mc:Fallback>
      </mc:AlternateContent>
      <p:sp>
        <p:nvSpPr>
          <p:cNvPr id="19" name="文本框 18">
            <a:extLst>
              <a:ext uri="{FF2B5EF4-FFF2-40B4-BE49-F238E27FC236}">
                <a16:creationId xmlns:a16="http://schemas.microsoft.com/office/drawing/2014/main" id="{3E02E99D-228B-A514-8CC4-7F57E15815AF}"/>
              </a:ext>
            </a:extLst>
          </p:cNvPr>
          <p:cNvSpPr txBox="1"/>
          <p:nvPr/>
        </p:nvSpPr>
        <p:spPr>
          <a:xfrm>
            <a:off x="660572" y="1205713"/>
            <a:ext cx="6514927" cy="458908"/>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zh-CN" altLang="en-US" b="1" dirty="0">
                <a:solidFill>
                  <a:srgbClr val="268F9C"/>
                </a:solidFill>
                <a:latin typeface="+mn-ea"/>
              </a:rPr>
              <a:t>概率测度：表示每个神经元的重要性，在这里使用均匀分布</a:t>
            </a:r>
            <a:endParaRPr lang="en-US" altLang="zh-CN" b="1" dirty="0">
              <a:solidFill>
                <a:srgbClr val="268F9C"/>
              </a:solidFill>
              <a:latin typeface="+mn-ea"/>
            </a:endParaRPr>
          </a:p>
        </p:txBody>
      </p:sp>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4E9BDE97-11F5-0487-7DA9-AF184D1A6ACC}"/>
                  </a:ext>
                </a:extLst>
              </p:cNvPr>
              <p:cNvSpPr txBox="1"/>
              <p:nvPr/>
            </p:nvSpPr>
            <p:spPr>
              <a:xfrm>
                <a:off x="1305117" y="3964779"/>
                <a:ext cx="4667469" cy="48795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altLang="zh-CN" sz="2000" i="1" smtClean="0">
                          <a:latin typeface="Cambria Math" panose="02040503050406030204" pitchFamily="18" charset="0"/>
                        </a:rPr>
                        <m:t>𝑋</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𝑙</m:t>
                      </m:r>
                      <m:r>
                        <a:rPr lang="en-US" altLang="zh-CN" sz="2000" b="0" i="1" smtClean="0">
                          <a:latin typeface="Cambria Math" panose="02040503050406030204" pitchFamily="18" charset="0"/>
                        </a:rPr>
                        <m:t>)=</m:t>
                      </m:r>
                      <m:sSubSup>
                        <m:sSubSupPr>
                          <m:ctrlPr>
                            <a:rPr lang="en-US" altLang="zh-CN" sz="2000" b="0" i="1" smtClean="0">
                              <a:latin typeface="Cambria Math" panose="02040503050406030204" pitchFamily="18" charset="0"/>
                            </a:rPr>
                          </m:ctrlPr>
                        </m:sSubSupPr>
                        <m:e>
                          <m:r>
                            <a:rPr lang="en-US" altLang="zh-CN" sz="2000" b="0" i="1" smtClean="0">
                              <a:latin typeface="Cambria Math" panose="02040503050406030204" pitchFamily="18" charset="0"/>
                            </a:rPr>
                            <m:t>𝑊</m:t>
                          </m:r>
                        </m:e>
                        <m:sub>
                          <m:r>
                            <a:rPr lang="en-US" altLang="zh-CN" sz="2000" b="0" i="1" smtClean="0">
                              <a:latin typeface="Cambria Math" panose="02040503050406030204" pitchFamily="18" charset="0"/>
                            </a:rPr>
                            <m:t>𝑋</m:t>
                          </m:r>
                        </m:sub>
                        <m:sup>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𝑙</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𝑙</m:t>
                              </m:r>
                              <m:r>
                                <a:rPr lang="en-US" altLang="zh-CN" sz="2000" b="0" i="1" smtClean="0">
                                  <a:latin typeface="Cambria Math" panose="02040503050406030204" pitchFamily="18" charset="0"/>
                                </a:rPr>
                                <m:t>−1</m:t>
                              </m:r>
                            </m:e>
                          </m:d>
                        </m:sup>
                      </m:sSubSup>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𝑌</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𝑙</m:t>
                      </m:r>
                      <m:r>
                        <a:rPr lang="en-US" altLang="zh-CN" sz="2000" b="0" i="1" smtClean="0">
                          <a:latin typeface="Cambria Math" panose="02040503050406030204" pitchFamily="18" charset="0"/>
                        </a:rPr>
                        <m:t>)=</m:t>
                      </m:r>
                      <m:sSubSup>
                        <m:sSubSupPr>
                          <m:ctrlPr>
                            <a:rPr lang="en-US" altLang="zh-CN" sz="2000" b="0" i="1" smtClean="0">
                              <a:latin typeface="Cambria Math" panose="02040503050406030204" pitchFamily="18" charset="0"/>
                            </a:rPr>
                          </m:ctrlPr>
                        </m:sSubSupPr>
                        <m:e>
                          <m:r>
                            <a:rPr lang="en-US" altLang="zh-CN" sz="2000" b="0" i="1" smtClean="0">
                              <a:latin typeface="Cambria Math" panose="02040503050406030204" pitchFamily="18" charset="0"/>
                            </a:rPr>
                            <m:t>𝑊</m:t>
                          </m:r>
                        </m:e>
                        <m:sub>
                          <m:r>
                            <a:rPr lang="en-US" altLang="zh-CN" sz="2000" b="0" i="1" smtClean="0">
                              <a:latin typeface="Cambria Math" panose="02040503050406030204" pitchFamily="18" charset="0"/>
                            </a:rPr>
                            <m:t>𝑌</m:t>
                          </m:r>
                        </m:sub>
                        <m:sup>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𝑙</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𝑙</m:t>
                          </m:r>
                          <m:r>
                            <a:rPr lang="en-US" altLang="zh-CN" sz="2000" b="0" i="1" smtClean="0">
                              <a:latin typeface="Cambria Math" panose="02040503050406030204" pitchFamily="18" charset="0"/>
                            </a:rPr>
                            <m:t>−1)</m:t>
                          </m:r>
                        </m:sup>
                      </m:sSubSup>
                    </m:oMath>
                  </m:oMathPara>
                </a14:m>
                <a:endParaRPr lang="zh-CN" altLang="en-US" sz="2000" dirty="0"/>
              </a:p>
            </p:txBody>
          </p:sp>
        </mc:Choice>
        <mc:Fallback xmlns="">
          <p:sp>
            <p:nvSpPr>
              <p:cNvPr id="26" name="文本框 25">
                <a:extLst>
                  <a:ext uri="{FF2B5EF4-FFF2-40B4-BE49-F238E27FC236}">
                    <a16:creationId xmlns:a16="http://schemas.microsoft.com/office/drawing/2014/main" id="{4E9BDE97-11F5-0487-7DA9-AF184D1A6ACC}"/>
                  </a:ext>
                </a:extLst>
              </p:cNvPr>
              <p:cNvSpPr txBox="1">
                <a:spLocks noRot="1" noChangeAspect="1" noMove="1" noResize="1" noEditPoints="1" noAdjustHandles="1" noChangeArrowheads="1" noChangeShapeType="1" noTextEdit="1"/>
              </p:cNvSpPr>
              <p:nvPr/>
            </p:nvSpPr>
            <p:spPr>
              <a:xfrm>
                <a:off x="1305117" y="3964779"/>
                <a:ext cx="4667469" cy="487954"/>
              </a:xfrm>
              <a:prstGeom prst="rect">
                <a:avLst/>
              </a:prstGeom>
              <a:blipFill>
                <a:blip r:embed="rId5"/>
                <a:stretch>
                  <a:fillRect b="-8750"/>
                </a:stretch>
              </a:blipFill>
            </p:spPr>
            <p:txBody>
              <a:bodyPr/>
              <a:lstStyle/>
              <a:p>
                <a:r>
                  <a:rPr lang="zh-CN" altLang="en-US">
                    <a:noFill/>
                  </a:rPr>
                  <a:t> </a:t>
                </a:r>
              </a:p>
            </p:txBody>
          </p:sp>
        </mc:Fallback>
      </mc:AlternateContent>
      <p:sp>
        <p:nvSpPr>
          <p:cNvPr id="30" name="文本框 29">
            <a:extLst>
              <a:ext uri="{FF2B5EF4-FFF2-40B4-BE49-F238E27FC236}">
                <a16:creationId xmlns:a16="http://schemas.microsoft.com/office/drawing/2014/main" id="{7A1F31CB-5C3A-75AB-CDAF-33CA9F8BF536}"/>
              </a:ext>
            </a:extLst>
          </p:cNvPr>
          <p:cNvSpPr txBox="1"/>
          <p:nvPr/>
        </p:nvSpPr>
        <p:spPr>
          <a:xfrm>
            <a:off x="660573" y="5640412"/>
            <a:ext cx="5104729" cy="369332"/>
          </a:xfrm>
          <a:prstGeom prst="rect">
            <a:avLst/>
          </a:prstGeom>
          <a:noFill/>
        </p:spPr>
        <p:txBody>
          <a:bodyPr wrap="square">
            <a:spAutoFit/>
          </a:bodyPr>
          <a:lstStyle/>
          <a:p>
            <a:pPr marL="285750" indent="-285750">
              <a:buFont typeface="Wingdings" panose="05000000000000000000" pitchFamily="2" charset="2"/>
              <a:buChar char="Ø"/>
            </a:pPr>
            <a:r>
              <a:rPr lang="zh-CN" altLang="en-US" b="1" dirty="0">
                <a:solidFill>
                  <a:srgbClr val="268F9C"/>
                </a:solidFill>
                <a:latin typeface="+mn-ea"/>
              </a:rPr>
              <a:t>最优传输矩阵</a:t>
            </a:r>
            <a:endParaRPr lang="zh-CN" altLang="en-US" dirty="0"/>
          </a:p>
        </p:txBody>
      </p:sp>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1FF7C094-95EE-94BF-CB72-0B1D77AA0563}"/>
                  </a:ext>
                </a:extLst>
              </p:cNvPr>
              <p:cNvSpPr txBox="1"/>
              <p:nvPr/>
            </p:nvSpPr>
            <p:spPr>
              <a:xfrm>
                <a:off x="1305115" y="6113292"/>
                <a:ext cx="4181681" cy="41293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p>
                        <m:sSupPr>
                          <m:ctrlPr>
                            <a:rPr lang="en-US" altLang="zh-CN" sz="2000" b="0" i="1" smtClean="0">
                              <a:latin typeface="Cambria Math" panose="02040503050406030204" pitchFamily="18" charset="0"/>
                            </a:rPr>
                          </m:ctrlPr>
                        </m:sSupPr>
                        <m:e>
                          <m:r>
                            <a:rPr lang="en-US" altLang="zh-CN" sz="2000" b="0" i="1" smtClean="0">
                              <a:latin typeface="Cambria Math" panose="02040503050406030204" pitchFamily="18" charset="0"/>
                            </a:rPr>
                            <m:t>𝑇</m:t>
                          </m:r>
                        </m:e>
                        <m:sup>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𝑙</m:t>
                          </m:r>
                          <m:r>
                            <a:rPr lang="en-US" altLang="zh-CN" sz="2000" b="0" i="1" smtClean="0">
                              <a:latin typeface="Cambria Math" panose="02040503050406030204" pitchFamily="18" charset="0"/>
                            </a:rPr>
                            <m:t>)</m:t>
                          </m:r>
                        </m:sup>
                      </m:sSup>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𝑂𝑇</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𝛼</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𝑙</m:t>
                          </m:r>
                        </m:e>
                      </m:d>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𝛽</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𝑙</m:t>
                          </m:r>
                        </m:e>
                      </m:d>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𝐷</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𝑙</m:t>
                      </m:r>
                      <m:r>
                        <a:rPr lang="en-US" altLang="zh-CN" sz="2000" b="0" i="1" smtClean="0">
                          <a:latin typeface="Cambria Math" panose="02040503050406030204" pitchFamily="18" charset="0"/>
                        </a:rPr>
                        <m:t>))</m:t>
                      </m:r>
                    </m:oMath>
                  </m:oMathPara>
                </a14:m>
                <a:endParaRPr lang="en-US" altLang="zh-CN" sz="2000" dirty="0"/>
              </a:p>
            </p:txBody>
          </p:sp>
        </mc:Choice>
        <mc:Fallback xmlns="">
          <p:sp>
            <p:nvSpPr>
              <p:cNvPr id="31" name="文本框 30">
                <a:extLst>
                  <a:ext uri="{FF2B5EF4-FFF2-40B4-BE49-F238E27FC236}">
                    <a16:creationId xmlns:a16="http://schemas.microsoft.com/office/drawing/2014/main" id="{1FF7C094-95EE-94BF-CB72-0B1D77AA0563}"/>
                  </a:ext>
                </a:extLst>
              </p:cNvPr>
              <p:cNvSpPr txBox="1">
                <a:spLocks noRot="1" noChangeAspect="1" noMove="1" noResize="1" noEditPoints="1" noAdjustHandles="1" noChangeArrowheads="1" noChangeShapeType="1" noTextEdit="1"/>
              </p:cNvSpPr>
              <p:nvPr/>
            </p:nvSpPr>
            <p:spPr>
              <a:xfrm>
                <a:off x="1305115" y="6113292"/>
                <a:ext cx="4181681" cy="412934"/>
              </a:xfrm>
              <a:prstGeom prst="rect">
                <a:avLst/>
              </a:prstGeom>
              <a:blipFill>
                <a:blip r:embed="rId6"/>
                <a:stretch>
                  <a:fillRect b="-16176"/>
                </a:stretch>
              </a:blipFill>
            </p:spPr>
            <p:txBody>
              <a:bodyPr/>
              <a:lstStyle/>
              <a:p>
                <a:r>
                  <a:rPr lang="zh-CN" altLang="en-US">
                    <a:noFill/>
                  </a:rPr>
                  <a:t> </a:t>
                </a:r>
              </a:p>
            </p:txBody>
          </p:sp>
        </mc:Fallback>
      </mc:AlternateContent>
      <p:sp>
        <p:nvSpPr>
          <p:cNvPr id="32" name="文本框 31">
            <a:extLst>
              <a:ext uri="{FF2B5EF4-FFF2-40B4-BE49-F238E27FC236}">
                <a16:creationId xmlns:a16="http://schemas.microsoft.com/office/drawing/2014/main" id="{FA688144-5B94-93C7-9BE1-73AA81684362}"/>
              </a:ext>
            </a:extLst>
          </p:cNvPr>
          <p:cNvSpPr txBox="1"/>
          <p:nvPr/>
        </p:nvSpPr>
        <p:spPr>
          <a:xfrm>
            <a:off x="193654" y="744048"/>
            <a:ext cx="6109334" cy="461665"/>
          </a:xfrm>
          <a:prstGeom prst="rect">
            <a:avLst/>
          </a:prstGeom>
          <a:noFill/>
        </p:spPr>
        <p:txBody>
          <a:bodyPr wrap="square">
            <a:spAutoFit/>
          </a:bodyPr>
          <a:lstStyle/>
          <a:p>
            <a:r>
              <a:rPr lang="en-US" altLang="zh-CN" sz="2400" b="1" dirty="0">
                <a:solidFill>
                  <a:srgbClr val="268F9C"/>
                </a:solidFill>
                <a:latin typeface="+mn-ea"/>
              </a:rPr>
              <a:t> </a:t>
            </a:r>
            <a:r>
              <a:rPr lang="zh-CN" altLang="en-US" sz="2400" b="1" dirty="0">
                <a:solidFill>
                  <a:srgbClr val="268F9C"/>
                </a:solidFill>
                <a:latin typeface="+mn-ea"/>
              </a:rPr>
              <a:t>将最优传输类比到全连接神经网络当中</a:t>
            </a:r>
          </a:p>
        </p:txBody>
      </p:sp>
      <p:grpSp>
        <p:nvGrpSpPr>
          <p:cNvPr id="2" name="组合 1">
            <a:extLst>
              <a:ext uri="{FF2B5EF4-FFF2-40B4-BE49-F238E27FC236}">
                <a16:creationId xmlns:a16="http://schemas.microsoft.com/office/drawing/2014/main" id="{79C71707-1CE6-E0CE-AFAD-F105AE239C84}"/>
              </a:ext>
            </a:extLst>
          </p:cNvPr>
          <p:cNvGrpSpPr/>
          <p:nvPr/>
        </p:nvGrpSpPr>
        <p:grpSpPr>
          <a:xfrm>
            <a:off x="8440244" y="3932848"/>
            <a:ext cx="2845513" cy="1738733"/>
            <a:chOff x="7475177" y="3552379"/>
            <a:chExt cx="1822488" cy="1026972"/>
          </a:xfrm>
        </p:grpSpPr>
        <p:cxnSp>
          <p:nvCxnSpPr>
            <p:cNvPr id="37" name="直接箭头连接符 36">
              <a:extLst>
                <a:ext uri="{FF2B5EF4-FFF2-40B4-BE49-F238E27FC236}">
                  <a16:creationId xmlns:a16="http://schemas.microsoft.com/office/drawing/2014/main" id="{8917AD81-FF8F-D58B-90B2-63AF1A3EE9A2}"/>
                </a:ext>
              </a:extLst>
            </p:cNvPr>
            <p:cNvCxnSpPr>
              <a:cxnSpLocks/>
              <a:stCxn id="13" idx="6"/>
              <a:endCxn id="53" idx="2"/>
            </p:cNvCxnSpPr>
            <p:nvPr/>
          </p:nvCxnSpPr>
          <p:spPr>
            <a:xfrm flipV="1">
              <a:off x="8175907" y="4049756"/>
              <a:ext cx="390489" cy="457595"/>
            </a:xfrm>
            <a:prstGeom prst="straightConnector1">
              <a:avLst/>
            </a:prstGeom>
            <a:ln w="19050">
              <a:solidFill>
                <a:srgbClr val="00B0F0"/>
              </a:solidFill>
              <a:tailEnd type="none"/>
            </a:ln>
          </p:spPr>
          <p:style>
            <a:lnRef idx="1">
              <a:schemeClr val="accent1"/>
            </a:lnRef>
            <a:fillRef idx="0">
              <a:schemeClr val="accent1"/>
            </a:fillRef>
            <a:effectRef idx="0">
              <a:schemeClr val="accent1"/>
            </a:effectRef>
            <a:fontRef idx="minor">
              <a:schemeClr val="tx1"/>
            </a:fontRef>
          </p:style>
        </p:cxnSp>
        <p:grpSp>
          <p:nvGrpSpPr>
            <p:cNvPr id="8" name="组合 7">
              <a:extLst>
                <a:ext uri="{FF2B5EF4-FFF2-40B4-BE49-F238E27FC236}">
                  <a16:creationId xmlns:a16="http://schemas.microsoft.com/office/drawing/2014/main" id="{34EA7CC9-BA55-0640-6F3C-E24EDCB8AA25}"/>
                </a:ext>
              </a:extLst>
            </p:cNvPr>
            <p:cNvGrpSpPr/>
            <p:nvPr/>
          </p:nvGrpSpPr>
          <p:grpSpPr>
            <a:xfrm>
              <a:off x="8566396" y="3556900"/>
              <a:ext cx="162862" cy="1013326"/>
              <a:chOff x="8770576" y="1725449"/>
              <a:chExt cx="162862" cy="1013326"/>
            </a:xfrm>
            <a:solidFill>
              <a:schemeClr val="bg1">
                <a:lumMod val="50000"/>
              </a:schemeClr>
            </a:solidFill>
          </p:grpSpPr>
          <p:sp>
            <p:nvSpPr>
              <p:cNvPr id="52" name="椭圆 51">
                <a:extLst>
                  <a:ext uri="{FF2B5EF4-FFF2-40B4-BE49-F238E27FC236}">
                    <a16:creationId xmlns:a16="http://schemas.microsoft.com/office/drawing/2014/main" id="{F4CEFA74-0222-EFED-97F8-11B4FA64F880}"/>
                  </a:ext>
                </a:extLst>
              </p:cNvPr>
              <p:cNvSpPr/>
              <p:nvPr/>
            </p:nvSpPr>
            <p:spPr>
              <a:xfrm>
                <a:off x="8789438" y="2594775"/>
                <a:ext cx="144000" cy="144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3" name="椭圆 52">
                <a:extLst>
                  <a:ext uri="{FF2B5EF4-FFF2-40B4-BE49-F238E27FC236}">
                    <a16:creationId xmlns:a16="http://schemas.microsoft.com/office/drawing/2014/main" id="{154E46E1-A7DF-3C1B-2D05-AD271EAF41C0}"/>
                  </a:ext>
                </a:extLst>
              </p:cNvPr>
              <p:cNvSpPr/>
              <p:nvPr/>
            </p:nvSpPr>
            <p:spPr>
              <a:xfrm>
                <a:off x="8770576" y="2146305"/>
                <a:ext cx="144000" cy="144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dirty="0"/>
              </a:p>
            </p:txBody>
          </p:sp>
          <p:sp>
            <p:nvSpPr>
              <p:cNvPr id="54" name="椭圆 53">
                <a:extLst>
                  <a:ext uri="{FF2B5EF4-FFF2-40B4-BE49-F238E27FC236}">
                    <a16:creationId xmlns:a16="http://schemas.microsoft.com/office/drawing/2014/main" id="{A0A06B8B-744D-8ABD-8A84-21EA226F26B9}"/>
                  </a:ext>
                </a:extLst>
              </p:cNvPr>
              <p:cNvSpPr/>
              <p:nvPr/>
            </p:nvSpPr>
            <p:spPr>
              <a:xfrm>
                <a:off x="8789438" y="1725449"/>
                <a:ext cx="144000" cy="144000"/>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grpSp>
        <p:grpSp>
          <p:nvGrpSpPr>
            <p:cNvPr id="10" name="组合 9">
              <a:extLst>
                <a:ext uri="{FF2B5EF4-FFF2-40B4-BE49-F238E27FC236}">
                  <a16:creationId xmlns:a16="http://schemas.microsoft.com/office/drawing/2014/main" id="{CC71743F-8DD2-9C82-24A2-4BA7BB7A44F6}"/>
                </a:ext>
              </a:extLst>
            </p:cNvPr>
            <p:cNvGrpSpPr/>
            <p:nvPr/>
          </p:nvGrpSpPr>
          <p:grpSpPr>
            <a:xfrm>
              <a:off x="7475177" y="3773080"/>
              <a:ext cx="144000" cy="585570"/>
              <a:chOff x="7743758" y="1982787"/>
              <a:chExt cx="144000" cy="585570"/>
            </a:xfrm>
            <a:solidFill>
              <a:schemeClr val="bg1">
                <a:lumMod val="50000"/>
              </a:schemeClr>
            </a:solidFill>
          </p:grpSpPr>
          <p:sp>
            <p:nvSpPr>
              <p:cNvPr id="48" name="椭圆 47">
                <a:extLst>
                  <a:ext uri="{FF2B5EF4-FFF2-40B4-BE49-F238E27FC236}">
                    <a16:creationId xmlns:a16="http://schemas.microsoft.com/office/drawing/2014/main" id="{49FEC109-22FF-F918-B842-B459BCC498C7}"/>
                  </a:ext>
                </a:extLst>
              </p:cNvPr>
              <p:cNvSpPr/>
              <p:nvPr/>
            </p:nvSpPr>
            <p:spPr>
              <a:xfrm>
                <a:off x="7743758" y="1982787"/>
                <a:ext cx="144000" cy="144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49" name="椭圆 48">
                <a:extLst>
                  <a:ext uri="{FF2B5EF4-FFF2-40B4-BE49-F238E27FC236}">
                    <a16:creationId xmlns:a16="http://schemas.microsoft.com/office/drawing/2014/main" id="{0C5F54A0-81AA-69BD-7096-21E62F6EF478}"/>
                  </a:ext>
                </a:extLst>
              </p:cNvPr>
              <p:cNvSpPr/>
              <p:nvPr/>
            </p:nvSpPr>
            <p:spPr>
              <a:xfrm>
                <a:off x="7743758" y="2424357"/>
                <a:ext cx="144000" cy="144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grpSp>
        <p:grpSp>
          <p:nvGrpSpPr>
            <p:cNvPr id="11" name="组合 10">
              <a:extLst>
                <a:ext uri="{FF2B5EF4-FFF2-40B4-BE49-F238E27FC236}">
                  <a16:creationId xmlns:a16="http://schemas.microsoft.com/office/drawing/2014/main" id="{BE365551-4F40-45AF-C537-D134D2685FED}"/>
                </a:ext>
              </a:extLst>
            </p:cNvPr>
            <p:cNvGrpSpPr/>
            <p:nvPr/>
          </p:nvGrpSpPr>
          <p:grpSpPr>
            <a:xfrm>
              <a:off x="9146906" y="3773080"/>
              <a:ext cx="150759" cy="585570"/>
              <a:chOff x="9713661" y="1982787"/>
              <a:chExt cx="150759" cy="585570"/>
            </a:xfrm>
            <a:solidFill>
              <a:schemeClr val="bg1">
                <a:lumMod val="50000"/>
              </a:schemeClr>
            </a:solidFill>
          </p:grpSpPr>
          <p:sp>
            <p:nvSpPr>
              <p:cNvPr id="46" name="椭圆 45">
                <a:extLst>
                  <a:ext uri="{FF2B5EF4-FFF2-40B4-BE49-F238E27FC236}">
                    <a16:creationId xmlns:a16="http://schemas.microsoft.com/office/drawing/2014/main" id="{B804DC42-97E5-2AD7-A05A-4ED9D223D3A6}"/>
                  </a:ext>
                </a:extLst>
              </p:cNvPr>
              <p:cNvSpPr/>
              <p:nvPr/>
            </p:nvSpPr>
            <p:spPr>
              <a:xfrm>
                <a:off x="9713661" y="2424357"/>
                <a:ext cx="144000" cy="144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47" name="椭圆 46">
                <a:extLst>
                  <a:ext uri="{FF2B5EF4-FFF2-40B4-BE49-F238E27FC236}">
                    <a16:creationId xmlns:a16="http://schemas.microsoft.com/office/drawing/2014/main" id="{5F41A858-7C37-6B16-906A-FBE5FCD5CA2F}"/>
                  </a:ext>
                </a:extLst>
              </p:cNvPr>
              <p:cNvSpPr/>
              <p:nvPr/>
            </p:nvSpPr>
            <p:spPr>
              <a:xfrm>
                <a:off x="9720420" y="1982787"/>
                <a:ext cx="144000" cy="144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grpSp>
        <p:sp>
          <p:nvSpPr>
            <p:cNvPr id="12" name="椭圆 11">
              <a:extLst>
                <a:ext uri="{FF2B5EF4-FFF2-40B4-BE49-F238E27FC236}">
                  <a16:creationId xmlns:a16="http://schemas.microsoft.com/office/drawing/2014/main" id="{0B1EE093-5187-C878-B58E-EF7E106D697E}"/>
                </a:ext>
              </a:extLst>
            </p:cNvPr>
            <p:cNvSpPr/>
            <p:nvPr/>
          </p:nvSpPr>
          <p:spPr>
            <a:xfrm>
              <a:off x="8031907" y="3552379"/>
              <a:ext cx="144000" cy="14400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13" name="椭圆 12">
              <a:extLst>
                <a:ext uri="{FF2B5EF4-FFF2-40B4-BE49-F238E27FC236}">
                  <a16:creationId xmlns:a16="http://schemas.microsoft.com/office/drawing/2014/main" id="{E4EC05FA-5D69-4C37-A842-D9042EBBDB09}"/>
                </a:ext>
              </a:extLst>
            </p:cNvPr>
            <p:cNvSpPr/>
            <p:nvPr/>
          </p:nvSpPr>
          <p:spPr>
            <a:xfrm>
              <a:off x="8031907" y="4435351"/>
              <a:ext cx="144000" cy="14400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14" name="椭圆 13">
              <a:extLst>
                <a:ext uri="{FF2B5EF4-FFF2-40B4-BE49-F238E27FC236}">
                  <a16:creationId xmlns:a16="http://schemas.microsoft.com/office/drawing/2014/main" id="{7FD89C09-1623-4E3E-CCBB-037937B7D159}"/>
                </a:ext>
              </a:extLst>
            </p:cNvPr>
            <p:cNvSpPr/>
            <p:nvPr/>
          </p:nvSpPr>
          <p:spPr>
            <a:xfrm>
              <a:off x="8031907" y="3993865"/>
              <a:ext cx="144000" cy="14400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cxnSp>
          <p:nvCxnSpPr>
            <p:cNvPr id="16" name="直接箭头连接符 15">
              <a:extLst>
                <a:ext uri="{FF2B5EF4-FFF2-40B4-BE49-F238E27FC236}">
                  <a16:creationId xmlns:a16="http://schemas.microsoft.com/office/drawing/2014/main" id="{6673F7FB-F099-9F3E-3D5B-7C65788EA9F9}"/>
                </a:ext>
              </a:extLst>
            </p:cNvPr>
            <p:cNvCxnSpPr>
              <a:cxnSpLocks/>
              <a:stCxn id="48" idx="6"/>
              <a:endCxn id="12" idx="2"/>
            </p:cNvCxnSpPr>
            <p:nvPr/>
          </p:nvCxnSpPr>
          <p:spPr>
            <a:xfrm flipV="1">
              <a:off x="7619177" y="3624379"/>
              <a:ext cx="412730" cy="220701"/>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8957C5F6-3F99-C42E-B711-6B1310184E9B}"/>
                </a:ext>
              </a:extLst>
            </p:cNvPr>
            <p:cNvCxnSpPr>
              <a:cxnSpLocks/>
              <a:stCxn id="48" idx="6"/>
              <a:endCxn id="14" idx="2"/>
            </p:cNvCxnSpPr>
            <p:nvPr/>
          </p:nvCxnSpPr>
          <p:spPr>
            <a:xfrm>
              <a:off x="7619177" y="3845080"/>
              <a:ext cx="412730" cy="22078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C9006809-2707-DD00-DF70-8AE6274D7C8A}"/>
                </a:ext>
              </a:extLst>
            </p:cNvPr>
            <p:cNvCxnSpPr>
              <a:cxnSpLocks/>
              <a:stCxn id="48" idx="6"/>
              <a:endCxn id="13" idx="2"/>
            </p:cNvCxnSpPr>
            <p:nvPr/>
          </p:nvCxnSpPr>
          <p:spPr>
            <a:xfrm>
              <a:off x="7619177" y="3845080"/>
              <a:ext cx="412730" cy="662271"/>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4054CCBE-991A-4272-B612-A0AFFD3165B3}"/>
                </a:ext>
              </a:extLst>
            </p:cNvPr>
            <p:cNvCxnSpPr>
              <a:cxnSpLocks/>
              <a:stCxn id="49" idx="6"/>
              <a:endCxn id="12" idx="2"/>
            </p:cNvCxnSpPr>
            <p:nvPr/>
          </p:nvCxnSpPr>
          <p:spPr>
            <a:xfrm flipV="1">
              <a:off x="7619177" y="3624379"/>
              <a:ext cx="412730" cy="662271"/>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054DA91D-CF46-BDB5-7B33-B88797FDC47A}"/>
                </a:ext>
              </a:extLst>
            </p:cNvPr>
            <p:cNvCxnSpPr>
              <a:cxnSpLocks/>
              <a:stCxn id="49" idx="6"/>
              <a:endCxn id="14" idx="2"/>
            </p:cNvCxnSpPr>
            <p:nvPr/>
          </p:nvCxnSpPr>
          <p:spPr>
            <a:xfrm flipV="1">
              <a:off x="7619177" y="4065865"/>
              <a:ext cx="412730" cy="22078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6A6D9413-D3A7-62FA-19F2-5A4A68B73DB2}"/>
                </a:ext>
              </a:extLst>
            </p:cNvPr>
            <p:cNvCxnSpPr>
              <a:cxnSpLocks/>
              <a:stCxn id="49" idx="6"/>
              <a:endCxn id="13" idx="2"/>
            </p:cNvCxnSpPr>
            <p:nvPr/>
          </p:nvCxnSpPr>
          <p:spPr>
            <a:xfrm>
              <a:off x="7619177" y="4286650"/>
              <a:ext cx="412730" cy="220701"/>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1A972F61-2E04-F0DE-4F58-B2B431352BB5}"/>
                </a:ext>
              </a:extLst>
            </p:cNvPr>
            <p:cNvCxnSpPr>
              <a:cxnSpLocks/>
              <a:stCxn id="12" idx="6"/>
              <a:endCxn id="52" idx="2"/>
            </p:cNvCxnSpPr>
            <p:nvPr/>
          </p:nvCxnSpPr>
          <p:spPr>
            <a:xfrm>
              <a:off x="8175907" y="3624379"/>
              <a:ext cx="409351" cy="873847"/>
            </a:xfrm>
            <a:prstGeom prst="straightConnector1">
              <a:avLst/>
            </a:prstGeom>
            <a:ln w="1905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33372B6B-16FD-5880-D6C8-056937DB4638}"/>
                </a:ext>
              </a:extLst>
            </p:cNvPr>
            <p:cNvCxnSpPr>
              <a:cxnSpLocks/>
              <a:stCxn id="12" idx="6"/>
              <a:endCxn id="54" idx="2"/>
            </p:cNvCxnSpPr>
            <p:nvPr/>
          </p:nvCxnSpPr>
          <p:spPr>
            <a:xfrm>
              <a:off x="8175907" y="3624379"/>
              <a:ext cx="409351" cy="4521"/>
            </a:xfrm>
            <a:prstGeom prst="straightConnector1">
              <a:avLst/>
            </a:prstGeom>
            <a:ln w="19050">
              <a:solidFill>
                <a:schemeClr val="accent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2E307AE0-2FF8-1A4B-F4CA-243F6DB0EAA6}"/>
                </a:ext>
              </a:extLst>
            </p:cNvPr>
            <p:cNvCxnSpPr>
              <a:cxnSpLocks/>
              <a:stCxn id="12" idx="6"/>
              <a:endCxn id="53" idx="2"/>
            </p:cNvCxnSpPr>
            <p:nvPr/>
          </p:nvCxnSpPr>
          <p:spPr>
            <a:xfrm>
              <a:off x="8175907" y="3624379"/>
              <a:ext cx="390489" cy="425377"/>
            </a:xfrm>
            <a:prstGeom prst="straightConnector1">
              <a:avLst/>
            </a:prstGeom>
            <a:ln w="19050">
              <a:solidFill>
                <a:srgbClr val="00B0F0"/>
              </a:solidFill>
              <a:tailEnd type="none"/>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BA894F45-FE5C-7AF3-5935-6AF0C829664C}"/>
                </a:ext>
              </a:extLst>
            </p:cNvPr>
            <p:cNvCxnSpPr>
              <a:cxnSpLocks/>
              <a:stCxn id="14" idx="6"/>
              <a:endCxn id="53" idx="2"/>
            </p:cNvCxnSpPr>
            <p:nvPr/>
          </p:nvCxnSpPr>
          <p:spPr>
            <a:xfrm flipV="1">
              <a:off x="8175907" y="4049756"/>
              <a:ext cx="390489" cy="16109"/>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84DA28C4-8D83-ED39-C9EA-4C7EB793ABC6}"/>
                </a:ext>
              </a:extLst>
            </p:cNvPr>
            <p:cNvCxnSpPr>
              <a:cxnSpLocks/>
              <a:stCxn id="14" idx="6"/>
              <a:endCxn id="52" idx="2"/>
            </p:cNvCxnSpPr>
            <p:nvPr/>
          </p:nvCxnSpPr>
          <p:spPr>
            <a:xfrm>
              <a:off x="8175907" y="4065865"/>
              <a:ext cx="409351" cy="432361"/>
            </a:xfrm>
            <a:prstGeom prst="straightConnector1">
              <a:avLst/>
            </a:prstGeom>
            <a:ln w="1905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E68E794F-3B8E-DB24-9C29-C6E9A76BF3F6}"/>
                </a:ext>
              </a:extLst>
            </p:cNvPr>
            <p:cNvCxnSpPr>
              <a:cxnSpLocks/>
              <a:stCxn id="14" idx="6"/>
              <a:endCxn id="54" idx="2"/>
            </p:cNvCxnSpPr>
            <p:nvPr/>
          </p:nvCxnSpPr>
          <p:spPr>
            <a:xfrm flipV="1">
              <a:off x="8175907" y="3628900"/>
              <a:ext cx="409351" cy="436965"/>
            </a:xfrm>
            <a:prstGeom prst="straightConnector1">
              <a:avLst/>
            </a:prstGeom>
            <a:ln w="19050">
              <a:solidFill>
                <a:schemeClr val="accent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893BF7F4-28C8-F46B-A6AA-B40A3E687F8E}"/>
                </a:ext>
              </a:extLst>
            </p:cNvPr>
            <p:cNvCxnSpPr>
              <a:cxnSpLocks/>
              <a:stCxn id="13" idx="6"/>
              <a:endCxn id="52" idx="2"/>
            </p:cNvCxnSpPr>
            <p:nvPr/>
          </p:nvCxnSpPr>
          <p:spPr>
            <a:xfrm flipV="1">
              <a:off x="8175907" y="4498226"/>
              <a:ext cx="409351" cy="9125"/>
            </a:xfrm>
            <a:prstGeom prst="straightConnector1">
              <a:avLst/>
            </a:prstGeom>
            <a:ln w="1905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B73A9FDD-D8FC-9B13-DF82-F108AC4D143B}"/>
                </a:ext>
              </a:extLst>
            </p:cNvPr>
            <p:cNvCxnSpPr>
              <a:cxnSpLocks/>
              <a:stCxn id="13" idx="6"/>
              <a:endCxn id="54" idx="2"/>
            </p:cNvCxnSpPr>
            <p:nvPr/>
          </p:nvCxnSpPr>
          <p:spPr>
            <a:xfrm flipV="1">
              <a:off x="8175907" y="3628900"/>
              <a:ext cx="409351" cy="878451"/>
            </a:xfrm>
            <a:prstGeom prst="straightConnector1">
              <a:avLst/>
            </a:prstGeom>
            <a:ln w="19050">
              <a:solidFill>
                <a:schemeClr val="accent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CFB4C7B3-56A2-2FC0-5160-5C9851FDE87C}"/>
                </a:ext>
              </a:extLst>
            </p:cNvPr>
            <p:cNvCxnSpPr>
              <a:cxnSpLocks/>
              <a:stCxn id="52" idx="6"/>
              <a:endCxn id="47" idx="2"/>
            </p:cNvCxnSpPr>
            <p:nvPr/>
          </p:nvCxnSpPr>
          <p:spPr>
            <a:xfrm flipV="1">
              <a:off x="8729258" y="3845080"/>
              <a:ext cx="424407" cy="65314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44905E85-5F52-655A-31A0-39577FFB31A1}"/>
                </a:ext>
              </a:extLst>
            </p:cNvPr>
            <p:cNvCxnSpPr>
              <a:cxnSpLocks/>
              <a:stCxn id="52" idx="6"/>
              <a:endCxn id="46" idx="2"/>
            </p:cNvCxnSpPr>
            <p:nvPr/>
          </p:nvCxnSpPr>
          <p:spPr>
            <a:xfrm flipV="1">
              <a:off x="8729258" y="4286650"/>
              <a:ext cx="417648" cy="21157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2" name="直接箭头连接符 41">
              <a:extLst>
                <a:ext uri="{FF2B5EF4-FFF2-40B4-BE49-F238E27FC236}">
                  <a16:creationId xmlns:a16="http://schemas.microsoft.com/office/drawing/2014/main" id="{C6FB3638-00A7-E703-8FE1-8D581426AC2A}"/>
                </a:ext>
              </a:extLst>
            </p:cNvPr>
            <p:cNvCxnSpPr>
              <a:cxnSpLocks/>
              <a:stCxn id="53" idx="6"/>
              <a:endCxn id="47" idx="2"/>
            </p:cNvCxnSpPr>
            <p:nvPr/>
          </p:nvCxnSpPr>
          <p:spPr>
            <a:xfrm flipV="1">
              <a:off x="8710396" y="3845080"/>
              <a:ext cx="443269" cy="20467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D9090AC8-D79E-5B98-8EA3-D43BEB7EA8C4}"/>
                </a:ext>
              </a:extLst>
            </p:cNvPr>
            <p:cNvCxnSpPr>
              <a:cxnSpLocks/>
              <a:stCxn id="53" idx="6"/>
              <a:endCxn id="46" idx="2"/>
            </p:cNvCxnSpPr>
            <p:nvPr/>
          </p:nvCxnSpPr>
          <p:spPr>
            <a:xfrm>
              <a:off x="8710396" y="4049756"/>
              <a:ext cx="436510" cy="236894"/>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4" name="直接箭头连接符 43">
              <a:extLst>
                <a:ext uri="{FF2B5EF4-FFF2-40B4-BE49-F238E27FC236}">
                  <a16:creationId xmlns:a16="http://schemas.microsoft.com/office/drawing/2014/main" id="{9CFC55D8-CE21-A68B-8A64-E4F818F2934D}"/>
                </a:ext>
              </a:extLst>
            </p:cNvPr>
            <p:cNvCxnSpPr>
              <a:cxnSpLocks/>
              <a:stCxn id="54" idx="6"/>
              <a:endCxn id="47" idx="2"/>
            </p:cNvCxnSpPr>
            <p:nvPr/>
          </p:nvCxnSpPr>
          <p:spPr>
            <a:xfrm>
              <a:off x="8729258" y="3628900"/>
              <a:ext cx="424407" cy="216180"/>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5" name="直接箭头连接符 44">
              <a:extLst>
                <a:ext uri="{FF2B5EF4-FFF2-40B4-BE49-F238E27FC236}">
                  <a16:creationId xmlns:a16="http://schemas.microsoft.com/office/drawing/2014/main" id="{04CA6D4A-AAA3-3D62-A1A7-8335E222AA7B}"/>
                </a:ext>
              </a:extLst>
            </p:cNvPr>
            <p:cNvCxnSpPr>
              <a:cxnSpLocks/>
              <a:stCxn id="54" idx="6"/>
              <a:endCxn id="46" idx="2"/>
            </p:cNvCxnSpPr>
            <p:nvPr/>
          </p:nvCxnSpPr>
          <p:spPr>
            <a:xfrm>
              <a:off x="8729258" y="3628900"/>
              <a:ext cx="417648" cy="657750"/>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grpSp>
      <p:sp>
        <p:nvSpPr>
          <p:cNvPr id="87" name="椭圆 86">
            <a:extLst>
              <a:ext uri="{FF2B5EF4-FFF2-40B4-BE49-F238E27FC236}">
                <a16:creationId xmlns:a16="http://schemas.microsoft.com/office/drawing/2014/main" id="{451FEA5C-0BE1-A6A0-8AF5-CA78DD0BB8D9}"/>
              </a:ext>
            </a:extLst>
          </p:cNvPr>
          <p:cNvSpPr/>
          <p:nvPr/>
        </p:nvSpPr>
        <p:spPr>
          <a:xfrm>
            <a:off x="10132704" y="2726048"/>
            <a:ext cx="236130" cy="234354"/>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88" name="椭圆 87">
            <a:extLst>
              <a:ext uri="{FF2B5EF4-FFF2-40B4-BE49-F238E27FC236}">
                <a16:creationId xmlns:a16="http://schemas.microsoft.com/office/drawing/2014/main" id="{40F86CAF-E2B9-0DF1-9679-972954C310E7}"/>
              </a:ext>
            </a:extLst>
          </p:cNvPr>
          <p:cNvSpPr/>
          <p:nvPr/>
        </p:nvSpPr>
        <p:spPr>
          <a:xfrm>
            <a:off x="10132704" y="2010580"/>
            <a:ext cx="236130" cy="234354"/>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dirty="0"/>
          </a:p>
        </p:txBody>
      </p:sp>
      <p:sp>
        <p:nvSpPr>
          <p:cNvPr id="89" name="椭圆 88">
            <a:extLst>
              <a:ext uri="{FF2B5EF4-FFF2-40B4-BE49-F238E27FC236}">
                <a16:creationId xmlns:a16="http://schemas.microsoft.com/office/drawing/2014/main" id="{DCF3238D-9CB3-5B87-1676-F98E87542D3A}"/>
              </a:ext>
            </a:extLst>
          </p:cNvPr>
          <p:cNvSpPr/>
          <p:nvPr/>
        </p:nvSpPr>
        <p:spPr>
          <a:xfrm>
            <a:off x="10132704" y="1285482"/>
            <a:ext cx="236130" cy="234354"/>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85" name="椭圆 84">
            <a:extLst>
              <a:ext uri="{FF2B5EF4-FFF2-40B4-BE49-F238E27FC236}">
                <a16:creationId xmlns:a16="http://schemas.microsoft.com/office/drawing/2014/main" id="{453B3290-226A-D682-ECBD-5706877BDFC6}"/>
              </a:ext>
            </a:extLst>
          </p:cNvPr>
          <p:cNvSpPr/>
          <p:nvPr/>
        </p:nvSpPr>
        <p:spPr>
          <a:xfrm>
            <a:off x="8306856" y="1643693"/>
            <a:ext cx="236131" cy="234354"/>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86" name="椭圆 85">
            <a:extLst>
              <a:ext uri="{FF2B5EF4-FFF2-40B4-BE49-F238E27FC236}">
                <a16:creationId xmlns:a16="http://schemas.microsoft.com/office/drawing/2014/main" id="{E0C7E13B-458F-BE32-8B27-28CBCD4452CF}"/>
              </a:ext>
            </a:extLst>
          </p:cNvPr>
          <p:cNvSpPr/>
          <p:nvPr/>
        </p:nvSpPr>
        <p:spPr>
          <a:xfrm>
            <a:off x="8306856" y="2362328"/>
            <a:ext cx="236131" cy="234354"/>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83" name="椭圆 82">
            <a:extLst>
              <a:ext uri="{FF2B5EF4-FFF2-40B4-BE49-F238E27FC236}">
                <a16:creationId xmlns:a16="http://schemas.microsoft.com/office/drawing/2014/main" id="{DA9D1AE4-21BC-C054-25DE-F14B1BEA6716}"/>
              </a:ext>
            </a:extLst>
          </p:cNvPr>
          <p:cNvSpPr/>
          <p:nvPr/>
        </p:nvSpPr>
        <p:spPr>
          <a:xfrm>
            <a:off x="11048151" y="2362328"/>
            <a:ext cx="236131" cy="234354"/>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84" name="椭圆 83">
            <a:extLst>
              <a:ext uri="{FF2B5EF4-FFF2-40B4-BE49-F238E27FC236}">
                <a16:creationId xmlns:a16="http://schemas.microsoft.com/office/drawing/2014/main" id="{15505F15-E183-36EC-B542-2D9E9A08D102}"/>
              </a:ext>
            </a:extLst>
          </p:cNvPr>
          <p:cNvSpPr/>
          <p:nvPr/>
        </p:nvSpPr>
        <p:spPr>
          <a:xfrm>
            <a:off x="11059234" y="1643693"/>
            <a:ext cx="236131" cy="234354"/>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9" name="椭圆 58">
            <a:extLst>
              <a:ext uri="{FF2B5EF4-FFF2-40B4-BE49-F238E27FC236}">
                <a16:creationId xmlns:a16="http://schemas.microsoft.com/office/drawing/2014/main" id="{67AFB25A-80B3-AD22-AD95-6FA1E7AFEFFA}"/>
              </a:ext>
            </a:extLst>
          </p:cNvPr>
          <p:cNvSpPr/>
          <p:nvPr/>
        </p:nvSpPr>
        <p:spPr>
          <a:xfrm>
            <a:off x="9219780" y="1284512"/>
            <a:ext cx="236131" cy="234354"/>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60" name="椭圆 59">
            <a:extLst>
              <a:ext uri="{FF2B5EF4-FFF2-40B4-BE49-F238E27FC236}">
                <a16:creationId xmlns:a16="http://schemas.microsoft.com/office/drawing/2014/main" id="{5979803B-2C45-8720-4358-996C4B218A61}"/>
              </a:ext>
            </a:extLst>
          </p:cNvPr>
          <p:cNvSpPr/>
          <p:nvPr/>
        </p:nvSpPr>
        <p:spPr>
          <a:xfrm>
            <a:off x="9219780" y="2721509"/>
            <a:ext cx="236131" cy="234354"/>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61" name="椭圆 60">
            <a:extLst>
              <a:ext uri="{FF2B5EF4-FFF2-40B4-BE49-F238E27FC236}">
                <a16:creationId xmlns:a16="http://schemas.microsoft.com/office/drawing/2014/main" id="{252F2640-9180-5C8B-D502-0914724CFB9A}"/>
              </a:ext>
            </a:extLst>
          </p:cNvPr>
          <p:cNvSpPr/>
          <p:nvPr/>
        </p:nvSpPr>
        <p:spPr>
          <a:xfrm>
            <a:off x="9219780" y="2003011"/>
            <a:ext cx="236131" cy="234354"/>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cxnSp>
        <p:nvCxnSpPr>
          <p:cNvPr id="62" name="直接箭头连接符 61">
            <a:extLst>
              <a:ext uri="{FF2B5EF4-FFF2-40B4-BE49-F238E27FC236}">
                <a16:creationId xmlns:a16="http://schemas.microsoft.com/office/drawing/2014/main" id="{1379911F-3728-78B6-E3F7-AC044BE577C6}"/>
              </a:ext>
            </a:extLst>
          </p:cNvPr>
          <p:cNvCxnSpPr>
            <a:cxnSpLocks/>
            <a:stCxn id="85" idx="6"/>
            <a:endCxn id="59" idx="2"/>
          </p:cNvCxnSpPr>
          <p:nvPr/>
        </p:nvCxnSpPr>
        <p:spPr>
          <a:xfrm flipV="1">
            <a:off x="8542987" y="1401689"/>
            <a:ext cx="676793" cy="359181"/>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63" name="直接箭头连接符 62">
            <a:extLst>
              <a:ext uri="{FF2B5EF4-FFF2-40B4-BE49-F238E27FC236}">
                <a16:creationId xmlns:a16="http://schemas.microsoft.com/office/drawing/2014/main" id="{AC2F8B7D-795C-46ED-F049-A54000C3FD42}"/>
              </a:ext>
            </a:extLst>
          </p:cNvPr>
          <p:cNvCxnSpPr>
            <a:cxnSpLocks/>
            <a:stCxn id="85" idx="6"/>
            <a:endCxn id="61" idx="2"/>
          </p:cNvCxnSpPr>
          <p:nvPr/>
        </p:nvCxnSpPr>
        <p:spPr>
          <a:xfrm>
            <a:off x="8542987" y="1760870"/>
            <a:ext cx="676793" cy="359318"/>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64" name="直接箭头连接符 63">
            <a:extLst>
              <a:ext uri="{FF2B5EF4-FFF2-40B4-BE49-F238E27FC236}">
                <a16:creationId xmlns:a16="http://schemas.microsoft.com/office/drawing/2014/main" id="{7427A096-4FB2-E9FF-276B-A22B74843D56}"/>
              </a:ext>
            </a:extLst>
          </p:cNvPr>
          <p:cNvCxnSpPr>
            <a:cxnSpLocks/>
            <a:stCxn id="85" idx="6"/>
            <a:endCxn id="60" idx="2"/>
          </p:cNvCxnSpPr>
          <p:nvPr/>
        </p:nvCxnSpPr>
        <p:spPr>
          <a:xfrm>
            <a:off x="8542987" y="1760870"/>
            <a:ext cx="676793" cy="107781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65" name="直接箭头连接符 64">
            <a:extLst>
              <a:ext uri="{FF2B5EF4-FFF2-40B4-BE49-F238E27FC236}">
                <a16:creationId xmlns:a16="http://schemas.microsoft.com/office/drawing/2014/main" id="{8A766C76-6180-0171-8C86-098A65557B5A}"/>
              </a:ext>
            </a:extLst>
          </p:cNvPr>
          <p:cNvCxnSpPr>
            <a:cxnSpLocks/>
            <a:stCxn id="86" idx="6"/>
            <a:endCxn id="59" idx="2"/>
          </p:cNvCxnSpPr>
          <p:nvPr/>
        </p:nvCxnSpPr>
        <p:spPr>
          <a:xfrm flipV="1">
            <a:off x="8542987" y="1401689"/>
            <a:ext cx="676793" cy="107781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66" name="直接箭头连接符 65">
            <a:extLst>
              <a:ext uri="{FF2B5EF4-FFF2-40B4-BE49-F238E27FC236}">
                <a16:creationId xmlns:a16="http://schemas.microsoft.com/office/drawing/2014/main" id="{9E60C9F4-9C47-FF9C-EDBC-1FC6BB6A04BF}"/>
              </a:ext>
            </a:extLst>
          </p:cNvPr>
          <p:cNvCxnSpPr>
            <a:cxnSpLocks/>
            <a:stCxn id="86" idx="6"/>
            <a:endCxn id="61" idx="2"/>
          </p:cNvCxnSpPr>
          <p:nvPr/>
        </p:nvCxnSpPr>
        <p:spPr>
          <a:xfrm flipV="1">
            <a:off x="8542987" y="2120188"/>
            <a:ext cx="676793" cy="359318"/>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67" name="直接箭头连接符 66">
            <a:extLst>
              <a:ext uri="{FF2B5EF4-FFF2-40B4-BE49-F238E27FC236}">
                <a16:creationId xmlns:a16="http://schemas.microsoft.com/office/drawing/2014/main" id="{023F1E83-B473-42E4-5FCE-05368EFDC076}"/>
              </a:ext>
            </a:extLst>
          </p:cNvPr>
          <p:cNvCxnSpPr>
            <a:cxnSpLocks/>
            <a:stCxn id="86" idx="6"/>
            <a:endCxn id="60" idx="2"/>
          </p:cNvCxnSpPr>
          <p:nvPr/>
        </p:nvCxnSpPr>
        <p:spPr>
          <a:xfrm>
            <a:off x="8542987" y="2479505"/>
            <a:ext cx="676793" cy="359181"/>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68" name="直接箭头连接符 67">
            <a:extLst>
              <a:ext uri="{FF2B5EF4-FFF2-40B4-BE49-F238E27FC236}">
                <a16:creationId xmlns:a16="http://schemas.microsoft.com/office/drawing/2014/main" id="{B3E43BE7-9985-22A4-FCAB-BCB8D378D79F}"/>
              </a:ext>
            </a:extLst>
          </p:cNvPr>
          <p:cNvCxnSpPr>
            <a:cxnSpLocks/>
            <a:stCxn id="59" idx="6"/>
            <a:endCxn id="87" idx="2"/>
          </p:cNvCxnSpPr>
          <p:nvPr/>
        </p:nvCxnSpPr>
        <p:spPr>
          <a:xfrm>
            <a:off x="9455911" y="1401689"/>
            <a:ext cx="676793" cy="1441536"/>
          </a:xfrm>
          <a:prstGeom prst="straightConnector1">
            <a:avLst/>
          </a:prstGeom>
          <a:ln w="1905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69" name="直接箭头连接符 68">
            <a:extLst>
              <a:ext uri="{FF2B5EF4-FFF2-40B4-BE49-F238E27FC236}">
                <a16:creationId xmlns:a16="http://schemas.microsoft.com/office/drawing/2014/main" id="{124B0CB6-B8C1-A459-20E8-825C5FB642DC}"/>
              </a:ext>
            </a:extLst>
          </p:cNvPr>
          <p:cNvCxnSpPr>
            <a:cxnSpLocks/>
            <a:stCxn id="59" idx="6"/>
            <a:endCxn id="89" idx="2"/>
          </p:cNvCxnSpPr>
          <p:nvPr/>
        </p:nvCxnSpPr>
        <p:spPr>
          <a:xfrm>
            <a:off x="9455911" y="1401689"/>
            <a:ext cx="676793" cy="970"/>
          </a:xfrm>
          <a:prstGeom prst="straightConnector1">
            <a:avLst/>
          </a:prstGeom>
          <a:ln w="19050">
            <a:solidFill>
              <a:schemeClr val="accent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70" name="直接箭头连接符 69">
            <a:extLst>
              <a:ext uri="{FF2B5EF4-FFF2-40B4-BE49-F238E27FC236}">
                <a16:creationId xmlns:a16="http://schemas.microsoft.com/office/drawing/2014/main" id="{E2AB271A-D02C-5B8C-96D5-3FF42FCCB178}"/>
              </a:ext>
            </a:extLst>
          </p:cNvPr>
          <p:cNvCxnSpPr>
            <a:cxnSpLocks/>
            <a:stCxn id="59" idx="6"/>
            <a:endCxn id="88" idx="2"/>
          </p:cNvCxnSpPr>
          <p:nvPr/>
        </p:nvCxnSpPr>
        <p:spPr>
          <a:xfrm>
            <a:off x="9455910" y="1401689"/>
            <a:ext cx="676793" cy="726068"/>
          </a:xfrm>
          <a:prstGeom prst="straightConnector1">
            <a:avLst/>
          </a:prstGeom>
          <a:ln w="19050">
            <a:solidFill>
              <a:srgbClr val="00B0F0"/>
            </a:solidFill>
            <a:tailEnd type="none"/>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4F9A70A9-930A-63D2-593D-F49DBE3C0AA9}"/>
              </a:ext>
            </a:extLst>
          </p:cNvPr>
          <p:cNvCxnSpPr>
            <a:cxnSpLocks/>
            <a:stCxn id="61" idx="6"/>
            <a:endCxn id="88" idx="2"/>
          </p:cNvCxnSpPr>
          <p:nvPr/>
        </p:nvCxnSpPr>
        <p:spPr>
          <a:xfrm>
            <a:off x="9455910" y="2120188"/>
            <a:ext cx="676793" cy="7569"/>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2" name="直接箭头连接符 71">
            <a:extLst>
              <a:ext uri="{FF2B5EF4-FFF2-40B4-BE49-F238E27FC236}">
                <a16:creationId xmlns:a16="http://schemas.microsoft.com/office/drawing/2014/main" id="{967BC00C-6C93-8525-64ED-7AB19D7FA3A0}"/>
              </a:ext>
            </a:extLst>
          </p:cNvPr>
          <p:cNvCxnSpPr>
            <a:cxnSpLocks/>
            <a:stCxn id="61" idx="6"/>
            <a:endCxn id="87" idx="2"/>
          </p:cNvCxnSpPr>
          <p:nvPr/>
        </p:nvCxnSpPr>
        <p:spPr>
          <a:xfrm>
            <a:off x="9455911" y="2120188"/>
            <a:ext cx="676793" cy="723037"/>
          </a:xfrm>
          <a:prstGeom prst="straightConnector1">
            <a:avLst/>
          </a:prstGeom>
          <a:ln w="1905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73" name="直接箭头连接符 72">
            <a:extLst>
              <a:ext uri="{FF2B5EF4-FFF2-40B4-BE49-F238E27FC236}">
                <a16:creationId xmlns:a16="http://schemas.microsoft.com/office/drawing/2014/main" id="{A591E666-7B35-E8F6-241E-E89AB2556E26}"/>
              </a:ext>
            </a:extLst>
          </p:cNvPr>
          <p:cNvCxnSpPr>
            <a:cxnSpLocks/>
            <a:stCxn id="61" idx="6"/>
            <a:endCxn id="89" idx="2"/>
          </p:cNvCxnSpPr>
          <p:nvPr/>
        </p:nvCxnSpPr>
        <p:spPr>
          <a:xfrm flipV="1">
            <a:off x="9455911" y="1402659"/>
            <a:ext cx="676793" cy="717529"/>
          </a:xfrm>
          <a:prstGeom prst="straightConnector1">
            <a:avLst/>
          </a:prstGeom>
          <a:ln w="19050">
            <a:solidFill>
              <a:schemeClr val="accent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74" name="直接箭头连接符 73">
            <a:extLst>
              <a:ext uri="{FF2B5EF4-FFF2-40B4-BE49-F238E27FC236}">
                <a16:creationId xmlns:a16="http://schemas.microsoft.com/office/drawing/2014/main" id="{6CDC0CA3-8BD8-6C33-666D-51E095F38541}"/>
              </a:ext>
            </a:extLst>
          </p:cNvPr>
          <p:cNvCxnSpPr>
            <a:cxnSpLocks/>
            <a:stCxn id="60" idx="6"/>
            <a:endCxn id="87" idx="2"/>
          </p:cNvCxnSpPr>
          <p:nvPr/>
        </p:nvCxnSpPr>
        <p:spPr>
          <a:xfrm>
            <a:off x="9455911" y="2838686"/>
            <a:ext cx="676793" cy="4539"/>
          </a:xfrm>
          <a:prstGeom prst="straightConnector1">
            <a:avLst/>
          </a:prstGeom>
          <a:ln w="1905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75" name="直接箭头连接符 74">
            <a:extLst>
              <a:ext uri="{FF2B5EF4-FFF2-40B4-BE49-F238E27FC236}">
                <a16:creationId xmlns:a16="http://schemas.microsoft.com/office/drawing/2014/main" id="{DB0530BD-8FC6-A46F-3CC9-811916FE3521}"/>
              </a:ext>
            </a:extLst>
          </p:cNvPr>
          <p:cNvCxnSpPr>
            <a:cxnSpLocks/>
            <a:stCxn id="60" idx="6"/>
            <a:endCxn id="89" idx="2"/>
          </p:cNvCxnSpPr>
          <p:nvPr/>
        </p:nvCxnSpPr>
        <p:spPr>
          <a:xfrm flipV="1">
            <a:off x="9455911" y="1402659"/>
            <a:ext cx="676793" cy="1436027"/>
          </a:xfrm>
          <a:prstGeom prst="straightConnector1">
            <a:avLst/>
          </a:prstGeom>
          <a:ln w="19050">
            <a:solidFill>
              <a:schemeClr val="accent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76" name="直接箭头连接符 75">
            <a:extLst>
              <a:ext uri="{FF2B5EF4-FFF2-40B4-BE49-F238E27FC236}">
                <a16:creationId xmlns:a16="http://schemas.microsoft.com/office/drawing/2014/main" id="{32439D24-7920-C9D7-35E2-6B68CC76D60F}"/>
              </a:ext>
            </a:extLst>
          </p:cNvPr>
          <p:cNvCxnSpPr>
            <a:cxnSpLocks/>
            <a:stCxn id="60" idx="6"/>
            <a:endCxn id="88" idx="2"/>
          </p:cNvCxnSpPr>
          <p:nvPr/>
        </p:nvCxnSpPr>
        <p:spPr>
          <a:xfrm flipV="1">
            <a:off x="9455910" y="2127757"/>
            <a:ext cx="676793" cy="710929"/>
          </a:xfrm>
          <a:prstGeom prst="straightConnector1">
            <a:avLst/>
          </a:prstGeom>
          <a:ln w="19050">
            <a:solidFill>
              <a:srgbClr val="00B0F0"/>
            </a:solidFill>
            <a:tailEnd type="none"/>
          </a:ln>
        </p:spPr>
        <p:style>
          <a:lnRef idx="1">
            <a:schemeClr val="accent1"/>
          </a:lnRef>
          <a:fillRef idx="0">
            <a:schemeClr val="accent1"/>
          </a:fillRef>
          <a:effectRef idx="0">
            <a:schemeClr val="accent1"/>
          </a:effectRef>
          <a:fontRef idx="minor">
            <a:schemeClr val="tx1"/>
          </a:fontRef>
        </p:style>
      </p:cxnSp>
      <p:cxnSp>
        <p:nvCxnSpPr>
          <p:cNvPr id="77" name="直接箭头连接符 76">
            <a:extLst>
              <a:ext uri="{FF2B5EF4-FFF2-40B4-BE49-F238E27FC236}">
                <a16:creationId xmlns:a16="http://schemas.microsoft.com/office/drawing/2014/main" id="{1D895D66-611D-A2DC-F271-231AA370CC3C}"/>
              </a:ext>
            </a:extLst>
          </p:cNvPr>
          <p:cNvCxnSpPr>
            <a:cxnSpLocks/>
            <a:stCxn id="87" idx="6"/>
            <a:endCxn id="84" idx="2"/>
          </p:cNvCxnSpPr>
          <p:nvPr/>
        </p:nvCxnSpPr>
        <p:spPr>
          <a:xfrm flipV="1">
            <a:off x="10368834" y="1760870"/>
            <a:ext cx="690400" cy="108235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78" name="直接箭头连接符 77">
            <a:extLst>
              <a:ext uri="{FF2B5EF4-FFF2-40B4-BE49-F238E27FC236}">
                <a16:creationId xmlns:a16="http://schemas.microsoft.com/office/drawing/2014/main" id="{DACF69E2-16C2-553C-4DBB-3B0B3A83D459}"/>
              </a:ext>
            </a:extLst>
          </p:cNvPr>
          <p:cNvCxnSpPr>
            <a:cxnSpLocks/>
            <a:stCxn id="87" idx="6"/>
            <a:endCxn id="83" idx="2"/>
          </p:cNvCxnSpPr>
          <p:nvPr/>
        </p:nvCxnSpPr>
        <p:spPr>
          <a:xfrm flipV="1">
            <a:off x="10368834" y="2479505"/>
            <a:ext cx="679317" cy="363720"/>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79" name="直接箭头连接符 78">
            <a:extLst>
              <a:ext uri="{FF2B5EF4-FFF2-40B4-BE49-F238E27FC236}">
                <a16:creationId xmlns:a16="http://schemas.microsoft.com/office/drawing/2014/main" id="{D7DEB1DC-E904-ECF7-272C-66E27F2D397E}"/>
              </a:ext>
            </a:extLst>
          </p:cNvPr>
          <p:cNvCxnSpPr>
            <a:cxnSpLocks/>
            <a:stCxn id="88" idx="6"/>
            <a:endCxn id="84" idx="2"/>
          </p:cNvCxnSpPr>
          <p:nvPr/>
        </p:nvCxnSpPr>
        <p:spPr>
          <a:xfrm flipV="1">
            <a:off x="10368834" y="1760870"/>
            <a:ext cx="690400" cy="36688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80" name="直接箭头连接符 79">
            <a:extLst>
              <a:ext uri="{FF2B5EF4-FFF2-40B4-BE49-F238E27FC236}">
                <a16:creationId xmlns:a16="http://schemas.microsoft.com/office/drawing/2014/main" id="{202C60B1-8C0F-28B2-4DB4-4FF289641711}"/>
              </a:ext>
            </a:extLst>
          </p:cNvPr>
          <p:cNvCxnSpPr>
            <a:cxnSpLocks/>
            <a:stCxn id="88" idx="6"/>
            <a:endCxn id="83" idx="2"/>
          </p:cNvCxnSpPr>
          <p:nvPr/>
        </p:nvCxnSpPr>
        <p:spPr>
          <a:xfrm>
            <a:off x="10368834" y="2127757"/>
            <a:ext cx="679317" cy="351748"/>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81" name="直接箭头连接符 80">
            <a:extLst>
              <a:ext uri="{FF2B5EF4-FFF2-40B4-BE49-F238E27FC236}">
                <a16:creationId xmlns:a16="http://schemas.microsoft.com/office/drawing/2014/main" id="{480D9DE6-C0B3-030B-644A-B22FEC813224}"/>
              </a:ext>
            </a:extLst>
          </p:cNvPr>
          <p:cNvCxnSpPr>
            <a:cxnSpLocks/>
            <a:stCxn id="89" idx="6"/>
            <a:endCxn id="84" idx="2"/>
          </p:cNvCxnSpPr>
          <p:nvPr/>
        </p:nvCxnSpPr>
        <p:spPr>
          <a:xfrm>
            <a:off x="10368834" y="1402659"/>
            <a:ext cx="690400" cy="358211"/>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82" name="直接箭头连接符 81">
            <a:extLst>
              <a:ext uri="{FF2B5EF4-FFF2-40B4-BE49-F238E27FC236}">
                <a16:creationId xmlns:a16="http://schemas.microsoft.com/office/drawing/2014/main" id="{2DBDEE9B-A596-FE1F-2008-DD902D2A943A}"/>
              </a:ext>
            </a:extLst>
          </p:cNvPr>
          <p:cNvCxnSpPr>
            <a:cxnSpLocks/>
            <a:stCxn id="89" idx="6"/>
            <a:endCxn id="83" idx="2"/>
          </p:cNvCxnSpPr>
          <p:nvPr/>
        </p:nvCxnSpPr>
        <p:spPr>
          <a:xfrm>
            <a:off x="10368834" y="1402659"/>
            <a:ext cx="679317" cy="1076846"/>
          </a:xfrm>
          <a:prstGeom prst="straightConnector1">
            <a:avLst/>
          </a:prstGeom>
          <a:ln w="19050">
            <a:solidFill>
              <a:schemeClr val="accent1">
                <a:lumMod val="50000"/>
              </a:schemeClr>
            </a:solidFill>
            <a:tailEnd type="none"/>
          </a:ln>
        </p:spPr>
        <p:style>
          <a:lnRef idx="1">
            <a:schemeClr val="accent1"/>
          </a:lnRef>
          <a:fillRef idx="0">
            <a:schemeClr val="accent1"/>
          </a:fillRef>
          <a:effectRef idx="0">
            <a:schemeClr val="accent1"/>
          </a:effectRef>
          <a:fontRef idx="minor">
            <a:schemeClr val="tx1"/>
          </a:fontRef>
        </p:style>
      </p:cxnSp>
      <p:pic>
        <p:nvPicPr>
          <p:cNvPr id="92" name="图片 91">
            <a:extLst>
              <a:ext uri="{FF2B5EF4-FFF2-40B4-BE49-F238E27FC236}">
                <a16:creationId xmlns:a16="http://schemas.microsoft.com/office/drawing/2014/main" id="{A4205F34-C63F-5738-49B4-82D618A85125}"/>
              </a:ext>
            </a:extLst>
          </p:cNvPr>
          <p:cNvPicPr>
            <a:picLocks noChangeAspect="1"/>
          </p:cNvPicPr>
          <p:nvPr/>
        </p:nvPicPr>
        <p:blipFill>
          <a:blip r:embed="rId7"/>
          <a:stretch>
            <a:fillRect/>
          </a:stretch>
        </p:blipFill>
        <p:spPr>
          <a:xfrm>
            <a:off x="9417937" y="3071674"/>
            <a:ext cx="745363" cy="745363"/>
          </a:xfrm>
          <a:prstGeom prst="rect">
            <a:avLst/>
          </a:prstGeom>
        </p:spPr>
      </p:pic>
      <mc:AlternateContent xmlns:mc="http://schemas.openxmlformats.org/markup-compatibility/2006" xmlns:a14="http://schemas.microsoft.com/office/drawing/2010/main">
        <mc:Choice Requires="a14">
          <p:sp>
            <p:nvSpPr>
              <p:cNvPr id="90" name="文本框 89">
                <a:extLst>
                  <a:ext uri="{FF2B5EF4-FFF2-40B4-BE49-F238E27FC236}">
                    <a16:creationId xmlns:a16="http://schemas.microsoft.com/office/drawing/2014/main" id="{00BBD700-58DE-09A1-EE9A-B4E40D127AD9}"/>
                  </a:ext>
                </a:extLst>
              </p:cNvPr>
              <p:cNvSpPr txBox="1"/>
              <p:nvPr/>
            </p:nvSpPr>
            <p:spPr>
              <a:xfrm>
                <a:off x="8542987" y="3239285"/>
                <a:ext cx="1120718" cy="3808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zh-CN" sz="1800" b="0" i="1" smtClean="0">
                              <a:latin typeface="Cambria Math" panose="02040503050406030204" pitchFamily="18" charset="0"/>
                            </a:rPr>
                          </m:ctrlPr>
                        </m:sSupPr>
                        <m:e>
                          <m:r>
                            <a:rPr lang="en-US" altLang="zh-CN" sz="1800" b="0" i="1" smtClean="0">
                              <a:latin typeface="Cambria Math" panose="02040503050406030204" pitchFamily="18" charset="0"/>
                            </a:rPr>
                            <m:t>𝑇</m:t>
                          </m:r>
                        </m:e>
                        <m:sup>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𝑙</m:t>
                          </m:r>
                          <m:r>
                            <a:rPr lang="en-US" altLang="zh-CN" sz="1800" b="0" i="1" smtClean="0">
                              <a:latin typeface="Cambria Math" panose="02040503050406030204" pitchFamily="18" charset="0"/>
                            </a:rPr>
                            <m:t>)</m:t>
                          </m:r>
                        </m:sup>
                      </m:sSup>
                      <m:r>
                        <a:rPr lang="en-US" altLang="zh-CN" sz="1800" b="0" i="1" smtClean="0">
                          <a:latin typeface="Cambria Math" panose="02040503050406030204" pitchFamily="18" charset="0"/>
                        </a:rPr>
                        <m:t>=</m:t>
                      </m:r>
                    </m:oMath>
                  </m:oMathPara>
                </a14:m>
                <a:endParaRPr lang="zh-CN" altLang="en-US" dirty="0"/>
              </a:p>
            </p:txBody>
          </p:sp>
        </mc:Choice>
        <mc:Fallback xmlns="">
          <p:sp>
            <p:nvSpPr>
              <p:cNvPr id="90" name="文本框 89">
                <a:extLst>
                  <a:ext uri="{FF2B5EF4-FFF2-40B4-BE49-F238E27FC236}">
                    <a16:creationId xmlns:a16="http://schemas.microsoft.com/office/drawing/2014/main" id="{00BBD700-58DE-09A1-EE9A-B4E40D127AD9}"/>
                  </a:ext>
                </a:extLst>
              </p:cNvPr>
              <p:cNvSpPr txBox="1">
                <a:spLocks noRot="1" noChangeAspect="1" noMove="1" noResize="1" noEditPoints="1" noAdjustHandles="1" noChangeArrowheads="1" noChangeShapeType="1" noTextEdit="1"/>
              </p:cNvSpPr>
              <p:nvPr/>
            </p:nvSpPr>
            <p:spPr>
              <a:xfrm>
                <a:off x="8542987" y="3239285"/>
                <a:ext cx="1120718" cy="380810"/>
              </a:xfrm>
              <a:prstGeom prst="rect">
                <a:avLst/>
              </a:prstGeom>
              <a:blipFill>
                <a:blip r:embed="rId8"/>
                <a:stretch>
                  <a:fillRect/>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A9CF0B54-8445-E75B-1AE3-F85F03D6312E}"/>
              </a:ext>
            </a:extLst>
          </p:cNvPr>
          <p:cNvSpPr txBox="1"/>
          <p:nvPr/>
        </p:nvSpPr>
        <p:spPr>
          <a:xfrm>
            <a:off x="10907486" y="6449406"/>
            <a:ext cx="953142" cy="338554"/>
          </a:xfrm>
          <a:prstGeom prst="rect">
            <a:avLst/>
          </a:prstGeom>
          <a:noFill/>
        </p:spPr>
        <p:txBody>
          <a:bodyPr wrap="square">
            <a:spAutoFit/>
          </a:bodyPr>
          <a:lstStyle/>
          <a:p>
            <a:r>
              <a:rPr lang="en-US" altLang="zh-CN" sz="1600" b="1" dirty="0">
                <a:solidFill>
                  <a:schemeClr val="bg1">
                    <a:lumMod val="50000"/>
                  </a:schemeClr>
                </a:solidFill>
                <a:latin typeface="+mn-ea"/>
              </a:rPr>
              <a:t>10/21</a:t>
            </a:r>
            <a:endParaRPr lang="zh-CN" altLang="en-US" sz="1600" b="1" dirty="0">
              <a:solidFill>
                <a:schemeClr val="bg1">
                  <a:lumMod val="50000"/>
                </a:schemeClr>
              </a:solidFill>
            </a:endParaRP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FE13D01D-5AC8-46E6-ED83-D6F5B23295A4}"/>
                  </a:ext>
                </a:extLst>
              </p:cNvPr>
              <p:cNvSpPr txBox="1"/>
              <p:nvPr/>
            </p:nvSpPr>
            <p:spPr>
              <a:xfrm>
                <a:off x="1167957" y="1524192"/>
                <a:ext cx="4804629" cy="1119730"/>
              </a:xfrm>
              <a:prstGeom prst="rect">
                <a:avLst/>
              </a:prstGeom>
              <a:noFill/>
            </p:spPr>
            <p:txBody>
              <a:bodyPr wrap="square">
                <a:spAutoFit/>
              </a:bodyPr>
              <a:lstStyle/>
              <a:p>
                <a:pPr>
                  <a:lnSpc>
                    <a:spcPct val="150000"/>
                  </a:lnSpc>
                </a:pPr>
                <a14:m>
                  <m:oMathPara xmlns:m="http://schemas.openxmlformats.org/officeDocument/2006/math">
                    <m:oMathParaPr>
                      <m:jc m:val="left"/>
                    </m:oMathParaPr>
                    <m:oMath xmlns:m="http://schemas.openxmlformats.org/officeDocument/2006/math">
                      <m:r>
                        <a:rPr lang="en-US" altLang="zh-CN" sz="2000" b="0" i="1" smtClean="0">
                          <a:latin typeface="Cambria Math" panose="02040503050406030204" pitchFamily="18" charset="0"/>
                        </a:rPr>
                        <m:t>𝛼</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𝑙</m:t>
                          </m:r>
                        </m:e>
                      </m:d>
                      <m:r>
                        <a:rPr lang="en-US" altLang="zh-CN" sz="2000" b="0" i="1" smtClean="0">
                          <a:latin typeface="Cambria Math" panose="02040503050406030204" pitchFamily="18" charset="0"/>
                        </a:rPr>
                        <m:t>=</m:t>
                      </m:r>
                      <m:d>
                        <m:dPr>
                          <m:begChr m:val="["/>
                          <m:endChr m:val="]"/>
                          <m:ctrlPr>
                            <a:rPr lang="en-US" altLang="zh-CN" sz="2000" b="0" i="1" smtClean="0">
                              <a:latin typeface="Cambria Math" panose="02040503050406030204" pitchFamily="18" charset="0"/>
                            </a:rPr>
                          </m:ctrlPr>
                        </m:dPr>
                        <m:e>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b="0" i="1" smtClean="0">
                                  <a:latin typeface="Cambria Math" panose="02040503050406030204" pitchFamily="18" charset="0"/>
                                </a:rPr>
                                <m:t>3</m:t>
                              </m:r>
                            </m:den>
                          </m:f>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b="0" i="1" smtClean="0">
                                  <a:latin typeface="Cambria Math" panose="02040503050406030204" pitchFamily="18" charset="0"/>
                                </a:rPr>
                                <m:t>3</m:t>
                              </m:r>
                            </m:den>
                          </m:f>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b="0" i="1" smtClean="0">
                                  <a:latin typeface="Cambria Math" panose="02040503050406030204" pitchFamily="18" charset="0"/>
                                </a:rPr>
                                <m:t>3</m:t>
                              </m:r>
                            </m:den>
                          </m:f>
                        </m:e>
                      </m:d>
                      <m:r>
                        <a:rPr lang="zh-CN" altLang="en-US" sz="2000" i="1">
                          <a:latin typeface="Cambria Math" panose="02040503050406030204" pitchFamily="18" charset="0"/>
                        </a:rPr>
                        <m:t>，</m:t>
                      </m:r>
                      <m:r>
                        <a:rPr lang="en-US" altLang="zh-CN" sz="2000" b="0" i="1" smtClean="0">
                          <a:latin typeface="Cambria Math" panose="02040503050406030204" pitchFamily="18" charset="0"/>
                        </a:rPr>
                        <m:t>𝛽</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𝑙</m:t>
                          </m:r>
                        </m:e>
                      </m:d>
                      <m:r>
                        <a:rPr lang="en-US" altLang="zh-CN" sz="2000" b="0" i="1" smtClean="0">
                          <a:latin typeface="Cambria Math" panose="02040503050406030204" pitchFamily="18" charset="0"/>
                        </a:rPr>
                        <m:t>=</m:t>
                      </m:r>
                      <m:d>
                        <m:dPr>
                          <m:begChr m:val="["/>
                          <m:endChr m:val="]"/>
                          <m:ctrlPr>
                            <a:rPr lang="en-US" altLang="zh-CN" sz="2000" b="0" i="1" smtClean="0">
                              <a:latin typeface="Cambria Math" panose="02040503050406030204" pitchFamily="18" charset="0"/>
                            </a:rPr>
                          </m:ctrlPr>
                        </m:dPr>
                        <m:e>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b="0" i="1" smtClean="0">
                                  <a:latin typeface="Cambria Math" panose="02040503050406030204" pitchFamily="18" charset="0"/>
                                </a:rPr>
                                <m:t>3</m:t>
                              </m:r>
                            </m:den>
                          </m:f>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b="0" i="1" smtClean="0">
                                  <a:latin typeface="Cambria Math" panose="02040503050406030204" pitchFamily="18" charset="0"/>
                                </a:rPr>
                                <m:t>3</m:t>
                              </m:r>
                            </m:den>
                          </m:f>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b="0" i="1" smtClean="0">
                                  <a:latin typeface="Cambria Math" panose="02040503050406030204" pitchFamily="18" charset="0"/>
                                </a:rPr>
                                <m:t>3</m:t>
                              </m:r>
                            </m:den>
                          </m:f>
                        </m:e>
                      </m:d>
                    </m:oMath>
                  </m:oMathPara>
                </a14:m>
                <a:endParaRPr lang="zh-CN" altLang="en-US" sz="2000" dirty="0"/>
              </a:p>
            </p:txBody>
          </p:sp>
        </mc:Choice>
        <mc:Fallback xmlns="">
          <p:sp>
            <p:nvSpPr>
              <p:cNvPr id="6" name="文本框 5">
                <a:extLst>
                  <a:ext uri="{FF2B5EF4-FFF2-40B4-BE49-F238E27FC236}">
                    <a16:creationId xmlns:a16="http://schemas.microsoft.com/office/drawing/2014/main" id="{FE13D01D-5AC8-46E6-ED83-D6F5B23295A4}"/>
                  </a:ext>
                </a:extLst>
              </p:cNvPr>
              <p:cNvSpPr txBox="1">
                <a:spLocks noRot="1" noChangeAspect="1" noMove="1" noResize="1" noEditPoints="1" noAdjustHandles="1" noChangeArrowheads="1" noChangeShapeType="1" noTextEdit="1"/>
              </p:cNvSpPr>
              <p:nvPr/>
            </p:nvSpPr>
            <p:spPr>
              <a:xfrm>
                <a:off x="1167957" y="1524192"/>
                <a:ext cx="4804629" cy="1119730"/>
              </a:xfrm>
              <a:prstGeom prst="rect">
                <a:avLst/>
              </a:prstGeom>
              <a:blipFill>
                <a:blip r:embed="rId9"/>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9042791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589" name="椭圆 588">
            <a:extLst>
              <a:ext uri="{FF2B5EF4-FFF2-40B4-BE49-F238E27FC236}">
                <a16:creationId xmlns:a16="http://schemas.microsoft.com/office/drawing/2014/main" id="{B632698A-2075-4058-C6A9-3BE038F10D27}"/>
              </a:ext>
            </a:extLst>
          </p:cNvPr>
          <p:cNvSpPr/>
          <p:nvPr/>
        </p:nvSpPr>
        <p:spPr>
          <a:xfrm>
            <a:off x="7863545" y="2014641"/>
            <a:ext cx="184890" cy="252392"/>
          </a:xfrm>
          <a:prstGeom prst="ellipse">
            <a:avLst/>
          </a:prstGeom>
          <a:solidFill>
            <a:srgbClr val="FFC00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90" name="椭圆 589">
            <a:extLst>
              <a:ext uri="{FF2B5EF4-FFF2-40B4-BE49-F238E27FC236}">
                <a16:creationId xmlns:a16="http://schemas.microsoft.com/office/drawing/2014/main" id="{6B60765C-6407-CFBF-3C34-B3863161470A}"/>
              </a:ext>
            </a:extLst>
          </p:cNvPr>
          <p:cNvSpPr/>
          <p:nvPr/>
        </p:nvSpPr>
        <p:spPr>
          <a:xfrm>
            <a:off x="7861569" y="2795745"/>
            <a:ext cx="184890" cy="252392"/>
          </a:xfrm>
          <a:prstGeom prst="ellipse">
            <a:avLst/>
          </a:prstGeom>
          <a:solidFill>
            <a:srgbClr val="F84AEC"/>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91" name="椭圆 590">
            <a:extLst>
              <a:ext uri="{FF2B5EF4-FFF2-40B4-BE49-F238E27FC236}">
                <a16:creationId xmlns:a16="http://schemas.microsoft.com/office/drawing/2014/main" id="{881FFE83-7E4E-27BF-7E83-A73BB9645812}"/>
              </a:ext>
            </a:extLst>
          </p:cNvPr>
          <p:cNvSpPr/>
          <p:nvPr/>
        </p:nvSpPr>
        <p:spPr>
          <a:xfrm>
            <a:off x="7861569" y="3560545"/>
            <a:ext cx="184890" cy="252392"/>
          </a:xfrm>
          <a:prstGeom prst="ellipse">
            <a:avLst/>
          </a:prstGeom>
          <a:solidFill>
            <a:srgbClr val="1AE43C"/>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87" name="椭圆 586">
            <a:extLst>
              <a:ext uri="{FF2B5EF4-FFF2-40B4-BE49-F238E27FC236}">
                <a16:creationId xmlns:a16="http://schemas.microsoft.com/office/drawing/2014/main" id="{31BB44A1-DC2C-7943-DCAE-38BA52372858}"/>
              </a:ext>
            </a:extLst>
          </p:cNvPr>
          <p:cNvSpPr/>
          <p:nvPr/>
        </p:nvSpPr>
        <p:spPr>
          <a:xfrm>
            <a:off x="6431932" y="2400617"/>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88" name="椭圆 587">
            <a:extLst>
              <a:ext uri="{FF2B5EF4-FFF2-40B4-BE49-F238E27FC236}">
                <a16:creationId xmlns:a16="http://schemas.microsoft.com/office/drawing/2014/main" id="{973FFBAD-BF81-DB6C-0907-7C8135FED613}"/>
              </a:ext>
            </a:extLst>
          </p:cNvPr>
          <p:cNvSpPr/>
          <p:nvPr/>
        </p:nvSpPr>
        <p:spPr>
          <a:xfrm>
            <a:off x="6431932" y="3174568"/>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85" name="椭圆 584">
            <a:extLst>
              <a:ext uri="{FF2B5EF4-FFF2-40B4-BE49-F238E27FC236}">
                <a16:creationId xmlns:a16="http://schemas.microsoft.com/office/drawing/2014/main" id="{8E90CE08-9FE4-0C7A-867A-CD4E06C36AD7}"/>
              </a:ext>
            </a:extLst>
          </p:cNvPr>
          <p:cNvSpPr/>
          <p:nvPr/>
        </p:nvSpPr>
        <p:spPr>
          <a:xfrm>
            <a:off x="8578364" y="3174568"/>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86" name="椭圆 585">
            <a:extLst>
              <a:ext uri="{FF2B5EF4-FFF2-40B4-BE49-F238E27FC236}">
                <a16:creationId xmlns:a16="http://schemas.microsoft.com/office/drawing/2014/main" id="{4C6F5694-1AF2-8B0D-82C6-7C6F9440502C}"/>
              </a:ext>
            </a:extLst>
          </p:cNvPr>
          <p:cNvSpPr/>
          <p:nvPr/>
        </p:nvSpPr>
        <p:spPr>
          <a:xfrm>
            <a:off x="8587042" y="2400617"/>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61" name="椭圆 560">
            <a:extLst>
              <a:ext uri="{FF2B5EF4-FFF2-40B4-BE49-F238E27FC236}">
                <a16:creationId xmlns:a16="http://schemas.microsoft.com/office/drawing/2014/main" id="{2225968A-0DD6-7F17-9348-6455C86782DC}"/>
              </a:ext>
            </a:extLst>
          </p:cNvPr>
          <p:cNvSpPr/>
          <p:nvPr/>
        </p:nvSpPr>
        <p:spPr>
          <a:xfrm>
            <a:off x="7146751" y="2013789"/>
            <a:ext cx="184890" cy="252392"/>
          </a:xfrm>
          <a:prstGeom prst="ellipse">
            <a:avLst/>
          </a:prstGeom>
          <a:solidFill>
            <a:srgbClr val="C0000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62" name="椭圆 561">
            <a:extLst>
              <a:ext uri="{FF2B5EF4-FFF2-40B4-BE49-F238E27FC236}">
                <a16:creationId xmlns:a16="http://schemas.microsoft.com/office/drawing/2014/main" id="{D5B395B3-F367-1977-830E-F5FA39F5022E}"/>
              </a:ext>
            </a:extLst>
          </p:cNvPr>
          <p:cNvSpPr/>
          <p:nvPr/>
        </p:nvSpPr>
        <p:spPr>
          <a:xfrm>
            <a:off x="7146751" y="3561397"/>
            <a:ext cx="184890" cy="252392"/>
          </a:xfrm>
          <a:prstGeom prst="ellipse">
            <a:avLst/>
          </a:prstGeom>
          <a:solidFill>
            <a:srgbClr val="00B0F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63" name="椭圆 562">
            <a:extLst>
              <a:ext uri="{FF2B5EF4-FFF2-40B4-BE49-F238E27FC236}">
                <a16:creationId xmlns:a16="http://schemas.microsoft.com/office/drawing/2014/main" id="{7A544B26-2EFC-56C9-3445-04DC9E75AAE0}"/>
              </a:ext>
            </a:extLst>
          </p:cNvPr>
          <p:cNvSpPr/>
          <p:nvPr/>
        </p:nvSpPr>
        <p:spPr>
          <a:xfrm>
            <a:off x="7146751" y="2787593"/>
            <a:ext cx="184890" cy="252392"/>
          </a:xfrm>
          <a:prstGeom prst="ellipse">
            <a:avLst/>
          </a:prstGeom>
          <a:solidFill>
            <a:schemeClr val="accent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cxnSp>
        <p:nvCxnSpPr>
          <p:cNvPr id="564" name="直接箭头连接符 563">
            <a:extLst>
              <a:ext uri="{FF2B5EF4-FFF2-40B4-BE49-F238E27FC236}">
                <a16:creationId xmlns:a16="http://schemas.microsoft.com/office/drawing/2014/main" id="{B028D62C-0473-F366-3660-75346756308C}"/>
              </a:ext>
            </a:extLst>
          </p:cNvPr>
          <p:cNvCxnSpPr>
            <a:cxnSpLocks/>
            <a:stCxn id="587" idx="6"/>
            <a:endCxn id="561" idx="2"/>
          </p:cNvCxnSpPr>
          <p:nvPr/>
        </p:nvCxnSpPr>
        <p:spPr>
          <a:xfrm flipV="1">
            <a:off x="6616822" y="2139985"/>
            <a:ext cx="529928" cy="386828"/>
          </a:xfrm>
          <a:prstGeom prst="straightConnector1">
            <a:avLst/>
          </a:prstGeom>
          <a:ln w="1905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565" name="直接箭头连接符 564">
            <a:extLst>
              <a:ext uri="{FF2B5EF4-FFF2-40B4-BE49-F238E27FC236}">
                <a16:creationId xmlns:a16="http://schemas.microsoft.com/office/drawing/2014/main" id="{E468FF02-7DAE-F765-70FE-1F245EAEAA3C}"/>
              </a:ext>
            </a:extLst>
          </p:cNvPr>
          <p:cNvCxnSpPr>
            <a:cxnSpLocks/>
            <a:stCxn id="587" idx="6"/>
            <a:endCxn id="563" idx="2"/>
          </p:cNvCxnSpPr>
          <p:nvPr/>
        </p:nvCxnSpPr>
        <p:spPr>
          <a:xfrm>
            <a:off x="6616822" y="2526814"/>
            <a:ext cx="529928" cy="386975"/>
          </a:xfrm>
          <a:prstGeom prst="straightConnector1">
            <a:avLst/>
          </a:prstGeom>
          <a:ln w="19050">
            <a:solidFill>
              <a:schemeClr val="accent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66" name="直接箭头连接符 565">
            <a:extLst>
              <a:ext uri="{FF2B5EF4-FFF2-40B4-BE49-F238E27FC236}">
                <a16:creationId xmlns:a16="http://schemas.microsoft.com/office/drawing/2014/main" id="{1FDC8C32-D57F-FC3C-69E1-E66731A1E876}"/>
              </a:ext>
            </a:extLst>
          </p:cNvPr>
          <p:cNvCxnSpPr>
            <a:cxnSpLocks/>
            <a:stCxn id="587" idx="6"/>
            <a:endCxn id="562" idx="2"/>
          </p:cNvCxnSpPr>
          <p:nvPr/>
        </p:nvCxnSpPr>
        <p:spPr>
          <a:xfrm>
            <a:off x="6616822" y="2526814"/>
            <a:ext cx="529928" cy="1160779"/>
          </a:xfrm>
          <a:prstGeom prst="straightConnector1">
            <a:avLst/>
          </a:prstGeom>
          <a:ln w="19050">
            <a:solidFill>
              <a:srgbClr val="00B0F0"/>
            </a:solidFill>
            <a:tailEnd type="none"/>
          </a:ln>
        </p:spPr>
        <p:style>
          <a:lnRef idx="1">
            <a:schemeClr val="accent1"/>
          </a:lnRef>
          <a:fillRef idx="0">
            <a:schemeClr val="accent1"/>
          </a:fillRef>
          <a:effectRef idx="0">
            <a:schemeClr val="accent1"/>
          </a:effectRef>
          <a:fontRef idx="minor">
            <a:schemeClr val="tx1"/>
          </a:fontRef>
        </p:style>
      </p:cxnSp>
      <p:cxnSp>
        <p:nvCxnSpPr>
          <p:cNvPr id="567" name="直接箭头连接符 566">
            <a:extLst>
              <a:ext uri="{FF2B5EF4-FFF2-40B4-BE49-F238E27FC236}">
                <a16:creationId xmlns:a16="http://schemas.microsoft.com/office/drawing/2014/main" id="{390C868A-0D33-88DD-74D4-649B39103873}"/>
              </a:ext>
            </a:extLst>
          </p:cNvPr>
          <p:cNvCxnSpPr>
            <a:cxnSpLocks/>
            <a:stCxn id="588" idx="6"/>
            <a:endCxn id="561" idx="2"/>
          </p:cNvCxnSpPr>
          <p:nvPr/>
        </p:nvCxnSpPr>
        <p:spPr>
          <a:xfrm flipV="1">
            <a:off x="6616822" y="2139985"/>
            <a:ext cx="529928" cy="1160779"/>
          </a:xfrm>
          <a:prstGeom prst="straightConnector1">
            <a:avLst/>
          </a:prstGeom>
          <a:ln w="1905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568" name="直接箭头连接符 567">
            <a:extLst>
              <a:ext uri="{FF2B5EF4-FFF2-40B4-BE49-F238E27FC236}">
                <a16:creationId xmlns:a16="http://schemas.microsoft.com/office/drawing/2014/main" id="{9184E912-6B01-9754-AA21-0558ED31F50B}"/>
              </a:ext>
            </a:extLst>
          </p:cNvPr>
          <p:cNvCxnSpPr>
            <a:cxnSpLocks/>
            <a:stCxn id="588" idx="6"/>
            <a:endCxn id="563" idx="2"/>
          </p:cNvCxnSpPr>
          <p:nvPr/>
        </p:nvCxnSpPr>
        <p:spPr>
          <a:xfrm flipV="1">
            <a:off x="6616822" y="2913789"/>
            <a:ext cx="529928" cy="386975"/>
          </a:xfrm>
          <a:prstGeom prst="straightConnector1">
            <a:avLst/>
          </a:prstGeom>
          <a:ln w="19050">
            <a:solidFill>
              <a:schemeClr val="accent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69" name="直接箭头连接符 568">
            <a:extLst>
              <a:ext uri="{FF2B5EF4-FFF2-40B4-BE49-F238E27FC236}">
                <a16:creationId xmlns:a16="http://schemas.microsoft.com/office/drawing/2014/main" id="{06B15900-7914-1253-13E8-16AC8D1F9678}"/>
              </a:ext>
            </a:extLst>
          </p:cNvPr>
          <p:cNvCxnSpPr>
            <a:cxnSpLocks/>
            <a:stCxn id="588" idx="6"/>
            <a:endCxn id="562" idx="2"/>
          </p:cNvCxnSpPr>
          <p:nvPr/>
        </p:nvCxnSpPr>
        <p:spPr>
          <a:xfrm>
            <a:off x="6616822" y="3300764"/>
            <a:ext cx="529928" cy="386828"/>
          </a:xfrm>
          <a:prstGeom prst="straightConnector1">
            <a:avLst/>
          </a:prstGeom>
          <a:ln w="19050">
            <a:solidFill>
              <a:srgbClr val="00B0F0"/>
            </a:solidFill>
            <a:tailEnd type="none"/>
          </a:ln>
        </p:spPr>
        <p:style>
          <a:lnRef idx="1">
            <a:schemeClr val="accent1"/>
          </a:lnRef>
          <a:fillRef idx="0">
            <a:schemeClr val="accent1"/>
          </a:fillRef>
          <a:effectRef idx="0">
            <a:schemeClr val="accent1"/>
          </a:effectRef>
          <a:fontRef idx="minor">
            <a:schemeClr val="tx1"/>
          </a:fontRef>
        </p:style>
      </p:cxnSp>
      <p:cxnSp>
        <p:nvCxnSpPr>
          <p:cNvPr id="570" name="直接箭头连接符 569">
            <a:extLst>
              <a:ext uri="{FF2B5EF4-FFF2-40B4-BE49-F238E27FC236}">
                <a16:creationId xmlns:a16="http://schemas.microsoft.com/office/drawing/2014/main" id="{AC553884-0B56-3FD7-6A3A-BDC8094F90F0}"/>
              </a:ext>
            </a:extLst>
          </p:cNvPr>
          <p:cNvCxnSpPr>
            <a:cxnSpLocks/>
            <a:stCxn id="562" idx="6"/>
            <a:endCxn id="589" idx="2"/>
          </p:cNvCxnSpPr>
          <p:nvPr/>
        </p:nvCxnSpPr>
        <p:spPr>
          <a:xfrm flipV="1">
            <a:off x="7331641" y="2140837"/>
            <a:ext cx="531904" cy="154675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71" name="直接箭头连接符 570">
            <a:extLst>
              <a:ext uri="{FF2B5EF4-FFF2-40B4-BE49-F238E27FC236}">
                <a16:creationId xmlns:a16="http://schemas.microsoft.com/office/drawing/2014/main" id="{978CB691-B206-3915-2444-12C56E73D601}"/>
              </a:ext>
            </a:extLst>
          </p:cNvPr>
          <p:cNvCxnSpPr>
            <a:cxnSpLocks/>
            <a:stCxn id="562" idx="6"/>
            <a:endCxn id="591" idx="2"/>
          </p:cNvCxnSpPr>
          <p:nvPr/>
        </p:nvCxnSpPr>
        <p:spPr>
          <a:xfrm flipV="1">
            <a:off x="7331641" y="3686741"/>
            <a:ext cx="529928" cy="85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72" name="直接箭头连接符 571">
            <a:extLst>
              <a:ext uri="{FF2B5EF4-FFF2-40B4-BE49-F238E27FC236}">
                <a16:creationId xmlns:a16="http://schemas.microsoft.com/office/drawing/2014/main" id="{469ED695-41A0-D0A2-1C9C-EEF171257DD3}"/>
              </a:ext>
            </a:extLst>
          </p:cNvPr>
          <p:cNvCxnSpPr>
            <a:cxnSpLocks/>
            <a:stCxn id="562" idx="6"/>
            <a:endCxn id="590" idx="2"/>
          </p:cNvCxnSpPr>
          <p:nvPr/>
        </p:nvCxnSpPr>
        <p:spPr>
          <a:xfrm flipV="1">
            <a:off x="7331641" y="2921941"/>
            <a:ext cx="529928" cy="76565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73" name="直接连接符 572">
            <a:extLst>
              <a:ext uri="{FF2B5EF4-FFF2-40B4-BE49-F238E27FC236}">
                <a16:creationId xmlns:a16="http://schemas.microsoft.com/office/drawing/2014/main" id="{5ED6CA3C-4344-15DA-C7C9-E5FF7B502EE8}"/>
              </a:ext>
            </a:extLst>
          </p:cNvPr>
          <p:cNvCxnSpPr>
            <a:cxnSpLocks/>
            <a:stCxn id="561" idx="6"/>
            <a:endCxn id="590" idx="2"/>
          </p:cNvCxnSpPr>
          <p:nvPr/>
        </p:nvCxnSpPr>
        <p:spPr>
          <a:xfrm>
            <a:off x="7331641" y="2139985"/>
            <a:ext cx="529928" cy="78195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74" name="直接箭头连接符 573">
            <a:extLst>
              <a:ext uri="{FF2B5EF4-FFF2-40B4-BE49-F238E27FC236}">
                <a16:creationId xmlns:a16="http://schemas.microsoft.com/office/drawing/2014/main" id="{40368328-2052-A223-2469-91FEBC267917}"/>
              </a:ext>
            </a:extLst>
          </p:cNvPr>
          <p:cNvCxnSpPr>
            <a:cxnSpLocks/>
            <a:stCxn id="561" idx="6"/>
            <a:endCxn id="589" idx="2"/>
          </p:cNvCxnSpPr>
          <p:nvPr/>
        </p:nvCxnSpPr>
        <p:spPr>
          <a:xfrm>
            <a:off x="7331641" y="2139985"/>
            <a:ext cx="531904" cy="85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75" name="直接箭头连接符 574">
            <a:extLst>
              <a:ext uri="{FF2B5EF4-FFF2-40B4-BE49-F238E27FC236}">
                <a16:creationId xmlns:a16="http://schemas.microsoft.com/office/drawing/2014/main" id="{DCA88736-64B4-8A50-BAD3-D4FF208D87AC}"/>
              </a:ext>
            </a:extLst>
          </p:cNvPr>
          <p:cNvCxnSpPr>
            <a:cxnSpLocks/>
            <a:stCxn id="561" idx="6"/>
            <a:endCxn id="591" idx="2"/>
          </p:cNvCxnSpPr>
          <p:nvPr/>
        </p:nvCxnSpPr>
        <p:spPr>
          <a:xfrm>
            <a:off x="7331641" y="2139985"/>
            <a:ext cx="529928" cy="154675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76" name="直接箭头连接符 575">
            <a:extLst>
              <a:ext uri="{FF2B5EF4-FFF2-40B4-BE49-F238E27FC236}">
                <a16:creationId xmlns:a16="http://schemas.microsoft.com/office/drawing/2014/main" id="{5E1FB814-DF42-D5FD-6B7C-460BA7BDDE32}"/>
              </a:ext>
            </a:extLst>
          </p:cNvPr>
          <p:cNvCxnSpPr>
            <a:cxnSpLocks/>
            <a:stCxn id="563" idx="6"/>
            <a:endCxn id="589" idx="2"/>
          </p:cNvCxnSpPr>
          <p:nvPr/>
        </p:nvCxnSpPr>
        <p:spPr>
          <a:xfrm flipV="1">
            <a:off x="7331641" y="2140837"/>
            <a:ext cx="531904" cy="77295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77" name="直接箭头连接符 576">
            <a:extLst>
              <a:ext uri="{FF2B5EF4-FFF2-40B4-BE49-F238E27FC236}">
                <a16:creationId xmlns:a16="http://schemas.microsoft.com/office/drawing/2014/main" id="{49524C63-8222-6B4F-D35E-344751DACC40}"/>
              </a:ext>
            </a:extLst>
          </p:cNvPr>
          <p:cNvCxnSpPr>
            <a:cxnSpLocks/>
            <a:stCxn id="563" idx="6"/>
            <a:endCxn id="591" idx="2"/>
          </p:cNvCxnSpPr>
          <p:nvPr/>
        </p:nvCxnSpPr>
        <p:spPr>
          <a:xfrm>
            <a:off x="7331641" y="2913789"/>
            <a:ext cx="529928" cy="77295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78" name="直接箭头连接符 577">
            <a:extLst>
              <a:ext uri="{FF2B5EF4-FFF2-40B4-BE49-F238E27FC236}">
                <a16:creationId xmlns:a16="http://schemas.microsoft.com/office/drawing/2014/main" id="{868D4544-23A8-0182-B003-87DAFDE7EBDC}"/>
              </a:ext>
            </a:extLst>
          </p:cNvPr>
          <p:cNvCxnSpPr>
            <a:cxnSpLocks/>
            <a:stCxn id="563" idx="6"/>
            <a:endCxn id="590" idx="2"/>
          </p:cNvCxnSpPr>
          <p:nvPr/>
        </p:nvCxnSpPr>
        <p:spPr>
          <a:xfrm>
            <a:off x="7331641" y="2913789"/>
            <a:ext cx="529928" cy="815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79" name="直接箭头连接符 578">
            <a:extLst>
              <a:ext uri="{FF2B5EF4-FFF2-40B4-BE49-F238E27FC236}">
                <a16:creationId xmlns:a16="http://schemas.microsoft.com/office/drawing/2014/main" id="{56EB93B6-F9B2-8F8E-DAD0-2D5F1B663F1C}"/>
              </a:ext>
            </a:extLst>
          </p:cNvPr>
          <p:cNvCxnSpPr>
            <a:cxnSpLocks/>
            <a:stCxn id="589" idx="6"/>
            <a:endCxn id="586" idx="2"/>
          </p:cNvCxnSpPr>
          <p:nvPr/>
        </p:nvCxnSpPr>
        <p:spPr>
          <a:xfrm>
            <a:off x="8048435" y="2140837"/>
            <a:ext cx="538607" cy="38597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80" name="直接箭头连接符 579">
            <a:extLst>
              <a:ext uri="{FF2B5EF4-FFF2-40B4-BE49-F238E27FC236}">
                <a16:creationId xmlns:a16="http://schemas.microsoft.com/office/drawing/2014/main" id="{E6C4E018-515E-59BF-DD4F-780802D21008}"/>
              </a:ext>
            </a:extLst>
          </p:cNvPr>
          <p:cNvCxnSpPr>
            <a:cxnSpLocks/>
            <a:stCxn id="589" idx="6"/>
            <a:endCxn id="585" idx="2"/>
          </p:cNvCxnSpPr>
          <p:nvPr/>
        </p:nvCxnSpPr>
        <p:spPr>
          <a:xfrm>
            <a:off x="8048435" y="2140837"/>
            <a:ext cx="529928" cy="115992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81" name="直接箭头连接符 580">
            <a:extLst>
              <a:ext uri="{FF2B5EF4-FFF2-40B4-BE49-F238E27FC236}">
                <a16:creationId xmlns:a16="http://schemas.microsoft.com/office/drawing/2014/main" id="{CB70A5E8-768E-6A1C-F406-BD439E49E081}"/>
              </a:ext>
            </a:extLst>
          </p:cNvPr>
          <p:cNvCxnSpPr>
            <a:cxnSpLocks/>
            <a:stCxn id="590" idx="6"/>
            <a:endCxn id="586" idx="2"/>
          </p:cNvCxnSpPr>
          <p:nvPr/>
        </p:nvCxnSpPr>
        <p:spPr>
          <a:xfrm flipV="1">
            <a:off x="8046459" y="2526814"/>
            <a:ext cx="540583" cy="39512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82" name="直接箭头连接符 581">
            <a:extLst>
              <a:ext uri="{FF2B5EF4-FFF2-40B4-BE49-F238E27FC236}">
                <a16:creationId xmlns:a16="http://schemas.microsoft.com/office/drawing/2014/main" id="{3222F679-1624-13DA-CFBE-316E1C12B89D}"/>
              </a:ext>
            </a:extLst>
          </p:cNvPr>
          <p:cNvCxnSpPr>
            <a:cxnSpLocks/>
            <a:stCxn id="590" idx="6"/>
            <a:endCxn id="585" idx="2"/>
          </p:cNvCxnSpPr>
          <p:nvPr/>
        </p:nvCxnSpPr>
        <p:spPr>
          <a:xfrm>
            <a:off x="8046459" y="2921941"/>
            <a:ext cx="531904" cy="378824"/>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83" name="直接箭头连接符 582">
            <a:extLst>
              <a:ext uri="{FF2B5EF4-FFF2-40B4-BE49-F238E27FC236}">
                <a16:creationId xmlns:a16="http://schemas.microsoft.com/office/drawing/2014/main" id="{D5731173-85DB-C222-DE75-46CFC9D3BDB6}"/>
              </a:ext>
            </a:extLst>
          </p:cNvPr>
          <p:cNvCxnSpPr>
            <a:cxnSpLocks/>
            <a:stCxn id="591" idx="6"/>
            <a:endCxn id="586" idx="2"/>
          </p:cNvCxnSpPr>
          <p:nvPr/>
        </p:nvCxnSpPr>
        <p:spPr>
          <a:xfrm flipV="1">
            <a:off x="8046459" y="2526814"/>
            <a:ext cx="540583" cy="115992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84" name="直接箭头连接符 583">
            <a:extLst>
              <a:ext uri="{FF2B5EF4-FFF2-40B4-BE49-F238E27FC236}">
                <a16:creationId xmlns:a16="http://schemas.microsoft.com/office/drawing/2014/main" id="{48A6FD88-5207-A4B9-71D0-09FF26DFFB3B}"/>
              </a:ext>
            </a:extLst>
          </p:cNvPr>
          <p:cNvCxnSpPr>
            <a:cxnSpLocks/>
            <a:stCxn id="591" idx="6"/>
            <a:endCxn id="585" idx="2"/>
          </p:cNvCxnSpPr>
          <p:nvPr/>
        </p:nvCxnSpPr>
        <p:spPr>
          <a:xfrm flipV="1">
            <a:off x="8046459" y="3300764"/>
            <a:ext cx="531904" cy="38597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3" name="标题 4">
            <a:extLst>
              <a:ext uri="{FF2B5EF4-FFF2-40B4-BE49-F238E27FC236}">
                <a16:creationId xmlns:a16="http://schemas.microsoft.com/office/drawing/2014/main" id="{9436878A-C9CA-2FAE-74B5-A11616112B9E}"/>
              </a:ext>
            </a:extLst>
          </p:cNvPr>
          <p:cNvSpPr txBox="1"/>
          <p:nvPr/>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3</a:t>
            </a:r>
            <a:r>
              <a:rPr kumimoji="0" lang="en-US" altLang="zh-CN"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a:t>
            </a:r>
            <a:r>
              <a:rPr lang="zh-CN" altLang="en-US" sz="2800" dirty="0">
                <a:solidFill>
                  <a:srgbClr val="000000">
                    <a:lumMod val="75000"/>
                    <a:lumOff val="25000"/>
                  </a:srgbClr>
                </a:solidFill>
              </a:rPr>
              <a:t>权重对齐</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554" name="椭圆 553">
            <a:extLst>
              <a:ext uri="{FF2B5EF4-FFF2-40B4-BE49-F238E27FC236}">
                <a16:creationId xmlns:a16="http://schemas.microsoft.com/office/drawing/2014/main" id="{0CA663CA-FC79-9896-E1C2-E63DDBD28DE3}"/>
              </a:ext>
            </a:extLst>
          </p:cNvPr>
          <p:cNvSpPr/>
          <p:nvPr/>
        </p:nvSpPr>
        <p:spPr>
          <a:xfrm>
            <a:off x="10832238" y="2014215"/>
            <a:ext cx="184890" cy="252392"/>
          </a:xfrm>
          <a:prstGeom prst="ellipse">
            <a:avLst/>
          </a:prstGeom>
          <a:solidFill>
            <a:srgbClr val="1AE43C"/>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55" name="椭圆 554">
            <a:extLst>
              <a:ext uri="{FF2B5EF4-FFF2-40B4-BE49-F238E27FC236}">
                <a16:creationId xmlns:a16="http://schemas.microsoft.com/office/drawing/2014/main" id="{4437306C-413C-64A3-9036-89006358D25A}"/>
              </a:ext>
            </a:extLst>
          </p:cNvPr>
          <p:cNvSpPr/>
          <p:nvPr/>
        </p:nvSpPr>
        <p:spPr>
          <a:xfrm>
            <a:off x="10830262" y="2795319"/>
            <a:ext cx="184890" cy="252392"/>
          </a:xfrm>
          <a:prstGeom prst="ellipse">
            <a:avLst/>
          </a:prstGeom>
          <a:solidFill>
            <a:srgbClr val="F84AEC"/>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56" name="椭圆 555">
            <a:extLst>
              <a:ext uri="{FF2B5EF4-FFF2-40B4-BE49-F238E27FC236}">
                <a16:creationId xmlns:a16="http://schemas.microsoft.com/office/drawing/2014/main" id="{AF2C5100-59C2-1F76-EDA4-6352883C56A0}"/>
              </a:ext>
            </a:extLst>
          </p:cNvPr>
          <p:cNvSpPr/>
          <p:nvPr/>
        </p:nvSpPr>
        <p:spPr>
          <a:xfrm>
            <a:off x="10830262" y="3560119"/>
            <a:ext cx="184890" cy="252392"/>
          </a:xfrm>
          <a:prstGeom prst="ellipse">
            <a:avLst/>
          </a:prstGeom>
          <a:solidFill>
            <a:srgbClr val="FFC00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52" name="椭圆 551">
            <a:extLst>
              <a:ext uri="{FF2B5EF4-FFF2-40B4-BE49-F238E27FC236}">
                <a16:creationId xmlns:a16="http://schemas.microsoft.com/office/drawing/2014/main" id="{F5AC8A71-0F18-55B0-93DA-D94BE41BED82}"/>
              </a:ext>
            </a:extLst>
          </p:cNvPr>
          <p:cNvSpPr/>
          <p:nvPr/>
        </p:nvSpPr>
        <p:spPr>
          <a:xfrm>
            <a:off x="9400625" y="2400191"/>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53" name="椭圆 552">
            <a:extLst>
              <a:ext uri="{FF2B5EF4-FFF2-40B4-BE49-F238E27FC236}">
                <a16:creationId xmlns:a16="http://schemas.microsoft.com/office/drawing/2014/main" id="{C5CA4866-B181-B7E9-8000-EB79DD83403F}"/>
              </a:ext>
            </a:extLst>
          </p:cNvPr>
          <p:cNvSpPr/>
          <p:nvPr/>
        </p:nvSpPr>
        <p:spPr>
          <a:xfrm>
            <a:off x="9400625" y="3174142"/>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50" name="椭圆 549">
            <a:extLst>
              <a:ext uri="{FF2B5EF4-FFF2-40B4-BE49-F238E27FC236}">
                <a16:creationId xmlns:a16="http://schemas.microsoft.com/office/drawing/2014/main" id="{0F40E5EA-9E62-6380-9EE0-1703BED56F04}"/>
              </a:ext>
            </a:extLst>
          </p:cNvPr>
          <p:cNvSpPr/>
          <p:nvPr/>
        </p:nvSpPr>
        <p:spPr>
          <a:xfrm>
            <a:off x="11547057" y="3174142"/>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51" name="椭圆 550">
            <a:extLst>
              <a:ext uri="{FF2B5EF4-FFF2-40B4-BE49-F238E27FC236}">
                <a16:creationId xmlns:a16="http://schemas.microsoft.com/office/drawing/2014/main" id="{932BC522-808E-2EB6-978F-33A955EE5057}"/>
              </a:ext>
            </a:extLst>
          </p:cNvPr>
          <p:cNvSpPr/>
          <p:nvPr/>
        </p:nvSpPr>
        <p:spPr>
          <a:xfrm>
            <a:off x="11555735" y="2400191"/>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26" name="椭圆 525">
            <a:extLst>
              <a:ext uri="{FF2B5EF4-FFF2-40B4-BE49-F238E27FC236}">
                <a16:creationId xmlns:a16="http://schemas.microsoft.com/office/drawing/2014/main" id="{B07D4960-B7B8-6F64-B7C1-4BF4FD8BFB11}"/>
              </a:ext>
            </a:extLst>
          </p:cNvPr>
          <p:cNvSpPr/>
          <p:nvPr/>
        </p:nvSpPr>
        <p:spPr>
          <a:xfrm>
            <a:off x="10115444" y="2013363"/>
            <a:ext cx="184890" cy="252392"/>
          </a:xfrm>
          <a:prstGeom prst="ellipse">
            <a:avLst/>
          </a:prstGeom>
          <a:solidFill>
            <a:schemeClr val="accent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27" name="椭圆 526">
            <a:extLst>
              <a:ext uri="{FF2B5EF4-FFF2-40B4-BE49-F238E27FC236}">
                <a16:creationId xmlns:a16="http://schemas.microsoft.com/office/drawing/2014/main" id="{6A93434F-4E22-98B4-6440-E96B318CD41E}"/>
              </a:ext>
            </a:extLst>
          </p:cNvPr>
          <p:cNvSpPr/>
          <p:nvPr/>
        </p:nvSpPr>
        <p:spPr>
          <a:xfrm>
            <a:off x="10115444" y="3560971"/>
            <a:ext cx="184890" cy="252392"/>
          </a:xfrm>
          <a:prstGeom prst="ellipse">
            <a:avLst/>
          </a:prstGeom>
          <a:solidFill>
            <a:srgbClr val="C0000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28" name="椭圆 527">
            <a:extLst>
              <a:ext uri="{FF2B5EF4-FFF2-40B4-BE49-F238E27FC236}">
                <a16:creationId xmlns:a16="http://schemas.microsoft.com/office/drawing/2014/main" id="{8C49DEBB-4953-D140-9DE8-5E2C62692B20}"/>
              </a:ext>
            </a:extLst>
          </p:cNvPr>
          <p:cNvSpPr/>
          <p:nvPr/>
        </p:nvSpPr>
        <p:spPr>
          <a:xfrm>
            <a:off x="10115444" y="2787167"/>
            <a:ext cx="184890" cy="252392"/>
          </a:xfrm>
          <a:prstGeom prst="ellipse">
            <a:avLst/>
          </a:prstGeom>
          <a:solidFill>
            <a:srgbClr val="00B0F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cxnSp>
        <p:nvCxnSpPr>
          <p:cNvPr id="529" name="直接箭头连接符 528">
            <a:extLst>
              <a:ext uri="{FF2B5EF4-FFF2-40B4-BE49-F238E27FC236}">
                <a16:creationId xmlns:a16="http://schemas.microsoft.com/office/drawing/2014/main" id="{D40519FC-CD76-0CEF-DA6C-1B4C4A5C669A}"/>
              </a:ext>
            </a:extLst>
          </p:cNvPr>
          <p:cNvCxnSpPr>
            <a:cxnSpLocks/>
            <a:stCxn id="552" idx="6"/>
            <a:endCxn id="526" idx="2"/>
          </p:cNvCxnSpPr>
          <p:nvPr/>
        </p:nvCxnSpPr>
        <p:spPr>
          <a:xfrm flipV="1">
            <a:off x="9585515" y="2139559"/>
            <a:ext cx="529928" cy="386828"/>
          </a:xfrm>
          <a:prstGeom prst="straightConnector1">
            <a:avLst/>
          </a:prstGeom>
          <a:ln w="1905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530" name="直接箭头连接符 529">
            <a:extLst>
              <a:ext uri="{FF2B5EF4-FFF2-40B4-BE49-F238E27FC236}">
                <a16:creationId xmlns:a16="http://schemas.microsoft.com/office/drawing/2014/main" id="{D68C6F28-536D-EED6-E5B5-4BAD3A77AE60}"/>
              </a:ext>
            </a:extLst>
          </p:cNvPr>
          <p:cNvCxnSpPr>
            <a:cxnSpLocks/>
            <a:stCxn id="552" idx="6"/>
            <a:endCxn id="528" idx="2"/>
          </p:cNvCxnSpPr>
          <p:nvPr/>
        </p:nvCxnSpPr>
        <p:spPr>
          <a:xfrm>
            <a:off x="9585515" y="2526388"/>
            <a:ext cx="529928" cy="386975"/>
          </a:xfrm>
          <a:prstGeom prst="straightConnector1">
            <a:avLst/>
          </a:prstGeom>
          <a:ln w="19050">
            <a:solidFill>
              <a:srgbClr val="00B0F0"/>
            </a:solidFill>
            <a:tailEnd type="none"/>
          </a:ln>
        </p:spPr>
        <p:style>
          <a:lnRef idx="1">
            <a:schemeClr val="accent1"/>
          </a:lnRef>
          <a:fillRef idx="0">
            <a:schemeClr val="accent1"/>
          </a:fillRef>
          <a:effectRef idx="0">
            <a:schemeClr val="accent1"/>
          </a:effectRef>
          <a:fontRef idx="minor">
            <a:schemeClr val="tx1"/>
          </a:fontRef>
        </p:style>
      </p:cxnSp>
      <p:cxnSp>
        <p:nvCxnSpPr>
          <p:cNvPr id="531" name="直接箭头连接符 530">
            <a:extLst>
              <a:ext uri="{FF2B5EF4-FFF2-40B4-BE49-F238E27FC236}">
                <a16:creationId xmlns:a16="http://schemas.microsoft.com/office/drawing/2014/main" id="{38C42B11-E624-85EB-3110-5928EA0C3892}"/>
              </a:ext>
            </a:extLst>
          </p:cNvPr>
          <p:cNvCxnSpPr>
            <a:cxnSpLocks/>
            <a:stCxn id="552" idx="6"/>
            <a:endCxn id="527" idx="2"/>
          </p:cNvCxnSpPr>
          <p:nvPr/>
        </p:nvCxnSpPr>
        <p:spPr>
          <a:xfrm>
            <a:off x="9585515" y="2526388"/>
            <a:ext cx="529928" cy="1160779"/>
          </a:xfrm>
          <a:prstGeom prst="straightConnector1">
            <a:avLst/>
          </a:prstGeom>
          <a:ln w="1905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532" name="直接箭头连接符 531">
            <a:extLst>
              <a:ext uri="{FF2B5EF4-FFF2-40B4-BE49-F238E27FC236}">
                <a16:creationId xmlns:a16="http://schemas.microsoft.com/office/drawing/2014/main" id="{9A94FB74-849C-640B-6C45-39D4D68533AC}"/>
              </a:ext>
            </a:extLst>
          </p:cNvPr>
          <p:cNvCxnSpPr>
            <a:cxnSpLocks/>
            <a:stCxn id="553" idx="6"/>
            <a:endCxn id="526" idx="2"/>
          </p:cNvCxnSpPr>
          <p:nvPr/>
        </p:nvCxnSpPr>
        <p:spPr>
          <a:xfrm flipV="1">
            <a:off x="9585515" y="2139559"/>
            <a:ext cx="529928" cy="1160779"/>
          </a:xfrm>
          <a:prstGeom prst="straightConnector1">
            <a:avLst/>
          </a:prstGeom>
          <a:ln w="1905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533" name="直接箭头连接符 532">
            <a:extLst>
              <a:ext uri="{FF2B5EF4-FFF2-40B4-BE49-F238E27FC236}">
                <a16:creationId xmlns:a16="http://schemas.microsoft.com/office/drawing/2014/main" id="{5982171F-FAFC-D5BD-58D0-4F2D1E858CCD}"/>
              </a:ext>
            </a:extLst>
          </p:cNvPr>
          <p:cNvCxnSpPr>
            <a:cxnSpLocks/>
            <a:stCxn id="553" idx="6"/>
            <a:endCxn id="528" idx="2"/>
          </p:cNvCxnSpPr>
          <p:nvPr/>
        </p:nvCxnSpPr>
        <p:spPr>
          <a:xfrm flipV="1">
            <a:off x="9585515" y="2913363"/>
            <a:ext cx="529928" cy="386975"/>
          </a:xfrm>
          <a:prstGeom prst="straightConnector1">
            <a:avLst/>
          </a:prstGeom>
          <a:ln w="19050">
            <a:solidFill>
              <a:srgbClr val="00B0F0"/>
            </a:solidFill>
            <a:tailEnd type="none"/>
          </a:ln>
        </p:spPr>
        <p:style>
          <a:lnRef idx="1">
            <a:schemeClr val="accent1"/>
          </a:lnRef>
          <a:fillRef idx="0">
            <a:schemeClr val="accent1"/>
          </a:fillRef>
          <a:effectRef idx="0">
            <a:schemeClr val="accent1"/>
          </a:effectRef>
          <a:fontRef idx="minor">
            <a:schemeClr val="tx1"/>
          </a:fontRef>
        </p:style>
      </p:cxnSp>
      <p:cxnSp>
        <p:nvCxnSpPr>
          <p:cNvPr id="534" name="直接箭头连接符 533">
            <a:extLst>
              <a:ext uri="{FF2B5EF4-FFF2-40B4-BE49-F238E27FC236}">
                <a16:creationId xmlns:a16="http://schemas.microsoft.com/office/drawing/2014/main" id="{2359F476-0B7F-91E8-FC6F-6232ECFEC1D5}"/>
              </a:ext>
            </a:extLst>
          </p:cNvPr>
          <p:cNvCxnSpPr>
            <a:cxnSpLocks/>
            <a:stCxn id="553" idx="6"/>
            <a:endCxn id="527" idx="2"/>
          </p:cNvCxnSpPr>
          <p:nvPr/>
        </p:nvCxnSpPr>
        <p:spPr>
          <a:xfrm>
            <a:off x="9585515" y="3300338"/>
            <a:ext cx="529928" cy="386828"/>
          </a:xfrm>
          <a:prstGeom prst="straightConnector1">
            <a:avLst/>
          </a:prstGeom>
          <a:ln w="1905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535" name="直接箭头连接符 534">
            <a:extLst>
              <a:ext uri="{FF2B5EF4-FFF2-40B4-BE49-F238E27FC236}">
                <a16:creationId xmlns:a16="http://schemas.microsoft.com/office/drawing/2014/main" id="{E453D286-3F8E-0F64-AEC6-2FD0D75C8281}"/>
              </a:ext>
            </a:extLst>
          </p:cNvPr>
          <p:cNvCxnSpPr>
            <a:cxnSpLocks/>
            <a:stCxn id="526" idx="6"/>
            <a:endCxn id="554" idx="2"/>
          </p:cNvCxnSpPr>
          <p:nvPr/>
        </p:nvCxnSpPr>
        <p:spPr>
          <a:xfrm>
            <a:off x="10300334" y="2139559"/>
            <a:ext cx="531904" cy="85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36" name="直接箭头连接符 535">
            <a:extLst>
              <a:ext uri="{FF2B5EF4-FFF2-40B4-BE49-F238E27FC236}">
                <a16:creationId xmlns:a16="http://schemas.microsoft.com/office/drawing/2014/main" id="{25C5E8F3-CF9B-2864-B211-C5C67F4459B2}"/>
              </a:ext>
            </a:extLst>
          </p:cNvPr>
          <p:cNvCxnSpPr>
            <a:cxnSpLocks/>
            <a:stCxn id="526" idx="6"/>
            <a:endCxn id="556" idx="2"/>
          </p:cNvCxnSpPr>
          <p:nvPr/>
        </p:nvCxnSpPr>
        <p:spPr>
          <a:xfrm>
            <a:off x="10300334" y="2139559"/>
            <a:ext cx="529928" cy="154675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37" name="直接箭头连接符 536">
            <a:extLst>
              <a:ext uri="{FF2B5EF4-FFF2-40B4-BE49-F238E27FC236}">
                <a16:creationId xmlns:a16="http://schemas.microsoft.com/office/drawing/2014/main" id="{6960048A-514C-C198-52A6-027D19D09C97}"/>
              </a:ext>
            </a:extLst>
          </p:cNvPr>
          <p:cNvCxnSpPr>
            <a:cxnSpLocks/>
            <a:stCxn id="526" idx="6"/>
            <a:endCxn id="555" idx="2"/>
          </p:cNvCxnSpPr>
          <p:nvPr/>
        </p:nvCxnSpPr>
        <p:spPr>
          <a:xfrm>
            <a:off x="10300334" y="2139559"/>
            <a:ext cx="529928" cy="78195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38" name="直接连接符 537">
            <a:extLst>
              <a:ext uri="{FF2B5EF4-FFF2-40B4-BE49-F238E27FC236}">
                <a16:creationId xmlns:a16="http://schemas.microsoft.com/office/drawing/2014/main" id="{E264103E-A045-3620-BAA8-B8DDDC067191}"/>
              </a:ext>
            </a:extLst>
          </p:cNvPr>
          <p:cNvCxnSpPr>
            <a:cxnSpLocks/>
            <a:stCxn id="528" idx="6"/>
            <a:endCxn id="555" idx="2"/>
          </p:cNvCxnSpPr>
          <p:nvPr/>
        </p:nvCxnSpPr>
        <p:spPr>
          <a:xfrm>
            <a:off x="10300334" y="2913363"/>
            <a:ext cx="529928" cy="815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39" name="直接箭头连接符 538">
            <a:extLst>
              <a:ext uri="{FF2B5EF4-FFF2-40B4-BE49-F238E27FC236}">
                <a16:creationId xmlns:a16="http://schemas.microsoft.com/office/drawing/2014/main" id="{7EB6A9F5-9E2D-BA31-98B4-2CF9EEC272E6}"/>
              </a:ext>
            </a:extLst>
          </p:cNvPr>
          <p:cNvCxnSpPr>
            <a:cxnSpLocks/>
            <a:stCxn id="528" idx="6"/>
            <a:endCxn id="554" idx="2"/>
          </p:cNvCxnSpPr>
          <p:nvPr/>
        </p:nvCxnSpPr>
        <p:spPr>
          <a:xfrm flipV="1">
            <a:off x="10300334" y="2140411"/>
            <a:ext cx="531904" cy="77295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0" name="直接箭头连接符 539">
            <a:extLst>
              <a:ext uri="{FF2B5EF4-FFF2-40B4-BE49-F238E27FC236}">
                <a16:creationId xmlns:a16="http://schemas.microsoft.com/office/drawing/2014/main" id="{77F2AEC6-10AC-9A62-9E3A-65C8B9397709}"/>
              </a:ext>
            </a:extLst>
          </p:cNvPr>
          <p:cNvCxnSpPr>
            <a:cxnSpLocks/>
            <a:stCxn id="528" idx="6"/>
            <a:endCxn id="556" idx="2"/>
          </p:cNvCxnSpPr>
          <p:nvPr/>
        </p:nvCxnSpPr>
        <p:spPr>
          <a:xfrm>
            <a:off x="10300334" y="2913363"/>
            <a:ext cx="529928" cy="77295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1" name="直接箭头连接符 540">
            <a:extLst>
              <a:ext uri="{FF2B5EF4-FFF2-40B4-BE49-F238E27FC236}">
                <a16:creationId xmlns:a16="http://schemas.microsoft.com/office/drawing/2014/main" id="{B52F1B13-819E-8100-E2B0-4F30DC5525B0}"/>
              </a:ext>
            </a:extLst>
          </p:cNvPr>
          <p:cNvCxnSpPr>
            <a:cxnSpLocks/>
            <a:stCxn id="527" idx="6"/>
            <a:endCxn id="554" idx="2"/>
          </p:cNvCxnSpPr>
          <p:nvPr/>
        </p:nvCxnSpPr>
        <p:spPr>
          <a:xfrm flipV="1">
            <a:off x="10300334" y="2140411"/>
            <a:ext cx="531904" cy="154675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2" name="直接箭头连接符 541">
            <a:extLst>
              <a:ext uri="{FF2B5EF4-FFF2-40B4-BE49-F238E27FC236}">
                <a16:creationId xmlns:a16="http://schemas.microsoft.com/office/drawing/2014/main" id="{0F0CEA25-09E8-2ABC-9197-5499AFE51924}"/>
              </a:ext>
            </a:extLst>
          </p:cNvPr>
          <p:cNvCxnSpPr>
            <a:cxnSpLocks/>
            <a:stCxn id="527" idx="6"/>
            <a:endCxn id="556" idx="2"/>
          </p:cNvCxnSpPr>
          <p:nvPr/>
        </p:nvCxnSpPr>
        <p:spPr>
          <a:xfrm flipV="1">
            <a:off x="10300334" y="3686315"/>
            <a:ext cx="529928" cy="85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3" name="直接箭头连接符 542">
            <a:extLst>
              <a:ext uri="{FF2B5EF4-FFF2-40B4-BE49-F238E27FC236}">
                <a16:creationId xmlns:a16="http://schemas.microsoft.com/office/drawing/2014/main" id="{4AACDCB1-C267-2B51-5625-6D3366C8F326}"/>
              </a:ext>
            </a:extLst>
          </p:cNvPr>
          <p:cNvCxnSpPr>
            <a:cxnSpLocks/>
            <a:stCxn id="527" idx="6"/>
            <a:endCxn id="555" idx="2"/>
          </p:cNvCxnSpPr>
          <p:nvPr/>
        </p:nvCxnSpPr>
        <p:spPr>
          <a:xfrm flipV="1">
            <a:off x="10300334" y="2921515"/>
            <a:ext cx="529928" cy="76565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4" name="直接箭头连接符 543">
            <a:extLst>
              <a:ext uri="{FF2B5EF4-FFF2-40B4-BE49-F238E27FC236}">
                <a16:creationId xmlns:a16="http://schemas.microsoft.com/office/drawing/2014/main" id="{C8A5D7D3-971B-F62C-B10A-3FC74F1D79FD}"/>
              </a:ext>
            </a:extLst>
          </p:cNvPr>
          <p:cNvCxnSpPr>
            <a:cxnSpLocks/>
            <a:stCxn id="554" idx="6"/>
            <a:endCxn id="551" idx="2"/>
          </p:cNvCxnSpPr>
          <p:nvPr/>
        </p:nvCxnSpPr>
        <p:spPr>
          <a:xfrm>
            <a:off x="11017128" y="2140411"/>
            <a:ext cx="538607" cy="38597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5" name="直接箭头连接符 544">
            <a:extLst>
              <a:ext uri="{FF2B5EF4-FFF2-40B4-BE49-F238E27FC236}">
                <a16:creationId xmlns:a16="http://schemas.microsoft.com/office/drawing/2014/main" id="{F1946EF4-7514-7961-E0E5-BFC19C8F4A37}"/>
              </a:ext>
            </a:extLst>
          </p:cNvPr>
          <p:cNvCxnSpPr>
            <a:cxnSpLocks/>
            <a:stCxn id="554" idx="6"/>
            <a:endCxn id="550" idx="2"/>
          </p:cNvCxnSpPr>
          <p:nvPr/>
        </p:nvCxnSpPr>
        <p:spPr>
          <a:xfrm>
            <a:off x="11017128" y="2140411"/>
            <a:ext cx="529928" cy="115992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6" name="直接箭头连接符 545">
            <a:extLst>
              <a:ext uri="{FF2B5EF4-FFF2-40B4-BE49-F238E27FC236}">
                <a16:creationId xmlns:a16="http://schemas.microsoft.com/office/drawing/2014/main" id="{380811AF-36F7-F141-7249-0228A3E89850}"/>
              </a:ext>
            </a:extLst>
          </p:cNvPr>
          <p:cNvCxnSpPr>
            <a:cxnSpLocks/>
            <a:stCxn id="555" idx="6"/>
            <a:endCxn id="551" idx="2"/>
          </p:cNvCxnSpPr>
          <p:nvPr/>
        </p:nvCxnSpPr>
        <p:spPr>
          <a:xfrm flipV="1">
            <a:off x="11015152" y="2526388"/>
            <a:ext cx="540583" cy="39512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7" name="直接箭头连接符 546">
            <a:extLst>
              <a:ext uri="{FF2B5EF4-FFF2-40B4-BE49-F238E27FC236}">
                <a16:creationId xmlns:a16="http://schemas.microsoft.com/office/drawing/2014/main" id="{8DCB0388-FD4C-13F9-665B-146C847B9AD7}"/>
              </a:ext>
            </a:extLst>
          </p:cNvPr>
          <p:cNvCxnSpPr>
            <a:cxnSpLocks/>
            <a:stCxn id="555" idx="6"/>
            <a:endCxn id="550" idx="2"/>
          </p:cNvCxnSpPr>
          <p:nvPr/>
        </p:nvCxnSpPr>
        <p:spPr>
          <a:xfrm>
            <a:off x="11015152" y="2921515"/>
            <a:ext cx="531904" cy="378824"/>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8" name="直接箭头连接符 547">
            <a:extLst>
              <a:ext uri="{FF2B5EF4-FFF2-40B4-BE49-F238E27FC236}">
                <a16:creationId xmlns:a16="http://schemas.microsoft.com/office/drawing/2014/main" id="{4590500B-E591-51A7-4BB4-F5C1ADE7EFD4}"/>
              </a:ext>
            </a:extLst>
          </p:cNvPr>
          <p:cNvCxnSpPr>
            <a:cxnSpLocks/>
            <a:stCxn id="556" idx="6"/>
            <a:endCxn id="551" idx="2"/>
          </p:cNvCxnSpPr>
          <p:nvPr/>
        </p:nvCxnSpPr>
        <p:spPr>
          <a:xfrm flipV="1">
            <a:off x="11015152" y="2526388"/>
            <a:ext cx="540583" cy="115992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9" name="直接箭头连接符 548">
            <a:extLst>
              <a:ext uri="{FF2B5EF4-FFF2-40B4-BE49-F238E27FC236}">
                <a16:creationId xmlns:a16="http://schemas.microsoft.com/office/drawing/2014/main" id="{3C00C8F4-4CEC-C39E-04E7-1E5EE1122FAB}"/>
              </a:ext>
            </a:extLst>
          </p:cNvPr>
          <p:cNvCxnSpPr>
            <a:cxnSpLocks/>
            <a:stCxn id="556" idx="6"/>
            <a:endCxn id="550" idx="2"/>
          </p:cNvCxnSpPr>
          <p:nvPr/>
        </p:nvCxnSpPr>
        <p:spPr>
          <a:xfrm flipV="1">
            <a:off x="11015152" y="3300338"/>
            <a:ext cx="531904" cy="38597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801" name="文本框 800">
            <a:extLst>
              <a:ext uri="{FF2B5EF4-FFF2-40B4-BE49-F238E27FC236}">
                <a16:creationId xmlns:a16="http://schemas.microsoft.com/office/drawing/2014/main" id="{59E384D1-9603-F99B-CE77-A88CB15CCEE2}"/>
              </a:ext>
            </a:extLst>
          </p:cNvPr>
          <p:cNvSpPr txBox="1"/>
          <p:nvPr/>
        </p:nvSpPr>
        <p:spPr>
          <a:xfrm>
            <a:off x="193654" y="744048"/>
            <a:ext cx="6109334" cy="461665"/>
          </a:xfrm>
          <a:prstGeom prst="rect">
            <a:avLst/>
          </a:prstGeom>
          <a:noFill/>
        </p:spPr>
        <p:txBody>
          <a:bodyPr wrap="square">
            <a:spAutoFit/>
          </a:bodyPr>
          <a:lstStyle/>
          <a:p>
            <a:r>
              <a:rPr lang="zh-CN" altLang="en-US" sz="2400" b="1" dirty="0">
                <a:solidFill>
                  <a:srgbClr val="268F9C"/>
                </a:solidFill>
                <a:latin typeface="+mn-ea"/>
              </a:rPr>
              <a:t>对齐过程</a:t>
            </a:r>
          </a:p>
        </p:txBody>
      </p:sp>
      <p:grpSp>
        <p:nvGrpSpPr>
          <p:cNvPr id="7" name="组合 6">
            <a:extLst>
              <a:ext uri="{FF2B5EF4-FFF2-40B4-BE49-F238E27FC236}">
                <a16:creationId xmlns:a16="http://schemas.microsoft.com/office/drawing/2014/main" id="{51104ED8-A41E-F2D7-0D7D-E2FD1F1A95FA}"/>
              </a:ext>
            </a:extLst>
          </p:cNvPr>
          <p:cNvGrpSpPr/>
          <p:nvPr/>
        </p:nvGrpSpPr>
        <p:grpSpPr>
          <a:xfrm>
            <a:off x="6975947" y="1896591"/>
            <a:ext cx="3486867" cy="2039469"/>
            <a:chOff x="6975947" y="1896591"/>
            <a:chExt cx="3486867" cy="2039469"/>
          </a:xfrm>
        </p:grpSpPr>
        <p:sp>
          <p:nvSpPr>
            <p:cNvPr id="5" name="矩形 4">
              <a:extLst>
                <a:ext uri="{FF2B5EF4-FFF2-40B4-BE49-F238E27FC236}">
                  <a16:creationId xmlns:a16="http://schemas.microsoft.com/office/drawing/2014/main" id="{CB2D2BDA-31D6-72F8-F989-79467A6DA12E}"/>
                </a:ext>
              </a:extLst>
            </p:cNvPr>
            <p:cNvSpPr/>
            <p:nvPr/>
          </p:nvSpPr>
          <p:spPr>
            <a:xfrm>
              <a:off x="6975947" y="1903368"/>
              <a:ext cx="509851" cy="2032692"/>
            </a:xfrm>
            <a:prstGeom prst="rect">
              <a:avLst/>
            </a:prstGeom>
            <a:noFill/>
            <a:ln w="28575">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027D864B-59B3-4026-49C4-4237D1B61676}"/>
                </a:ext>
              </a:extLst>
            </p:cNvPr>
            <p:cNvSpPr/>
            <p:nvPr/>
          </p:nvSpPr>
          <p:spPr>
            <a:xfrm>
              <a:off x="9952963" y="1896591"/>
              <a:ext cx="509851" cy="2032692"/>
            </a:xfrm>
            <a:prstGeom prst="rect">
              <a:avLst/>
            </a:prstGeom>
            <a:noFill/>
            <a:ln w="28575">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grpSp>
      <p:pic>
        <p:nvPicPr>
          <p:cNvPr id="9" name="图片 8">
            <a:extLst>
              <a:ext uri="{FF2B5EF4-FFF2-40B4-BE49-F238E27FC236}">
                <a16:creationId xmlns:a16="http://schemas.microsoft.com/office/drawing/2014/main" id="{CAE17934-A07D-C6A4-3871-7EFA696FC840}"/>
              </a:ext>
            </a:extLst>
          </p:cNvPr>
          <p:cNvPicPr>
            <a:picLocks noChangeAspect="1"/>
          </p:cNvPicPr>
          <p:nvPr/>
        </p:nvPicPr>
        <p:blipFill>
          <a:blip r:embed="rId3"/>
          <a:stretch>
            <a:fillRect/>
          </a:stretch>
        </p:blipFill>
        <p:spPr>
          <a:xfrm>
            <a:off x="6896397" y="4013872"/>
            <a:ext cx="712110" cy="765652"/>
          </a:xfrm>
          <a:prstGeom prst="rect">
            <a:avLst/>
          </a:prstGeom>
        </p:spPr>
      </p:pic>
      <p:sp>
        <p:nvSpPr>
          <p:cNvPr id="4" name="文本框 3">
            <a:extLst>
              <a:ext uri="{FF2B5EF4-FFF2-40B4-BE49-F238E27FC236}">
                <a16:creationId xmlns:a16="http://schemas.microsoft.com/office/drawing/2014/main" id="{671D7998-CECE-4F46-D13A-56E901E23F22}"/>
              </a:ext>
            </a:extLst>
          </p:cNvPr>
          <p:cNvSpPr txBox="1"/>
          <p:nvPr/>
        </p:nvSpPr>
        <p:spPr>
          <a:xfrm>
            <a:off x="391960" y="1257037"/>
            <a:ext cx="5596913" cy="923330"/>
          </a:xfrm>
          <a:prstGeom prst="rect">
            <a:avLst/>
          </a:prstGeom>
          <a:noFill/>
        </p:spPr>
        <p:txBody>
          <a:bodyPr wrap="square">
            <a:spAutoFit/>
          </a:bodyPr>
          <a:lstStyle/>
          <a:p>
            <a:pPr marL="285750" indent="-285750">
              <a:buFont typeface="Wingdings" panose="05000000000000000000" pitchFamily="2" charset="2"/>
              <a:buChar char="Ø"/>
            </a:pPr>
            <a:r>
              <a:rPr lang="zh-CN" altLang="en-US" dirty="0">
                <a:solidFill>
                  <a:srgbClr val="268F9C"/>
                </a:solidFill>
                <a:latin typeface="+mn-ea"/>
              </a:rPr>
              <a:t>遍历每层神经元</a:t>
            </a:r>
            <a:r>
              <a:rPr lang="en-US" altLang="zh-CN" dirty="0">
                <a:solidFill>
                  <a:srgbClr val="268F9C"/>
                </a:solidFill>
                <a:latin typeface="+mn-ea"/>
              </a:rPr>
              <a:t>(</a:t>
            </a:r>
            <a:r>
              <a:rPr lang="zh-CN" altLang="en-US" dirty="0">
                <a:solidFill>
                  <a:srgbClr val="268F9C"/>
                </a:solidFill>
                <a:latin typeface="+mn-ea"/>
              </a:rPr>
              <a:t>输入层、输出层除外</a:t>
            </a:r>
            <a:r>
              <a:rPr lang="en-US" altLang="zh-CN" dirty="0">
                <a:solidFill>
                  <a:srgbClr val="268F9C"/>
                </a:solidFill>
                <a:latin typeface="+mn-ea"/>
              </a:rPr>
              <a:t>)</a:t>
            </a:r>
            <a:r>
              <a:rPr lang="zh-CN" altLang="en-US" dirty="0">
                <a:solidFill>
                  <a:srgbClr val="268F9C"/>
                </a:solidFill>
                <a:latin typeface="+mn-ea"/>
              </a:rPr>
              <a:t>，每层神经元依次进行对齐，对齐某一层时，之前的层的神经元都已经对齐</a:t>
            </a:r>
            <a:endParaRPr lang="zh-CN" altLang="en-US" dirty="0"/>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7F2E4379-3D80-1C88-CF9B-F46D7D86548C}"/>
                  </a:ext>
                </a:extLst>
              </p:cNvPr>
              <p:cNvSpPr txBox="1"/>
              <p:nvPr/>
            </p:nvSpPr>
            <p:spPr>
              <a:xfrm>
                <a:off x="377144" y="2341721"/>
                <a:ext cx="4817155" cy="379784"/>
              </a:xfrm>
              <a:prstGeom prst="rect">
                <a:avLst/>
              </a:prstGeom>
              <a:noFill/>
            </p:spPr>
            <p:txBody>
              <a:bodyPr wrap="square">
                <a:spAutoFit/>
              </a:bodyPr>
              <a:lstStyle/>
              <a:p>
                <a:pPr marL="285750" indent="-285750">
                  <a:buFont typeface="Wingdings" panose="05000000000000000000" pitchFamily="2" charset="2"/>
                  <a:buChar char="Ø"/>
                </a:pPr>
                <a:r>
                  <a:rPr lang="zh-CN" altLang="en-US" dirty="0">
                    <a:solidFill>
                      <a:srgbClr val="268F9C"/>
                    </a:solidFill>
                    <a:latin typeface="+mn-ea"/>
                  </a:rPr>
                  <a:t>获得传输矩阵</a:t>
                </a:r>
                <a14:m>
                  <m:oMath xmlns:m="http://schemas.openxmlformats.org/officeDocument/2006/math">
                    <m:sSup>
                      <m:sSupPr>
                        <m:ctrlPr>
                          <a:rPr lang="en-US" altLang="zh-CN" b="1" i="1" smtClean="0">
                            <a:solidFill>
                              <a:srgbClr val="268F9C"/>
                            </a:solidFill>
                            <a:latin typeface="Cambria Math" panose="02040503050406030204" pitchFamily="18" charset="0"/>
                          </a:rPr>
                        </m:ctrlPr>
                      </m:sSupPr>
                      <m:e>
                        <m:r>
                          <a:rPr lang="en-US" altLang="zh-CN" b="1" i="1" smtClean="0">
                            <a:solidFill>
                              <a:srgbClr val="268F9C"/>
                            </a:solidFill>
                            <a:latin typeface="Cambria Math" panose="02040503050406030204" pitchFamily="18" charset="0"/>
                          </a:rPr>
                          <m:t>𝑻</m:t>
                        </m:r>
                      </m:e>
                      <m:sup>
                        <m:r>
                          <a:rPr lang="en-US" altLang="zh-CN" b="1" i="1" smtClean="0">
                            <a:solidFill>
                              <a:srgbClr val="268F9C"/>
                            </a:solidFill>
                            <a:latin typeface="Cambria Math" panose="02040503050406030204" pitchFamily="18" charset="0"/>
                          </a:rPr>
                          <m:t>𝒍</m:t>
                        </m:r>
                      </m:sup>
                    </m:sSup>
                  </m:oMath>
                </a14:m>
                <a:r>
                  <a:rPr lang="zh-CN" altLang="en-US" dirty="0">
                    <a:solidFill>
                      <a:srgbClr val="268F9C"/>
                    </a:solidFill>
                    <a:latin typeface="+mn-ea"/>
                  </a:rPr>
                  <a:t>，并对齐当前神经元：</a:t>
                </a:r>
                <a:endParaRPr lang="zh-CN" altLang="en-US" dirty="0"/>
              </a:p>
            </p:txBody>
          </p:sp>
        </mc:Choice>
        <mc:Fallback xmlns="">
          <p:sp>
            <p:nvSpPr>
              <p:cNvPr id="8" name="文本框 7">
                <a:extLst>
                  <a:ext uri="{FF2B5EF4-FFF2-40B4-BE49-F238E27FC236}">
                    <a16:creationId xmlns:a16="http://schemas.microsoft.com/office/drawing/2014/main" id="{7F2E4379-3D80-1C88-CF9B-F46D7D86548C}"/>
                  </a:ext>
                </a:extLst>
              </p:cNvPr>
              <p:cNvSpPr txBox="1">
                <a:spLocks noRot="1" noChangeAspect="1" noMove="1" noResize="1" noEditPoints="1" noAdjustHandles="1" noChangeArrowheads="1" noChangeShapeType="1" noTextEdit="1"/>
              </p:cNvSpPr>
              <p:nvPr/>
            </p:nvSpPr>
            <p:spPr>
              <a:xfrm>
                <a:off x="377144" y="2341721"/>
                <a:ext cx="4817155" cy="379784"/>
              </a:xfrm>
              <a:prstGeom prst="rect">
                <a:avLst/>
              </a:prstGeom>
              <a:blipFill>
                <a:blip r:embed="rId4"/>
                <a:stretch>
                  <a:fillRect l="-886" t="-4839" b="-258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DC08B271-2A76-77C8-649E-501DA15CBD00}"/>
                  </a:ext>
                </a:extLst>
              </p:cNvPr>
              <p:cNvSpPr txBox="1"/>
              <p:nvPr/>
            </p:nvSpPr>
            <p:spPr>
              <a:xfrm>
                <a:off x="776834" y="2787167"/>
                <a:ext cx="2829966" cy="47307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Sup>
                        <m:sSubSupPr>
                          <m:ctrlPr>
                            <a:rPr lang="en-US" altLang="zh-CN" sz="2000" b="0" i="1" smtClean="0">
                              <a:latin typeface="Cambria Math" panose="02040503050406030204" pitchFamily="18" charset="0"/>
                            </a:rPr>
                          </m:ctrlPr>
                        </m:sSubSupPr>
                        <m:e>
                          <m:sSubSup>
                            <m:sSubSupPr>
                              <m:ctrlPr>
                                <a:rPr lang="en-US" altLang="zh-CN" sz="2000" b="0" i="1" smtClean="0">
                                  <a:latin typeface="Cambria Math" panose="02040503050406030204" pitchFamily="18" charset="0"/>
                                </a:rPr>
                              </m:ctrlPr>
                            </m:sSubSupPr>
                            <m:e>
                              <m:acc>
                                <m:accPr>
                                  <m:chr m:val="̃"/>
                                  <m:ctrlPr>
                                    <a:rPr lang="en-US" altLang="zh-CN" sz="2000" b="0" i="1" smtClean="0">
                                      <a:latin typeface="Cambria Math" panose="02040503050406030204" pitchFamily="18" charset="0"/>
                                    </a:rPr>
                                  </m:ctrlPr>
                                </m:accPr>
                                <m:e>
                                  <m:r>
                                    <a:rPr lang="en-US" altLang="zh-CN" sz="2000" b="0" i="1" smtClean="0">
                                      <a:latin typeface="Cambria Math" panose="02040503050406030204" pitchFamily="18" charset="0"/>
                                    </a:rPr>
                                    <m:t>𝑊</m:t>
                                  </m:r>
                                </m:e>
                              </m:acc>
                            </m:e>
                            <m:sub>
                              <m:r>
                                <a:rPr lang="en-US" altLang="zh-CN" sz="2000" b="0" i="1" smtClean="0">
                                  <a:latin typeface="Cambria Math" panose="02040503050406030204" pitchFamily="18" charset="0"/>
                                </a:rPr>
                                <m:t>𝑋</m:t>
                              </m:r>
                            </m:sub>
                            <m:sup>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𝑙</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𝑙</m:t>
                              </m:r>
                              <m:r>
                                <a:rPr lang="en-US" altLang="zh-CN" sz="2000" b="0" i="1" smtClean="0">
                                  <a:latin typeface="Cambria Math" panose="02040503050406030204" pitchFamily="18" charset="0"/>
                                </a:rPr>
                                <m:t>−1)</m:t>
                              </m:r>
                            </m:sup>
                          </m:sSubSup>
                          <m:r>
                            <a:rPr lang="en-US" altLang="zh-CN" sz="2000" b="0" i="1" smtClean="0">
                              <a:latin typeface="Cambria Math" panose="02040503050406030204" pitchFamily="18" charset="0"/>
                            </a:rPr>
                            <m:t>=</m:t>
                          </m:r>
                          <m:sSup>
                            <m:sSupPr>
                              <m:ctrlPr>
                                <a:rPr lang="en-US" altLang="zh-CN" sz="2000" b="0" i="1" smtClean="0">
                                  <a:latin typeface="Cambria Math" panose="02040503050406030204" pitchFamily="18" charset="0"/>
                                </a:rPr>
                              </m:ctrlPr>
                            </m:sSupPr>
                            <m:e>
                              <m:r>
                                <a:rPr lang="en-US" altLang="zh-CN" sz="2000" b="0" i="1" smtClean="0">
                                  <a:latin typeface="Cambria Math" panose="02040503050406030204" pitchFamily="18" charset="0"/>
                                </a:rPr>
                                <m:t>𝑇</m:t>
                              </m:r>
                            </m:e>
                            <m:sup>
                              <m:r>
                                <a:rPr lang="en-US" altLang="zh-CN" sz="2000" b="0" i="1" smtClean="0">
                                  <a:latin typeface="Cambria Math" panose="02040503050406030204" pitchFamily="18" charset="0"/>
                                </a:rPr>
                                <m:t>𝑙</m:t>
                              </m:r>
                            </m:sup>
                          </m:sSup>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𝑊</m:t>
                          </m:r>
                        </m:e>
                        <m:sub>
                          <m:r>
                            <a:rPr lang="en-US" altLang="zh-CN" sz="2000" b="0" i="1" smtClean="0">
                              <a:latin typeface="Cambria Math" panose="02040503050406030204" pitchFamily="18" charset="0"/>
                            </a:rPr>
                            <m:t>𝑋</m:t>
                          </m:r>
                        </m:sub>
                        <m:sup>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𝑙</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𝑙</m:t>
                              </m:r>
                              <m:r>
                                <a:rPr lang="en-US" altLang="zh-CN" sz="2000" b="0" i="1" smtClean="0">
                                  <a:latin typeface="Cambria Math" panose="02040503050406030204" pitchFamily="18" charset="0"/>
                                </a:rPr>
                                <m:t>−1</m:t>
                              </m:r>
                            </m:e>
                          </m:d>
                        </m:sup>
                      </m:sSubSup>
                    </m:oMath>
                  </m:oMathPara>
                </a14:m>
                <a:endParaRPr lang="zh-CN" altLang="en-US" sz="2000" dirty="0"/>
              </a:p>
            </p:txBody>
          </p:sp>
        </mc:Choice>
        <mc:Fallback xmlns="">
          <p:sp>
            <p:nvSpPr>
              <p:cNvPr id="10" name="文本框 9">
                <a:extLst>
                  <a:ext uri="{FF2B5EF4-FFF2-40B4-BE49-F238E27FC236}">
                    <a16:creationId xmlns:a16="http://schemas.microsoft.com/office/drawing/2014/main" id="{DC08B271-2A76-77C8-649E-501DA15CBD00}"/>
                  </a:ext>
                </a:extLst>
              </p:cNvPr>
              <p:cNvSpPr txBox="1">
                <a:spLocks noRot="1" noChangeAspect="1" noMove="1" noResize="1" noEditPoints="1" noAdjustHandles="1" noChangeArrowheads="1" noChangeShapeType="1" noTextEdit="1"/>
              </p:cNvSpPr>
              <p:nvPr/>
            </p:nvSpPr>
            <p:spPr>
              <a:xfrm>
                <a:off x="776834" y="2787167"/>
                <a:ext cx="2829966" cy="473078"/>
              </a:xfrm>
              <a:prstGeom prst="rect">
                <a:avLst/>
              </a:prstGeom>
              <a:blipFill>
                <a:blip r:embed="rId5"/>
                <a:stretch>
                  <a:fillRect b="-3846"/>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88353B1B-E97E-6C78-8053-7380B5703AE9}"/>
              </a:ext>
            </a:extLst>
          </p:cNvPr>
          <p:cNvSpPr txBox="1"/>
          <p:nvPr/>
        </p:nvSpPr>
        <p:spPr>
          <a:xfrm>
            <a:off x="10907486" y="6449406"/>
            <a:ext cx="953142" cy="338554"/>
          </a:xfrm>
          <a:prstGeom prst="rect">
            <a:avLst/>
          </a:prstGeom>
          <a:noFill/>
        </p:spPr>
        <p:txBody>
          <a:bodyPr wrap="square">
            <a:spAutoFit/>
          </a:bodyPr>
          <a:lstStyle/>
          <a:p>
            <a:r>
              <a:rPr lang="en-US" altLang="zh-CN" sz="1600" b="1" dirty="0">
                <a:solidFill>
                  <a:schemeClr val="bg1">
                    <a:lumMod val="50000"/>
                  </a:schemeClr>
                </a:solidFill>
                <a:latin typeface="+mn-ea"/>
              </a:rPr>
              <a:t>11/21</a:t>
            </a:r>
            <a:endParaRPr lang="zh-CN" altLang="en-US" sz="1600" b="1" dirty="0">
              <a:solidFill>
                <a:schemeClr val="bg1">
                  <a:lumMod val="50000"/>
                </a:schemeClr>
              </a:solidFill>
            </a:endParaRPr>
          </a:p>
        </p:txBody>
      </p:sp>
    </p:spTree>
    <p:extLst>
      <p:ext uri="{BB962C8B-B14F-4D97-AF65-F5344CB8AC3E}">
        <p14:creationId xmlns:p14="http://schemas.microsoft.com/office/powerpoint/2010/main" val="220484506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1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589" name="椭圆 588">
            <a:extLst>
              <a:ext uri="{FF2B5EF4-FFF2-40B4-BE49-F238E27FC236}">
                <a16:creationId xmlns:a16="http://schemas.microsoft.com/office/drawing/2014/main" id="{B632698A-2075-4058-C6A9-3BE038F10D27}"/>
              </a:ext>
            </a:extLst>
          </p:cNvPr>
          <p:cNvSpPr/>
          <p:nvPr/>
        </p:nvSpPr>
        <p:spPr>
          <a:xfrm>
            <a:off x="7863545" y="2014641"/>
            <a:ext cx="184890" cy="252392"/>
          </a:xfrm>
          <a:prstGeom prst="ellipse">
            <a:avLst/>
          </a:prstGeom>
          <a:solidFill>
            <a:srgbClr val="FFC00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90" name="椭圆 589">
            <a:extLst>
              <a:ext uri="{FF2B5EF4-FFF2-40B4-BE49-F238E27FC236}">
                <a16:creationId xmlns:a16="http://schemas.microsoft.com/office/drawing/2014/main" id="{6B60765C-6407-CFBF-3C34-B3863161470A}"/>
              </a:ext>
            </a:extLst>
          </p:cNvPr>
          <p:cNvSpPr/>
          <p:nvPr/>
        </p:nvSpPr>
        <p:spPr>
          <a:xfrm>
            <a:off x="7861569" y="2795745"/>
            <a:ext cx="184890" cy="252392"/>
          </a:xfrm>
          <a:prstGeom prst="ellipse">
            <a:avLst/>
          </a:prstGeom>
          <a:solidFill>
            <a:srgbClr val="F84AEC"/>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91" name="椭圆 590">
            <a:extLst>
              <a:ext uri="{FF2B5EF4-FFF2-40B4-BE49-F238E27FC236}">
                <a16:creationId xmlns:a16="http://schemas.microsoft.com/office/drawing/2014/main" id="{881FFE83-7E4E-27BF-7E83-A73BB9645812}"/>
              </a:ext>
            </a:extLst>
          </p:cNvPr>
          <p:cNvSpPr/>
          <p:nvPr/>
        </p:nvSpPr>
        <p:spPr>
          <a:xfrm>
            <a:off x="7861569" y="3560545"/>
            <a:ext cx="184890" cy="252392"/>
          </a:xfrm>
          <a:prstGeom prst="ellipse">
            <a:avLst/>
          </a:prstGeom>
          <a:solidFill>
            <a:srgbClr val="1AE43C"/>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87" name="椭圆 586">
            <a:extLst>
              <a:ext uri="{FF2B5EF4-FFF2-40B4-BE49-F238E27FC236}">
                <a16:creationId xmlns:a16="http://schemas.microsoft.com/office/drawing/2014/main" id="{31BB44A1-DC2C-7943-DCAE-38BA52372858}"/>
              </a:ext>
            </a:extLst>
          </p:cNvPr>
          <p:cNvSpPr/>
          <p:nvPr/>
        </p:nvSpPr>
        <p:spPr>
          <a:xfrm>
            <a:off x="6431932" y="2400617"/>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88" name="椭圆 587">
            <a:extLst>
              <a:ext uri="{FF2B5EF4-FFF2-40B4-BE49-F238E27FC236}">
                <a16:creationId xmlns:a16="http://schemas.microsoft.com/office/drawing/2014/main" id="{973FFBAD-BF81-DB6C-0907-7C8135FED613}"/>
              </a:ext>
            </a:extLst>
          </p:cNvPr>
          <p:cNvSpPr/>
          <p:nvPr/>
        </p:nvSpPr>
        <p:spPr>
          <a:xfrm>
            <a:off x="6431932" y="3174568"/>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85" name="椭圆 584">
            <a:extLst>
              <a:ext uri="{FF2B5EF4-FFF2-40B4-BE49-F238E27FC236}">
                <a16:creationId xmlns:a16="http://schemas.microsoft.com/office/drawing/2014/main" id="{8E90CE08-9FE4-0C7A-867A-CD4E06C36AD7}"/>
              </a:ext>
            </a:extLst>
          </p:cNvPr>
          <p:cNvSpPr/>
          <p:nvPr/>
        </p:nvSpPr>
        <p:spPr>
          <a:xfrm>
            <a:off x="8578364" y="3174568"/>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86" name="椭圆 585">
            <a:extLst>
              <a:ext uri="{FF2B5EF4-FFF2-40B4-BE49-F238E27FC236}">
                <a16:creationId xmlns:a16="http://schemas.microsoft.com/office/drawing/2014/main" id="{4C6F5694-1AF2-8B0D-82C6-7C6F9440502C}"/>
              </a:ext>
            </a:extLst>
          </p:cNvPr>
          <p:cNvSpPr/>
          <p:nvPr/>
        </p:nvSpPr>
        <p:spPr>
          <a:xfrm>
            <a:off x="8587042" y="2400617"/>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61" name="椭圆 560">
            <a:extLst>
              <a:ext uri="{FF2B5EF4-FFF2-40B4-BE49-F238E27FC236}">
                <a16:creationId xmlns:a16="http://schemas.microsoft.com/office/drawing/2014/main" id="{2225968A-0DD6-7F17-9348-6455C86782DC}"/>
              </a:ext>
            </a:extLst>
          </p:cNvPr>
          <p:cNvSpPr/>
          <p:nvPr/>
        </p:nvSpPr>
        <p:spPr>
          <a:xfrm>
            <a:off x="7160006" y="3561543"/>
            <a:ext cx="184890" cy="252392"/>
          </a:xfrm>
          <a:prstGeom prst="ellipse">
            <a:avLst/>
          </a:prstGeom>
          <a:solidFill>
            <a:srgbClr val="C0000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62" name="椭圆 561">
            <a:extLst>
              <a:ext uri="{FF2B5EF4-FFF2-40B4-BE49-F238E27FC236}">
                <a16:creationId xmlns:a16="http://schemas.microsoft.com/office/drawing/2014/main" id="{D5B395B3-F367-1977-830E-F5FA39F5022E}"/>
              </a:ext>
            </a:extLst>
          </p:cNvPr>
          <p:cNvSpPr/>
          <p:nvPr/>
        </p:nvSpPr>
        <p:spPr>
          <a:xfrm>
            <a:off x="7158840" y="2779250"/>
            <a:ext cx="184890" cy="252392"/>
          </a:xfrm>
          <a:prstGeom prst="ellipse">
            <a:avLst/>
          </a:prstGeom>
          <a:solidFill>
            <a:srgbClr val="00B0F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63" name="椭圆 562">
            <a:extLst>
              <a:ext uri="{FF2B5EF4-FFF2-40B4-BE49-F238E27FC236}">
                <a16:creationId xmlns:a16="http://schemas.microsoft.com/office/drawing/2014/main" id="{7A544B26-2EFC-56C9-3445-04DC9E75AAE0}"/>
              </a:ext>
            </a:extLst>
          </p:cNvPr>
          <p:cNvSpPr/>
          <p:nvPr/>
        </p:nvSpPr>
        <p:spPr>
          <a:xfrm>
            <a:off x="7156449" y="2009945"/>
            <a:ext cx="184890" cy="252392"/>
          </a:xfrm>
          <a:prstGeom prst="ellipse">
            <a:avLst/>
          </a:prstGeom>
          <a:solidFill>
            <a:schemeClr val="accent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cxnSp>
        <p:nvCxnSpPr>
          <p:cNvPr id="564" name="直接箭头连接符 563">
            <a:extLst>
              <a:ext uri="{FF2B5EF4-FFF2-40B4-BE49-F238E27FC236}">
                <a16:creationId xmlns:a16="http://schemas.microsoft.com/office/drawing/2014/main" id="{B028D62C-0473-F366-3660-75346756308C}"/>
              </a:ext>
            </a:extLst>
          </p:cNvPr>
          <p:cNvCxnSpPr>
            <a:cxnSpLocks/>
            <a:stCxn id="587" idx="6"/>
            <a:endCxn id="561" idx="2"/>
          </p:cNvCxnSpPr>
          <p:nvPr/>
        </p:nvCxnSpPr>
        <p:spPr>
          <a:xfrm>
            <a:off x="6616822" y="2526813"/>
            <a:ext cx="543184" cy="1160926"/>
          </a:xfrm>
          <a:prstGeom prst="straightConnector1">
            <a:avLst/>
          </a:prstGeom>
          <a:ln w="1905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565" name="直接箭头连接符 564">
            <a:extLst>
              <a:ext uri="{FF2B5EF4-FFF2-40B4-BE49-F238E27FC236}">
                <a16:creationId xmlns:a16="http://schemas.microsoft.com/office/drawing/2014/main" id="{E468FF02-7DAE-F765-70FE-1F245EAEAA3C}"/>
              </a:ext>
            </a:extLst>
          </p:cNvPr>
          <p:cNvCxnSpPr>
            <a:cxnSpLocks/>
            <a:stCxn id="587" idx="6"/>
            <a:endCxn id="563" idx="2"/>
          </p:cNvCxnSpPr>
          <p:nvPr/>
        </p:nvCxnSpPr>
        <p:spPr>
          <a:xfrm flipV="1">
            <a:off x="6616822" y="2136141"/>
            <a:ext cx="539627" cy="390672"/>
          </a:xfrm>
          <a:prstGeom prst="straightConnector1">
            <a:avLst/>
          </a:prstGeom>
          <a:ln w="19050">
            <a:solidFill>
              <a:schemeClr val="accent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66" name="直接箭头连接符 565">
            <a:extLst>
              <a:ext uri="{FF2B5EF4-FFF2-40B4-BE49-F238E27FC236}">
                <a16:creationId xmlns:a16="http://schemas.microsoft.com/office/drawing/2014/main" id="{1FDC8C32-D57F-FC3C-69E1-E66731A1E876}"/>
              </a:ext>
            </a:extLst>
          </p:cNvPr>
          <p:cNvCxnSpPr>
            <a:cxnSpLocks/>
            <a:stCxn id="587" idx="6"/>
            <a:endCxn id="562" idx="2"/>
          </p:cNvCxnSpPr>
          <p:nvPr/>
        </p:nvCxnSpPr>
        <p:spPr>
          <a:xfrm>
            <a:off x="6616822" y="2526813"/>
            <a:ext cx="542018" cy="378633"/>
          </a:xfrm>
          <a:prstGeom prst="straightConnector1">
            <a:avLst/>
          </a:prstGeom>
          <a:ln w="19050">
            <a:solidFill>
              <a:srgbClr val="00B0F0"/>
            </a:solidFill>
            <a:tailEnd type="none"/>
          </a:ln>
        </p:spPr>
        <p:style>
          <a:lnRef idx="1">
            <a:schemeClr val="accent1"/>
          </a:lnRef>
          <a:fillRef idx="0">
            <a:schemeClr val="accent1"/>
          </a:fillRef>
          <a:effectRef idx="0">
            <a:schemeClr val="accent1"/>
          </a:effectRef>
          <a:fontRef idx="minor">
            <a:schemeClr val="tx1"/>
          </a:fontRef>
        </p:style>
      </p:cxnSp>
      <p:cxnSp>
        <p:nvCxnSpPr>
          <p:cNvPr id="567" name="直接箭头连接符 566">
            <a:extLst>
              <a:ext uri="{FF2B5EF4-FFF2-40B4-BE49-F238E27FC236}">
                <a16:creationId xmlns:a16="http://schemas.microsoft.com/office/drawing/2014/main" id="{390C868A-0D33-88DD-74D4-649B39103873}"/>
              </a:ext>
            </a:extLst>
          </p:cNvPr>
          <p:cNvCxnSpPr>
            <a:cxnSpLocks/>
            <a:stCxn id="588" idx="6"/>
            <a:endCxn id="561" idx="2"/>
          </p:cNvCxnSpPr>
          <p:nvPr/>
        </p:nvCxnSpPr>
        <p:spPr>
          <a:xfrm>
            <a:off x="6616822" y="3300764"/>
            <a:ext cx="543184" cy="386975"/>
          </a:xfrm>
          <a:prstGeom prst="straightConnector1">
            <a:avLst/>
          </a:prstGeom>
          <a:ln w="1905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568" name="直接箭头连接符 567">
            <a:extLst>
              <a:ext uri="{FF2B5EF4-FFF2-40B4-BE49-F238E27FC236}">
                <a16:creationId xmlns:a16="http://schemas.microsoft.com/office/drawing/2014/main" id="{9184E912-6B01-9754-AA21-0558ED31F50B}"/>
              </a:ext>
            </a:extLst>
          </p:cNvPr>
          <p:cNvCxnSpPr>
            <a:cxnSpLocks/>
            <a:stCxn id="588" idx="6"/>
            <a:endCxn id="563" idx="2"/>
          </p:cNvCxnSpPr>
          <p:nvPr/>
        </p:nvCxnSpPr>
        <p:spPr>
          <a:xfrm flipV="1">
            <a:off x="6616822" y="2136141"/>
            <a:ext cx="539627" cy="1164623"/>
          </a:xfrm>
          <a:prstGeom prst="straightConnector1">
            <a:avLst/>
          </a:prstGeom>
          <a:ln w="19050">
            <a:solidFill>
              <a:schemeClr val="accent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69" name="直接箭头连接符 568">
            <a:extLst>
              <a:ext uri="{FF2B5EF4-FFF2-40B4-BE49-F238E27FC236}">
                <a16:creationId xmlns:a16="http://schemas.microsoft.com/office/drawing/2014/main" id="{06B15900-7914-1253-13E8-16AC8D1F9678}"/>
              </a:ext>
            </a:extLst>
          </p:cNvPr>
          <p:cNvCxnSpPr>
            <a:cxnSpLocks/>
            <a:stCxn id="588" idx="6"/>
            <a:endCxn id="562" idx="2"/>
          </p:cNvCxnSpPr>
          <p:nvPr/>
        </p:nvCxnSpPr>
        <p:spPr>
          <a:xfrm flipV="1">
            <a:off x="6616822" y="2905446"/>
            <a:ext cx="542018" cy="395318"/>
          </a:xfrm>
          <a:prstGeom prst="straightConnector1">
            <a:avLst/>
          </a:prstGeom>
          <a:ln w="19050">
            <a:solidFill>
              <a:srgbClr val="00B0F0"/>
            </a:solidFill>
            <a:tailEnd type="none"/>
          </a:ln>
        </p:spPr>
        <p:style>
          <a:lnRef idx="1">
            <a:schemeClr val="accent1"/>
          </a:lnRef>
          <a:fillRef idx="0">
            <a:schemeClr val="accent1"/>
          </a:fillRef>
          <a:effectRef idx="0">
            <a:schemeClr val="accent1"/>
          </a:effectRef>
          <a:fontRef idx="minor">
            <a:schemeClr val="tx1"/>
          </a:fontRef>
        </p:style>
      </p:cxnSp>
      <p:cxnSp>
        <p:nvCxnSpPr>
          <p:cNvPr id="570" name="直接箭头连接符 569">
            <a:extLst>
              <a:ext uri="{FF2B5EF4-FFF2-40B4-BE49-F238E27FC236}">
                <a16:creationId xmlns:a16="http://schemas.microsoft.com/office/drawing/2014/main" id="{AC553884-0B56-3FD7-6A3A-BDC8094F90F0}"/>
              </a:ext>
            </a:extLst>
          </p:cNvPr>
          <p:cNvCxnSpPr>
            <a:cxnSpLocks/>
            <a:stCxn id="562" idx="6"/>
            <a:endCxn id="589" idx="2"/>
          </p:cNvCxnSpPr>
          <p:nvPr/>
        </p:nvCxnSpPr>
        <p:spPr>
          <a:xfrm flipV="1">
            <a:off x="7343730" y="2140837"/>
            <a:ext cx="519815" cy="764609"/>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71" name="直接箭头连接符 570">
            <a:extLst>
              <a:ext uri="{FF2B5EF4-FFF2-40B4-BE49-F238E27FC236}">
                <a16:creationId xmlns:a16="http://schemas.microsoft.com/office/drawing/2014/main" id="{978CB691-B206-3915-2444-12C56E73D601}"/>
              </a:ext>
            </a:extLst>
          </p:cNvPr>
          <p:cNvCxnSpPr>
            <a:cxnSpLocks/>
            <a:stCxn id="562" idx="6"/>
            <a:endCxn id="591" idx="2"/>
          </p:cNvCxnSpPr>
          <p:nvPr/>
        </p:nvCxnSpPr>
        <p:spPr>
          <a:xfrm>
            <a:off x="7343730" y="2905446"/>
            <a:ext cx="517839" cy="78129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72" name="直接箭头连接符 571">
            <a:extLst>
              <a:ext uri="{FF2B5EF4-FFF2-40B4-BE49-F238E27FC236}">
                <a16:creationId xmlns:a16="http://schemas.microsoft.com/office/drawing/2014/main" id="{469ED695-41A0-D0A2-1C9C-EEF171257DD3}"/>
              </a:ext>
            </a:extLst>
          </p:cNvPr>
          <p:cNvCxnSpPr>
            <a:cxnSpLocks/>
            <a:stCxn id="562" idx="6"/>
            <a:endCxn id="590" idx="2"/>
          </p:cNvCxnSpPr>
          <p:nvPr/>
        </p:nvCxnSpPr>
        <p:spPr>
          <a:xfrm>
            <a:off x="7343730" y="2905446"/>
            <a:ext cx="517839" cy="1649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73" name="直接连接符 572">
            <a:extLst>
              <a:ext uri="{FF2B5EF4-FFF2-40B4-BE49-F238E27FC236}">
                <a16:creationId xmlns:a16="http://schemas.microsoft.com/office/drawing/2014/main" id="{5ED6CA3C-4344-15DA-C7C9-E5FF7B502EE8}"/>
              </a:ext>
            </a:extLst>
          </p:cNvPr>
          <p:cNvCxnSpPr>
            <a:cxnSpLocks/>
            <a:stCxn id="561" idx="6"/>
            <a:endCxn id="590" idx="2"/>
          </p:cNvCxnSpPr>
          <p:nvPr/>
        </p:nvCxnSpPr>
        <p:spPr>
          <a:xfrm flipV="1">
            <a:off x="7344896" y="2921941"/>
            <a:ext cx="516673" cy="76579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74" name="直接箭头连接符 573">
            <a:extLst>
              <a:ext uri="{FF2B5EF4-FFF2-40B4-BE49-F238E27FC236}">
                <a16:creationId xmlns:a16="http://schemas.microsoft.com/office/drawing/2014/main" id="{40368328-2052-A223-2469-91FEBC267917}"/>
              </a:ext>
            </a:extLst>
          </p:cNvPr>
          <p:cNvCxnSpPr>
            <a:cxnSpLocks/>
            <a:stCxn id="561" idx="6"/>
            <a:endCxn id="589" idx="2"/>
          </p:cNvCxnSpPr>
          <p:nvPr/>
        </p:nvCxnSpPr>
        <p:spPr>
          <a:xfrm flipV="1">
            <a:off x="7344896" y="2140837"/>
            <a:ext cx="518649" cy="154690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75" name="直接箭头连接符 574">
            <a:extLst>
              <a:ext uri="{FF2B5EF4-FFF2-40B4-BE49-F238E27FC236}">
                <a16:creationId xmlns:a16="http://schemas.microsoft.com/office/drawing/2014/main" id="{DCA88736-64B4-8A50-BAD3-D4FF208D87AC}"/>
              </a:ext>
            </a:extLst>
          </p:cNvPr>
          <p:cNvCxnSpPr>
            <a:cxnSpLocks/>
            <a:stCxn id="561" idx="6"/>
            <a:endCxn id="591" idx="2"/>
          </p:cNvCxnSpPr>
          <p:nvPr/>
        </p:nvCxnSpPr>
        <p:spPr>
          <a:xfrm flipV="1">
            <a:off x="7344896" y="3686741"/>
            <a:ext cx="516673" cy="998"/>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76" name="直接箭头连接符 575">
            <a:extLst>
              <a:ext uri="{FF2B5EF4-FFF2-40B4-BE49-F238E27FC236}">
                <a16:creationId xmlns:a16="http://schemas.microsoft.com/office/drawing/2014/main" id="{5E1FB814-DF42-D5FD-6B7C-460BA7BDDE32}"/>
              </a:ext>
            </a:extLst>
          </p:cNvPr>
          <p:cNvCxnSpPr>
            <a:cxnSpLocks/>
            <a:stCxn id="563" idx="6"/>
            <a:endCxn id="589" idx="2"/>
          </p:cNvCxnSpPr>
          <p:nvPr/>
        </p:nvCxnSpPr>
        <p:spPr>
          <a:xfrm>
            <a:off x="7341339" y="2136141"/>
            <a:ext cx="522206" cy="469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77" name="直接箭头连接符 576">
            <a:extLst>
              <a:ext uri="{FF2B5EF4-FFF2-40B4-BE49-F238E27FC236}">
                <a16:creationId xmlns:a16="http://schemas.microsoft.com/office/drawing/2014/main" id="{49524C63-8222-6B4F-D35E-344751DACC40}"/>
              </a:ext>
            </a:extLst>
          </p:cNvPr>
          <p:cNvCxnSpPr>
            <a:cxnSpLocks/>
            <a:stCxn id="563" idx="6"/>
            <a:endCxn id="591" idx="2"/>
          </p:cNvCxnSpPr>
          <p:nvPr/>
        </p:nvCxnSpPr>
        <p:spPr>
          <a:xfrm>
            <a:off x="7341339" y="2136141"/>
            <a:ext cx="520230" cy="1550600"/>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78" name="直接箭头连接符 577">
            <a:extLst>
              <a:ext uri="{FF2B5EF4-FFF2-40B4-BE49-F238E27FC236}">
                <a16:creationId xmlns:a16="http://schemas.microsoft.com/office/drawing/2014/main" id="{868D4544-23A8-0182-B003-87DAFDE7EBDC}"/>
              </a:ext>
            </a:extLst>
          </p:cNvPr>
          <p:cNvCxnSpPr>
            <a:cxnSpLocks/>
            <a:stCxn id="563" idx="6"/>
            <a:endCxn id="590" idx="2"/>
          </p:cNvCxnSpPr>
          <p:nvPr/>
        </p:nvCxnSpPr>
        <p:spPr>
          <a:xfrm>
            <a:off x="7341339" y="2136141"/>
            <a:ext cx="520230" cy="785800"/>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79" name="直接箭头连接符 578">
            <a:extLst>
              <a:ext uri="{FF2B5EF4-FFF2-40B4-BE49-F238E27FC236}">
                <a16:creationId xmlns:a16="http://schemas.microsoft.com/office/drawing/2014/main" id="{56EB93B6-F9B2-8F8E-DAD0-2D5F1B663F1C}"/>
              </a:ext>
            </a:extLst>
          </p:cNvPr>
          <p:cNvCxnSpPr>
            <a:cxnSpLocks/>
            <a:stCxn id="589" idx="6"/>
            <a:endCxn id="586" idx="2"/>
          </p:cNvCxnSpPr>
          <p:nvPr/>
        </p:nvCxnSpPr>
        <p:spPr>
          <a:xfrm>
            <a:off x="8048435" y="2140837"/>
            <a:ext cx="538607" cy="38597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80" name="直接箭头连接符 579">
            <a:extLst>
              <a:ext uri="{FF2B5EF4-FFF2-40B4-BE49-F238E27FC236}">
                <a16:creationId xmlns:a16="http://schemas.microsoft.com/office/drawing/2014/main" id="{E6C4E018-515E-59BF-DD4F-780802D21008}"/>
              </a:ext>
            </a:extLst>
          </p:cNvPr>
          <p:cNvCxnSpPr>
            <a:cxnSpLocks/>
            <a:stCxn id="589" idx="6"/>
            <a:endCxn id="585" idx="2"/>
          </p:cNvCxnSpPr>
          <p:nvPr/>
        </p:nvCxnSpPr>
        <p:spPr>
          <a:xfrm>
            <a:off x="8048435" y="2140837"/>
            <a:ext cx="529928" cy="115992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81" name="直接箭头连接符 580">
            <a:extLst>
              <a:ext uri="{FF2B5EF4-FFF2-40B4-BE49-F238E27FC236}">
                <a16:creationId xmlns:a16="http://schemas.microsoft.com/office/drawing/2014/main" id="{CB70A5E8-768E-6A1C-F406-BD439E49E081}"/>
              </a:ext>
            </a:extLst>
          </p:cNvPr>
          <p:cNvCxnSpPr>
            <a:cxnSpLocks/>
            <a:stCxn id="590" idx="6"/>
            <a:endCxn id="586" idx="2"/>
          </p:cNvCxnSpPr>
          <p:nvPr/>
        </p:nvCxnSpPr>
        <p:spPr>
          <a:xfrm flipV="1">
            <a:off x="8046459" y="2526814"/>
            <a:ext cx="540583" cy="39512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82" name="直接箭头连接符 581">
            <a:extLst>
              <a:ext uri="{FF2B5EF4-FFF2-40B4-BE49-F238E27FC236}">
                <a16:creationId xmlns:a16="http://schemas.microsoft.com/office/drawing/2014/main" id="{3222F679-1624-13DA-CFBE-316E1C12B89D}"/>
              </a:ext>
            </a:extLst>
          </p:cNvPr>
          <p:cNvCxnSpPr>
            <a:cxnSpLocks/>
            <a:stCxn id="590" idx="6"/>
            <a:endCxn id="585" idx="2"/>
          </p:cNvCxnSpPr>
          <p:nvPr/>
        </p:nvCxnSpPr>
        <p:spPr>
          <a:xfrm>
            <a:off x="8046459" y="2921941"/>
            <a:ext cx="531904" cy="378824"/>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83" name="直接箭头连接符 582">
            <a:extLst>
              <a:ext uri="{FF2B5EF4-FFF2-40B4-BE49-F238E27FC236}">
                <a16:creationId xmlns:a16="http://schemas.microsoft.com/office/drawing/2014/main" id="{D5731173-85DB-C222-DE75-46CFC9D3BDB6}"/>
              </a:ext>
            </a:extLst>
          </p:cNvPr>
          <p:cNvCxnSpPr>
            <a:cxnSpLocks/>
            <a:stCxn id="591" idx="6"/>
            <a:endCxn id="586" idx="2"/>
          </p:cNvCxnSpPr>
          <p:nvPr/>
        </p:nvCxnSpPr>
        <p:spPr>
          <a:xfrm flipV="1">
            <a:off x="8046459" y="2526814"/>
            <a:ext cx="540583" cy="115992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84" name="直接箭头连接符 583">
            <a:extLst>
              <a:ext uri="{FF2B5EF4-FFF2-40B4-BE49-F238E27FC236}">
                <a16:creationId xmlns:a16="http://schemas.microsoft.com/office/drawing/2014/main" id="{48A6FD88-5207-A4B9-71D0-09FF26DFFB3B}"/>
              </a:ext>
            </a:extLst>
          </p:cNvPr>
          <p:cNvCxnSpPr>
            <a:cxnSpLocks/>
            <a:stCxn id="591" idx="6"/>
            <a:endCxn id="585" idx="2"/>
          </p:cNvCxnSpPr>
          <p:nvPr/>
        </p:nvCxnSpPr>
        <p:spPr>
          <a:xfrm flipV="1">
            <a:off x="8046459" y="3300764"/>
            <a:ext cx="531904" cy="38597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3" name="标题 4">
            <a:extLst>
              <a:ext uri="{FF2B5EF4-FFF2-40B4-BE49-F238E27FC236}">
                <a16:creationId xmlns:a16="http://schemas.microsoft.com/office/drawing/2014/main" id="{9436878A-C9CA-2FAE-74B5-A11616112B9E}"/>
              </a:ext>
            </a:extLst>
          </p:cNvPr>
          <p:cNvSpPr txBox="1"/>
          <p:nvPr/>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3</a:t>
            </a:r>
            <a:r>
              <a:rPr kumimoji="0" lang="en-US" altLang="zh-CN"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a:t>
            </a:r>
            <a:r>
              <a:rPr lang="zh-CN" altLang="en-US" sz="2800" dirty="0">
                <a:solidFill>
                  <a:srgbClr val="000000">
                    <a:lumMod val="75000"/>
                    <a:lumOff val="25000"/>
                  </a:srgbClr>
                </a:solidFill>
              </a:rPr>
              <a:t>权重对齐</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554" name="椭圆 553">
            <a:extLst>
              <a:ext uri="{FF2B5EF4-FFF2-40B4-BE49-F238E27FC236}">
                <a16:creationId xmlns:a16="http://schemas.microsoft.com/office/drawing/2014/main" id="{0CA663CA-FC79-9896-E1C2-E63DDBD28DE3}"/>
              </a:ext>
            </a:extLst>
          </p:cNvPr>
          <p:cNvSpPr/>
          <p:nvPr/>
        </p:nvSpPr>
        <p:spPr>
          <a:xfrm>
            <a:off x="10832238" y="2014215"/>
            <a:ext cx="184890" cy="252392"/>
          </a:xfrm>
          <a:prstGeom prst="ellipse">
            <a:avLst/>
          </a:prstGeom>
          <a:solidFill>
            <a:srgbClr val="1AE43C"/>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55" name="椭圆 554">
            <a:extLst>
              <a:ext uri="{FF2B5EF4-FFF2-40B4-BE49-F238E27FC236}">
                <a16:creationId xmlns:a16="http://schemas.microsoft.com/office/drawing/2014/main" id="{4437306C-413C-64A3-9036-89006358D25A}"/>
              </a:ext>
            </a:extLst>
          </p:cNvPr>
          <p:cNvSpPr/>
          <p:nvPr/>
        </p:nvSpPr>
        <p:spPr>
          <a:xfrm>
            <a:off x="10830262" y="2795319"/>
            <a:ext cx="184890" cy="252392"/>
          </a:xfrm>
          <a:prstGeom prst="ellipse">
            <a:avLst/>
          </a:prstGeom>
          <a:solidFill>
            <a:srgbClr val="F84AEC"/>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56" name="椭圆 555">
            <a:extLst>
              <a:ext uri="{FF2B5EF4-FFF2-40B4-BE49-F238E27FC236}">
                <a16:creationId xmlns:a16="http://schemas.microsoft.com/office/drawing/2014/main" id="{AF2C5100-59C2-1F76-EDA4-6352883C56A0}"/>
              </a:ext>
            </a:extLst>
          </p:cNvPr>
          <p:cNvSpPr/>
          <p:nvPr/>
        </p:nvSpPr>
        <p:spPr>
          <a:xfrm>
            <a:off x="10830262" y="3560119"/>
            <a:ext cx="184890" cy="252392"/>
          </a:xfrm>
          <a:prstGeom prst="ellipse">
            <a:avLst/>
          </a:prstGeom>
          <a:solidFill>
            <a:srgbClr val="FFC00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52" name="椭圆 551">
            <a:extLst>
              <a:ext uri="{FF2B5EF4-FFF2-40B4-BE49-F238E27FC236}">
                <a16:creationId xmlns:a16="http://schemas.microsoft.com/office/drawing/2014/main" id="{F5AC8A71-0F18-55B0-93DA-D94BE41BED82}"/>
              </a:ext>
            </a:extLst>
          </p:cNvPr>
          <p:cNvSpPr/>
          <p:nvPr/>
        </p:nvSpPr>
        <p:spPr>
          <a:xfrm>
            <a:off x="9400625" y="2400191"/>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53" name="椭圆 552">
            <a:extLst>
              <a:ext uri="{FF2B5EF4-FFF2-40B4-BE49-F238E27FC236}">
                <a16:creationId xmlns:a16="http://schemas.microsoft.com/office/drawing/2014/main" id="{C5CA4866-B181-B7E9-8000-EB79DD83403F}"/>
              </a:ext>
            </a:extLst>
          </p:cNvPr>
          <p:cNvSpPr/>
          <p:nvPr/>
        </p:nvSpPr>
        <p:spPr>
          <a:xfrm>
            <a:off x="9400625" y="3174142"/>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50" name="椭圆 549">
            <a:extLst>
              <a:ext uri="{FF2B5EF4-FFF2-40B4-BE49-F238E27FC236}">
                <a16:creationId xmlns:a16="http://schemas.microsoft.com/office/drawing/2014/main" id="{0F40E5EA-9E62-6380-9EE0-1703BED56F04}"/>
              </a:ext>
            </a:extLst>
          </p:cNvPr>
          <p:cNvSpPr/>
          <p:nvPr/>
        </p:nvSpPr>
        <p:spPr>
          <a:xfrm>
            <a:off x="11547057" y="3174142"/>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51" name="椭圆 550">
            <a:extLst>
              <a:ext uri="{FF2B5EF4-FFF2-40B4-BE49-F238E27FC236}">
                <a16:creationId xmlns:a16="http://schemas.microsoft.com/office/drawing/2014/main" id="{932BC522-808E-2EB6-978F-33A955EE5057}"/>
              </a:ext>
            </a:extLst>
          </p:cNvPr>
          <p:cNvSpPr/>
          <p:nvPr/>
        </p:nvSpPr>
        <p:spPr>
          <a:xfrm>
            <a:off x="11555735" y="2400191"/>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26" name="椭圆 525">
            <a:extLst>
              <a:ext uri="{FF2B5EF4-FFF2-40B4-BE49-F238E27FC236}">
                <a16:creationId xmlns:a16="http://schemas.microsoft.com/office/drawing/2014/main" id="{B07D4960-B7B8-6F64-B7C1-4BF4FD8BFB11}"/>
              </a:ext>
            </a:extLst>
          </p:cNvPr>
          <p:cNvSpPr/>
          <p:nvPr/>
        </p:nvSpPr>
        <p:spPr>
          <a:xfrm>
            <a:off x="10115444" y="2013363"/>
            <a:ext cx="184890" cy="252392"/>
          </a:xfrm>
          <a:prstGeom prst="ellipse">
            <a:avLst/>
          </a:prstGeom>
          <a:solidFill>
            <a:schemeClr val="accent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27" name="椭圆 526">
            <a:extLst>
              <a:ext uri="{FF2B5EF4-FFF2-40B4-BE49-F238E27FC236}">
                <a16:creationId xmlns:a16="http://schemas.microsoft.com/office/drawing/2014/main" id="{6A93434F-4E22-98B4-6440-E96B318CD41E}"/>
              </a:ext>
            </a:extLst>
          </p:cNvPr>
          <p:cNvSpPr/>
          <p:nvPr/>
        </p:nvSpPr>
        <p:spPr>
          <a:xfrm>
            <a:off x="10115444" y="3560971"/>
            <a:ext cx="184890" cy="252392"/>
          </a:xfrm>
          <a:prstGeom prst="ellipse">
            <a:avLst/>
          </a:prstGeom>
          <a:solidFill>
            <a:srgbClr val="C0000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28" name="椭圆 527">
            <a:extLst>
              <a:ext uri="{FF2B5EF4-FFF2-40B4-BE49-F238E27FC236}">
                <a16:creationId xmlns:a16="http://schemas.microsoft.com/office/drawing/2014/main" id="{8C49DEBB-4953-D140-9DE8-5E2C62692B20}"/>
              </a:ext>
            </a:extLst>
          </p:cNvPr>
          <p:cNvSpPr/>
          <p:nvPr/>
        </p:nvSpPr>
        <p:spPr>
          <a:xfrm>
            <a:off x="10115444" y="2787167"/>
            <a:ext cx="184890" cy="252392"/>
          </a:xfrm>
          <a:prstGeom prst="ellipse">
            <a:avLst/>
          </a:prstGeom>
          <a:solidFill>
            <a:srgbClr val="00B0F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cxnSp>
        <p:nvCxnSpPr>
          <p:cNvPr id="529" name="直接箭头连接符 528">
            <a:extLst>
              <a:ext uri="{FF2B5EF4-FFF2-40B4-BE49-F238E27FC236}">
                <a16:creationId xmlns:a16="http://schemas.microsoft.com/office/drawing/2014/main" id="{D40519FC-CD76-0CEF-DA6C-1B4C4A5C669A}"/>
              </a:ext>
            </a:extLst>
          </p:cNvPr>
          <p:cNvCxnSpPr>
            <a:cxnSpLocks/>
            <a:stCxn id="552" idx="6"/>
            <a:endCxn id="526" idx="2"/>
          </p:cNvCxnSpPr>
          <p:nvPr/>
        </p:nvCxnSpPr>
        <p:spPr>
          <a:xfrm flipV="1">
            <a:off x="9585515" y="2139559"/>
            <a:ext cx="529928" cy="386828"/>
          </a:xfrm>
          <a:prstGeom prst="straightConnector1">
            <a:avLst/>
          </a:prstGeom>
          <a:ln w="1905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530" name="直接箭头连接符 529">
            <a:extLst>
              <a:ext uri="{FF2B5EF4-FFF2-40B4-BE49-F238E27FC236}">
                <a16:creationId xmlns:a16="http://schemas.microsoft.com/office/drawing/2014/main" id="{D68C6F28-536D-EED6-E5B5-4BAD3A77AE60}"/>
              </a:ext>
            </a:extLst>
          </p:cNvPr>
          <p:cNvCxnSpPr>
            <a:cxnSpLocks/>
            <a:stCxn id="552" idx="6"/>
            <a:endCxn id="528" idx="2"/>
          </p:cNvCxnSpPr>
          <p:nvPr/>
        </p:nvCxnSpPr>
        <p:spPr>
          <a:xfrm>
            <a:off x="9585515" y="2526388"/>
            <a:ext cx="529928" cy="386975"/>
          </a:xfrm>
          <a:prstGeom prst="straightConnector1">
            <a:avLst/>
          </a:prstGeom>
          <a:ln w="19050">
            <a:solidFill>
              <a:srgbClr val="00B0F0"/>
            </a:solidFill>
            <a:tailEnd type="none"/>
          </a:ln>
        </p:spPr>
        <p:style>
          <a:lnRef idx="1">
            <a:schemeClr val="accent1"/>
          </a:lnRef>
          <a:fillRef idx="0">
            <a:schemeClr val="accent1"/>
          </a:fillRef>
          <a:effectRef idx="0">
            <a:schemeClr val="accent1"/>
          </a:effectRef>
          <a:fontRef idx="minor">
            <a:schemeClr val="tx1"/>
          </a:fontRef>
        </p:style>
      </p:cxnSp>
      <p:cxnSp>
        <p:nvCxnSpPr>
          <p:cNvPr id="531" name="直接箭头连接符 530">
            <a:extLst>
              <a:ext uri="{FF2B5EF4-FFF2-40B4-BE49-F238E27FC236}">
                <a16:creationId xmlns:a16="http://schemas.microsoft.com/office/drawing/2014/main" id="{38C42B11-E624-85EB-3110-5928EA0C3892}"/>
              </a:ext>
            </a:extLst>
          </p:cNvPr>
          <p:cNvCxnSpPr>
            <a:cxnSpLocks/>
            <a:stCxn id="552" idx="6"/>
            <a:endCxn id="527" idx="2"/>
          </p:cNvCxnSpPr>
          <p:nvPr/>
        </p:nvCxnSpPr>
        <p:spPr>
          <a:xfrm>
            <a:off x="9585515" y="2526388"/>
            <a:ext cx="529928" cy="1160779"/>
          </a:xfrm>
          <a:prstGeom prst="straightConnector1">
            <a:avLst/>
          </a:prstGeom>
          <a:ln w="1905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532" name="直接箭头连接符 531">
            <a:extLst>
              <a:ext uri="{FF2B5EF4-FFF2-40B4-BE49-F238E27FC236}">
                <a16:creationId xmlns:a16="http://schemas.microsoft.com/office/drawing/2014/main" id="{9A94FB74-849C-640B-6C45-39D4D68533AC}"/>
              </a:ext>
            </a:extLst>
          </p:cNvPr>
          <p:cNvCxnSpPr>
            <a:cxnSpLocks/>
            <a:stCxn id="553" idx="6"/>
            <a:endCxn id="526" idx="2"/>
          </p:cNvCxnSpPr>
          <p:nvPr/>
        </p:nvCxnSpPr>
        <p:spPr>
          <a:xfrm flipV="1">
            <a:off x="9585515" y="2139559"/>
            <a:ext cx="529928" cy="1160779"/>
          </a:xfrm>
          <a:prstGeom prst="straightConnector1">
            <a:avLst/>
          </a:prstGeom>
          <a:ln w="1905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533" name="直接箭头连接符 532">
            <a:extLst>
              <a:ext uri="{FF2B5EF4-FFF2-40B4-BE49-F238E27FC236}">
                <a16:creationId xmlns:a16="http://schemas.microsoft.com/office/drawing/2014/main" id="{5982171F-FAFC-D5BD-58D0-4F2D1E858CCD}"/>
              </a:ext>
            </a:extLst>
          </p:cNvPr>
          <p:cNvCxnSpPr>
            <a:cxnSpLocks/>
            <a:stCxn id="553" idx="6"/>
            <a:endCxn id="528" idx="2"/>
          </p:cNvCxnSpPr>
          <p:nvPr/>
        </p:nvCxnSpPr>
        <p:spPr>
          <a:xfrm flipV="1">
            <a:off x="9585515" y="2913363"/>
            <a:ext cx="529928" cy="386975"/>
          </a:xfrm>
          <a:prstGeom prst="straightConnector1">
            <a:avLst/>
          </a:prstGeom>
          <a:ln w="19050">
            <a:solidFill>
              <a:srgbClr val="00B0F0"/>
            </a:solidFill>
            <a:tailEnd type="none"/>
          </a:ln>
        </p:spPr>
        <p:style>
          <a:lnRef idx="1">
            <a:schemeClr val="accent1"/>
          </a:lnRef>
          <a:fillRef idx="0">
            <a:schemeClr val="accent1"/>
          </a:fillRef>
          <a:effectRef idx="0">
            <a:schemeClr val="accent1"/>
          </a:effectRef>
          <a:fontRef idx="minor">
            <a:schemeClr val="tx1"/>
          </a:fontRef>
        </p:style>
      </p:cxnSp>
      <p:cxnSp>
        <p:nvCxnSpPr>
          <p:cNvPr id="534" name="直接箭头连接符 533">
            <a:extLst>
              <a:ext uri="{FF2B5EF4-FFF2-40B4-BE49-F238E27FC236}">
                <a16:creationId xmlns:a16="http://schemas.microsoft.com/office/drawing/2014/main" id="{2359F476-0B7F-91E8-FC6F-6232ECFEC1D5}"/>
              </a:ext>
            </a:extLst>
          </p:cNvPr>
          <p:cNvCxnSpPr>
            <a:cxnSpLocks/>
            <a:stCxn id="553" idx="6"/>
            <a:endCxn id="527" idx="2"/>
          </p:cNvCxnSpPr>
          <p:nvPr/>
        </p:nvCxnSpPr>
        <p:spPr>
          <a:xfrm>
            <a:off x="9585515" y="3300338"/>
            <a:ext cx="529928" cy="386828"/>
          </a:xfrm>
          <a:prstGeom prst="straightConnector1">
            <a:avLst/>
          </a:prstGeom>
          <a:ln w="1905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535" name="直接箭头连接符 534">
            <a:extLst>
              <a:ext uri="{FF2B5EF4-FFF2-40B4-BE49-F238E27FC236}">
                <a16:creationId xmlns:a16="http://schemas.microsoft.com/office/drawing/2014/main" id="{E453D286-3F8E-0F64-AEC6-2FD0D75C8281}"/>
              </a:ext>
            </a:extLst>
          </p:cNvPr>
          <p:cNvCxnSpPr>
            <a:cxnSpLocks/>
            <a:stCxn id="526" idx="6"/>
            <a:endCxn id="554" idx="2"/>
          </p:cNvCxnSpPr>
          <p:nvPr/>
        </p:nvCxnSpPr>
        <p:spPr>
          <a:xfrm>
            <a:off x="10300334" y="2139559"/>
            <a:ext cx="531904" cy="85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36" name="直接箭头连接符 535">
            <a:extLst>
              <a:ext uri="{FF2B5EF4-FFF2-40B4-BE49-F238E27FC236}">
                <a16:creationId xmlns:a16="http://schemas.microsoft.com/office/drawing/2014/main" id="{25C5E8F3-CF9B-2864-B211-C5C67F4459B2}"/>
              </a:ext>
            </a:extLst>
          </p:cNvPr>
          <p:cNvCxnSpPr>
            <a:cxnSpLocks/>
            <a:stCxn id="526" idx="6"/>
            <a:endCxn id="556" idx="2"/>
          </p:cNvCxnSpPr>
          <p:nvPr/>
        </p:nvCxnSpPr>
        <p:spPr>
          <a:xfrm>
            <a:off x="10300334" y="2139559"/>
            <a:ext cx="529928" cy="154675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37" name="直接箭头连接符 536">
            <a:extLst>
              <a:ext uri="{FF2B5EF4-FFF2-40B4-BE49-F238E27FC236}">
                <a16:creationId xmlns:a16="http://schemas.microsoft.com/office/drawing/2014/main" id="{6960048A-514C-C198-52A6-027D19D09C97}"/>
              </a:ext>
            </a:extLst>
          </p:cNvPr>
          <p:cNvCxnSpPr>
            <a:cxnSpLocks/>
            <a:stCxn id="526" idx="6"/>
            <a:endCxn id="555" idx="2"/>
          </p:cNvCxnSpPr>
          <p:nvPr/>
        </p:nvCxnSpPr>
        <p:spPr>
          <a:xfrm>
            <a:off x="10300334" y="2139559"/>
            <a:ext cx="529928" cy="78195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38" name="直接连接符 537">
            <a:extLst>
              <a:ext uri="{FF2B5EF4-FFF2-40B4-BE49-F238E27FC236}">
                <a16:creationId xmlns:a16="http://schemas.microsoft.com/office/drawing/2014/main" id="{E264103E-A045-3620-BAA8-B8DDDC067191}"/>
              </a:ext>
            </a:extLst>
          </p:cNvPr>
          <p:cNvCxnSpPr>
            <a:cxnSpLocks/>
            <a:stCxn id="528" idx="6"/>
            <a:endCxn id="555" idx="2"/>
          </p:cNvCxnSpPr>
          <p:nvPr/>
        </p:nvCxnSpPr>
        <p:spPr>
          <a:xfrm>
            <a:off x="10300334" y="2913363"/>
            <a:ext cx="529928" cy="815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39" name="直接箭头连接符 538">
            <a:extLst>
              <a:ext uri="{FF2B5EF4-FFF2-40B4-BE49-F238E27FC236}">
                <a16:creationId xmlns:a16="http://schemas.microsoft.com/office/drawing/2014/main" id="{7EB6A9F5-9E2D-BA31-98B4-2CF9EEC272E6}"/>
              </a:ext>
            </a:extLst>
          </p:cNvPr>
          <p:cNvCxnSpPr>
            <a:cxnSpLocks/>
            <a:stCxn id="528" idx="6"/>
            <a:endCxn id="554" idx="2"/>
          </p:cNvCxnSpPr>
          <p:nvPr/>
        </p:nvCxnSpPr>
        <p:spPr>
          <a:xfrm flipV="1">
            <a:off x="10300334" y="2140411"/>
            <a:ext cx="531904" cy="77295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0" name="直接箭头连接符 539">
            <a:extLst>
              <a:ext uri="{FF2B5EF4-FFF2-40B4-BE49-F238E27FC236}">
                <a16:creationId xmlns:a16="http://schemas.microsoft.com/office/drawing/2014/main" id="{77F2AEC6-10AC-9A62-9E3A-65C8B9397709}"/>
              </a:ext>
            </a:extLst>
          </p:cNvPr>
          <p:cNvCxnSpPr>
            <a:cxnSpLocks/>
            <a:stCxn id="528" idx="6"/>
            <a:endCxn id="556" idx="2"/>
          </p:cNvCxnSpPr>
          <p:nvPr/>
        </p:nvCxnSpPr>
        <p:spPr>
          <a:xfrm>
            <a:off x="10300334" y="2913363"/>
            <a:ext cx="529928" cy="77295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1" name="直接箭头连接符 540">
            <a:extLst>
              <a:ext uri="{FF2B5EF4-FFF2-40B4-BE49-F238E27FC236}">
                <a16:creationId xmlns:a16="http://schemas.microsoft.com/office/drawing/2014/main" id="{B52F1B13-819E-8100-E2B0-4F30DC5525B0}"/>
              </a:ext>
            </a:extLst>
          </p:cNvPr>
          <p:cNvCxnSpPr>
            <a:cxnSpLocks/>
            <a:stCxn id="527" idx="6"/>
            <a:endCxn id="554" idx="2"/>
          </p:cNvCxnSpPr>
          <p:nvPr/>
        </p:nvCxnSpPr>
        <p:spPr>
          <a:xfrm flipV="1">
            <a:off x="10300334" y="2140411"/>
            <a:ext cx="531904" cy="154675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2" name="直接箭头连接符 541">
            <a:extLst>
              <a:ext uri="{FF2B5EF4-FFF2-40B4-BE49-F238E27FC236}">
                <a16:creationId xmlns:a16="http://schemas.microsoft.com/office/drawing/2014/main" id="{0F0CEA25-09E8-2ABC-9197-5499AFE51924}"/>
              </a:ext>
            </a:extLst>
          </p:cNvPr>
          <p:cNvCxnSpPr>
            <a:cxnSpLocks/>
            <a:stCxn id="527" idx="6"/>
            <a:endCxn id="556" idx="2"/>
          </p:cNvCxnSpPr>
          <p:nvPr/>
        </p:nvCxnSpPr>
        <p:spPr>
          <a:xfrm flipV="1">
            <a:off x="10300334" y="3686315"/>
            <a:ext cx="529928" cy="85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3" name="直接箭头连接符 542">
            <a:extLst>
              <a:ext uri="{FF2B5EF4-FFF2-40B4-BE49-F238E27FC236}">
                <a16:creationId xmlns:a16="http://schemas.microsoft.com/office/drawing/2014/main" id="{4AACDCB1-C267-2B51-5625-6D3366C8F326}"/>
              </a:ext>
            </a:extLst>
          </p:cNvPr>
          <p:cNvCxnSpPr>
            <a:cxnSpLocks/>
            <a:stCxn id="527" idx="6"/>
            <a:endCxn id="555" idx="2"/>
          </p:cNvCxnSpPr>
          <p:nvPr/>
        </p:nvCxnSpPr>
        <p:spPr>
          <a:xfrm flipV="1">
            <a:off x="10300334" y="2921515"/>
            <a:ext cx="529928" cy="76565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4" name="直接箭头连接符 543">
            <a:extLst>
              <a:ext uri="{FF2B5EF4-FFF2-40B4-BE49-F238E27FC236}">
                <a16:creationId xmlns:a16="http://schemas.microsoft.com/office/drawing/2014/main" id="{C8A5D7D3-971B-F62C-B10A-3FC74F1D79FD}"/>
              </a:ext>
            </a:extLst>
          </p:cNvPr>
          <p:cNvCxnSpPr>
            <a:cxnSpLocks/>
            <a:stCxn id="554" idx="6"/>
            <a:endCxn id="551" idx="2"/>
          </p:cNvCxnSpPr>
          <p:nvPr/>
        </p:nvCxnSpPr>
        <p:spPr>
          <a:xfrm>
            <a:off x="11017128" y="2140411"/>
            <a:ext cx="538607" cy="38597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5" name="直接箭头连接符 544">
            <a:extLst>
              <a:ext uri="{FF2B5EF4-FFF2-40B4-BE49-F238E27FC236}">
                <a16:creationId xmlns:a16="http://schemas.microsoft.com/office/drawing/2014/main" id="{F1946EF4-7514-7961-E0E5-BFC19C8F4A37}"/>
              </a:ext>
            </a:extLst>
          </p:cNvPr>
          <p:cNvCxnSpPr>
            <a:cxnSpLocks/>
            <a:stCxn id="554" idx="6"/>
            <a:endCxn id="550" idx="2"/>
          </p:cNvCxnSpPr>
          <p:nvPr/>
        </p:nvCxnSpPr>
        <p:spPr>
          <a:xfrm>
            <a:off x="11017128" y="2140411"/>
            <a:ext cx="529928" cy="115992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6" name="直接箭头连接符 545">
            <a:extLst>
              <a:ext uri="{FF2B5EF4-FFF2-40B4-BE49-F238E27FC236}">
                <a16:creationId xmlns:a16="http://schemas.microsoft.com/office/drawing/2014/main" id="{380811AF-36F7-F141-7249-0228A3E89850}"/>
              </a:ext>
            </a:extLst>
          </p:cNvPr>
          <p:cNvCxnSpPr>
            <a:cxnSpLocks/>
            <a:stCxn id="555" idx="6"/>
            <a:endCxn id="551" idx="2"/>
          </p:cNvCxnSpPr>
          <p:nvPr/>
        </p:nvCxnSpPr>
        <p:spPr>
          <a:xfrm flipV="1">
            <a:off x="11015152" y="2526388"/>
            <a:ext cx="540583" cy="39512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7" name="直接箭头连接符 546">
            <a:extLst>
              <a:ext uri="{FF2B5EF4-FFF2-40B4-BE49-F238E27FC236}">
                <a16:creationId xmlns:a16="http://schemas.microsoft.com/office/drawing/2014/main" id="{8DCB0388-FD4C-13F9-665B-146C847B9AD7}"/>
              </a:ext>
            </a:extLst>
          </p:cNvPr>
          <p:cNvCxnSpPr>
            <a:cxnSpLocks/>
            <a:stCxn id="555" idx="6"/>
            <a:endCxn id="550" idx="2"/>
          </p:cNvCxnSpPr>
          <p:nvPr/>
        </p:nvCxnSpPr>
        <p:spPr>
          <a:xfrm>
            <a:off x="11015152" y="2921515"/>
            <a:ext cx="531904" cy="378824"/>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8" name="直接箭头连接符 547">
            <a:extLst>
              <a:ext uri="{FF2B5EF4-FFF2-40B4-BE49-F238E27FC236}">
                <a16:creationId xmlns:a16="http://schemas.microsoft.com/office/drawing/2014/main" id="{4590500B-E591-51A7-4BB4-F5C1ADE7EFD4}"/>
              </a:ext>
            </a:extLst>
          </p:cNvPr>
          <p:cNvCxnSpPr>
            <a:cxnSpLocks/>
            <a:stCxn id="556" idx="6"/>
            <a:endCxn id="551" idx="2"/>
          </p:cNvCxnSpPr>
          <p:nvPr/>
        </p:nvCxnSpPr>
        <p:spPr>
          <a:xfrm flipV="1">
            <a:off x="11015152" y="2526388"/>
            <a:ext cx="540583" cy="115992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9" name="直接箭头连接符 548">
            <a:extLst>
              <a:ext uri="{FF2B5EF4-FFF2-40B4-BE49-F238E27FC236}">
                <a16:creationId xmlns:a16="http://schemas.microsoft.com/office/drawing/2014/main" id="{3C00C8F4-4CEC-C39E-04E7-1E5EE1122FAB}"/>
              </a:ext>
            </a:extLst>
          </p:cNvPr>
          <p:cNvCxnSpPr>
            <a:cxnSpLocks/>
            <a:stCxn id="556" idx="6"/>
            <a:endCxn id="550" idx="2"/>
          </p:cNvCxnSpPr>
          <p:nvPr/>
        </p:nvCxnSpPr>
        <p:spPr>
          <a:xfrm flipV="1">
            <a:off x="11015152" y="3300338"/>
            <a:ext cx="531904" cy="38597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801" name="文本框 800">
            <a:extLst>
              <a:ext uri="{FF2B5EF4-FFF2-40B4-BE49-F238E27FC236}">
                <a16:creationId xmlns:a16="http://schemas.microsoft.com/office/drawing/2014/main" id="{59E384D1-9603-F99B-CE77-A88CB15CCEE2}"/>
              </a:ext>
            </a:extLst>
          </p:cNvPr>
          <p:cNvSpPr txBox="1"/>
          <p:nvPr/>
        </p:nvSpPr>
        <p:spPr>
          <a:xfrm>
            <a:off x="193654" y="744048"/>
            <a:ext cx="6109334" cy="461665"/>
          </a:xfrm>
          <a:prstGeom prst="rect">
            <a:avLst/>
          </a:prstGeom>
          <a:noFill/>
        </p:spPr>
        <p:txBody>
          <a:bodyPr wrap="square">
            <a:spAutoFit/>
          </a:bodyPr>
          <a:lstStyle/>
          <a:p>
            <a:r>
              <a:rPr lang="zh-CN" altLang="en-US" sz="2400" b="1" dirty="0">
                <a:solidFill>
                  <a:srgbClr val="268F9C"/>
                </a:solidFill>
                <a:latin typeface="+mn-ea"/>
              </a:rPr>
              <a:t>对齐过程</a:t>
            </a:r>
          </a:p>
        </p:txBody>
      </p:sp>
      <p:grpSp>
        <p:nvGrpSpPr>
          <p:cNvPr id="7" name="组合 6">
            <a:extLst>
              <a:ext uri="{FF2B5EF4-FFF2-40B4-BE49-F238E27FC236}">
                <a16:creationId xmlns:a16="http://schemas.microsoft.com/office/drawing/2014/main" id="{51104ED8-A41E-F2D7-0D7D-E2FD1F1A95FA}"/>
              </a:ext>
            </a:extLst>
          </p:cNvPr>
          <p:cNvGrpSpPr/>
          <p:nvPr/>
        </p:nvGrpSpPr>
        <p:grpSpPr>
          <a:xfrm>
            <a:off x="6975947" y="1896591"/>
            <a:ext cx="3486867" cy="2039469"/>
            <a:chOff x="6975947" y="1896591"/>
            <a:chExt cx="3486867" cy="2039469"/>
          </a:xfrm>
        </p:grpSpPr>
        <p:sp>
          <p:nvSpPr>
            <p:cNvPr id="5" name="矩形 4">
              <a:extLst>
                <a:ext uri="{FF2B5EF4-FFF2-40B4-BE49-F238E27FC236}">
                  <a16:creationId xmlns:a16="http://schemas.microsoft.com/office/drawing/2014/main" id="{CB2D2BDA-31D6-72F8-F989-79467A6DA12E}"/>
                </a:ext>
              </a:extLst>
            </p:cNvPr>
            <p:cNvSpPr/>
            <p:nvPr/>
          </p:nvSpPr>
          <p:spPr>
            <a:xfrm>
              <a:off x="6975947" y="1903368"/>
              <a:ext cx="509851" cy="2032692"/>
            </a:xfrm>
            <a:prstGeom prst="rect">
              <a:avLst/>
            </a:prstGeom>
            <a:noFill/>
            <a:ln w="28575">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027D864B-59B3-4026-49C4-4237D1B61676}"/>
                </a:ext>
              </a:extLst>
            </p:cNvPr>
            <p:cNvSpPr/>
            <p:nvPr/>
          </p:nvSpPr>
          <p:spPr>
            <a:xfrm>
              <a:off x="9952963" y="1896591"/>
              <a:ext cx="509851" cy="2032692"/>
            </a:xfrm>
            <a:prstGeom prst="rect">
              <a:avLst/>
            </a:prstGeom>
            <a:noFill/>
            <a:ln w="28575">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grpSp>
      <p:pic>
        <p:nvPicPr>
          <p:cNvPr id="9" name="图片 8">
            <a:extLst>
              <a:ext uri="{FF2B5EF4-FFF2-40B4-BE49-F238E27FC236}">
                <a16:creationId xmlns:a16="http://schemas.microsoft.com/office/drawing/2014/main" id="{CAE17934-A07D-C6A4-3871-7EFA696FC840}"/>
              </a:ext>
            </a:extLst>
          </p:cNvPr>
          <p:cNvPicPr>
            <a:picLocks noChangeAspect="1"/>
          </p:cNvPicPr>
          <p:nvPr/>
        </p:nvPicPr>
        <p:blipFill>
          <a:blip r:embed="rId3"/>
          <a:stretch>
            <a:fillRect/>
          </a:stretch>
        </p:blipFill>
        <p:spPr>
          <a:xfrm>
            <a:off x="6896397" y="4013872"/>
            <a:ext cx="712110" cy="765652"/>
          </a:xfrm>
          <a:prstGeom prst="rect">
            <a:avLst/>
          </a:prstGeom>
        </p:spPr>
      </p:pic>
      <p:sp>
        <p:nvSpPr>
          <p:cNvPr id="4" name="文本框 3">
            <a:extLst>
              <a:ext uri="{FF2B5EF4-FFF2-40B4-BE49-F238E27FC236}">
                <a16:creationId xmlns:a16="http://schemas.microsoft.com/office/drawing/2014/main" id="{671D7998-CECE-4F46-D13A-56E901E23F22}"/>
              </a:ext>
            </a:extLst>
          </p:cNvPr>
          <p:cNvSpPr txBox="1"/>
          <p:nvPr/>
        </p:nvSpPr>
        <p:spPr>
          <a:xfrm>
            <a:off x="391960" y="1257037"/>
            <a:ext cx="5596913" cy="923330"/>
          </a:xfrm>
          <a:prstGeom prst="rect">
            <a:avLst/>
          </a:prstGeom>
          <a:noFill/>
        </p:spPr>
        <p:txBody>
          <a:bodyPr wrap="square">
            <a:spAutoFit/>
          </a:bodyPr>
          <a:lstStyle/>
          <a:p>
            <a:pPr marL="285750" indent="-285750">
              <a:buFont typeface="Wingdings" panose="05000000000000000000" pitchFamily="2" charset="2"/>
              <a:buChar char="Ø"/>
            </a:pPr>
            <a:r>
              <a:rPr lang="zh-CN" altLang="en-US" dirty="0">
                <a:solidFill>
                  <a:srgbClr val="268F9C"/>
                </a:solidFill>
                <a:latin typeface="+mn-ea"/>
              </a:rPr>
              <a:t>遍历每层神经元</a:t>
            </a:r>
            <a:r>
              <a:rPr lang="en-US" altLang="zh-CN" dirty="0">
                <a:solidFill>
                  <a:srgbClr val="268F9C"/>
                </a:solidFill>
                <a:latin typeface="+mn-ea"/>
              </a:rPr>
              <a:t>(</a:t>
            </a:r>
            <a:r>
              <a:rPr lang="zh-CN" altLang="en-US" dirty="0">
                <a:solidFill>
                  <a:srgbClr val="268F9C"/>
                </a:solidFill>
                <a:latin typeface="+mn-ea"/>
              </a:rPr>
              <a:t>输入层、输出层除外</a:t>
            </a:r>
            <a:r>
              <a:rPr lang="en-US" altLang="zh-CN" dirty="0">
                <a:solidFill>
                  <a:srgbClr val="268F9C"/>
                </a:solidFill>
                <a:latin typeface="+mn-ea"/>
              </a:rPr>
              <a:t>)</a:t>
            </a:r>
            <a:r>
              <a:rPr lang="zh-CN" altLang="en-US" dirty="0">
                <a:solidFill>
                  <a:srgbClr val="268F9C"/>
                </a:solidFill>
                <a:latin typeface="+mn-ea"/>
              </a:rPr>
              <a:t>，每层神经元依次进行对齐，对齐某一层时，之前的层的神经元都已经对齐</a:t>
            </a:r>
            <a:endParaRPr lang="zh-CN" altLang="en-US" dirty="0"/>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7F2E4379-3D80-1C88-CF9B-F46D7D86548C}"/>
                  </a:ext>
                </a:extLst>
              </p:cNvPr>
              <p:cNvSpPr txBox="1"/>
              <p:nvPr/>
            </p:nvSpPr>
            <p:spPr>
              <a:xfrm>
                <a:off x="377144" y="2341721"/>
                <a:ext cx="4817155" cy="379784"/>
              </a:xfrm>
              <a:prstGeom prst="rect">
                <a:avLst/>
              </a:prstGeom>
              <a:noFill/>
            </p:spPr>
            <p:txBody>
              <a:bodyPr wrap="square">
                <a:spAutoFit/>
              </a:bodyPr>
              <a:lstStyle/>
              <a:p>
                <a:pPr marL="285750" indent="-285750">
                  <a:buFont typeface="Wingdings" panose="05000000000000000000" pitchFamily="2" charset="2"/>
                  <a:buChar char="Ø"/>
                </a:pPr>
                <a:r>
                  <a:rPr lang="zh-CN" altLang="en-US" dirty="0">
                    <a:solidFill>
                      <a:srgbClr val="268F9C"/>
                    </a:solidFill>
                    <a:latin typeface="+mn-ea"/>
                  </a:rPr>
                  <a:t>获得传输矩阵</a:t>
                </a:r>
                <a14:m>
                  <m:oMath xmlns:m="http://schemas.openxmlformats.org/officeDocument/2006/math">
                    <m:sSup>
                      <m:sSupPr>
                        <m:ctrlPr>
                          <a:rPr lang="en-US" altLang="zh-CN" b="1" i="1" smtClean="0">
                            <a:solidFill>
                              <a:srgbClr val="268F9C"/>
                            </a:solidFill>
                            <a:latin typeface="Cambria Math" panose="02040503050406030204" pitchFamily="18" charset="0"/>
                          </a:rPr>
                        </m:ctrlPr>
                      </m:sSupPr>
                      <m:e>
                        <m:r>
                          <a:rPr lang="en-US" altLang="zh-CN" b="1" i="1" smtClean="0">
                            <a:solidFill>
                              <a:srgbClr val="268F9C"/>
                            </a:solidFill>
                            <a:latin typeface="Cambria Math" panose="02040503050406030204" pitchFamily="18" charset="0"/>
                          </a:rPr>
                          <m:t>𝑻</m:t>
                        </m:r>
                      </m:e>
                      <m:sup>
                        <m:r>
                          <a:rPr lang="en-US" altLang="zh-CN" b="1" i="1" smtClean="0">
                            <a:solidFill>
                              <a:srgbClr val="268F9C"/>
                            </a:solidFill>
                            <a:latin typeface="Cambria Math" panose="02040503050406030204" pitchFamily="18" charset="0"/>
                          </a:rPr>
                          <m:t>𝒍</m:t>
                        </m:r>
                      </m:sup>
                    </m:sSup>
                  </m:oMath>
                </a14:m>
                <a:r>
                  <a:rPr lang="zh-CN" altLang="en-US" dirty="0">
                    <a:solidFill>
                      <a:srgbClr val="268F9C"/>
                    </a:solidFill>
                    <a:latin typeface="+mn-ea"/>
                  </a:rPr>
                  <a:t>，并对齐当前神经元：</a:t>
                </a:r>
                <a:endParaRPr lang="zh-CN" altLang="en-US" dirty="0"/>
              </a:p>
            </p:txBody>
          </p:sp>
        </mc:Choice>
        <mc:Fallback xmlns="">
          <p:sp>
            <p:nvSpPr>
              <p:cNvPr id="8" name="文本框 7">
                <a:extLst>
                  <a:ext uri="{FF2B5EF4-FFF2-40B4-BE49-F238E27FC236}">
                    <a16:creationId xmlns:a16="http://schemas.microsoft.com/office/drawing/2014/main" id="{7F2E4379-3D80-1C88-CF9B-F46D7D86548C}"/>
                  </a:ext>
                </a:extLst>
              </p:cNvPr>
              <p:cNvSpPr txBox="1">
                <a:spLocks noRot="1" noChangeAspect="1" noMove="1" noResize="1" noEditPoints="1" noAdjustHandles="1" noChangeArrowheads="1" noChangeShapeType="1" noTextEdit="1"/>
              </p:cNvSpPr>
              <p:nvPr/>
            </p:nvSpPr>
            <p:spPr>
              <a:xfrm>
                <a:off x="377144" y="2341721"/>
                <a:ext cx="4817155" cy="379784"/>
              </a:xfrm>
              <a:prstGeom prst="rect">
                <a:avLst/>
              </a:prstGeom>
              <a:blipFill>
                <a:blip r:embed="rId4"/>
                <a:stretch>
                  <a:fillRect l="-886" t="-4839" b="-258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DC08B271-2A76-77C8-649E-501DA15CBD00}"/>
                  </a:ext>
                </a:extLst>
              </p:cNvPr>
              <p:cNvSpPr txBox="1"/>
              <p:nvPr/>
            </p:nvSpPr>
            <p:spPr>
              <a:xfrm>
                <a:off x="776834" y="2787167"/>
                <a:ext cx="2829966" cy="47307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Sup>
                        <m:sSubSupPr>
                          <m:ctrlPr>
                            <a:rPr lang="en-US" altLang="zh-CN" sz="2000" b="0" i="1" smtClean="0">
                              <a:latin typeface="Cambria Math" panose="02040503050406030204" pitchFamily="18" charset="0"/>
                            </a:rPr>
                          </m:ctrlPr>
                        </m:sSubSupPr>
                        <m:e>
                          <m:sSubSup>
                            <m:sSubSupPr>
                              <m:ctrlPr>
                                <a:rPr lang="en-US" altLang="zh-CN" sz="2000" b="0" i="1" smtClean="0">
                                  <a:latin typeface="Cambria Math" panose="02040503050406030204" pitchFamily="18" charset="0"/>
                                </a:rPr>
                              </m:ctrlPr>
                            </m:sSubSupPr>
                            <m:e>
                              <m:acc>
                                <m:accPr>
                                  <m:chr m:val="̃"/>
                                  <m:ctrlPr>
                                    <a:rPr lang="en-US" altLang="zh-CN" sz="2000" b="0" i="1" smtClean="0">
                                      <a:latin typeface="Cambria Math" panose="02040503050406030204" pitchFamily="18" charset="0"/>
                                    </a:rPr>
                                  </m:ctrlPr>
                                </m:accPr>
                                <m:e>
                                  <m:r>
                                    <a:rPr lang="en-US" altLang="zh-CN" sz="2000" b="0" i="1" smtClean="0">
                                      <a:latin typeface="Cambria Math" panose="02040503050406030204" pitchFamily="18" charset="0"/>
                                    </a:rPr>
                                    <m:t>𝑊</m:t>
                                  </m:r>
                                </m:e>
                              </m:acc>
                            </m:e>
                            <m:sub>
                              <m:r>
                                <a:rPr lang="en-US" altLang="zh-CN" sz="2000" b="0" i="1" smtClean="0">
                                  <a:latin typeface="Cambria Math" panose="02040503050406030204" pitchFamily="18" charset="0"/>
                                </a:rPr>
                                <m:t>𝑋</m:t>
                              </m:r>
                            </m:sub>
                            <m:sup>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𝑙</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𝑙</m:t>
                              </m:r>
                              <m:r>
                                <a:rPr lang="en-US" altLang="zh-CN" sz="2000" b="0" i="1" smtClean="0">
                                  <a:latin typeface="Cambria Math" panose="02040503050406030204" pitchFamily="18" charset="0"/>
                                </a:rPr>
                                <m:t>−1)</m:t>
                              </m:r>
                            </m:sup>
                          </m:sSubSup>
                          <m:r>
                            <a:rPr lang="en-US" altLang="zh-CN" sz="2000" b="0" i="1" smtClean="0">
                              <a:latin typeface="Cambria Math" panose="02040503050406030204" pitchFamily="18" charset="0"/>
                            </a:rPr>
                            <m:t>=</m:t>
                          </m:r>
                          <m:sSup>
                            <m:sSupPr>
                              <m:ctrlPr>
                                <a:rPr lang="en-US" altLang="zh-CN" sz="2000" b="0" i="1" smtClean="0">
                                  <a:latin typeface="Cambria Math" panose="02040503050406030204" pitchFamily="18" charset="0"/>
                                </a:rPr>
                              </m:ctrlPr>
                            </m:sSupPr>
                            <m:e>
                              <m:r>
                                <a:rPr lang="en-US" altLang="zh-CN" sz="2000" b="0" i="1" smtClean="0">
                                  <a:latin typeface="Cambria Math" panose="02040503050406030204" pitchFamily="18" charset="0"/>
                                </a:rPr>
                                <m:t>𝑇</m:t>
                              </m:r>
                            </m:e>
                            <m:sup>
                              <m:r>
                                <a:rPr lang="en-US" altLang="zh-CN" sz="2000" b="0" i="1" smtClean="0">
                                  <a:latin typeface="Cambria Math" panose="02040503050406030204" pitchFamily="18" charset="0"/>
                                </a:rPr>
                                <m:t>𝑙</m:t>
                              </m:r>
                            </m:sup>
                          </m:sSup>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𝑊</m:t>
                          </m:r>
                        </m:e>
                        <m:sub>
                          <m:r>
                            <a:rPr lang="en-US" altLang="zh-CN" sz="2000" b="0" i="1" smtClean="0">
                              <a:latin typeface="Cambria Math" panose="02040503050406030204" pitchFamily="18" charset="0"/>
                            </a:rPr>
                            <m:t>𝑋</m:t>
                          </m:r>
                        </m:sub>
                        <m:sup>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𝑙</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𝑙</m:t>
                              </m:r>
                              <m:r>
                                <a:rPr lang="en-US" altLang="zh-CN" sz="2000" b="0" i="1" smtClean="0">
                                  <a:latin typeface="Cambria Math" panose="02040503050406030204" pitchFamily="18" charset="0"/>
                                </a:rPr>
                                <m:t>−1</m:t>
                              </m:r>
                            </m:e>
                          </m:d>
                        </m:sup>
                      </m:sSubSup>
                    </m:oMath>
                  </m:oMathPara>
                </a14:m>
                <a:endParaRPr lang="zh-CN" altLang="en-US" sz="2000" dirty="0"/>
              </a:p>
            </p:txBody>
          </p:sp>
        </mc:Choice>
        <mc:Fallback xmlns="">
          <p:sp>
            <p:nvSpPr>
              <p:cNvPr id="10" name="文本框 9">
                <a:extLst>
                  <a:ext uri="{FF2B5EF4-FFF2-40B4-BE49-F238E27FC236}">
                    <a16:creationId xmlns:a16="http://schemas.microsoft.com/office/drawing/2014/main" id="{DC08B271-2A76-77C8-649E-501DA15CBD00}"/>
                  </a:ext>
                </a:extLst>
              </p:cNvPr>
              <p:cNvSpPr txBox="1">
                <a:spLocks noRot="1" noChangeAspect="1" noMove="1" noResize="1" noEditPoints="1" noAdjustHandles="1" noChangeArrowheads="1" noChangeShapeType="1" noTextEdit="1"/>
              </p:cNvSpPr>
              <p:nvPr/>
            </p:nvSpPr>
            <p:spPr>
              <a:xfrm>
                <a:off x="776834" y="2787167"/>
                <a:ext cx="2829966" cy="473078"/>
              </a:xfrm>
              <a:prstGeom prst="rect">
                <a:avLst/>
              </a:prstGeom>
              <a:blipFill>
                <a:blip r:embed="rId5"/>
                <a:stretch>
                  <a:fillRect b="-3846"/>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AEC49D47-14D0-23BD-F64A-189A14242F41}"/>
              </a:ext>
            </a:extLst>
          </p:cNvPr>
          <p:cNvSpPr txBox="1"/>
          <p:nvPr/>
        </p:nvSpPr>
        <p:spPr>
          <a:xfrm>
            <a:off x="10907486" y="6449406"/>
            <a:ext cx="953142" cy="338554"/>
          </a:xfrm>
          <a:prstGeom prst="rect">
            <a:avLst/>
          </a:prstGeom>
          <a:noFill/>
        </p:spPr>
        <p:txBody>
          <a:bodyPr wrap="square">
            <a:spAutoFit/>
          </a:bodyPr>
          <a:lstStyle/>
          <a:p>
            <a:r>
              <a:rPr lang="en-US" altLang="zh-CN" sz="1600" b="1" dirty="0">
                <a:solidFill>
                  <a:schemeClr val="bg1">
                    <a:lumMod val="50000"/>
                  </a:schemeClr>
                </a:solidFill>
                <a:latin typeface="+mn-ea"/>
              </a:rPr>
              <a:t>11/21</a:t>
            </a:r>
            <a:endParaRPr lang="zh-CN" altLang="en-US" sz="1600" b="1" dirty="0">
              <a:solidFill>
                <a:schemeClr val="bg1">
                  <a:lumMod val="50000"/>
                </a:schemeClr>
              </a:solidFill>
            </a:endParaRPr>
          </a:p>
        </p:txBody>
      </p:sp>
    </p:spTree>
    <p:extLst>
      <p:ext uri="{BB962C8B-B14F-4D97-AF65-F5344CB8AC3E}">
        <p14:creationId xmlns:p14="http://schemas.microsoft.com/office/powerpoint/2010/main" val="235034521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589" name="椭圆 588">
            <a:extLst>
              <a:ext uri="{FF2B5EF4-FFF2-40B4-BE49-F238E27FC236}">
                <a16:creationId xmlns:a16="http://schemas.microsoft.com/office/drawing/2014/main" id="{B632698A-2075-4058-C6A9-3BE038F10D27}"/>
              </a:ext>
            </a:extLst>
          </p:cNvPr>
          <p:cNvSpPr/>
          <p:nvPr/>
        </p:nvSpPr>
        <p:spPr>
          <a:xfrm>
            <a:off x="7863545" y="2009945"/>
            <a:ext cx="184890" cy="252392"/>
          </a:xfrm>
          <a:prstGeom prst="ellipse">
            <a:avLst/>
          </a:prstGeom>
          <a:solidFill>
            <a:srgbClr val="FFC00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90" name="椭圆 589">
            <a:extLst>
              <a:ext uri="{FF2B5EF4-FFF2-40B4-BE49-F238E27FC236}">
                <a16:creationId xmlns:a16="http://schemas.microsoft.com/office/drawing/2014/main" id="{6B60765C-6407-CFBF-3C34-B3863161470A}"/>
              </a:ext>
            </a:extLst>
          </p:cNvPr>
          <p:cNvSpPr/>
          <p:nvPr/>
        </p:nvSpPr>
        <p:spPr>
          <a:xfrm>
            <a:off x="7861569" y="2795745"/>
            <a:ext cx="184890" cy="252392"/>
          </a:xfrm>
          <a:prstGeom prst="ellipse">
            <a:avLst/>
          </a:prstGeom>
          <a:solidFill>
            <a:srgbClr val="F84AEC"/>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91" name="椭圆 590">
            <a:extLst>
              <a:ext uri="{FF2B5EF4-FFF2-40B4-BE49-F238E27FC236}">
                <a16:creationId xmlns:a16="http://schemas.microsoft.com/office/drawing/2014/main" id="{881FFE83-7E4E-27BF-7E83-A73BB9645812}"/>
              </a:ext>
            </a:extLst>
          </p:cNvPr>
          <p:cNvSpPr/>
          <p:nvPr/>
        </p:nvSpPr>
        <p:spPr>
          <a:xfrm>
            <a:off x="7864280" y="3567755"/>
            <a:ext cx="184890" cy="252392"/>
          </a:xfrm>
          <a:prstGeom prst="ellipse">
            <a:avLst/>
          </a:prstGeom>
          <a:solidFill>
            <a:srgbClr val="1AE43C"/>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87" name="椭圆 586">
            <a:extLst>
              <a:ext uri="{FF2B5EF4-FFF2-40B4-BE49-F238E27FC236}">
                <a16:creationId xmlns:a16="http://schemas.microsoft.com/office/drawing/2014/main" id="{31BB44A1-DC2C-7943-DCAE-38BA52372858}"/>
              </a:ext>
            </a:extLst>
          </p:cNvPr>
          <p:cNvSpPr/>
          <p:nvPr/>
        </p:nvSpPr>
        <p:spPr>
          <a:xfrm>
            <a:off x="6431932" y="2400617"/>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88" name="椭圆 587">
            <a:extLst>
              <a:ext uri="{FF2B5EF4-FFF2-40B4-BE49-F238E27FC236}">
                <a16:creationId xmlns:a16="http://schemas.microsoft.com/office/drawing/2014/main" id="{973FFBAD-BF81-DB6C-0907-7C8135FED613}"/>
              </a:ext>
            </a:extLst>
          </p:cNvPr>
          <p:cNvSpPr/>
          <p:nvPr/>
        </p:nvSpPr>
        <p:spPr>
          <a:xfrm>
            <a:off x="6431932" y="3174568"/>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85" name="椭圆 584">
            <a:extLst>
              <a:ext uri="{FF2B5EF4-FFF2-40B4-BE49-F238E27FC236}">
                <a16:creationId xmlns:a16="http://schemas.microsoft.com/office/drawing/2014/main" id="{8E90CE08-9FE4-0C7A-867A-CD4E06C36AD7}"/>
              </a:ext>
            </a:extLst>
          </p:cNvPr>
          <p:cNvSpPr/>
          <p:nvPr/>
        </p:nvSpPr>
        <p:spPr>
          <a:xfrm>
            <a:off x="8578364" y="3174568"/>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86" name="椭圆 585">
            <a:extLst>
              <a:ext uri="{FF2B5EF4-FFF2-40B4-BE49-F238E27FC236}">
                <a16:creationId xmlns:a16="http://schemas.microsoft.com/office/drawing/2014/main" id="{4C6F5694-1AF2-8B0D-82C6-7C6F9440502C}"/>
              </a:ext>
            </a:extLst>
          </p:cNvPr>
          <p:cNvSpPr/>
          <p:nvPr/>
        </p:nvSpPr>
        <p:spPr>
          <a:xfrm>
            <a:off x="8587042" y="2400617"/>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61" name="椭圆 560">
            <a:extLst>
              <a:ext uri="{FF2B5EF4-FFF2-40B4-BE49-F238E27FC236}">
                <a16:creationId xmlns:a16="http://schemas.microsoft.com/office/drawing/2014/main" id="{2225968A-0DD6-7F17-9348-6455C86782DC}"/>
              </a:ext>
            </a:extLst>
          </p:cNvPr>
          <p:cNvSpPr/>
          <p:nvPr/>
        </p:nvSpPr>
        <p:spPr>
          <a:xfrm>
            <a:off x="7160006" y="3561543"/>
            <a:ext cx="184890" cy="252392"/>
          </a:xfrm>
          <a:prstGeom prst="ellipse">
            <a:avLst/>
          </a:prstGeom>
          <a:solidFill>
            <a:srgbClr val="C0000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62" name="椭圆 561">
            <a:extLst>
              <a:ext uri="{FF2B5EF4-FFF2-40B4-BE49-F238E27FC236}">
                <a16:creationId xmlns:a16="http://schemas.microsoft.com/office/drawing/2014/main" id="{D5B395B3-F367-1977-830E-F5FA39F5022E}"/>
              </a:ext>
            </a:extLst>
          </p:cNvPr>
          <p:cNvSpPr/>
          <p:nvPr/>
        </p:nvSpPr>
        <p:spPr>
          <a:xfrm>
            <a:off x="7158840" y="2779250"/>
            <a:ext cx="184890" cy="252392"/>
          </a:xfrm>
          <a:prstGeom prst="ellipse">
            <a:avLst/>
          </a:prstGeom>
          <a:solidFill>
            <a:srgbClr val="00B0F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63" name="椭圆 562">
            <a:extLst>
              <a:ext uri="{FF2B5EF4-FFF2-40B4-BE49-F238E27FC236}">
                <a16:creationId xmlns:a16="http://schemas.microsoft.com/office/drawing/2014/main" id="{7A544B26-2EFC-56C9-3445-04DC9E75AAE0}"/>
              </a:ext>
            </a:extLst>
          </p:cNvPr>
          <p:cNvSpPr/>
          <p:nvPr/>
        </p:nvSpPr>
        <p:spPr>
          <a:xfrm>
            <a:off x="7156449" y="2009945"/>
            <a:ext cx="184890" cy="252392"/>
          </a:xfrm>
          <a:prstGeom prst="ellipse">
            <a:avLst/>
          </a:prstGeom>
          <a:solidFill>
            <a:schemeClr val="accent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cxnSp>
        <p:nvCxnSpPr>
          <p:cNvPr id="564" name="直接箭头连接符 563">
            <a:extLst>
              <a:ext uri="{FF2B5EF4-FFF2-40B4-BE49-F238E27FC236}">
                <a16:creationId xmlns:a16="http://schemas.microsoft.com/office/drawing/2014/main" id="{B028D62C-0473-F366-3660-75346756308C}"/>
              </a:ext>
            </a:extLst>
          </p:cNvPr>
          <p:cNvCxnSpPr>
            <a:cxnSpLocks/>
            <a:stCxn id="587" idx="6"/>
            <a:endCxn id="561" idx="2"/>
          </p:cNvCxnSpPr>
          <p:nvPr/>
        </p:nvCxnSpPr>
        <p:spPr>
          <a:xfrm>
            <a:off x="6616822" y="2526813"/>
            <a:ext cx="543184" cy="116092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65" name="直接箭头连接符 564">
            <a:extLst>
              <a:ext uri="{FF2B5EF4-FFF2-40B4-BE49-F238E27FC236}">
                <a16:creationId xmlns:a16="http://schemas.microsoft.com/office/drawing/2014/main" id="{E468FF02-7DAE-F765-70FE-1F245EAEAA3C}"/>
              </a:ext>
            </a:extLst>
          </p:cNvPr>
          <p:cNvCxnSpPr>
            <a:cxnSpLocks/>
            <a:stCxn id="587" idx="6"/>
            <a:endCxn id="563" idx="2"/>
          </p:cNvCxnSpPr>
          <p:nvPr/>
        </p:nvCxnSpPr>
        <p:spPr>
          <a:xfrm flipV="1">
            <a:off x="6616822" y="2136141"/>
            <a:ext cx="539627" cy="39067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66" name="直接箭头连接符 565">
            <a:extLst>
              <a:ext uri="{FF2B5EF4-FFF2-40B4-BE49-F238E27FC236}">
                <a16:creationId xmlns:a16="http://schemas.microsoft.com/office/drawing/2014/main" id="{1FDC8C32-D57F-FC3C-69E1-E66731A1E876}"/>
              </a:ext>
            </a:extLst>
          </p:cNvPr>
          <p:cNvCxnSpPr>
            <a:cxnSpLocks/>
            <a:stCxn id="587" idx="6"/>
            <a:endCxn id="562" idx="2"/>
          </p:cNvCxnSpPr>
          <p:nvPr/>
        </p:nvCxnSpPr>
        <p:spPr>
          <a:xfrm>
            <a:off x="6616822" y="2526813"/>
            <a:ext cx="542018" cy="378633"/>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67" name="直接箭头连接符 566">
            <a:extLst>
              <a:ext uri="{FF2B5EF4-FFF2-40B4-BE49-F238E27FC236}">
                <a16:creationId xmlns:a16="http://schemas.microsoft.com/office/drawing/2014/main" id="{390C868A-0D33-88DD-74D4-649B39103873}"/>
              </a:ext>
            </a:extLst>
          </p:cNvPr>
          <p:cNvCxnSpPr>
            <a:cxnSpLocks/>
            <a:stCxn id="588" idx="6"/>
            <a:endCxn id="561" idx="2"/>
          </p:cNvCxnSpPr>
          <p:nvPr/>
        </p:nvCxnSpPr>
        <p:spPr>
          <a:xfrm>
            <a:off x="6616822" y="3300764"/>
            <a:ext cx="543184" cy="38697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68" name="直接箭头连接符 567">
            <a:extLst>
              <a:ext uri="{FF2B5EF4-FFF2-40B4-BE49-F238E27FC236}">
                <a16:creationId xmlns:a16="http://schemas.microsoft.com/office/drawing/2014/main" id="{9184E912-6B01-9754-AA21-0558ED31F50B}"/>
              </a:ext>
            </a:extLst>
          </p:cNvPr>
          <p:cNvCxnSpPr>
            <a:cxnSpLocks/>
            <a:stCxn id="588" idx="6"/>
            <a:endCxn id="563" idx="2"/>
          </p:cNvCxnSpPr>
          <p:nvPr/>
        </p:nvCxnSpPr>
        <p:spPr>
          <a:xfrm flipV="1">
            <a:off x="6616822" y="2136141"/>
            <a:ext cx="539627" cy="1164623"/>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69" name="直接箭头连接符 568">
            <a:extLst>
              <a:ext uri="{FF2B5EF4-FFF2-40B4-BE49-F238E27FC236}">
                <a16:creationId xmlns:a16="http://schemas.microsoft.com/office/drawing/2014/main" id="{06B15900-7914-1253-13E8-16AC8D1F9678}"/>
              </a:ext>
            </a:extLst>
          </p:cNvPr>
          <p:cNvCxnSpPr>
            <a:cxnSpLocks/>
            <a:stCxn id="588" idx="6"/>
            <a:endCxn id="562" idx="2"/>
          </p:cNvCxnSpPr>
          <p:nvPr/>
        </p:nvCxnSpPr>
        <p:spPr>
          <a:xfrm flipV="1">
            <a:off x="6616822" y="2905446"/>
            <a:ext cx="542018" cy="395318"/>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70" name="直接箭头连接符 569">
            <a:extLst>
              <a:ext uri="{FF2B5EF4-FFF2-40B4-BE49-F238E27FC236}">
                <a16:creationId xmlns:a16="http://schemas.microsoft.com/office/drawing/2014/main" id="{AC553884-0B56-3FD7-6A3A-BDC8094F90F0}"/>
              </a:ext>
            </a:extLst>
          </p:cNvPr>
          <p:cNvCxnSpPr>
            <a:cxnSpLocks/>
            <a:stCxn id="562" idx="6"/>
            <a:endCxn id="589" idx="2"/>
          </p:cNvCxnSpPr>
          <p:nvPr/>
        </p:nvCxnSpPr>
        <p:spPr>
          <a:xfrm flipV="1">
            <a:off x="7343730" y="2136141"/>
            <a:ext cx="519815" cy="769305"/>
          </a:xfrm>
          <a:prstGeom prst="straightConnector1">
            <a:avLst/>
          </a:prstGeom>
          <a:ln w="19050">
            <a:solidFill>
              <a:srgbClr val="FFC000"/>
            </a:solidFill>
            <a:tailEnd type="none"/>
          </a:ln>
        </p:spPr>
        <p:style>
          <a:lnRef idx="1">
            <a:schemeClr val="accent1"/>
          </a:lnRef>
          <a:fillRef idx="0">
            <a:schemeClr val="accent1"/>
          </a:fillRef>
          <a:effectRef idx="0">
            <a:schemeClr val="accent1"/>
          </a:effectRef>
          <a:fontRef idx="minor">
            <a:schemeClr val="tx1"/>
          </a:fontRef>
        </p:style>
      </p:cxnSp>
      <p:cxnSp>
        <p:nvCxnSpPr>
          <p:cNvPr id="571" name="直接箭头连接符 570">
            <a:extLst>
              <a:ext uri="{FF2B5EF4-FFF2-40B4-BE49-F238E27FC236}">
                <a16:creationId xmlns:a16="http://schemas.microsoft.com/office/drawing/2014/main" id="{978CB691-B206-3915-2444-12C56E73D601}"/>
              </a:ext>
            </a:extLst>
          </p:cNvPr>
          <p:cNvCxnSpPr>
            <a:cxnSpLocks/>
            <a:stCxn id="562" idx="6"/>
            <a:endCxn id="591" idx="2"/>
          </p:cNvCxnSpPr>
          <p:nvPr/>
        </p:nvCxnSpPr>
        <p:spPr>
          <a:xfrm>
            <a:off x="7343730" y="2905446"/>
            <a:ext cx="520550" cy="788505"/>
          </a:xfrm>
          <a:prstGeom prst="straightConnector1">
            <a:avLst/>
          </a:prstGeom>
          <a:ln w="19050">
            <a:solidFill>
              <a:srgbClr val="1AE43C"/>
            </a:solidFill>
            <a:tailEnd type="none"/>
          </a:ln>
        </p:spPr>
        <p:style>
          <a:lnRef idx="1">
            <a:schemeClr val="accent1"/>
          </a:lnRef>
          <a:fillRef idx="0">
            <a:schemeClr val="accent1"/>
          </a:fillRef>
          <a:effectRef idx="0">
            <a:schemeClr val="accent1"/>
          </a:effectRef>
          <a:fontRef idx="minor">
            <a:schemeClr val="tx1"/>
          </a:fontRef>
        </p:style>
      </p:cxnSp>
      <p:cxnSp>
        <p:nvCxnSpPr>
          <p:cNvPr id="572" name="直接箭头连接符 571">
            <a:extLst>
              <a:ext uri="{FF2B5EF4-FFF2-40B4-BE49-F238E27FC236}">
                <a16:creationId xmlns:a16="http://schemas.microsoft.com/office/drawing/2014/main" id="{469ED695-41A0-D0A2-1C9C-EEF171257DD3}"/>
              </a:ext>
            </a:extLst>
          </p:cNvPr>
          <p:cNvCxnSpPr>
            <a:cxnSpLocks/>
            <a:stCxn id="562" idx="6"/>
            <a:endCxn id="590" idx="2"/>
          </p:cNvCxnSpPr>
          <p:nvPr/>
        </p:nvCxnSpPr>
        <p:spPr>
          <a:xfrm>
            <a:off x="7343730" y="2905446"/>
            <a:ext cx="517839" cy="16495"/>
          </a:xfrm>
          <a:prstGeom prst="straightConnector1">
            <a:avLst/>
          </a:prstGeom>
          <a:ln w="19050">
            <a:solidFill>
              <a:srgbClr val="F84AEC"/>
            </a:solidFill>
            <a:tailEnd type="none"/>
          </a:ln>
        </p:spPr>
        <p:style>
          <a:lnRef idx="1">
            <a:schemeClr val="accent1"/>
          </a:lnRef>
          <a:fillRef idx="0">
            <a:schemeClr val="accent1"/>
          </a:fillRef>
          <a:effectRef idx="0">
            <a:schemeClr val="accent1"/>
          </a:effectRef>
          <a:fontRef idx="minor">
            <a:schemeClr val="tx1"/>
          </a:fontRef>
        </p:style>
      </p:cxnSp>
      <p:cxnSp>
        <p:nvCxnSpPr>
          <p:cNvPr id="573" name="直接连接符 572">
            <a:extLst>
              <a:ext uri="{FF2B5EF4-FFF2-40B4-BE49-F238E27FC236}">
                <a16:creationId xmlns:a16="http://schemas.microsoft.com/office/drawing/2014/main" id="{5ED6CA3C-4344-15DA-C7C9-E5FF7B502EE8}"/>
              </a:ext>
            </a:extLst>
          </p:cNvPr>
          <p:cNvCxnSpPr>
            <a:cxnSpLocks/>
            <a:stCxn id="561" idx="6"/>
            <a:endCxn id="590" idx="2"/>
          </p:cNvCxnSpPr>
          <p:nvPr/>
        </p:nvCxnSpPr>
        <p:spPr>
          <a:xfrm flipV="1">
            <a:off x="7344896" y="2921941"/>
            <a:ext cx="516673" cy="765798"/>
          </a:xfrm>
          <a:prstGeom prst="line">
            <a:avLst/>
          </a:prstGeom>
          <a:ln w="19050">
            <a:solidFill>
              <a:srgbClr val="F84AEC"/>
            </a:solidFill>
          </a:ln>
        </p:spPr>
        <p:style>
          <a:lnRef idx="1">
            <a:schemeClr val="accent1"/>
          </a:lnRef>
          <a:fillRef idx="0">
            <a:schemeClr val="accent1"/>
          </a:fillRef>
          <a:effectRef idx="0">
            <a:schemeClr val="accent1"/>
          </a:effectRef>
          <a:fontRef idx="minor">
            <a:schemeClr val="tx1"/>
          </a:fontRef>
        </p:style>
      </p:cxnSp>
      <p:cxnSp>
        <p:nvCxnSpPr>
          <p:cNvPr id="574" name="直接箭头连接符 573">
            <a:extLst>
              <a:ext uri="{FF2B5EF4-FFF2-40B4-BE49-F238E27FC236}">
                <a16:creationId xmlns:a16="http://schemas.microsoft.com/office/drawing/2014/main" id="{40368328-2052-A223-2469-91FEBC267917}"/>
              </a:ext>
            </a:extLst>
          </p:cNvPr>
          <p:cNvCxnSpPr>
            <a:cxnSpLocks/>
            <a:stCxn id="561" idx="6"/>
            <a:endCxn id="589" idx="2"/>
          </p:cNvCxnSpPr>
          <p:nvPr/>
        </p:nvCxnSpPr>
        <p:spPr>
          <a:xfrm flipV="1">
            <a:off x="7344896" y="2136141"/>
            <a:ext cx="518649" cy="1551598"/>
          </a:xfrm>
          <a:prstGeom prst="straightConnector1">
            <a:avLst/>
          </a:prstGeom>
          <a:ln w="19050">
            <a:solidFill>
              <a:srgbClr val="FFC000"/>
            </a:solidFill>
            <a:tailEnd type="none"/>
          </a:ln>
        </p:spPr>
        <p:style>
          <a:lnRef idx="1">
            <a:schemeClr val="accent1"/>
          </a:lnRef>
          <a:fillRef idx="0">
            <a:schemeClr val="accent1"/>
          </a:fillRef>
          <a:effectRef idx="0">
            <a:schemeClr val="accent1"/>
          </a:effectRef>
          <a:fontRef idx="minor">
            <a:schemeClr val="tx1"/>
          </a:fontRef>
        </p:style>
      </p:cxnSp>
      <p:cxnSp>
        <p:nvCxnSpPr>
          <p:cNvPr id="575" name="直接箭头连接符 574">
            <a:extLst>
              <a:ext uri="{FF2B5EF4-FFF2-40B4-BE49-F238E27FC236}">
                <a16:creationId xmlns:a16="http://schemas.microsoft.com/office/drawing/2014/main" id="{DCA88736-64B4-8A50-BAD3-D4FF208D87AC}"/>
              </a:ext>
            </a:extLst>
          </p:cNvPr>
          <p:cNvCxnSpPr>
            <a:cxnSpLocks/>
            <a:stCxn id="561" idx="6"/>
            <a:endCxn id="591" idx="2"/>
          </p:cNvCxnSpPr>
          <p:nvPr/>
        </p:nvCxnSpPr>
        <p:spPr>
          <a:xfrm>
            <a:off x="7344896" y="3687739"/>
            <a:ext cx="519384" cy="6212"/>
          </a:xfrm>
          <a:prstGeom prst="straightConnector1">
            <a:avLst/>
          </a:prstGeom>
          <a:ln w="19050">
            <a:solidFill>
              <a:srgbClr val="1AE43C"/>
            </a:solidFill>
            <a:tailEnd type="none"/>
          </a:ln>
        </p:spPr>
        <p:style>
          <a:lnRef idx="1">
            <a:schemeClr val="accent1"/>
          </a:lnRef>
          <a:fillRef idx="0">
            <a:schemeClr val="accent1"/>
          </a:fillRef>
          <a:effectRef idx="0">
            <a:schemeClr val="accent1"/>
          </a:effectRef>
          <a:fontRef idx="minor">
            <a:schemeClr val="tx1"/>
          </a:fontRef>
        </p:style>
      </p:cxnSp>
      <p:cxnSp>
        <p:nvCxnSpPr>
          <p:cNvPr id="576" name="直接箭头连接符 575">
            <a:extLst>
              <a:ext uri="{FF2B5EF4-FFF2-40B4-BE49-F238E27FC236}">
                <a16:creationId xmlns:a16="http://schemas.microsoft.com/office/drawing/2014/main" id="{5E1FB814-DF42-D5FD-6B7C-460BA7BDDE32}"/>
              </a:ext>
            </a:extLst>
          </p:cNvPr>
          <p:cNvCxnSpPr>
            <a:cxnSpLocks/>
            <a:stCxn id="563" idx="6"/>
            <a:endCxn id="589" idx="2"/>
          </p:cNvCxnSpPr>
          <p:nvPr/>
        </p:nvCxnSpPr>
        <p:spPr>
          <a:xfrm>
            <a:off x="7341339" y="2136141"/>
            <a:ext cx="522206" cy="0"/>
          </a:xfrm>
          <a:prstGeom prst="straightConnector1">
            <a:avLst/>
          </a:prstGeom>
          <a:ln w="19050">
            <a:solidFill>
              <a:srgbClr val="FFC000"/>
            </a:solidFill>
            <a:tailEnd type="none"/>
          </a:ln>
        </p:spPr>
        <p:style>
          <a:lnRef idx="1">
            <a:schemeClr val="accent1"/>
          </a:lnRef>
          <a:fillRef idx="0">
            <a:schemeClr val="accent1"/>
          </a:fillRef>
          <a:effectRef idx="0">
            <a:schemeClr val="accent1"/>
          </a:effectRef>
          <a:fontRef idx="minor">
            <a:schemeClr val="tx1"/>
          </a:fontRef>
        </p:style>
      </p:cxnSp>
      <p:cxnSp>
        <p:nvCxnSpPr>
          <p:cNvPr id="577" name="直接箭头连接符 576">
            <a:extLst>
              <a:ext uri="{FF2B5EF4-FFF2-40B4-BE49-F238E27FC236}">
                <a16:creationId xmlns:a16="http://schemas.microsoft.com/office/drawing/2014/main" id="{49524C63-8222-6B4F-D35E-344751DACC40}"/>
              </a:ext>
            </a:extLst>
          </p:cNvPr>
          <p:cNvCxnSpPr>
            <a:cxnSpLocks/>
            <a:stCxn id="563" idx="6"/>
            <a:endCxn id="591" idx="2"/>
          </p:cNvCxnSpPr>
          <p:nvPr/>
        </p:nvCxnSpPr>
        <p:spPr>
          <a:xfrm>
            <a:off x="7341339" y="2136141"/>
            <a:ext cx="522941" cy="1557810"/>
          </a:xfrm>
          <a:prstGeom prst="straightConnector1">
            <a:avLst/>
          </a:prstGeom>
          <a:ln w="19050">
            <a:solidFill>
              <a:srgbClr val="1AE43C"/>
            </a:solidFill>
            <a:tailEnd type="none"/>
          </a:ln>
        </p:spPr>
        <p:style>
          <a:lnRef idx="1">
            <a:schemeClr val="accent1"/>
          </a:lnRef>
          <a:fillRef idx="0">
            <a:schemeClr val="accent1"/>
          </a:fillRef>
          <a:effectRef idx="0">
            <a:schemeClr val="accent1"/>
          </a:effectRef>
          <a:fontRef idx="minor">
            <a:schemeClr val="tx1"/>
          </a:fontRef>
        </p:style>
      </p:cxnSp>
      <p:cxnSp>
        <p:nvCxnSpPr>
          <p:cNvPr id="578" name="直接箭头连接符 577">
            <a:extLst>
              <a:ext uri="{FF2B5EF4-FFF2-40B4-BE49-F238E27FC236}">
                <a16:creationId xmlns:a16="http://schemas.microsoft.com/office/drawing/2014/main" id="{868D4544-23A8-0182-B003-87DAFDE7EBDC}"/>
              </a:ext>
            </a:extLst>
          </p:cNvPr>
          <p:cNvCxnSpPr>
            <a:cxnSpLocks/>
            <a:stCxn id="563" idx="6"/>
            <a:endCxn id="590" idx="2"/>
          </p:cNvCxnSpPr>
          <p:nvPr/>
        </p:nvCxnSpPr>
        <p:spPr>
          <a:xfrm>
            <a:off x="7341339" y="2136141"/>
            <a:ext cx="520230" cy="785800"/>
          </a:xfrm>
          <a:prstGeom prst="straightConnector1">
            <a:avLst/>
          </a:prstGeom>
          <a:ln w="19050">
            <a:solidFill>
              <a:srgbClr val="F84AEC"/>
            </a:solidFill>
            <a:tailEnd type="none"/>
          </a:ln>
        </p:spPr>
        <p:style>
          <a:lnRef idx="1">
            <a:schemeClr val="accent1"/>
          </a:lnRef>
          <a:fillRef idx="0">
            <a:schemeClr val="accent1"/>
          </a:fillRef>
          <a:effectRef idx="0">
            <a:schemeClr val="accent1"/>
          </a:effectRef>
          <a:fontRef idx="minor">
            <a:schemeClr val="tx1"/>
          </a:fontRef>
        </p:style>
      </p:cxnSp>
      <p:cxnSp>
        <p:nvCxnSpPr>
          <p:cNvPr id="579" name="直接箭头连接符 578">
            <a:extLst>
              <a:ext uri="{FF2B5EF4-FFF2-40B4-BE49-F238E27FC236}">
                <a16:creationId xmlns:a16="http://schemas.microsoft.com/office/drawing/2014/main" id="{56EB93B6-F9B2-8F8E-DAD0-2D5F1B663F1C}"/>
              </a:ext>
            </a:extLst>
          </p:cNvPr>
          <p:cNvCxnSpPr>
            <a:cxnSpLocks/>
            <a:stCxn id="589" idx="6"/>
            <a:endCxn id="586" idx="2"/>
          </p:cNvCxnSpPr>
          <p:nvPr/>
        </p:nvCxnSpPr>
        <p:spPr>
          <a:xfrm>
            <a:off x="8048435" y="2136141"/>
            <a:ext cx="538607" cy="39067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80" name="直接箭头连接符 579">
            <a:extLst>
              <a:ext uri="{FF2B5EF4-FFF2-40B4-BE49-F238E27FC236}">
                <a16:creationId xmlns:a16="http://schemas.microsoft.com/office/drawing/2014/main" id="{E6C4E018-515E-59BF-DD4F-780802D21008}"/>
              </a:ext>
            </a:extLst>
          </p:cNvPr>
          <p:cNvCxnSpPr>
            <a:cxnSpLocks/>
            <a:stCxn id="589" idx="6"/>
            <a:endCxn id="585" idx="2"/>
          </p:cNvCxnSpPr>
          <p:nvPr/>
        </p:nvCxnSpPr>
        <p:spPr>
          <a:xfrm>
            <a:off x="8048435" y="2136141"/>
            <a:ext cx="529929" cy="1164623"/>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81" name="直接箭头连接符 580">
            <a:extLst>
              <a:ext uri="{FF2B5EF4-FFF2-40B4-BE49-F238E27FC236}">
                <a16:creationId xmlns:a16="http://schemas.microsoft.com/office/drawing/2014/main" id="{CB70A5E8-768E-6A1C-F406-BD439E49E081}"/>
              </a:ext>
            </a:extLst>
          </p:cNvPr>
          <p:cNvCxnSpPr>
            <a:cxnSpLocks/>
            <a:stCxn id="590" idx="6"/>
            <a:endCxn id="586" idx="2"/>
          </p:cNvCxnSpPr>
          <p:nvPr/>
        </p:nvCxnSpPr>
        <p:spPr>
          <a:xfrm flipV="1">
            <a:off x="8046459" y="2526814"/>
            <a:ext cx="540583" cy="39512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82" name="直接箭头连接符 581">
            <a:extLst>
              <a:ext uri="{FF2B5EF4-FFF2-40B4-BE49-F238E27FC236}">
                <a16:creationId xmlns:a16="http://schemas.microsoft.com/office/drawing/2014/main" id="{3222F679-1624-13DA-CFBE-316E1C12B89D}"/>
              </a:ext>
            </a:extLst>
          </p:cNvPr>
          <p:cNvCxnSpPr>
            <a:cxnSpLocks/>
            <a:stCxn id="590" idx="6"/>
            <a:endCxn id="585" idx="2"/>
          </p:cNvCxnSpPr>
          <p:nvPr/>
        </p:nvCxnSpPr>
        <p:spPr>
          <a:xfrm>
            <a:off x="8046459" y="2921941"/>
            <a:ext cx="531904" cy="378824"/>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83" name="直接箭头连接符 582">
            <a:extLst>
              <a:ext uri="{FF2B5EF4-FFF2-40B4-BE49-F238E27FC236}">
                <a16:creationId xmlns:a16="http://schemas.microsoft.com/office/drawing/2014/main" id="{D5731173-85DB-C222-DE75-46CFC9D3BDB6}"/>
              </a:ext>
            </a:extLst>
          </p:cNvPr>
          <p:cNvCxnSpPr>
            <a:cxnSpLocks/>
            <a:stCxn id="591" idx="6"/>
            <a:endCxn id="586" idx="2"/>
          </p:cNvCxnSpPr>
          <p:nvPr/>
        </p:nvCxnSpPr>
        <p:spPr>
          <a:xfrm flipV="1">
            <a:off x="8049170" y="2526813"/>
            <a:ext cx="537872" cy="1167138"/>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84" name="直接箭头连接符 583">
            <a:extLst>
              <a:ext uri="{FF2B5EF4-FFF2-40B4-BE49-F238E27FC236}">
                <a16:creationId xmlns:a16="http://schemas.microsoft.com/office/drawing/2014/main" id="{48A6FD88-5207-A4B9-71D0-09FF26DFFB3B}"/>
              </a:ext>
            </a:extLst>
          </p:cNvPr>
          <p:cNvCxnSpPr>
            <a:cxnSpLocks/>
            <a:stCxn id="591" idx="6"/>
            <a:endCxn id="585" idx="2"/>
          </p:cNvCxnSpPr>
          <p:nvPr/>
        </p:nvCxnSpPr>
        <p:spPr>
          <a:xfrm flipV="1">
            <a:off x="8049170" y="3300764"/>
            <a:ext cx="529194" cy="39318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3" name="标题 4">
            <a:extLst>
              <a:ext uri="{FF2B5EF4-FFF2-40B4-BE49-F238E27FC236}">
                <a16:creationId xmlns:a16="http://schemas.microsoft.com/office/drawing/2014/main" id="{9436878A-C9CA-2FAE-74B5-A11616112B9E}"/>
              </a:ext>
            </a:extLst>
          </p:cNvPr>
          <p:cNvSpPr txBox="1"/>
          <p:nvPr/>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3</a:t>
            </a:r>
            <a:r>
              <a:rPr kumimoji="0" lang="en-US" altLang="zh-CN"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a:t>
            </a:r>
            <a:r>
              <a:rPr lang="zh-CN" altLang="en-US" sz="2800" dirty="0">
                <a:solidFill>
                  <a:srgbClr val="000000">
                    <a:lumMod val="75000"/>
                    <a:lumOff val="25000"/>
                  </a:srgbClr>
                </a:solidFill>
              </a:rPr>
              <a:t>权重对齐</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554" name="椭圆 553">
            <a:extLst>
              <a:ext uri="{FF2B5EF4-FFF2-40B4-BE49-F238E27FC236}">
                <a16:creationId xmlns:a16="http://schemas.microsoft.com/office/drawing/2014/main" id="{0CA663CA-FC79-9896-E1C2-E63DDBD28DE3}"/>
              </a:ext>
            </a:extLst>
          </p:cNvPr>
          <p:cNvSpPr/>
          <p:nvPr/>
        </p:nvSpPr>
        <p:spPr>
          <a:xfrm>
            <a:off x="10832238" y="2014215"/>
            <a:ext cx="184890" cy="252392"/>
          </a:xfrm>
          <a:prstGeom prst="ellipse">
            <a:avLst/>
          </a:prstGeom>
          <a:solidFill>
            <a:srgbClr val="1AE43C"/>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55" name="椭圆 554">
            <a:extLst>
              <a:ext uri="{FF2B5EF4-FFF2-40B4-BE49-F238E27FC236}">
                <a16:creationId xmlns:a16="http://schemas.microsoft.com/office/drawing/2014/main" id="{4437306C-413C-64A3-9036-89006358D25A}"/>
              </a:ext>
            </a:extLst>
          </p:cNvPr>
          <p:cNvSpPr/>
          <p:nvPr/>
        </p:nvSpPr>
        <p:spPr>
          <a:xfrm>
            <a:off x="10830262" y="2795319"/>
            <a:ext cx="184890" cy="252392"/>
          </a:xfrm>
          <a:prstGeom prst="ellipse">
            <a:avLst/>
          </a:prstGeom>
          <a:solidFill>
            <a:srgbClr val="F84AEC"/>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56" name="椭圆 555">
            <a:extLst>
              <a:ext uri="{FF2B5EF4-FFF2-40B4-BE49-F238E27FC236}">
                <a16:creationId xmlns:a16="http://schemas.microsoft.com/office/drawing/2014/main" id="{AF2C5100-59C2-1F76-EDA4-6352883C56A0}"/>
              </a:ext>
            </a:extLst>
          </p:cNvPr>
          <p:cNvSpPr/>
          <p:nvPr/>
        </p:nvSpPr>
        <p:spPr>
          <a:xfrm>
            <a:off x="10830262" y="3560119"/>
            <a:ext cx="184890" cy="252392"/>
          </a:xfrm>
          <a:prstGeom prst="ellipse">
            <a:avLst/>
          </a:prstGeom>
          <a:solidFill>
            <a:srgbClr val="FFC00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52" name="椭圆 551">
            <a:extLst>
              <a:ext uri="{FF2B5EF4-FFF2-40B4-BE49-F238E27FC236}">
                <a16:creationId xmlns:a16="http://schemas.microsoft.com/office/drawing/2014/main" id="{F5AC8A71-0F18-55B0-93DA-D94BE41BED82}"/>
              </a:ext>
            </a:extLst>
          </p:cNvPr>
          <p:cNvSpPr/>
          <p:nvPr/>
        </p:nvSpPr>
        <p:spPr>
          <a:xfrm>
            <a:off x="9400625" y="2400191"/>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53" name="椭圆 552">
            <a:extLst>
              <a:ext uri="{FF2B5EF4-FFF2-40B4-BE49-F238E27FC236}">
                <a16:creationId xmlns:a16="http://schemas.microsoft.com/office/drawing/2014/main" id="{C5CA4866-B181-B7E9-8000-EB79DD83403F}"/>
              </a:ext>
            </a:extLst>
          </p:cNvPr>
          <p:cNvSpPr/>
          <p:nvPr/>
        </p:nvSpPr>
        <p:spPr>
          <a:xfrm>
            <a:off x="9400625" y="3174142"/>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50" name="椭圆 549">
            <a:extLst>
              <a:ext uri="{FF2B5EF4-FFF2-40B4-BE49-F238E27FC236}">
                <a16:creationId xmlns:a16="http://schemas.microsoft.com/office/drawing/2014/main" id="{0F40E5EA-9E62-6380-9EE0-1703BED56F04}"/>
              </a:ext>
            </a:extLst>
          </p:cNvPr>
          <p:cNvSpPr/>
          <p:nvPr/>
        </p:nvSpPr>
        <p:spPr>
          <a:xfrm>
            <a:off x="11547057" y="3174142"/>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51" name="椭圆 550">
            <a:extLst>
              <a:ext uri="{FF2B5EF4-FFF2-40B4-BE49-F238E27FC236}">
                <a16:creationId xmlns:a16="http://schemas.microsoft.com/office/drawing/2014/main" id="{932BC522-808E-2EB6-978F-33A955EE5057}"/>
              </a:ext>
            </a:extLst>
          </p:cNvPr>
          <p:cNvSpPr/>
          <p:nvPr/>
        </p:nvSpPr>
        <p:spPr>
          <a:xfrm>
            <a:off x="11555735" y="2400191"/>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26" name="椭圆 525">
            <a:extLst>
              <a:ext uri="{FF2B5EF4-FFF2-40B4-BE49-F238E27FC236}">
                <a16:creationId xmlns:a16="http://schemas.microsoft.com/office/drawing/2014/main" id="{B07D4960-B7B8-6F64-B7C1-4BF4FD8BFB11}"/>
              </a:ext>
            </a:extLst>
          </p:cNvPr>
          <p:cNvSpPr/>
          <p:nvPr/>
        </p:nvSpPr>
        <p:spPr>
          <a:xfrm>
            <a:off x="10115444" y="2013363"/>
            <a:ext cx="184890" cy="252392"/>
          </a:xfrm>
          <a:prstGeom prst="ellipse">
            <a:avLst/>
          </a:prstGeom>
          <a:solidFill>
            <a:schemeClr val="accent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27" name="椭圆 526">
            <a:extLst>
              <a:ext uri="{FF2B5EF4-FFF2-40B4-BE49-F238E27FC236}">
                <a16:creationId xmlns:a16="http://schemas.microsoft.com/office/drawing/2014/main" id="{6A93434F-4E22-98B4-6440-E96B318CD41E}"/>
              </a:ext>
            </a:extLst>
          </p:cNvPr>
          <p:cNvSpPr/>
          <p:nvPr/>
        </p:nvSpPr>
        <p:spPr>
          <a:xfrm>
            <a:off x="10115444" y="3560971"/>
            <a:ext cx="184890" cy="252392"/>
          </a:xfrm>
          <a:prstGeom prst="ellipse">
            <a:avLst/>
          </a:prstGeom>
          <a:solidFill>
            <a:srgbClr val="C0000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28" name="椭圆 527">
            <a:extLst>
              <a:ext uri="{FF2B5EF4-FFF2-40B4-BE49-F238E27FC236}">
                <a16:creationId xmlns:a16="http://schemas.microsoft.com/office/drawing/2014/main" id="{8C49DEBB-4953-D140-9DE8-5E2C62692B20}"/>
              </a:ext>
            </a:extLst>
          </p:cNvPr>
          <p:cNvSpPr/>
          <p:nvPr/>
        </p:nvSpPr>
        <p:spPr>
          <a:xfrm>
            <a:off x="10115444" y="2787167"/>
            <a:ext cx="184890" cy="252392"/>
          </a:xfrm>
          <a:prstGeom prst="ellipse">
            <a:avLst/>
          </a:prstGeom>
          <a:solidFill>
            <a:srgbClr val="00B0F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cxnSp>
        <p:nvCxnSpPr>
          <p:cNvPr id="529" name="直接箭头连接符 528">
            <a:extLst>
              <a:ext uri="{FF2B5EF4-FFF2-40B4-BE49-F238E27FC236}">
                <a16:creationId xmlns:a16="http://schemas.microsoft.com/office/drawing/2014/main" id="{D40519FC-CD76-0CEF-DA6C-1B4C4A5C669A}"/>
              </a:ext>
            </a:extLst>
          </p:cNvPr>
          <p:cNvCxnSpPr>
            <a:cxnSpLocks/>
            <a:stCxn id="552" idx="6"/>
            <a:endCxn id="526" idx="2"/>
          </p:cNvCxnSpPr>
          <p:nvPr/>
        </p:nvCxnSpPr>
        <p:spPr>
          <a:xfrm flipV="1">
            <a:off x="9585515" y="2139559"/>
            <a:ext cx="529928" cy="386828"/>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30" name="直接箭头连接符 529">
            <a:extLst>
              <a:ext uri="{FF2B5EF4-FFF2-40B4-BE49-F238E27FC236}">
                <a16:creationId xmlns:a16="http://schemas.microsoft.com/office/drawing/2014/main" id="{D68C6F28-536D-EED6-E5B5-4BAD3A77AE60}"/>
              </a:ext>
            </a:extLst>
          </p:cNvPr>
          <p:cNvCxnSpPr>
            <a:cxnSpLocks/>
            <a:stCxn id="552" idx="6"/>
            <a:endCxn id="528" idx="2"/>
          </p:cNvCxnSpPr>
          <p:nvPr/>
        </p:nvCxnSpPr>
        <p:spPr>
          <a:xfrm>
            <a:off x="9585515" y="2526388"/>
            <a:ext cx="529928" cy="38697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31" name="直接箭头连接符 530">
            <a:extLst>
              <a:ext uri="{FF2B5EF4-FFF2-40B4-BE49-F238E27FC236}">
                <a16:creationId xmlns:a16="http://schemas.microsoft.com/office/drawing/2014/main" id="{38C42B11-E624-85EB-3110-5928EA0C3892}"/>
              </a:ext>
            </a:extLst>
          </p:cNvPr>
          <p:cNvCxnSpPr>
            <a:cxnSpLocks/>
            <a:stCxn id="552" idx="6"/>
            <a:endCxn id="527" idx="2"/>
          </p:cNvCxnSpPr>
          <p:nvPr/>
        </p:nvCxnSpPr>
        <p:spPr>
          <a:xfrm>
            <a:off x="9585515" y="2526388"/>
            <a:ext cx="529928" cy="1160779"/>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32" name="直接箭头连接符 531">
            <a:extLst>
              <a:ext uri="{FF2B5EF4-FFF2-40B4-BE49-F238E27FC236}">
                <a16:creationId xmlns:a16="http://schemas.microsoft.com/office/drawing/2014/main" id="{9A94FB74-849C-640B-6C45-39D4D68533AC}"/>
              </a:ext>
            </a:extLst>
          </p:cNvPr>
          <p:cNvCxnSpPr>
            <a:cxnSpLocks/>
            <a:stCxn id="553" idx="6"/>
            <a:endCxn id="526" idx="2"/>
          </p:cNvCxnSpPr>
          <p:nvPr/>
        </p:nvCxnSpPr>
        <p:spPr>
          <a:xfrm flipV="1">
            <a:off x="9585515" y="2139559"/>
            <a:ext cx="529928" cy="1160779"/>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33" name="直接箭头连接符 532">
            <a:extLst>
              <a:ext uri="{FF2B5EF4-FFF2-40B4-BE49-F238E27FC236}">
                <a16:creationId xmlns:a16="http://schemas.microsoft.com/office/drawing/2014/main" id="{5982171F-FAFC-D5BD-58D0-4F2D1E858CCD}"/>
              </a:ext>
            </a:extLst>
          </p:cNvPr>
          <p:cNvCxnSpPr>
            <a:cxnSpLocks/>
            <a:stCxn id="553" idx="6"/>
            <a:endCxn id="528" idx="2"/>
          </p:cNvCxnSpPr>
          <p:nvPr/>
        </p:nvCxnSpPr>
        <p:spPr>
          <a:xfrm flipV="1">
            <a:off x="9585515" y="2913363"/>
            <a:ext cx="529928" cy="38697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34" name="直接箭头连接符 533">
            <a:extLst>
              <a:ext uri="{FF2B5EF4-FFF2-40B4-BE49-F238E27FC236}">
                <a16:creationId xmlns:a16="http://schemas.microsoft.com/office/drawing/2014/main" id="{2359F476-0B7F-91E8-FC6F-6232ECFEC1D5}"/>
              </a:ext>
            </a:extLst>
          </p:cNvPr>
          <p:cNvCxnSpPr>
            <a:cxnSpLocks/>
            <a:stCxn id="553" idx="6"/>
            <a:endCxn id="527" idx="2"/>
          </p:cNvCxnSpPr>
          <p:nvPr/>
        </p:nvCxnSpPr>
        <p:spPr>
          <a:xfrm>
            <a:off x="9585515" y="3300338"/>
            <a:ext cx="529928" cy="386828"/>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35" name="直接箭头连接符 534">
            <a:extLst>
              <a:ext uri="{FF2B5EF4-FFF2-40B4-BE49-F238E27FC236}">
                <a16:creationId xmlns:a16="http://schemas.microsoft.com/office/drawing/2014/main" id="{E453D286-3F8E-0F64-AEC6-2FD0D75C8281}"/>
              </a:ext>
            </a:extLst>
          </p:cNvPr>
          <p:cNvCxnSpPr>
            <a:cxnSpLocks/>
            <a:stCxn id="526" idx="6"/>
            <a:endCxn id="554" idx="2"/>
          </p:cNvCxnSpPr>
          <p:nvPr/>
        </p:nvCxnSpPr>
        <p:spPr>
          <a:xfrm>
            <a:off x="10300334" y="2139559"/>
            <a:ext cx="531904" cy="852"/>
          </a:xfrm>
          <a:prstGeom prst="straightConnector1">
            <a:avLst/>
          </a:prstGeom>
          <a:ln w="19050">
            <a:solidFill>
              <a:srgbClr val="1AE43C"/>
            </a:solidFill>
            <a:tailEnd type="none"/>
          </a:ln>
        </p:spPr>
        <p:style>
          <a:lnRef idx="1">
            <a:schemeClr val="accent1"/>
          </a:lnRef>
          <a:fillRef idx="0">
            <a:schemeClr val="accent1"/>
          </a:fillRef>
          <a:effectRef idx="0">
            <a:schemeClr val="accent1"/>
          </a:effectRef>
          <a:fontRef idx="minor">
            <a:schemeClr val="tx1"/>
          </a:fontRef>
        </p:style>
      </p:cxnSp>
      <p:cxnSp>
        <p:nvCxnSpPr>
          <p:cNvPr id="536" name="直接箭头连接符 535">
            <a:extLst>
              <a:ext uri="{FF2B5EF4-FFF2-40B4-BE49-F238E27FC236}">
                <a16:creationId xmlns:a16="http://schemas.microsoft.com/office/drawing/2014/main" id="{25C5E8F3-CF9B-2864-B211-C5C67F4459B2}"/>
              </a:ext>
            </a:extLst>
          </p:cNvPr>
          <p:cNvCxnSpPr>
            <a:cxnSpLocks/>
            <a:stCxn id="526" idx="6"/>
            <a:endCxn id="556" idx="2"/>
          </p:cNvCxnSpPr>
          <p:nvPr/>
        </p:nvCxnSpPr>
        <p:spPr>
          <a:xfrm>
            <a:off x="10300334" y="2139559"/>
            <a:ext cx="529928" cy="1546756"/>
          </a:xfrm>
          <a:prstGeom prst="straightConnector1">
            <a:avLst/>
          </a:prstGeom>
          <a:ln w="19050">
            <a:solidFill>
              <a:srgbClr val="FFC000"/>
            </a:solidFill>
            <a:tailEnd type="none"/>
          </a:ln>
        </p:spPr>
        <p:style>
          <a:lnRef idx="1">
            <a:schemeClr val="accent1"/>
          </a:lnRef>
          <a:fillRef idx="0">
            <a:schemeClr val="accent1"/>
          </a:fillRef>
          <a:effectRef idx="0">
            <a:schemeClr val="accent1"/>
          </a:effectRef>
          <a:fontRef idx="minor">
            <a:schemeClr val="tx1"/>
          </a:fontRef>
        </p:style>
      </p:cxnSp>
      <p:cxnSp>
        <p:nvCxnSpPr>
          <p:cNvPr id="537" name="直接箭头连接符 536">
            <a:extLst>
              <a:ext uri="{FF2B5EF4-FFF2-40B4-BE49-F238E27FC236}">
                <a16:creationId xmlns:a16="http://schemas.microsoft.com/office/drawing/2014/main" id="{6960048A-514C-C198-52A6-027D19D09C97}"/>
              </a:ext>
            </a:extLst>
          </p:cNvPr>
          <p:cNvCxnSpPr>
            <a:cxnSpLocks/>
            <a:stCxn id="526" idx="6"/>
            <a:endCxn id="555" idx="2"/>
          </p:cNvCxnSpPr>
          <p:nvPr/>
        </p:nvCxnSpPr>
        <p:spPr>
          <a:xfrm>
            <a:off x="10300334" y="2139559"/>
            <a:ext cx="529928" cy="781956"/>
          </a:xfrm>
          <a:prstGeom prst="straightConnector1">
            <a:avLst/>
          </a:prstGeom>
          <a:ln w="19050">
            <a:solidFill>
              <a:srgbClr val="F84AEC"/>
            </a:solidFill>
            <a:tailEnd type="none"/>
          </a:ln>
        </p:spPr>
        <p:style>
          <a:lnRef idx="1">
            <a:schemeClr val="accent1"/>
          </a:lnRef>
          <a:fillRef idx="0">
            <a:schemeClr val="accent1"/>
          </a:fillRef>
          <a:effectRef idx="0">
            <a:schemeClr val="accent1"/>
          </a:effectRef>
          <a:fontRef idx="minor">
            <a:schemeClr val="tx1"/>
          </a:fontRef>
        </p:style>
      </p:cxnSp>
      <p:cxnSp>
        <p:nvCxnSpPr>
          <p:cNvPr id="538" name="直接连接符 537">
            <a:extLst>
              <a:ext uri="{FF2B5EF4-FFF2-40B4-BE49-F238E27FC236}">
                <a16:creationId xmlns:a16="http://schemas.microsoft.com/office/drawing/2014/main" id="{E264103E-A045-3620-BAA8-B8DDDC067191}"/>
              </a:ext>
            </a:extLst>
          </p:cNvPr>
          <p:cNvCxnSpPr>
            <a:cxnSpLocks/>
            <a:stCxn id="528" idx="6"/>
            <a:endCxn id="555" idx="2"/>
          </p:cNvCxnSpPr>
          <p:nvPr/>
        </p:nvCxnSpPr>
        <p:spPr>
          <a:xfrm>
            <a:off x="10300334" y="2913363"/>
            <a:ext cx="529928" cy="8152"/>
          </a:xfrm>
          <a:prstGeom prst="line">
            <a:avLst/>
          </a:prstGeom>
          <a:ln w="19050">
            <a:solidFill>
              <a:srgbClr val="F84AEC"/>
            </a:solidFill>
          </a:ln>
        </p:spPr>
        <p:style>
          <a:lnRef idx="1">
            <a:schemeClr val="accent1"/>
          </a:lnRef>
          <a:fillRef idx="0">
            <a:schemeClr val="accent1"/>
          </a:fillRef>
          <a:effectRef idx="0">
            <a:schemeClr val="accent1"/>
          </a:effectRef>
          <a:fontRef idx="minor">
            <a:schemeClr val="tx1"/>
          </a:fontRef>
        </p:style>
      </p:cxnSp>
      <p:cxnSp>
        <p:nvCxnSpPr>
          <p:cNvPr id="539" name="直接箭头连接符 538">
            <a:extLst>
              <a:ext uri="{FF2B5EF4-FFF2-40B4-BE49-F238E27FC236}">
                <a16:creationId xmlns:a16="http://schemas.microsoft.com/office/drawing/2014/main" id="{7EB6A9F5-9E2D-BA31-98B4-2CF9EEC272E6}"/>
              </a:ext>
            </a:extLst>
          </p:cNvPr>
          <p:cNvCxnSpPr>
            <a:cxnSpLocks/>
            <a:stCxn id="528" idx="6"/>
            <a:endCxn id="554" idx="2"/>
          </p:cNvCxnSpPr>
          <p:nvPr/>
        </p:nvCxnSpPr>
        <p:spPr>
          <a:xfrm flipV="1">
            <a:off x="10300334" y="2140411"/>
            <a:ext cx="531904" cy="772952"/>
          </a:xfrm>
          <a:prstGeom prst="straightConnector1">
            <a:avLst/>
          </a:prstGeom>
          <a:ln w="19050">
            <a:solidFill>
              <a:srgbClr val="1AE43C"/>
            </a:solidFill>
            <a:tailEnd type="none"/>
          </a:ln>
        </p:spPr>
        <p:style>
          <a:lnRef idx="1">
            <a:schemeClr val="accent1"/>
          </a:lnRef>
          <a:fillRef idx="0">
            <a:schemeClr val="accent1"/>
          </a:fillRef>
          <a:effectRef idx="0">
            <a:schemeClr val="accent1"/>
          </a:effectRef>
          <a:fontRef idx="minor">
            <a:schemeClr val="tx1"/>
          </a:fontRef>
        </p:style>
      </p:cxnSp>
      <p:cxnSp>
        <p:nvCxnSpPr>
          <p:cNvPr id="540" name="直接箭头连接符 539">
            <a:extLst>
              <a:ext uri="{FF2B5EF4-FFF2-40B4-BE49-F238E27FC236}">
                <a16:creationId xmlns:a16="http://schemas.microsoft.com/office/drawing/2014/main" id="{77F2AEC6-10AC-9A62-9E3A-65C8B9397709}"/>
              </a:ext>
            </a:extLst>
          </p:cNvPr>
          <p:cNvCxnSpPr>
            <a:cxnSpLocks/>
            <a:stCxn id="528" idx="6"/>
            <a:endCxn id="556" idx="2"/>
          </p:cNvCxnSpPr>
          <p:nvPr/>
        </p:nvCxnSpPr>
        <p:spPr>
          <a:xfrm>
            <a:off x="10300334" y="2913363"/>
            <a:ext cx="529928" cy="772952"/>
          </a:xfrm>
          <a:prstGeom prst="straightConnector1">
            <a:avLst/>
          </a:prstGeom>
          <a:ln w="19050">
            <a:solidFill>
              <a:srgbClr val="FFC000"/>
            </a:solidFill>
            <a:tailEnd type="none"/>
          </a:ln>
        </p:spPr>
        <p:style>
          <a:lnRef idx="1">
            <a:schemeClr val="accent1"/>
          </a:lnRef>
          <a:fillRef idx="0">
            <a:schemeClr val="accent1"/>
          </a:fillRef>
          <a:effectRef idx="0">
            <a:schemeClr val="accent1"/>
          </a:effectRef>
          <a:fontRef idx="minor">
            <a:schemeClr val="tx1"/>
          </a:fontRef>
        </p:style>
      </p:cxnSp>
      <p:cxnSp>
        <p:nvCxnSpPr>
          <p:cNvPr id="541" name="直接箭头连接符 540">
            <a:extLst>
              <a:ext uri="{FF2B5EF4-FFF2-40B4-BE49-F238E27FC236}">
                <a16:creationId xmlns:a16="http://schemas.microsoft.com/office/drawing/2014/main" id="{B52F1B13-819E-8100-E2B0-4F30DC5525B0}"/>
              </a:ext>
            </a:extLst>
          </p:cNvPr>
          <p:cNvCxnSpPr>
            <a:cxnSpLocks/>
            <a:stCxn id="527" idx="6"/>
            <a:endCxn id="554" idx="2"/>
          </p:cNvCxnSpPr>
          <p:nvPr/>
        </p:nvCxnSpPr>
        <p:spPr>
          <a:xfrm flipV="1">
            <a:off x="10300334" y="2140411"/>
            <a:ext cx="531904" cy="1546756"/>
          </a:xfrm>
          <a:prstGeom prst="straightConnector1">
            <a:avLst/>
          </a:prstGeom>
          <a:ln w="19050">
            <a:solidFill>
              <a:srgbClr val="1AE43C"/>
            </a:solidFill>
            <a:tailEnd type="none"/>
          </a:ln>
        </p:spPr>
        <p:style>
          <a:lnRef idx="1">
            <a:schemeClr val="accent1"/>
          </a:lnRef>
          <a:fillRef idx="0">
            <a:schemeClr val="accent1"/>
          </a:fillRef>
          <a:effectRef idx="0">
            <a:schemeClr val="accent1"/>
          </a:effectRef>
          <a:fontRef idx="minor">
            <a:schemeClr val="tx1"/>
          </a:fontRef>
        </p:style>
      </p:cxnSp>
      <p:cxnSp>
        <p:nvCxnSpPr>
          <p:cNvPr id="542" name="直接箭头连接符 541">
            <a:extLst>
              <a:ext uri="{FF2B5EF4-FFF2-40B4-BE49-F238E27FC236}">
                <a16:creationId xmlns:a16="http://schemas.microsoft.com/office/drawing/2014/main" id="{0F0CEA25-09E8-2ABC-9197-5499AFE51924}"/>
              </a:ext>
            </a:extLst>
          </p:cNvPr>
          <p:cNvCxnSpPr>
            <a:cxnSpLocks/>
            <a:stCxn id="527" idx="6"/>
            <a:endCxn id="556" idx="2"/>
          </p:cNvCxnSpPr>
          <p:nvPr/>
        </p:nvCxnSpPr>
        <p:spPr>
          <a:xfrm flipV="1">
            <a:off x="10300334" y="3686315"/>
            <a:ext cx="529928" cy="852"/>
          </a:xfrm>
          <a:prstGeom prst="straightConnector1">
            <a:avLst/>
          </a:prstGeom>
          <a:ln w="19050">
            <a:solidFill>
              <a:srgbClr val="FFC000"/>
            </a:solidFill>
            <a:tailEnd type="none"/>
          </a:ln>
        </p:spPr>
        <p:style>
          <a:lnRef idx="1">
            <a:schemeClr val="accent1"/>
          </a:lnRef>
          <a:fillRef idx="0">
            <a:schemeClr val="accent1"/>
          </a:fillRef>
          <a:effectRef idx="0">
            <a:schemeClr val="accent1"/>
          </a:effectRef>
          <a:fontRef idx="minor">
            <a:schemeClr val="tx1"/>
          </a:fontRef>
        </p:style>
      </p:cxnSp>
      <p:cxnSp>
        <p:nvCxnSpPr>
          <p:cNvPr id="543" name="直接箭头连接符 542">
            <a:extLst>
              <a:ext uri="{FF2B5EF4-FFF2-40B4-BE49-F238E27FC236}">
                <a16:creationId xmlns:a16="http://schemas.microsoft.com/office/drawing/2014/main" id="{4AACDCB1-C267-2B51-5625-6D3366C8F326}"/>
              </a:ext>
            </a:extLst>
          </p:cNvPr>
          <p:cNvCxnSpPr>
            <a:cxnSpLocks/>
            <a:stCxn id="527" idx="6"/>
            <a:endCxn id="555" idx="2"/>
          </p:cNvCxnSpPr>
          <p:nvPr/>
        </p:nvCxnSpPr>
        <p:spPr>
          <a:xfrm flipV="1">
            <a:off x="10300334" y="2921515"/>
            <a:ext cx="529928" cy="765652"/>
          </a:xfrm>
          <a:prstGeom prst="straightConnector1">
            <a:avLst/>
          </a:prstGeom>
          <a:ln w="19050">
            <a:solidFill>
              <a:srgbClr val="F84AEC"/>
            </a:solidFill>
            <a:tailEnd type="none"/>
          </a:ln>
        </p:spPr>
        <p:style>
          <a:lnRef idx="1">
            <a:schemeClr val="accent1"/>
          </a:lnRef>
          <a:fillRef idx="0">
            <a:schemeClr val="accent1"/>
          </a:fillRef>
          <a:effectRef idx="0">
            <a:schemeClr val="accent1"/>
          </a:effectRef>
          <a:fontRef idx="minor">
            <a:schemeClr val="tx1"/>
          </a:fontRef>
        </p:style>
      </p:cxnSp>
      <p:cxnSp>
        <p:nvCxnSpPr>
          <p:cNvPr id="544" name="直接箭头连接符 543">
            <a:extLst>
              <a:ext uri="{FF2B5EF4-FFF2-40B4-BE49-F238E27FC236}">
                <a16:creationId xmlns:a16="http://schemas.microsoft.com/office/drawing/2014/main" id="{C8A5D7D3-971B-F62C-B10A-3FC74F1D79FD}"/>
              </a:ext>
            </a:extLst>
          </p:cNvPr>
          <p:cNvCxnSpPr>
            <a:cxnSpLocks/>
            <a:stCxn id="554" idx="6"/>
            <a:endCxn id="551" idx="2"/>
          </p:cNvCxnSpPr>
          <p:nvPr/>
        </p:nvCxnSpPr>
        <p:spPr>
          <a:xfrm>
            <a:off x="11017128" y="2140411"/>
            <a:ext cx="538607" cy="38597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5" name="直接箭头连接符 544">
            <a:extLst>
              <a:ext uri="{FF2B5EF4-FFF2-40B4-BE49-F238E27FC236}">
                <a16:creationId xmlns:a16="http://schemas.microsoft.com/office/drawing/2014/main" id="{F1946EF4-7514-7961-E0E5-BFC19C8F4A37}"/>
              </a:ext>
            </a:extLst>
          </p:cNvPr>
          <p:cNvCxnSpPr>
            <a:cxnSpLocks/>
            <a:stCxn id="554" idx="6"/>
            <a:endCxn id="550" idx="2"/>
          </p:cNvCxnSpPr>
          <p:nvPr/>
        </p:nvCxnSpPr>
        <p:spPr>
          <a:xfrm>
            <a:off x="11017128" y="2140411"/>
            <a:ext cx="529928" cy="115992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6" name="直接箭头连接符 545">
            <a:extLst>
              <a:ext uri="{FF2B5EF4-FFF2-40B4-BE49-F238E27FC236}">
                <a16:creationId xmlns:a16="http://schemas.microsoft.com/office/drawing/2014/main" id="{380811AF-36F7-F141-7249-0228A3E89850}"/>
              </a:ext>
            </a:extLst>
          </p:cNvPr>
          <p:cNvCxnSpPr>
            <a:cxnSpLocks/>
            <a:stCxn id="555" idx="6"/>
            <a:endCxn id="551" idx="2"/>
          </p:cNvCxnSpPr>
          <p:nvPr/>
        </p:nvCxnSpPr>
        <p:spPr>
          <a:xfrm flipV="1">
            <a:off x="11015152" y="2526388"/>
            <a:ext cx="540583" cy="39512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7" name="直接箭头连接符 546">
            <a:extLst>
              <a:ext uri="{FF2B5EF4-FFF2-40B4-BE49-F238E27FC236}">
                <a16:creationId xmlns:a16="http://schemas.microsoft.com/office/drawing/2014/main" id="{8DCB0388-FD4C-13F9-665B-146C847B9AD7}"/>
              </a:ext>
            </a:extLst>
          </p:cNvPr>
          <p:cNvCxnSpPr>
            <a:cxnSpLocks/>
            <a:stCxn id="555" idx="6"/>
            <a:endCxn id="550" idx="2"/>
          </p:cNvCxnSpPr>
          <p:nvPr/>
        </p:nvCxnSpPr>
        <p:spPr>
          <a:xfrm>
            <a:off x="11015152" y="2921515"/>
            <a:ext cx="531904" cy="378824"/>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8" name="直接箭头连接符 547">
            <a:extLst>
              <a:ext uri="{FF2B5EF4-FFF2-40B4-BE49-F238E27FC236}">
                <a16:creationId xmlns:a16="http://schemas.microsoft.com/office/drawing/2014/main" id="{4590500B-E591-51A7-4BB4-F5C1ADE7EFD4}"/>
              </a:ext>
            </a:extLst>
          </p:cNvPr>
          <p:cNvCxnSpPr>
            <a:cxnSpLocks/>
            <a:stCxn id="556" idx="6"/>
            <a:endCxn id="551" idx="2"/>
          </p:cNvCxnSpPr>
          <p:nvPr/>
        </p:nvCxnSpPr>
        <p:spPr>
          <a:xfrm flipV="1">
            <a:off x="11015152" y="2526388"/>
            <a:ext cx="540583" cy="115992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9" name="直接箭头连接符 548">
            <a:extLst>
              <a:ext uri="{FF2B5EF4-FFF2-40B4-BE49-F238E27FC236}">
                <a16:creationId xmlns:a16="http://schemas.microsoft.com/office/drawing/2014/main" id="{3C00C8F4-4CEC-C39E-04E7-1E5EE1122FAB}"/>
              </a:ext>
            </a:extLst>
          </p:cNvPr>
          <p:cNvCxnSpPr>
            <a:cxnSpLocks/>
            <a:stCxn id="556" idx="6"/>
            <a:endCxn id="550" idx="2"/>
          </p:cNvCxnSpPr>
          <p:nvPr/>
        </p:nvCxnSpPr>
        <p:spPr>
          <a:xfrm flipV="1">
            <a:off x="11015152" y="3300338"/>
            <a:ext cx="531904" cy="38597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801" name="文本框 800">
            <a:extLst>
              <a:ext uri="{FF2B5EF4-FFF2-40B4-BE49-F238E27FC236}">
                <a16:creationId xmlns:a16="http://schemas.microsoft.com/office/drawing/2014/main" id="{59E384D1-9603-F99B-CE77-A88CB15CCEE2}"/>
              </a:ext>
            </a:extLst>
          </p:cNvPr>
          <p:cNvSpPr txBox="1"/>
          <p:nvPr/>
        </p:nvSpPr>
        <p:spPr>
          <a:xfrm>
            <a:off x="193654" y="744048"/>
            <a:ext cx="6109334" cy="461665"/>
          </a:xfrm>
          <a:prstGeom prst="rect">
            <a:avLst/>
          </a:prstGeom>
          <a:noFill/>
        </p:spPr>
        <p:txBody>
          <a:bodyPr wrap="square">
            <a:spAutoFit/>
          </a:bodyPr>
          <a:lstStyle/>
          <a:p>
            <a:r>
              <a:rPr lang="zh-CN" altLang="en-US" sz="2400" b="1" dirty="0">
                <a:solidFill>
                  <a:srgbClr val="268F9C"/>
                </a:solidFill>
                <a:latin typeface="+mn-ea"/>
              </a:rPr>
              <a:t>对齐过程</a:t>
            </a:r>
          </a:p>
        </p:txBody>
      </p:sp>
      <p:grpSp>
        <p:nvGrpSpPr>
          <p:cNvPr id="7" name="组合 6">
            <a:extLst>
              <a:ext uri="{FF2B5EF4-FFF2-40B4-BE49-F238E27FC236}">
                <a16:creationId xmlns:a16="http://schemas.microsoft.com/office/drawing/2014/main" id="{51104ED8-A41E-F2D7-0D7D-E2FD1F1A95FA}"/>
              </a:ext>
            </a:extLst>
          </p:cNvPr>
          <p:cNvGrpSpPr/>
          <p:nvPr/>
        </p:nvGrpSpPr>
        <p:grpSpPr>
          <a:xfrm>
            <a:off x="7698520" y="1913086"/>
            <a:ext cx="3486867" cy="2039469"/>
            <a:chOff x="6975947" y="1896591"/>
            <a:chExt cx="3486867" cy="2039469"/>
          </a:xfrm>
        </p:grpSpPr>
        <p:sp>
          <p:nvSpPr>
            <p:cNvPr id="5" name="矩形 4">
              <a:extLst>
                <a:ext uri="{FF2B5EF4-FFF2-40B4-BE49-F238E27FC236}">
                  <a16:creationId xmlns:a16="http://schemas.microsoft.com/office/drawing/2014/main" id="{CB2D2BDA-31D6-72F8-F989-79467A6DA12E}"/>
                </a:ext>
              </a:extLst>
            </p:cNvPr>
            <p:cNvSpPr/>
            <p:nvPr/>
          </p:nvSpPr>
          <p:spPr>
            <a:xfrm>
              <a:off x="6975947" y="1903368"/>
              <a:ext cx="509851" cy="2032692"/>
            </a:xfrm>
            <a:prstGeom prst="rect">
              <a:avLst/>
            </a:prstGeom>
            <a:noFill/>
            <a:ln w="28575">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027D864B-59B3-4026-49C4-4237D1B61676}"/>
                </a:ext>
              </a:extLst>
            </p:cNvPr>
            <p:cNvSpPr/>
            <p:nvPr/>
          </p:nvSpPr>
          <p:spPr>
            <a:xfrm>
              <a:off x="9952963" y="1896591"/>
              <a:ext cx="509851" cy="2032692"/>
            </a:xfrm>
            <a:prstGeom prst="rect">
              <a:avLst/>
            </a:prstGeom>
            <a:noFill/>
            <a:ln w="28575">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grpSp>
      <p:sp>
        <p:nvSpPr>
          <p:cNvPr id="4" name="文本框 3">
            <a:extLst>
              <a:ext uri="{FF2B5EF4-FFF2-40B4-BE49-F238E27FC236}">
                <a16:creationId xmlns:a16="http://schemas.microsoft.com/office/drawing/2014/main" id="{671D7998-CECE-4F46-D13A-56E901E23F22}"/>
              </a:ext>
            </a:extLst>
          </p:cNvPr>
          <p:cNvSpPr txBox="1"/>
          <p:nvPr/>
        </p:nvSpPr>
        <p:spPr>
          <a:xfrm>
            <a:off x="391960" y="1257037"/>
            <a:ext cx="5596913" cy="923330"/>
          </a:xfrm>
          <a:prstGeom prst="rect">
            <a:avLst/>
          </a:prstGeom>
          <a:noFill/>
        </p:spPr>
        <p:txBody>
          <a:bodyPr wrap="square">
            <a:spAutoFit/>
          </a:bodyPr>
          <a:lstStyle/>
          <a:p>
            <a:pPr marL="285750" indent="-285750">
              <a:buFont typeface="Wingdings" panose="05000000000000000000" pitchFamily="2" charset="2"/>
              <a:buChar char="Ø"/>
            </a:pPr>
            <a:r>
              <a:rPr lang="zh-CN" altLang="en-US" dirty="0">
                <a:solidFill>
                  <a:srgbClr val="268F9C"/>
                </a:solidFill>
                <a:latin typeface="+mn-ea"/>
              </a:rPr>
              <a:t>遍历每层神经元</a:t>
            </a:r>
            <a:r>
              <a:rPr lang="en-US" altLang="zh-CN" dirty="0">
                <a:solidFill>
                  <a:srgbClr val="268F9C"/>
                </a:solidFill>
                <a:latin typeface="+mn-ea"/>
              </a:rPr>
              <a:t>(</a:t>
            </a:r>
            <a:r>
              <a:rPr lang="zh-CN" altLang="en-US" dirty="0">
                <a:solidFill>
                  <a:srgbClr val="268F9C"/>
                </a:solidFill>
                <a:latin typeface="+mn-ea"/>
              </a:rPr>
              <a:t>输入层、输出层除外</a:t>
            </a:r>
            <a:r>
              <a:rPr lang="en-US" altLang="zh-CN" dirty="0">
                <a:solidFill>
                  <a:srgbClr val="268F9C"/>
                </a:solidFill>
                <a:latin typeface="+mn-ea"/>
              </a:rPr>
              <a:t>)</a:t>
            </a:r>
            <a:r>
              <a:rPr lang="zh-CN" altLang="en-US" dirty="0">
                <a:solidFill>
                  <a:srgbClr val="268F9C"/>
                </a:solidFill>
                <a:latin typeface="+mn-ea"/>
              </a:rPr>
              <a:t>，每层神经元依次进行对齐，对齐某一层时，之前的层的神经元都已经对齐</a:t>
            </a:r>
            <a:endParaRPr lang="zh-CN" altLang="en-US" dirty="0"/>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7F2E4379-3D80-1C88-CF9B-F46D7D86548C}"/>
                  </a:ext>
                </a:extLst>
              </p:cNvPr>
              <p:cNvSpPr txBox="1"/>
              <p:nvPr/>
            </p:nvSpPr>
            <p:spPr>
              <a:xfrm>
                <a:off x="377144" y="2341721"/>
                <a:ext cx="4817155" cy="379784"/>
              </a:xfrm>
              <a:prstGeom prst="rect">
                <a:avLst/>
              </a:prstGeom>
              <a:noFill/>
            </p:spPr>
            <p:txBody>
              <a:bodyPr wrap="square">
                <a:spAutoFit/>
              </a:bodyPr>
              <a:lstStyle/>
              <a:p>
                <a:pPr marL="285750" indent="-285750">
                  <a:buFont typeface="Wingdings" panose="05000000000000000000" pitchFamily="2" charset="2"/>
                  <a:buChar char="Ø"/>
                </a:pPr>
                <a:r>
                  <a:rPr lang="zh-CN" altLang="en-US" dirty="0">
                    <a:solidFill>
                      <a:srgbClr val="268F9C"/>
                    </a:solidFill>
                    <a:latin typeface="+mn-ea"/>
                  </a:rPr>
                  <a:t>获得传输矩阵</a:t>
                </a:r>
                <a14:m>
                  <m:oMath xmlns:m="http://schemas.openxmlformats.org/officeDocument/2006/math">
                    <m:sSup>
                      <m:sSupPr>
                        <m:ctrlPr>
                          <a:rPr lang="en-US" altLang="zh-CN" b="1" i="1" smtClean="0">
                            <a:solidFill>
                              <a:srgbClr val="268F9C"/>
                            </a:solidFill>
                            <a:latin typeface="Cambria Math" panose="02040503050406030204" pitchFamily="18" charset="0"/>
                          </a:rPr>
                        </m:ctrlPr>
                      </m:sSupPr>
                      <m:e>
                        <m:r>
                          <a:rPr lang="en-US" altLang="zh-CN" b="1" i="1" smtClean="0">
                            <a:solidFill>
                              <a:srgbClr val="268F9C"/>
                            </a:solidFill>
                            <a:latin typeface="Cambria Math" panose="02040503050406030204" pitchFamily="18" charset="0"/>
                          </a:rPr>
                          <m:t>𝑻</m:t>
                        </m:r>
                      </m:e>
                      <m:sup>
                        <m:r>
                          <a:rPr lang="en-US" altLang="zh-CN" b="1" i="1" smtClean="0">
                            <a:solidFill>
                              <a:srgbClr val="268F9C"/>
                            </a:solidFill>
                            <a:latin typeface="Cambria Math" panose="02040503050406030204" pitchFamily="18" charset="0"/>
                          </a:rPr>
                          <m:t>𝒍</m:t>
                        </m:r>
                      </m:sup>
                    </m:sSup>
                  </m:oMath>
                </a14:m>
                <a:r>
                  <a:rPr lang="zh-CN" altLang="en-US" dirty="0">
                    <a:solidFill>
                      <a:srgbClr val="268F9C"/>
                    </a:solidFill>
                    <a:latin typeface="+mn-ea"/>
                  </a:rPr>
                  <a:t>，并对齐当前神经元：</a:t>
                </a:r>
                <a:endParaRPr lang="zh-CN" altLang="en-US" dirty="0"/>
              </a:p>
            </p:txBody>
          </p:sp>
        </mc:Choice>
        <mc:Fallback xmlns="">
          <p:sp>
            <p:nvSpPr>
              <p:cNvPr id="8" name="文本框 7">
                <a:extLst>
                  <a:ext uri="{FF2B5EF4-FFF2-40B4-BE49-F238E27FC236}">
                    <a16:creationId xmlns:a16="http://schemas.microsoft.com/office/drawing/2014/main" id="{7F2E4379-3D80-1C88-CF9B-F46D7D86548C}"/>
                  </a:ext>
                </a:extLst>
              </p:cNvPr>
              <p:cNvSpPr txBox="1">
                <a:spLocks noRot="1" noChangeAspect="1" noMove="1" noResize="1" noEditPoints="1" noAdjustHandles="1" noChangeArrowheads="1" noChangeShapeType="1" noTextEdit="1"/>
              </p:cNvSpPr>
              <p:nvPr/>
            </p:nvSpPr>
            <p:spPr>
              <a:xfrm>
                <a:off x="377144" y="2341721"/>
                <a:ext cx="4817155" cy="379784"/>
              </a:xfrm>
              <a:prstGeom prst="rect">
                <a:avLst/>
              </a:prstGeom>
              <a:blipFill>
                <a:blip r:embed="rId3"/>
                <a:stretch>
                  <a:fillRect l="-886" t="-4839" b="-258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DC08B271-2A76-77C8-649E-501DA15CBD00}"/>
                  </a:ext>
                </a:extLst>
              </p:cNvPr>
              <p:cNvSpPr txBox="1"/>
              <p:nvPr/>
            </p:nvSpPr>
            <p:spPr>
              <a:xfrm>
                <a:off x="776834" y="2787167"/>
                <a:ext cx="2829966" cy="47307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Sup>
                        <m:sSubSupPr>
                          <m:ctrlPr>
                            <a:rPr lang="en-US" altLang="zh-CN" sz="2000" b="0" i="1" smtClean="0">
                              <a:latin typeface="Cambria Math" panose="02040503050406030204" pitchFamily="18" charset="0"/>
                            </a:rPr>
                          </m:ctrlPr>
                        </m:sSubSupPr>
                        <m:e>
                          <m:sSubSup>
                            <m:sSubSupPr>
                              <m:ctrlPr>
                                <a:rPr lang="en-US" altLang="zh-CN" sz="2000" b="0" i="1" smtClean="0">
                                  <a:latin typeface="Cambria Math" panose="02040503050406030204" pitchFamily="18" charset="0"/>
                                </a:rPr>
                              </m:ctrlPr>
                            </m:sSubSupPr>
                            <m:e>
                              <m:acc>
                                <m:accPr>
                                  <m:chr m:val="̃"/>
                                  <m:ctrlPr>
                                    <a:rPr lang="en-US" altLang="zh-CN" sz="2000" b="0" i="1" smtClean="0">
                                      <a:latin typeface="Cambria Math" panose="02040503050406030204" pitchFamily="18" charset="0"/>
                                    </a:rPr>
                                  </m:ctrlPr>
                                </m:accPr>
                                <m:e>
                                  <m:r>
                                    <a:rPr lang="en-US" altLang="zh-CN" sz="2000" b="0" i="1" smtClean="0">
                                      <a:latin typeface="Cambria Math" panose="02040503050406030204" pitchFamily="18" charset="0"/>
                                    </a:rPr>
                                    <m:t>𝑊</m:t>
                                  </m:r>
                                </m:e>
                              </m:acc>
                            </m:e>
                            <m:sub>
                              <m:r>
                                <a:rPr lang="en-US" altLang="zh-CN" sz="2000" b="0" i="1" smtClean="0">
                                  <a:latin typeface="Cambria Math" panose="02040503050406030204" pitchFamily="18" charset="0"/>
                                </a:rPr>
                                <m:t>𝑋</m:t>
                              </m:r>
                            </m:sub>
                            <m:sup>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𝑙</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𝑙</m:t>
                              </m:r>
                              <m:r>
                                <a:rPr lang="en-US" altLang="zh-CN" sz="2000" b="0" i="1" smtClean="0">
                                  <a:latin typeface="Cambria Math" panose="02040503050406030204" pitchFamily="18" charset="0"/>
                                </a:rPr>
                                <m:t>−1)</m:t>
                              </m:r>
                            </m:sup>
                          </m:sSubSup>
                          <m:r>
                            <a:rPr lang="en-US" altLang="zh-CN" sz="2000" b="0" i="1" smtClean="0">
                              <a:latin typeface="Cambria Math" panose="02040503050406030204" pitchFamily="18" charset="0"/>
                            </a:rPr>
                            <m:t>=</m:t>
                          </m:r>
                          <m:sSup>
                            <m:sSupPr>
                              <m:ctrlPr>
                                <a:rPr lang="en-US" altLang="zh-CN" sz="2000" b="0" i="1" smtClean="0">
                                  <a:latin typeface="Cambria Math" panose="02040503050406030204" pitchFamily="18" charset="0"/>
                                </a:rPr>
                              </m:ctrlPr>
                            </m:sSupPr>
                            <m:e>
                              <m:r>
                                <a:rPr lang="en-US" altLang="zh-CN" sz="2000" b="0" i="1" smtClean="0">
                                  <a:latin typeface="Cambria Math" panose="02040503050406030204" pitchFamily="18" charset="0"/>
                                </a:rPr>
                                <m:t>𝑇</m:t>
                              </m:r>
                            </m:e>
                            <m:sup>
                              <m:r>
                                <a:rPr lang="en-US" altLang="zh-CN" sz="2000" b="0" i="1" smtClean="0">
                                  <a:latin typeface="Cambria Math" panose="02040503050406030204" pitchFamily="18" charset="0"/>
                                </a:rPr>
                                <m:t>𝑙</m:t>
                              </m:r>
                            </m:sup>
                          </m:sSup>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𝑊</m:t>
                          </m:r>
                        </m:e>
                        <m:sub>
                          <m:r>
                            <a:rPr lang="en-US" altLang="zh-CN" sz="2000" b="0" i="1" smtClean="0">
                              <a:latin typeface="Cambria Math" panose="02040503050406030204" pitchFamily="18" charset="0"/>
                            </a:rPr>
                            <m:t>𝑋</m:t>
                          </m:r>
                        </m:sub>
                        <m:sup>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𝑙</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𝑙</m:t>
                              </m:r>
                              <m:r>
                                <a:rPr lang="en-US" altLang="zh-CN" sz="2000" b="0" i="1" smtClean="0">
                                  <a:latin typeface="Cambria Math" panose="02040503050406030204" pitchFamily="18" charset="0"/>
                                </a:rPr>
                                <m:t>−1</m:t>
                              </m:r>
                            </m:e>
                          </m:d>
                        </m:sup>
                      </m:sSubSup>
                    </m:oMath>
                  </m:oMathPara>
                </a14:m>
                <a:endParaRPr lang="zh-CN" altLang="en-US" sz="2000" dirty="0"/>
              </a:p>
            </p:txBody>
          </p:sp>
        </mc:Choice>
        <mc:Fallback xmlns="">
          <p:sp>
            <p:nvSpPr>
              <p:cNvPr id="10" name="文本框 9">
                <a:extLst>
                  <a:ext uri="{FF2B5EF4-FFF2-40B4-BE49-F238E27FC236}">
                    <a16:creationId xmlns:a16="http://schemas.microsoft.com/office/drawing/2014/main" id="{DC08B271-2A76-77C8-649E-501DA15CBD00}"/>
                  </a:ext>
                </a:extLst>
              </p:cNvPr>
              <p:cNvSpPr txBox="1">
                <a:spLocks noRot="1" noChangeAspect="1" noMove="1" noResize="1" noEditPoints="1" noAdjustHandles="1" noChangeArrowheads="1" noChangeShapeType="1" noTextEdit="1"/>
              </p:cNvSpPr>
              <p:nvPr/>
            </p:nvSpPr>
            <p:spPr>
              <a:xfrm>
                <a:off x="776834" y="2787167"/>
                <a:ext cx="2829966" cy="473078"/>
              </a:xfrm>
              <a:prstGeom prst="rect">
                <a:avLst/>
              </a:prstGeom>
              <a:blipFill>
                <a:blip r:embed="rId4"/>
                <a:stretch>
                  <a:fillRect b="-3846"/>
                </a:stretch>
              </a:blipFill>
            </p:spPr>
            <p:txBody>
              <a:bodyPr/>
              <a:lstStyle/>
              <a:p>
                <a:r>
                  <a:rPr lang="zh-CN" altLang="en-US">
                    <a:noFill/>
                  </a:rPr>
                  <a:t> </a:t>
                </a:r>
              </a:p>
            </p:txBody>
          </p:sp>
        </mc:Fallback>
      </mc:AlternateContent>
      <p:pic>
        <p:nvPicPr>
          <p:cNvPr id="45" name="图片 44">
            <a:extLst>
              <a:ext uri="{FF2B5EF4-FFF2-40B4-BE49-F238E27FC236}">
                <a16:creationId xmlns:a16="http://schemas.microsoft.com/office/drawing/2014/main" id="{03346209-AD7C-1E2E-9ED3-D8A23EC5C2AC}"/>
              </a:ext>
            </a:extLst>
          </p:cNvPr>
          <p:cNvPicPr>
            <a:picLocks noChangeAspect="1"/>
          </p:cNvPicPr>
          <p:nvPr/>
        </p:nvPicPr>
        <p:blipFill>
          <a:blip r:embed="rId5"/>
          <a:stretch>
            <a:fillRect/>
          </a:stretch>
        </p:blipFill>
        <p:spPr>
          <a:xfrm>
            <a:off x="7690403" y="4013872"/>
            <a:ext cx="712111" cy="738100"/>
          </a:xfrm>
          <a:prstGeom prst="rect">
            <a:avLst/>
          </a:prstGeom>
        </p:spPr>
      </p:pic>
      <p:sp>
        <p:nvSpPr>
          <p:cNvPr id="2" name="文本框 1">
            <a:extLst>
              <a:ext uri="{FF2B5EF4-FFF2-40B4-BE49-F238E27FC236}">
                <a16:creationId xmlns:a16="http://schemas.microsoft.com/office/drawing/2014/main" id="{296797E5-0B0A-AFA8-2381-6C78133954EB}"/>
              </a:ext>
            </a:extLst>
          </p:cNvPr>
          <p:cNvSpPr txBox="1"/>
          <p:nvPr/>
        </p:nvSpPr>
        <p:spPr>
          <a:xfrm>
            <a:off x="10907486" y="6449406"/>
            <a:ext cx="953142" cy="338554"/>
          </a:xfrm>
          <a:prstGeom prst="rect">
            <a:avLst/>
          </a:prstGeom>
          <a:noFill/>
        </p:spPr>
        <p:txBody>
          <a:bodyPr wrap="square">
            <a:spAutoFit/>
          </a:bodyPr>
          <a:lstStyle/>
          <a:p>
            <a:r>
              <a:rPr lang="en-US" altLang="zh-CN" sz="1600" b="1" dirty="0">
                <a:solidFill>
                  <a:schemeClr val="bg1">
                    <a:lumMod val="50000"/>
                  </a:schemeClr>
                </a:solidFill>
                <a:latin typeface="+mn-ea"/>
              </a:rPr>
              <a:t>11/21</a:t>
            </a:r>
            <a:endParaRPr lang="zh-CN" altLang="en-US" sz="1600" b="1" dirty="0">
              <a:solidFill>
                <a:schemeClr val="bg1">
                  <a:lumMod val="50000"/>
                </a:schemeClr>
              </a:solidFill>
            </a:endParaRPr>
          </a:p>
        </p:txBody>
      </p:sp>
    </p:spTree>
    <p:extLst>
      <p:ext uri="{BB962C8B-B14F-4D97-AF65-F5344CB8AC3E}">
        <p14:creationId xmlns:p14="http://schemas.microsoft.com/office/powerpoint/2010/main" val="379877809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589" name="椭圆 588">
            <a:extLst>
              <a:ext uri="{FF2B5EF4-FFF2-40B4-BE49-F238E27FC236}">
                <a16:creationId xmlns:a16="http://schemas.microsoft.com/office/drawing/2014/main" id="{B632698A-2075-4058-C6A9-3BE038F10D27}"/>
              </a:ext>
            </a:extLst>
          </p:cNvPr>
          <p:cNvSpPr/>
          <p:nvPr/>
        </p:nvSpPr>
        <p:spPr>
          <a:xfrm>
            <a:off x="7863545" y="3564885"/>
            <a:ext cx="184890" cy="252392"/>
          </a:xfrm>
          <a:prstGeom prst="ellipse">
            <a:avLst/>
          </a:prstGeom>
          <a:solidFill>
            <a:srgbClr val="FFC00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90" name="椭圆 589">
            <a:extLst>
              <a:ext uri="{FF2B5EF4-FFF2-40B4-BE49-F238E27FC236}">
                <a16:creationId xmlns:a16="http://schemas.microsoft.com/office/drawing/2014/main" id="{6B60765C-6407-CFBF-3C34-B3863161470A}"/>
              </a:ext>
            </a:extLst>
          </p:cNvPr>
          <p:cNvSpPr/>
          <p:nvPr/>
        </p:nvSpPr>
        <p:spPr>
          <a:xfrm>
            <a:off x="7861569" y="2795745"/>
            <a:ext cx="184890" cy="252392"/>
          </a:xfrm>
          <a:prstGeom prst="ellipse">
            <a:avLst/>
          </a:prstGeom>
          <a:solidFill>
            <a:srgbClr val="F84AEC"/>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91" name="椭圆 590">
            <a:extLst>
              <a:ext uri="{FF2B5EF4-FFF2-40B4-BE49-F238E27FC236}">
                <a16:creationId xmlns:a16="http://schemas.microsoft.com/office/drawing/2014/main" id="{881FFE83-7E4E-27BF-7E83-A73BB9645812}"/>
              </a:ext>
            </a:extLst>
          </p:cNvPr>
          <p:cNvSpPr/>
          <p:nvPr/>
        </p:nvSpPr>
        <p:spPr>
          <a:xfrm>
            <a:off x="7870815" y="2016060"/>
            <a:ext cx="184890" cy="252392"/>
          </a:xfrm>
          <a:prstGeom prst="ellipse">
            <a:avLst/>
          </a:prstGeom>
          <a:solidFill>
            <a:srgbClr val="1AE43C"/>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87" name="椭圆 586">
            <a:extLst>
              <a:ext uri="{FF2B5EF4-FFF2-40B4-BE49-F238E27FC236}">
                <a16:creationId xmlns:a16="http://schemas.microsoft.com/office/drawing/2014/main" id="{31BB44A1-DC2C-7943-DCAE-38BA52372858}"/>
              </a:ext>
            </a:extLst>
          </p:cNvPr>
          <p:cNvSpPr/>
          <p:nvPr/>
        </p:nvSpPr>
        <p:spPr>
          <a:xfrm>
            <a:off x="6431932" y="2400617"/>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88" name="椭圆 587">
            <a:extLst>
              <a:ext uri="{FF2B5EF4-FFF2-40B4-BE49-F238E27FC236}">
                <a16:creationId xmlns:a16="http://schemas.microsoft.com/office/drawing/2014/main" id="{973FFBAD-BF81-DB6C-0907-7C8135FED613}"/>
              </a:ext>
            </a:extLst>
          </p:cNvPr>
          <p:cNvSpPr/>
          <p:nvPr/>
        </p:nvSpPr>
        <p:spPr>
          <a:xfrm>
            <a:off x="6431932" y="3174568"/>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85" name="椭圆 584">
            <a:extLst>
              <a:ext uri="{FF2B5EF4-FFF2-40B4-BE49-F238E27FC236}">
                <a16:creationId xmlns:a16="http://schemas.microsoft.com/office/drawing/2014/main" id="{8E90CE08-9FE4-0C7A-867A-CD4E06C36AD7}"/>
              </a:ext>
            </a:extLst>
          </p:cNvPr>
          <p:cNvSpPr/>
          <p:nvPr/>
        </p:nvSpPr>
        <p:spPr>
          <a:xfrm>
            <a:off x="8578364" y="3174568"/>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86" name="椭圆 585">
            <a:extLst>
              <a:ext uri="{FF2B5EF4-FFF2-40B4-BE49-F238E27FC236}">
                <a16:creationId xmlns:a16="http://schemas.microsoft.com/office/drawing/2014/main" id="{4C6F5694-1AF2-8B0D-82C6-7C6F9440502C}"/>
              </a:ext>
            </a:extLst>
          </p:cNvPr>
          <p:cNvSpPr/>
          <p:nvPr/>
        </p:nvSpPr>
        <p:spPr>
          <a:xfrm>
            <a:off x="8587042" y="2400617"/>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61" name="椭圆 560">
            <a:extLst>
              <a:ext uri="{FF2B5EF4-FFF2-40B4-BE49-F238E27FC236}">
                <a16:creationId xmlns:a16="http://schemas.microsoft.com/office/drawing/2014/main" id="{2225968A-0DD6-7F17-9348-6455C86782DC}"/>
              </a:ext>
            </a:extLst>
          </p:cNvPr>
          <p:cNvSpPr/>
          <p:nvPr/>
        </p:nvSpPr>
        <p:spPr>
          <a:xfrm>
            <a:off x="7160006" y="3561543"/>
            <a:ext cx="184890" cy="252392"/>
          </a:xfrm>
          <a:prstGeom prst="ellipse">
            <a:avLst/>
          </a:prstGeom>
          <a:solidFill>
            <a:srgbClr val="C0000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62" name="椭圆 561">
            <a:extLst>
              <a:ext uri="{FF2B5EF4-FFF2-40B4-BE49-F238E27FC236}">
                <a16:creationId xmlns:a16="http://schemas.microsoft.com/office/drawing/2014/main" id="{D5B395B3-F367-1977-830E-F5FA39F5022E}"/>
              </a:ext>
            </a:extLst>
          </p:cNvPr>
          <p:cNvSpPr/>
          <p:nvPr/>
        </p:nvSpPr>
        <p:spPr>
          <a:xfrm>
            <a:off x="7158840" y="2779250"/>
            <a:ext cx="184890" cy="252392"/>
          </a:xfrm>
          <a:prstGeom prst="ellipse">
            <a:avLst/>
          </a:prstGeom>
          <a:solidFill>
            <a:srgbClr val="00B0F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63" name="椭圆 562">
            <a:extLst>
              <a:ext uri="{FF2B5EF4-FFF2-40B4-BE49-F238E27FC236}">
                <a16:creationId xmlns:a16="http://schemas.microsoft.com/office/drawing/2014/main" id="{7A544B26-2EFC-56C9-3445-04DC9E75AAE0}"/>
              </a:ext>
            </a:extLst>
          </p:cNvPr>
          <p:cNvSpPr/>
          <p:nvPr/>
        </p:nvSpPr>
        <p:spPr>
          <a:xfrm>
            <a:off x="7156449" y="2009945"/>
            <a:ext cx="184890" cy="252392"/>
          </a:xfrm>
          <a:prstGeom prst="ellipse">
            <a:avLst/>
          </a:prstGeom>
          <a:solidFill>
            <a:schemeClr val="accent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cxnSp>
        <p:nvCxnSpPr>
          <p:cNvPr id="564" name="直接箭头连接符 563">
            <a:extLst>
              <a:ext uri="{FF2B5EF4-FFF2-40B4-BE49-F238E27FC236}">
                <a16:creationId xmlns:a16="http://schemas.microsoft.com/office/drawing/2014/main" id="{B028D62C-0473-F366-3660-75346756308C}"/>
              </a:ext>
            </a:extLst>
          </p:cNvPr>
          <p:cNvCxnSpPr>
            <a:cxnSpLocks/>
            <a:stCxn id="587" idx="6"/>
            <a:endCxn id="561" idx="2"/>
          </p:cNvCxnSpPr>
          <p:nvPr/>
        </p:nvCxnSpPr>
        <p:spPr>
          <a:xfrm>
            <a:off x="6616822" y="2526813"/>
            <a:ext cx="543184" cy="116092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65" name="直接箭头连接符 564">
            <a:extLst>
              <a:ext uri="{FF2B5EF4-FFF2-40B4-BE49-F238E27FC236}">
                <a16:creationId xmlns:a16="http://schemas.microsoft.com/office/drawing/2014/main" id="{E468FF02-7DAE-F765-70FE-1F245EAEAA3C}"/>
              </a:ext>
            </a:extLst>
          </p:cNvPr>
          <p:cNvCxnSpPr>
            <a:cxnSpLocks/>
            <a:stCxn id="587" idx="6"/>
            <a:endCxn id="563" idx="2"/>
          </p:cNvCxnSpPr>
          <p:nvPr/>
        </p:nvCxnSpPr>
        <p:spPr>
          <a:xfrm flipV="1">
            <a:off x="6616822" y="2136141"/>
            <a:ext cx="539627" cy="39067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66" name="直接箭头连接符 565">
            <a:extLst>
              <a:ext uri="{FF2B5EF4-FFF2-40B4-BE49-F238E27FC236}">
                <a16:creationId xmlns:a16="http://schemas.microsoft.com/office/drawing/2014/main" id="{1FDC8C32-D57F-FC3C-69E1-E66731A1E876}"/>
              </a:ext>
            </a:extLst>
          </p:cNvPr>
          <p:cNvCxnSpPr>
            <a:cxnSpLocks/>
            <a:stCxn id="587" idx="6"/>
            <a:endCxn id="562" idx="2"/>
          </p:cNvCxnSpPr>
          <p:nvPr/>
        </p:nvCxnSpPr>
        <p:spPr>
          <a:xfrm>
            <a:off x="6616822" y="2526813"/>
            <a:ext cx="542018" cy="378633"/>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67" name="直接箭头连接符 566">
            <a:extLst>
              <a:ext uri="{FF2B5EF4-FFF2-40B4-BE49-F238E27FC236}">
                <a16:creationId xmlns:a16="http://schemas.microsoft.com/office/drawing/2014/main" id="{390C868A-0D33-88DD-74D4-649B39103873}"/>
              </a:ext>
            </a:extLst>
          </p:cNvPr>
          <p:cNvCxnSpPr>
            <a:cxnSpLocks/>
            <a:stCxn id="588" idx="6"/>
            <a:endCxn id="561" idx="2"/>
          </p:cNvCxnSpPr>
          <p:nvPr/>
        </p:nvCxnSpPr>
        <p:spPr>
          <a:xfrm>
            <a:off x="6616822" y="3300764"/>
            <a:ext cx="543184" cy="38697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68" name="直接箭头连接符 567">
            <a:extLst>
              <a:ext uri="{FF2B5EF4-FFF2-40B4-BE49-F238E27FC236}">
                <a16:creationId xmlns:a16="http://schemas.microsoft.com/office/drawing/2014/main" id="{9184E912-6B01-9754-AA21-0558ED31F50B}"/>
              </a:ext>
            </a:extLst>
          </p:cNvPr>
          <p:cNvCxnSpPr>
            <a:cxnSpLocks/>
            <a:stCxn id="588" idx="6"/>
            <a:endCxn id="563" idx="2"/>
          </p:cNvCxnSpPr>
          <p:nvPr/>
        </p:nvCxnSpPr>
        <p:spPr>
          <a:xfrm flipV="1">
            <a:off x="6616822" y="2136141"/>
            <a:ext cx="539627" cy="1164623"/>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69" name="直接箭头连接符 568">
            <a:extLst>
              <a:ext uri="{FF2B5EF4-FFF2-40B4-BE49-F238E27FC236}">
                <a16:creationId xmlns:a16="http://schemas.microsoft.com/office/drawing/2014/main" id="{06B15900-7914-1253-13E8-16AC8D1F9678}"/>
              </a:ext>
            </a:extLst>
          </p:cNvPr>
          <p:cNvCxnSpPr>
            <a:cxnSpLocks/>
            <a:stCxn id="588" idx="6"/>
            <a:endCxn id="562" idx="2"/>
          </p:cNvCxnSpPr>
          <p:nvPr/>
        </p:nvCxnSpPr>
        <p:spPr>
          <a:xfrm flipV="1">
            <a:off x="6616822" y="2905446"/>
            <a:ext cx="542018" cy="395318"/>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70" name="直接箭头连接符 569">
            <a:extLst>
              <a:ext uri="{FF2B5EF4-FFF2-40B4-BE49-F238E27FC236}">
                <a16:creationId xmlns:a16="http://schemas.microsoft.com/office/drawing/2014/main" id="{AC553884-0B56-3FD7-6A3A-BDC8094F90F0}"/>
              </a:ext>
            </a:extLst>
          </p:cNvPr>
          <p:cNvCxnSpPr>
            <a:cxnSpLocks/>
            <a:stCxn id="562" idx="6"/>
            <a:endCxn id="589" idx="2"/>
          </p:cNvCxnSpPr>
          <p:nvPr/>
        </p:nvCxnSpPr>
        <p:spPr>
          <a:xfrm>
            <a:off x="7343730" y="2905446"/>
            <a:ext cx="519815" cy="785635"/>
          </a:xfrm>
          <a:prstGeom prst="straightConnector1">
            <a:avLst/>
          </a:prstGeom>
          <a:ln w="19050">
            <a:solidFill>
              <a:srgbClr val="FFC000"/>
            </a:solidFill>
            <a:tailEnd type="none"/>
          </a:ln>
        </p:spPr>
        <p:style>
          <a:lnRef idx="1">
            <a:schemeClr val="accent1"/>
          </a:lnRef>
          <a:fillRef idx="0">
            <a:schemeClr val="accent1"/>
          </a:fillRef>
          <a:effectRef idx="0">
            <a:schemeClr val="accent1"/>
          </a:effectRef>
          <a:fontRef idx="minor">
            <a:schemeClr val="tx1"/>
          </a:fontRef>
        </p:style>
      </p:cxnSp>
      <p:cxnSp>
        <p:nvCxnSpPr>
          <p:cNvPr id="571" name="直接箭头连接符 570">
            <a:extLst>
              <a:ext uri="{FF2B5EF4-FFF2-40B4-BE49-F238E27FC236}">
                <a16:creationId xmlns:a16="http://schemas.microsoft.com/office/drawing/2014/main" id="{978CB691-B206-3915-2444-12C56E73D601}"/>
              </a:ext>
            </a:extLst>
          </p:cNvPr>
          <p:cNvCxnSpPr>
            <a:cxnSpLocks/>
            <a:stCxn id="562" idx="6"/>
            <a:endCxn id="591" idx="2"/>
          </p:cNvCxnSpPr>
          <p:nvPr/>
        </p:nvCxnSpPr>
        <p:spPr>
          <a:xfrm flipV="1">
            <a:off x="7343730" y="2142256"/>
            <a:ext cx="527085" cy="763190"/>
          </a:xfrm>
          <a:prstGeom prst="straightConnector1">
            <a:avLst/>
          </a:prstGeom>
          <a:ln w="19050">
            <a:solidFill>
              <a:srgbClr val="1AE43C"/>
            </a:solidFill>
            <a:tailEnd type="none"/>
          </a:ln>
        </p:spPr>
        <p:style>
          <a:lnRef idx="1">
            <a:schemeClr val="accent1"/>
          </a:lnRef>
          <a:fillRef idx="0">
            <a:schemeClr val="accent1"/>
          </a:fillRef>
          <a:effectRef idx="0">
            <a:schemeClr val="accent1"/>
          </a:effectRef>
          <a:fontRef idx="minor">
            <a:schemeClr val="tx1"/>
          </a:fontRef>
        </p:style>
      </p:cxnSp>
      <p:cxnSp>
        <p:nvCxnSpPr>
          <p:cNvPr id="572" name="直接箭头连接符 571">
            <a:extLst>
              <a:ext uri="{FF2B5EF4-FFF2-40B4-BE49-F238E27FC236}">
                <a16:creationId xmlns:a16="http://schemas.microsoft.com/office/drawing/2014/main" id="{469ED695-41A0-D0A2-1C9C-EEF171257DD3}"/>
              </a:ext>
            </a:extLst>
          </p:cNvPr>
          <p:cNvCxnSpPr>
            <a:cxnSpLocks/>
            <a:stCxn id="562" idx="6"/>
            <a:endCxn id="590" idx="2"/>
          </p:cNvCxnSpPr>
          <p:nvPr/>
        </p:nvCxnSpPr>
        <p:spPr>
          <a:xfrm>
            <a:off x="7343730" y="2905446"/>
            <a:ext cx="517839" cy="16495"/>
          </a:xfrm>
          <a:prstGeom prst="straightConnector1">
            <a:avLst/>
          </a:prstGeom>
          <a:ln w="19050">
            <a:solidFill>
              <a:srgbClr val="F84AEC"/>
            </a:solidFill>
            <a:tailEnd type="none"/>
          </a:ln>
        </p:spPr>
        <p:style>
          <a:lnRef idx="1">
            <a:schemeClr val="accent1"/>
          </a:lnRef>
          <a:fillRef idx="0">
            <a:schemeClr val="accent1"/>
          </a:fillRef>
          <a:effectRef idx="0">
            <a:schemeClr val="accent1"/>
          </a:effectRef>
          <a:fontRef idx="minor">
            <a:schemeClr val="tx1"/>
          </a:fontRef>
        </p:style>
      </p:cxnSp>
      <p:cxnSp>
        <p:nvCxnSpPr>
          <p:cNvPr id="573" name="直接连接符 572">
            <a:extLst>
              <a:ext uri="{FF2B5EF4-FFF2-40B4-BE49-F238E27FC236}">
                <a16:creationId xmlns:a16="http://schemas.microsoft.com/office/drawing/2014/main" id="{5ED6CA3C-4344-15DA-C7C9-E5FF7B502EE8}"/>
              </a:ext>
            </a:extLst>
          </p:cNvPr>
          <p:cNvCxnSpPr>
            <a:cxnSpLocks/>
            <a:stCxn id="561" idx="6"/>
            <a:endCxn id="590" idx="2"/>
          </p:cNvCxnSpPr>
          <p:nvPr/>
        </p:nvCxnSpPr>
        <p:spPr>
          <a:xfrm flipV="1">
            <a:off x="7344896" y="2921941"/>
            <a:ext cx="516673" cy="765798"/>
          </a:xfrm>
          <a:prstGeom prst="line">
            <a:avLst/>
          </a:prstGeom>
          <a:ln w="19050">
            <a:solidFill>
              <a:srgbClr val="F84AEC"/>
            </a:solidFill>
          </a:ln>
        </p:spPr>
        <p:style>
          <a:lnRef idx="1">
            <a:schemeClr val="accent1"/>
          </a:lnRef>
          <a:fillRef idx="0">
            <a:schemeClr val="accent1"/>
          </a:fillRef>
          <a:effectRef idx="0">
            <a:schemeClr val="accent1"/>
          </a:effectRef>
          <a:fontRef idx="minor">
            <a:schemeClr val="tx1"/>
          </a:fontRef>
        </p:style>
      </p:cxnSp>
      <p:cxnSp>
        <p:nvCxnSpPr>
          <p:cNvPr id="574" name="直接箭头连接符 573">
            <a:extLst>
              <a:ext uri="{FF2B5EF4-FFF2-40B4-BE49-F238E27FC236}">
                <a16:creationId xmlns:a16="http://schemas.microsoft.com/office/drawing/2014/main" id="{40368328-2052-A223-2469-91FEBC267917}"/>
              </a:ext>
            </a:extLst>
          </p:cNvPr>
          <p:cNvCxnSpPr>
            <a:cxnSpLocks/>
            <a:stCxn id="561" idx="6"/>
            <a:endCxn id="589" idx="2"/>
          </p:cNvCxnSpPr>
          <p:nvPr/>
        </p:nvCxnSpPr>
        <p:spPr>
          <a:xfrm>
            <a:off x="7344896" y="3687739"/>
            <a:ext cx="518649" cy="3342"/>
          </a:xfrm>
          <a:prstGeom prst="straightConnector1">
            <a:avLst/>
          </a:prstGeom>
          <a:ln w="19050">
            <a:solidFill>
              <a:srgbClr val="FFC000"/>
            </a:solidFill>
            <a:tailEnd type="none"/>
          </a:ln>
        </p:spPr>
        <p:style>
          <a:lnRef idx="1">
            <a:schemeClr val="accent1"/>
          </a:lnRef>
          <a:fillRef idx="0">
            <a:schemeClr val="accent1"/>
          </a:fillRef>
          <a:effectRef idx="0">
            <a:schemeClr val="accent1"/>
          </a:effectRef>
          <a:fontRef idx="minor">
            <a:schemeClr val="tx1"/>
          </a:fontRef>
        </p:style>
      </p:cxnSp>
      <p:cxnSp>
        <p:nvCxnSpPr>
          <p:cNvPr id="575" name="直接箭头连接符 574">
            <a:extLst>
              <a:ext uri="{FF2B5EF4-FFF2-40B4-BE49-F238E27FC236}">
                <a16:creationId xmlns:a16="http://schemas.microsoft.com/office/drawing/2014/main" id="{DCA88736-64B4-8A50-BAD3-D4FF208D87AC}"/>
              </a:ext>
            </a:extLst>
          </p:cNvPr>
          <p:cNvCxnSpPr>
            <a:cxnSpLocks/>
            <a:stCxn id="561" idx="6"/>
            <a:endCxn id="591" idx="2"/>
          </p:cNvCxnSpPr>
          <p:nvPr/>
        </p:nvCxnSpPr>
        <p:spPr>
          <a:xfrm flipV="1">
            <a:off x="7344896" y="2142256"/>
            <a:ext cx="525919" cy="1545483"/>
          </a:xfrm>
          <a:prstGeom prst="straightConnector1">
            <a:avLst/>
          </a:prstGeom>
          <a:ln w="19050">
            <a:solidFill>
              <a:srgbClr val="1AE43C"/>
            </a:solidFill>
            <a:tailEnd type="none"/>
          </a:ln>
        </p:spPr>
        <p:style>
          <a:lnRef idx="1">
            <a:schemeClr val="accent1"/>
          </a:lnRef>
          <a:fillRef idx="0">
            <a:schemeClr val="accent1"/>
          </a:fillRef>
          <a:effectRef idx="0">
            <a:schemeClr val="accent1"/>
          </a:effectRef>
          <a:fontRef idx="minor">
            <a:schemeClr val="tx1"/>
          </a:fontRef>
        </p:style>
      </p:cxnSp>
      <p:cxnSp>
        <p:nvCxnSpPr>
          <p:cNvPr id="576" name="直接箭头连接符 575">
            <a:extLst>
              <a:ext uri="{FF2B5EF4-FFF2-40B4-BE49-F238E27FC236}">
                <a16:creationId xmlns:a16="http://schemas.microsoft.com/office/drawing/2014/main" id="{5E1FB814-DF42-D5FD-6B7C-460BA7BDDE32}"/>
              </a:ext>
            </a:extLst>
          </p:cNvPr>
          <p:cNvCxnSpPr>
            <a:cxnSpLocks/>
            <a:stCxn id="563" idx="6"/>
            <a:endCxn id="589" idx="2"/>
          </p:cNvCxnSpPr>
          <p:nvPr/>
        </p:nvCxnSpPr>
        <p:spPr>
          <a:xfrm>
            <a:off x="7341339" y="2136141"/>
            <a:ext cx="522206" cy="1554940"/>
          </a:xfrm>
          <a:prstGeom prst="straightConnector1">
            <a:avLst/>
          </a:prstGeom>
          <a:ln w="19050">
            <a:solidFill>
              <a:srgbClr val="FFC000"/>
            </a:solidFill>
            <a:tailEnd type="none"/>
          </a:ln>
        </p:spPr>
        <p:style>
          <a:lnRef idx="1">
            <a:schemeClr val="accent1"/>
          </a:lnRef>
          <a:fillRef idx="0">
            <a:schemeClr val="accent1"/>
          </a:fillRef>
          <a:effectRef idx="0">
            <a:schemeClr val="accent1"/>
          </a:effectRef>
          <a:fontRef idx="minor">
            <a:schemeClr val="tx1"/>
          </a:fontRef>
        </p:style>
      </p:cxnSp>
      <p:cxnSp>
        <p:nvCxnSpPr>
          <p:cNvPr id="577" name="直接箭头连接符 576">
            <a:extLst>
              <a:ext uri="{FF2B5EF4-FFF2-40B4-BE49-F238E27FC236}">
                <a16:creationId xmlns:a16="http://schemas.microsoft.com/office/drawing/2014/main" id="{49524C63-8222-6B4F-D35E-344751DACC40}"/>
              </a:ext>
            </a:extLst>
          </p:cNvPr>
          <p:cNvCxnSpPr>
            <a:cxnSpLocks/>
            <a:stCxn id="563" idx="6"/>
            <a:endCxn id="591" idx="2"/>
          </p:cNvCxnSpPr>
          <p:nvPr/>
        </p:nvCxnSpPr>
        <p:spPr>
          <a:xfrm>
            <a:off x="7341339" y="2136141"/>
            <a:ext cx="529476" cy="6115"/>
          </a:xfrm>
          <a:prstGeom prst="straightConnector1">
            <a:avLst/>
          </a:prstGeom>
          <a:ln w="19050">
            <a:solidFill>
              <a:srgbClr val="1AE43C"/>
            </a:solidFill>
            <a:tailEnd type="none"/>
          </a:ln>
        </p:spPr>
        <p:style>
          <a:lnRef idx="1">
            <a:schemeClr val="accent1"/>
          </a:lnRef>
          <a:fillRef idx="0">
            <a:schemeClr val="accent1"/>
          </a:fillRef>
          <a:effectRef idx="0">
            <a:schemeClr val="accent1"/>
          </a:effectRef>
          <a:fontRef idx="minor">
            <a:schemeClr val="tx1"/>
          </a:fontRef>
        </p:style>
      </p:cxnSp>
      <p:cxnSp>
        <p:nvCxnSpPr>
          <p:cNvPr id="578" name="直接箭头连接符 577">
            <a:extLst>
              <a:ext uri="{FF2B5EF4-FFF2-40B4-BE49-F238E27FC236}">
                <a16:creationId xmlns:a16="http://schemas.microsoft.com/office/drawing/2014/main" id="{868D4544-23A8-0182-B003-87DAFDE7EBDC}"/>
              </a:ext>
            </a:extLst>
          </p:cNvPr>
          <p:cNvCxnSpPr>
            <a:cxnSpLocks/>
            <a:stCxn id="563" idx="6"/>
            <a:endCxn id="590" idx="2"/>
          </p:cNvCxnSpPr>
          <p:nvPr/>
        </p:nvCxnSpPr>
        <p:spPr>
          <a:xfrm>
            <a:off x="7341339" y="2136141"/>
            <a:ext cx="520230" cy="785800"/>
          </a:xfrm>
          <a:prstGeom prst="straightConnector1">
            <a:avLst/>
          </a:prstGeom>
          <a:ln w="19050">
            <a:solidFill>
              <a:srgbClr val="F84AEC"/>
            </a:solidFill>
            <a:tailEnd type="none"/>
          </a:ln>
        </p:spPr>
        <p:style>
          <a:lnRef idx="1">
            <a:schemeClr val="accent1"/>
          </a:lnRef>
          <a:fillRef idx="0">
            <a:schemeClr val="accent1"/>
          </a:fillRef>
          <a:effectRef idx="0">
            <a:schemeClr val="accent1"/>
          </a:effectRef>
          <a:fontRef idx="minor">
            <a:schemeClr val="tx1"/>
          </a:fontRef>
        </p:style>
      </p:cxnSp>
      <p:cxnSp>
        <p:nvCxnSpPr>
          <p:cNvPr id="579" name="直接箭头连接符 578">
            <a:extLst>
              <a:ext uri="{FF2B5EF4-FFF2-40B4-BE49-F238E27FC236}">
                <a16:creationId xmlns:a16="http://schemas.microsoft.com/office/drawing/2014/main" id="{56EB93B6-F9B2-8F8E-DAD0-2D5F1B663F1C}"/>
              </a:ext>
            </a:extLst>
          </p:cNvPr>
          <p:cNvCxnSpPr>
            <a:cxnSpLocks/>
            <a:stCxn id="589" idx="6"/>
            <a:endCxn id="586" idx="2"/>
          </p:cNvCxnSpPr>
          <p:nvPr/>
        </p:nvCxnSpPr>
        <p:spPr>
          <a:xfrm flipV="1">
            <a:off x="8048435" y="2526813"/>
            <a:ext cx="538607" cy="1164268"/>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80" name="直接箭头连接符 579">
            <a:extLst>
              <a:ext uri="{FF2B5EF4-FFF2-40B4-BE49-F238E27FC236}">
                <a16:creationId xmlns:a16="http://schemas.microsoft.com/office/drawing/2014/main" id="{E6C4E018-515E-59BF-DD4F-780802D21008}"/>
              </a:ext>
            </a:extLst>
          </p:cNvPr>
          <p:cNvCxnSpPr>
            <a:cxnSpLocks/>
            <a:stCxn id="589" idx="6"/>
            <a:endCxn id="585" idx="2"/>
          </p:cNvCxnSpPr>
          <p:nvPr/>
        </p:nvCxnSpPr>
        <p:spPr>
          <a:xfrm flipV="1">
            <a:off x="8048435" y="3300764"/>
            <a:ext cx="529929" cy="39031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81" name="直接箭头连接符 580">
            <a:extLst>
              <a:ext uri="{FF2B5EF4-FFF2-40B4-BE49-F238E27FC236}">
                <a16:creationId xmlns:a16="http://schemas.microsoft.com/office/drawing/2014/main" id="{CB70A5E8-768E-6A1C-F406-BD439E49E081}"/>
              </a:ext>
            </a:extLst>
          </p:cNvPr>
          <p:cNvCxnSpPr>
            <a:cxnSpLocks/>
            <a:stCxn id="590" idx="6"/>
            <a:endCxn id="586" idx="2"/>
          </p:cNvCxnSpPr>
          <p:nvPr/>
        </p:nvCxnSpPr>
        <p:spPr>
          <a:xfrm flipV="1">
            <a:off x="8046459" y="2526814"/>
            <a:ext cx="540583" cy="39512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82" name="直接箭头连接符 581">
            <a:extLst>
              <a:ext uri="{FF2B5EF4-FFF2-40B4-BE49-F238E27FC236}">
                <a16:creationId xmlns:a16="http://schemas.microsoft.com/office/drawing/2014/main" id="{3222F679-1624-13DA-CFBE-316E1C12B89D}"/>
              </a:ext>
            </a:extLst>
          </p:cNvPr>
          <p:cNvCxnSpPr>
            <a:cxnSpLocks/>
            <a:stCxn id="590" idx="6"/>
            <a:endCxn id="585" idx="2"/>
          </p:cNvCxnSpPr>
          <p:nvPr/>
        </p:nvCxnSpPr>
        <p:spPr>
          <a:xfrm>
            <a:off x="8046459" y="2921941"/>
            <a:ext cx="531904" cy="378824"/>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83" name="直接箭头连接符 582">
            <a:extLst>
              <a:ext uri="{FF2B5EF4-FFF2-40B4-BE49-F238E27FC236}">
                <a16:creationId xmlns:a16="http://schemas.microsoft.com/office/drawing/2014/main" id="{D5731173-85DB-C222-DE75-46CFC9D3BDB6}"/>
              </a:ext>
            </a:extLst>
          </p:cNvPr>
          <p:cNvCxnSpPr>
            <a:cxnSpLocks/>
            <a:stCxn id="591" idx="6"/>
            <a:endCxn id="586" idx="2"/>
          </p:cNvCxnSpPr>
          <p:nvPr/>
        </p:nvCxnSpPr>
        <p:spPr>
          <a:xfrm>
            <a:off x="8055705" y="2142256"/>
            <a:ext cx="531337" cy="38455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84" name="直接箭头连接符 583">
            <a:extLst>
              <a:ext uri="{FF2B5EF4-FFF2-40B4-BE49-F238E27FC236}">
                <a16:creationId xmlns:a16="http://schemas.microsoft.com/office/drawing/2014/main" id="{48A6FD88-5207-A4B9-71D0-09FF26DFFB3B}"/>
              </a:ext>
            </a:extLst>
          </p:cNvPr>
          <p:cNvCxnSpPr>
            <a:cxnSpLocks/>
            <a:stCxn id="591" idx="6"/>
            <a:endCxn id="585" idx="2"/>
          </p:cNvCxnSpPr>
          <p:nvPr/>
        </p:nvCxnSpPr>
        <p:spPr>
          <a:xfrm>
            <a:off x="8055705" y="2142256"/>
            <a:ext cx="522659" cy="1158508"/>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3" name="标题 4">
            <a:extLst>
              <a:ext uri="{FF2B5EF4-FFF2-40B4-BE49-F238E27FC236}">
                <a16:creationId xmlns:a16="http://schemas.microsoft.com/office/drawing/2014/main" id="{9436878A-C9CA-2FAE-74B5-A11616112B9E}"/>
              </a:ext>
            </a:extLst>
          </p:cNvPr>
          <p:cNvSpPr txBox="1"/>
          <p:nvPr/>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3</a:t>
            </a:r>
            <a:r>
              <a:rPr kumimoji="0" lang="en-US" altLang="zh-CN"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a:t>
            </a:r>
            <a:r>
              <a:rPr lang="zh-CN" altLang="en-US" sz="2800" dirty="0">
                <a:solidFill>
                  <a:srgbClr val="000000">
                    <a:lumMod val="75000"/>
                    <a:lumOff val="25000"/>
                  </a:srgbClr>
                </a:solidFill>
              </a:rPr>
              <a:t>权重对齐</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554" name="椭圆 553">
            <a:extLst>
              <a:ext uri="{FF2B5EF4-FFF2-40B4-BE49-F238E27FC236}">
                <a16:creationId xmlns:a16="http://schemas.microsoft.com/office/drawing/2014/main" id="{0CA663CA-FC79-9896-E1C2-E63DDBD28DE3}"/>
              </a:ext>
            </a:extLst>
          </p:cNvPr>
          <p:cNvSpPr/>
          <p:nvPr/>
        </p:nvSpPr>
        <p:spPr>
          <a:xfrm>
            <a:off x="10832238" y="2014215"/>
            <a:ext cx="184890" cy="252392"/>
          </a:xfrm>
          <a:prstGeom prst="ellipse">
            <a:avLst/>
          </a:prstGeom>
          <a:solidFill>
            <a:srgbClr val="1AE43C"/>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55" name="椭圆 554">
            <a:extLst>
              <a:ext uri="{FF2B5EF4-FFF2-40B4-BE49-F238E27FC236}">
                <a16:creationId xmlns:a16="http://schemas.microsoft.com/office/drawing/2014/main" id="{4437306C-413C-64A3-9036-89006358D25A}"/>
              </a:ext>
            </a:extLst>
          </p:cNvPr>
          <p:cNvSpPr/>
          <p:nvPr/>
        </p:nvSpPr>
        <p:spPr>
          <a:xfrm>
            <a:off x="10830262" y="2795319"/>
            <a:ext cx="184890" cy="252392"/>
          </a:xfrm>
          <a:prstGeom prst="ellipse">
            <a:avLst/>
          </a:prstGeom>
          <a:solidFill>
            <a:srgbClr val="F84AEC"/>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56" name="椭圆 555">
            <a:extLst>
              <a:ext uri="{FF2B5EF4-FFF2-40B4-BE49-F238E27FC236}">
                <a16:creationId xmlns:a16="http://schemas.microsoft.com/office/drawing/2014/main" id="{AF2C5100-59C2-1F76-EDA4-6352883C56A0}"/>
              </a:ext>
            </a:extLst>
          </p:cNvPr>
          <p:cNvSpPr/>
          <p:nvPr/>
        </p:nvSpPr>
        <p:spPr>
          <a:xfrm>
            <a:off x="10830262" y="3560119"/>
            <a:ext cx="184890" cy="252392"/>
          </a:xfrm>
          <a:prstGeom prst="ellipse">
            <a:avLst/>
          </a:prstGeom>
          <a:solidFill>
            <a:srgbClr val="FFC00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52" name="椭圆 551">
            <a:extLst>
              <a:ext uri="{FF2B5EF4-FFF2-40B4-BE49-F238E27FC236}">
                <a16:creationId xmlns:a16="http://schemas.microsoft.com/office/drawing/2014/main" id="{F5AC8A71-0F18-55B0-93DA-D94BE41BED82}"/>
              </a:ext>
            </a:extLst>
          </p:cNvPr>
          <p:cNvSpPr/>
          <p:nvPr/>
        </p:nvSpPr>
        <p:spPr>
          <a:xfrm>
            <a:off x="9400625" y="2400191"/>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53" name="椭圆 552">
            <a:extLst>
              <a:ext uri="{FF2B5EF4-FFF2-40B4-BE49-F238E27FC236}">
                <a16:creationId xmlns:a16="http://schemas.microsoft.com/office/drawing/2014/main" id="{C5CA4866-B181-B7E9-8000-EB79DD83403F}"/>
              </a:ext>
            </a:extLst>
          </p:cNvPr>
          <p:cNvSpPr/>
          <p:nvPr/>
        </p:nvSpPr>
        <p:spPr>
          <a:xfrm>
            <a:off x="9400625" y="3174142"/>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50" name="椭圆 549">
            <a:extLst>
              <a:ext uri="{FF2B5EF4-FFF2-40B4-BE49-F238E27FC236}">
                <a16:creationId xmlns:a16="http://schemas.microsoft.com/office/drawing/2014/main" id="{0F40E5EA-9E62-6380-9EE0-1703BED56F04}"/>
              </a:ext>
            </a:extLst>
          </p:cNvPr>
          <p:cNvSpPr/>
          <p:nvPr/>
        </p:nvSpPr>
        <p:spPr>
          <a:xfrm>
            <a:off x="11547057" y="3174142"/>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51" name="椭圆 550">
            <a:extLst>
              <a:ext uri="{FF2B5EF4-FFF2-40B4-BE49-F238E27FC236}">
                <a16:creationId xmlns:a16="http://schemas.microsoft.com/office/drawing/2014/main" id="{932BC522-808E-2EB6-978F-33A955EE5057}"/>
              </a:ext>
            </a:extLst>
          </p:cNvPr>
          <p:cNvSpPr/>
          <p:nvPr/>
        </p:nvSpPr>
        <p:spPr>
          <a:xfrm>
            <a:off x="11555735" y="2400191"/>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26" name="椭圆 525">
            <a:extLst>
              <a:ext uri="{FF2B5EF4-FFF2-40B4-BE49-F238E27FC236}">
                <a16:creationId xmlns:a16="http://schemas.microsoft.com/office/drawing/2014/main" id="{B07D4960-B7B8-6F64-B7C1-4BF4FD8BFB11}"/>
              </a:ext>
            </a:extLst>
          </p:cNvPr>
          <p:cNvSpPr/>
          <p:nvPr/>
        </p:nvSpPr>
        <p:spPr>
          <a:xfrm>
            <a:off x="10115444" y="2013363"/>
            <a:ext cx="184890" cy="252392"/>
          </a:xfrm>
          <a:prstGeom prst="ellipse">
            <a:avLst/>
          </a:prstGeom>
          <a:solidFill>
            <a:schemeClr val="accent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27" name="椭圆 526">
            <a:extLst>
              <a:ext uri="{FF2B5EF4-FFF2-40B4-BE49-F238E27FC236}">
                <a16:creationId xmlns:a16="http://schemas.microsoft.com/office/drawing/2014/main" id="{6A93434F-4E22-98B4-6440-E96B318CD41E}"/>
              </a:ext>
            </a:extLst>
          </p:cNvPr>
          <p:cNvSpPr/>
          <p:nvPr/>
        </p:nvSpPr>
        <p:spPr>
          <a:xfrm>
            <a:off x="10115444" y="3560971"/>
            <a:ext cx="184890" cy="252392"/>
          </a:xfrm>
          <a:prstGeom prst="ellipse">
            <a:avLst/>
          </a:prstGeom>
          <a:solidFill>
            <a:srgbClr val="C0000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28" name="椭圆 527">
            <a:extLst>
              <a:ext uri="{FF2B5EF4-FFF2-40B4-BE49-F238E27FC236}">
                <a16:creationId xmlns:a16="http://schemas.microsoft.com/office/drawing/2014/main" id="{8C49DEBB-4953-D140-9DE8-5E2C62692B20}"/>
              </a:ext>
            </a:extLst>
          </p:cNvPr>
          <p:cNvSpPr/>
          <p:nvPr/>
        </p:nvSpPr>
        <p:spPr>
          <a:xfrm>
            <a:off x="10115444" y="2787167"/>
            <a:ext cx="184890" cy="252392"/>
          </a:xfrm>
          <a:prstGeom prst="ellipse">
            <a:avLst/>
          </a:prstGeom>
          <a:solidFill>
            <a:srgbClr val="00B0F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cxnSp>
        <p:nvCxnSpPr>
          <p:cNvPr id="529" name="直接箭头连接符 528">
            <a:extLst>
              <a:ext uri="{FF2B5EF4-FFF2-40B4-BE49-F238E27FC236}">
                <a16:creationId xmlns:a16="http://schemas.microsoft.com/office/drawing/2014/main" id="{D40519FC-CD76-0CEF-DA6C-1B4C4A5C669A}"/>
              </a:ext>
            </a:extLst>
          </p:cNvPr>
          <p:cNvCxnSpPr>
            <a:cxnSpLocks/>
            <a:stCxn id="552" idx="6"/>
            <a:endCxn id="526" idx="2"/>
          </p:cNvCxnSpPr>
          <p:nvPr/>
        </p:nvCxnSpPr>
        <p:spPr>
          <a:xfrm flipV="1">
            <a:off x="9585515" y="2139559"/>
            <a:ext cx="529928" cy="386828"/>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30" name="直接箭头连接符 529">
            <a:extLst>
              <a:ext uri="{FF2B5EF4-FFF2-40B4-BE49-F238E27FC236}">
                <a16:creationId xmlns:a16="http://schemas.microsoft.com/office/drawing/2014/main" id="{D68C6F28-536D-EED6-E5B5-4BAD3A77AE60}"/>
              </a:ext>
            </a:extLst>
          </p:cNvPr>
          <p:cNvCxnSpPr>
            <a:cxnSpLocks/>
            <a:stCxn id="552" idx="6"/>
            <a:endCxn id="528" idx="2"/>
          </p:cNvCxnSpPr>
          <p:nvPr/>
        </p:nvCxnSpPr>
        <p:spPr>
          <a:xfrm>
            <a:off x="9585515" y="2526388"/>
            <a:ext cx="529928" cy="38697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31" name="直接箭头连接符 530">
            <a:extLst>
              <a:ext uri="{FF2B5EF4-FFF2-40B4-BE49-F238E27FC236}">
                <a16:creationId xmlns:a16="http://schemas.microsoft.com/office/drawing/2014/main" id="{38C42B11-E624-85EB-3110-5928EA0C3892}"/>
              </a:ext>
            </a:extLst>
          </p:cNvPr>
          <p:cNvCxnSpPr>
            <a:cxnSpLocks/>
            <a:stCxn id="552" idx="6"/>
            <a:endCxn id="527" idx="2"/>
          </p:cNvCxnSpPr>
          <p:nvPr/>
        </p:nvCxnSpPr>
        <p:spPr>
          <a:xfrm>
            <a:off x="9585515" y="2526388"/>
            <a:ext cx="529928" cy="1160779"/>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32" name="直接箭头连接符 531">
            <a:extLst>
              <a:ext uri="{FF2B5EF4-FFF2-40B4-BE49-F238E27FC236}">
                <a16:creationId xmlns:a16="http://schemas.microsoft.com/office/drawing/2014/main" id="{9A94FB74-849C-640B-6C45-39D4D68533AC}"/>
              </a:ext>
            </a:extLst>
          </p:cNvPr>
          <p:cNvCxnSpPr>
            <a:cxnSpLocks/>
            <a:stCxn id="553" idx="6"/>
            <a:endCxn id="526" idx="2"/>
          </p:cNvCxnSpPr>
          <p:nvPr/>
        </p:nvCxnSpPr>
        <p:spPr>
          <a:xfrm flipV="1">
            <a:off x="9585515" y="2139559"/>
            <a:ext cx="529928" cy="1160779"/>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33" name="直接箭头连接符 532">
            <a:extLst>
              <a:ext uri="{FF2B5EF4-FFF2-40B4-BE49-F238E27FC236}">
                <a16:creationId xmlns:a16="http://schemas.microsoft.com/office/drawing/2014/main" id="{5982171F-FAFC-D5BD-58D0-4F2D1E858CCD}"/>
              </a:ext>
            </a:extLst>
          </p:cNvPr>
          <p:cNvCxnSpPr>
            <a:cxnSpLocks/>
            <a:stCxn id="553" idx="6"/>
            <a:endCxn id="528" idx="2"/>
          </p:cNvCxnSpPr>
          <p:nvPr/>
        </p:nvCxnSpPr>
        <p:spPr>
          <a:xfrm flipV="1">
            <a:off x="9585515" y="2913363"/>
            <a:ext cx="529928" cy="38697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34" name="直接箭头连接符 533">
            <a:extLst>
              <a:ext uri="{FF2B5EF4-FFF2-40B4-BE49-F238E27FC236}">
                <a16:creationId xmlns:a16="http://schemas.microsoft.com/office/drawing/2014/main" id="{2359F476-0B7F-91E8-FC6F-6232ECFEC1D5}"/>
              </a:ext>
            </a:extLst>
          </p:cNvPr>
          <p:cNvCxnSpPr>
            <a:cxnSpLocks/>
            <a:stCxn id="553" idx="6"/>
            <a:endCxn id="527" idx="2"/>
          </p:cNvCxnSpPr>
          <p:nvPr/>
        </p:nvCxnSpPr>
        <p:spPr>
          <a:xfrm>
            <a:off x="9585515" y="3300338"/>
            <a:ext cx="529928" cy="386828"/>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35" name="直接箭头连接符 534">
            <a:extLst>
              <a:ext uri="{FF2B5EF4-FFF2-40B4-BE49-F238E27FC236}">
                <a16:creationId xmlns:a16="http://schemas.microsoft.com/office/drawing/2014/main" id="{E453D286-3F8E-0F64-AEC6-2FD0D75C8281}"/>
              </a:ext>
            </a:extLst>
          </p:cNvPr>
          <p:cNvCxnSpPr>
            <a:cxnSpLocks/>
            <a:stCxn id="526" idx="6"/>
            <a:endCxn id="554" idx="2"/>
          </p:cNvCxnSpPr>
          <p:nvPr/>
        </p:nvCxnSpPr>
        <p:spPr>
          <a:xfrm>
            <a:off x="10300334" y="2139559"/>
            <a:ext cx="531904" cy="852"/>
          </a:xfrm>
          <a:prstGeom prst="straightConnector1">
            <a:avLst/>
          </a:prstGeom>
          <a:ln w="19050">
            <a:solidFill>
              <a:srgbClr val="1AE43C"/>
            </a:solidFill>
            <a:tailEnd type="none"/>
          </a:ln>
        </p:spPr>
        <p:style>
          <a:lnRef idx="1">
            <a:schemeClr val="accent1"/>
          </a:lnRef>
          <a:fillRef idx="0">
            <a:schemeClr val="accent1"/>
          </a:fillRef>
          <a:effectRef idx="0">
            <a:schemeClr val="accent1"/>
          </a:effectRef>
          <a:fontRef idx="minor">
            <a:schemeClr val="tx1"/>
          </a:fontRef>
        </p:style>
      </p:cxnSp>
      <p:cxnSp>
        <p:nvCxnSpPr>
          <p:cNvPr id="536" name="直接箭头连接符 535">
            <a:extLst>
              <a:ext uri="{FF2B5EF4-FFF2-40B4-BE49-F238E27FC236}">
                <a16:creationId xmlns:a16="http://schemas.microsoft.com/office/drawing/2014/main" id="{25C5E8F3-CF9B-2864-B211-C5C67F4459B2}"/>
              </a:ext>
            </a:extLst>
          </p:cNvPr>
          <p:cNvCxnSpPr>
            <a:cxnSpLocks/>
            <a:stCxn id="526" idx="6"/>
            <a:endCxn id="556" idx="2"/>
          </p:cNvCxnSpPr>
          <p:nvPr/>
        </p:nvCxnSpPr>
        <p:spPr>
          <a:xfrm>
            <a:off x="10300334" y="2139559"/>
            <a:ext cx="529928" cy="1546756"/>
          </a:xfrm>
          <a:prstGeom prst="straightConnector1">
            <a:avLst/>
          </a:prstGeom>
          <a:ln w="19050">
            <a:solidFill>
              <a:srgbClr val="FFC000"/>
            </a:solidFill>
            <a:tailEnd type="none"/>
          </a:ln>
        </p:spPr>
        <p:style>
          <a:lnRef idx="1">
            <a:schemeClr val="accent1"/>
          </a:lnRef>
          <a:fillRef idx="0">
            <a:schemeClr val="accent1"/>
          </a:fillRef>
          <a:effectRef idx="0">
            <a:schemeClr val="accent1"/>
          </a:effectRef>
          <a:fontRef idx="minor">
            <a:schemeClr val="tx1"/>
          </a:fontRef>
        </p:style>
      </p:cxnSp>
      <p:cxnSp>
        <p:nvCxnSpPr>
          <p:cNvPr id="537" name="直接箭头连接符 536">
            <a:extLst>
              <a:ext uri="{FF2B5EF4-FFF2-40B4-BE49-F238E27FC236}">
                <a16:creationId xmlns:a16="http://schemas.microsoft.com/office/drawing/2014/main" id="{6960048A-514C-C198-52A6-027D19D09C97}"/>
              </a:ext>
            </a:extLst>
          </p:cNvPr>
          <p:cNvCxnSpPr>
            <a:cxnSpLocks/>
            <a:stCxn id="526" idx="6"/>
            <a:endCxn id="555" idx="2"/>
          </p:cNvCxnSpPr>
          <p:nvPr/>
        </p:nvCxnSpPr>
        <p:spPr>
          <a:xfrm>
            <a:off x="10300334" y="2139559"/>
            <a:ext cx="529928" cy="781956"/>
          </a:xfrm>
          <a:prstGeom prst="straightConnector1">
            <a:avLst/>
          </a:prstGeom>
          <a:ln w="19050">
            <a:solidFill>
              <a:srgbClr val="F84AEC"/>
            </a:solidFill>
            <a:tailEnd type="none"/>
          </a:ln>
        </p:spPr>
        <p:style>
          <a:lnRef idx="1">
            <a:schemeClr val="accent1"/>
          </a:lnRef>
          <a:fillRef idx="0">
            <a:schemeClr val="accent1"/>
          </a:fillRef>
          <a:effectRef idx="0">
            <a:schemeClr val="accent1"/>
          </a:effectRef>
          <a:fontRef idx="minor">
            <a:schemeClr val="tx1"/>
          </a:fontRef>
        </p:style>
      </p:cxnSp>
      <p:cxnSp>
        <p:nvCxnSpPr>
          <p:cNvPr id="538" name="直接连接符 537">
            <a:extLst>
              <a:ext uri="{FF2B5EF4-FFF2-40B4-BE49-F238E27FC236}">
                <a16:creationId xmlns:a16="http://schemas.microsoft.com/office/drawing/2014/main" id="{E264103E-A045-3620-BAA8-B8DDDC067191}"/>
              </a:ext>
            </a:extLst>
          </p:cNvPr>
          <p:cNvCxnSpPr>
            <a:cxnSpLocks/>
            <a:stCxn id="528" idx="6"/>
            <a:endCxn id="555" idx="2"/>
          </p:cNvCxnSpPr>
          <p:nvPr/>
        </p:nvCxnSpPr>
        <p:spPr>
          <a:xfrm>
            <a:off x="10300334" y="2913363"/>
            <a:ext cx="529928" cy="8152"/>
          </a:xfrm>
          <a:prstGeom prst="line">
            <a:avLst/>
          </a:prstGeom>
          <a:ln w="19050">
            <a:solidFill>
              <a:srgbClr val="F84AEC"/>
            </a:solidFill>
          </a:ln>
        </p:spPr>
        <p:style>
          <a:lnRef idx="1">
            <a:schemeClr val="accent1"/>
          </a:lnRef>
          <a:fillRef idx="0">
            <a:schemeClr val="accent1"/>
          </a:fillRef>
          <a:effectRef idx="0">
            <a:schemeClr val="accent1"/>
          </a:effectRef>
          <a:fontRef idx="minor">
            <a:schemeClr val="tx1"/>
          </a:fontRef>
        </p:style>
      </p:cxnSp>
      <p:cxnSp>
        <p:nvCxnSpPr>
          <p:cNvPr id="539" name="直接箭头连接符 538">
            <a:extLst>
              <a:ext uri="{FF2B5EF4-FFF2-40B4-BE49-F238E27FC236}">
                <a16:creationId xmlns:a16="http://schemas.microsoft.com/office/drawing/2014/main" id="{7EB6A9F5-9E2D-BA31-98B4-2CF9EEC272E6}"/>
              </a:ext>
            </a:extLst>
          </p:cNvPr>
          <p:cNvCxnSpPr>
            <a:cxnSpLocks/>
            <a:stCxn id="528" idx="6"/>
            <a:endCxn id="554" idx="2"/>
          </p:cNvCxnSpPr>
          <p:nvPr/>
        </p:nvCxnSpPr>
        <p:spPr>
          <a:xfrm flipV="1">
            <a:off x="10300334" y="2140411"/>
            <a:ext cx="531904" cy="772952"/>
          </a:xfrm>
          <a:prstGeom prst="straightConnector1">
            <a:avLst/>
          </a:prstGeom>
          <a:ln w="19050">
            <a:solidFill>
              <a:srgbClr val="1AE43C"/>
            </a:solidFill>
            <a:tailEnd type="none"/>
          </a:ln>
        </p:spPr>
        <p:style>
          <a:lnRef idx="1">
            <a:schemeClr val="accent1"/>
          </a:lnRef>
          <a:fillRef idx="0">
            <a:schemeClr val="accent1"/>
          </a:fillRef>
          <a:effectRef idx="0">
            <a:schemeClr val="accent1"/>
          </a:effectRef>
          <a:fontRef idx="minor">
            <a:schemeClr val="tx1"/>
          </a:fontRef>
        </p:style>
      </p:cxnSp>
      <p:cxnSp>
        <p:nvCxnSpPr>
          <p:cNvPr id="540" name="直接箭头连接符 539">
            <a:extLst>
              <a:ext uri="{FF2B5EF4-FFF2-40B4-BE49-F238E27FC236}">
                <a16:creationId xmlns:a16="http://schemas.microsoft.com/office/drawing/2014/main" id="{77F2AEC6-10AC-9A62-9E3A-65C8B9397709}"/>
              </a:ext>
            </a:extLst>
          </p:cNvPr>
          <p:cNvCxnSpPr>
            <a:cxnSpLocks/>
            <a:stCxn id="528" idx="6"/>
            <a:endCxn id="556" idx="2"/>
          </p:cNvCxnSpPr>
          <p:nvPr/>
        </p:nvCxnSpPr>
        <p:spPr>
          <a:xfrm>
            <a:off x="10300334" y="2913363"/>
            <a:ext cx="529928" cy="772952"/>
          </a:xfrm>
          <a:prstGeom prst="straightConnector1">
            <a:avLst/>
          </a:prstGeom>
          <a:ln w="19050">
            <a:solidFill>
              <a:srgbClr val="FFC000"/>
            </a:solidFill>
            <a:tailEnd type="none"/>
          </a:ln>
        </p:spPr>
        <p:style>
          <a:lnRef idx="1">
            <a:schemeClr val="accent1"/>
          </a:lnRef>
          <a:fillRef idx="0">
            <a:schemeClr val="accent1"/>
          </a:fillRef>
          <a:effectRef idx="0">
            <a:schemeClr val="accent1"/>
          </a:effectRef>
          <a:fontRef idx="minor">
            <a:schemeClr val="tx1"/>
          </a:fontRef>
        </p:style>
      </p:cxnSp>
      <p:cxnSp>
        <p:nvCxnSpPr>
          <p:cNvPr id="541" name="直接箭头连接符 540">
            <a:extLst>
              <a:ext uri="{FF2B5EF4-FFF2-40B4-BE49-F238E27FC236}">
                <a16:creationId xmlns:a16="http://schemas.microsoft.com/office/drawing/2014/main" id="{B52F1B13-819E-8100-E2B0-4F30DC5525B0}"/>
              </a:ext>
            </a:extLst>
          </p:cNvPr>
          <p:cNvCxnSpPr>
            <a:cxnSpLocks/>
            <a:stCxn id="527" idx="6"/>
            <a:endCxn id="554" idx="2"/>
          </p:cNvCxnSpPr>
          <p:nvPr/>
        </p:nvCxnSpPr>
        <p:spPr>
          <a:xfrm flipV="1">
            <a:off x="10300334" y="2140411"/>
            <a:ext cx="531904" cy="1546756"/>
          </a:xfrm>
          <a:prstGeom prst="straightConnector1">
            <a:avLst/>
          </a:prstGeom>
          <a:ln w="19050">
            <a:solidFill>
              <a:srgbClr val="1AE43C"/>
            </a:solidFill>
            <a:tailEnd type="none"/>
          </a:ln>
        </p:spPr>
        <p:style>
          <a:lnRef idx="1">
            <a:schemeClr val="accent1"/>
          </a:lnRef>
          <a:fillRef idx="0">
            <a:schemeClr val="accent1"/>
          </a:fillRef>
          <a:effectRef idx="0">
            <a:schemeClr val="accent1"/>
          </a:effectRef>
          <a:fontRef idx="minor">
            <a:schemeClr val="tx1"/>
          </a:fontRef>
        </p:style>
      </p:cxnSp>
      <p:cxnSp>
        <p:nvCxnSpPr>
          <p:cNvPr id="542" name="直接箭头连接符 541">
            <a:extLst>
              <a:ext uri="{FF2B5EF4-FFF2-40B4-BE49-F238E27FC236}">
                <a16:creationId xmlns:a16="http://schemas.microsoft.com/office/drawing/2014/main" id="{0F0CEA25-09E8-2ABC-9197-5499AFE51924}"/>
              </a:ext>
            </a:extLst>
          </p:cNvPr>
          <p:cNvCxnSpPr>
            <a:cxnSpLocks/>
            <a:stCxn id="527" idx="6"/>
            <a:endCxn id="556" idx="2"/>
          </p:cNvCxnSpPr>
          <p:nvPr/>
        </p:nvCxnSpPr>
        <p:spPr>
          <a:xfrm flipV="1">
            <a:off x="10300334" y="3686315"/>
            <a:ext cx="529928" cy="852"/>
          </a:xfrm>
          <a:prstGeom prst="straightConnector1">
            <a:avLst/>
          </a:prstGeom>
          <a:ln w="19050">
            <a:solidFill>
              <a:srgbClr val="FFC000"/>
            </a:solidFill>
            <a:tailEnd type="none"/>
          </a:ln>
        </p:spPr>
        <p:style>
          <a:lnRef idx="1">
            <a:schemeClr val="accent1"/>
          </a:lnRef>
          <a:fillRef idx="0">
            <a:schemeClr val="accent1"/>
          </a:fillRef>
          <a:effectRef idx="0">
            <a:schemeClr val="accent1"/>
          </a:effectRef>
          <a:fontRef idx="minor">
            <a:schemeClr val="tx1"/>
          </a:fontRef>
        </p:style>
      </p:cxnSp>
      <p:cxnSp>
        <p:nvCxnSpPr>
          <p:cNvPr id="543" name="直接箭头连接符 542">
            <a:extLst>
              <a:ext uri="{FF2B5EF4-FFF2-40B4-BE49-F238E27FC236}">
                <a16:creationId xmlns:a16="http://schemas.microsoft.com/office/drawing/2014/main" id="{4AACDCB1-C267-2B51-5625-6D3366C8F326}"/>
              </a:ext>
            </a:extLst>
          </p:cNvPr>
          <p:cNvCxnSpPr>
            <a:cxnSpLocks/>
            <a:stCxn id="527" idx="6"/>
            <a:endCxn id="555" idx="2"/>
          </p:cNvCxnSpPr>
          <p:nvPr/>
        </p:nvCxnSpPr>
        <p:spPr>
          <a:xfrm flipV="1">
            <a:off x="10300334" y="2921515"/>
            <a:ext cx="529928" cy="765652"/>
          </a:xfrm>
          <a:prstGeom prst="straightConnector1">
            <a:avLst/>
          </a:prstGeom>
          <a:ln w="19050">
            <a:solidFill>
              <a:srgbClr val="F84AEC"/>
            </a:solidFill>
            <a:tailEnd type="none"/>
          </a:ln>
        </p:spPr>
        <p:style>
          <a:lnRef idx="1">
            <a:schemeClr val="accent1"/>
          </a:lnRef>
          <a:fillRef idx="0">
            <a:schemeClr val="accent1"/>
          </a:fillRef>
          <a:effectRef idx="0">
            <a:schemeClr val="accent1"/>
          </a:effectRef>
          <a:fontRef idx="minor">
            <a:schemeClr val="tx1"/>
          </a:fontRef>
        </p:style>
      </p:cxnSp>
      <p:cxnSp>
        <p:nvCxnSpPr>
          <p:cNvPr id="544" name="直接箭头连接符 543">
            <a:extLst>
              <a:ext uri="{FF2B5EF4-FFF2-40B4-BE49-F238E27FC236}">
                <a16:creationId xmlns:a16="http://schemas.microsoft.com/office/drawing/2014/main" id="{C8A5D7D3-971B-F62C-B10A-3FC74F1D79FD}"/>
              </a:ext>
            </a:extLst>
          </p:cNvPr>
          <p:cNvCxnSpPr>
            <a:cxnSpLocks/>
            <a:stCxn id="554" idx="6"/>
            <a:endCxn id="551" idx="2"/>
          </p:cNvCxnSpPr>
          <p:nvPr/>
        </p:nvCxnSpPr>
        <p:spPr>
          <a:xfrm>
            <a:off x="11017128" y="2140411"/>
            <a:ext cx="538607" cy="38597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5" name="直接箭头连接符 544">
            <a:extLst>
              <a:ext uri="{FF2B5EF4-FFF2-40B4-BE49-F238E27FC236}">
                <a16:creationId xmlns:a16="http://schemas.microsoft.com/office/drawing/2014/main" id="{F1946EF4-7514-7961-E0E5-BFC19C8F4A37}"/>
              </a:ext>
            </a:extLst>
          </p:cNvPr>
          <p:cNvCxnSpPr>
            <a:cxnSpLocks/>
            <a:stCxn id="554" idx="6"/>
            <a:endCxn id="550" idx="2"/>
          </p:cNvCxnSpPr>
          <p:nvPr/>
        </p:nvCxnSpPr>
        <p:spPr>
          <a:xfrm>
            <a:off x="11017128" y="2140411"/>
            <a:ext cx="529928" cy="115992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6" name="直接箭头连接符 545">
            <a:extLst>
              <a:ext uri="{FF2B5EF4-FFF2-40B4-BE49-F238E27FC236}">
                <a16:creationId xmlns:a16="http://schemas.microsoft.com/office/drawing/2014/main" id="{380811AF-36F7-F141-7249-0228A3E89850}"/>
              </a:ext>
            </a:extLst>
          </p:cNvPr>
          <p:cNvCxnSpPr>
            <a:cxnSpLocks/>
            <a:stCxn id="555" idx="6"/>
            <a:endCxn id="551" idx="2"/>
          </p:cNvCxnSpPr>
          <p:nvPr/>
        </p:nvCxnSpPr>
        <p:spPr>
          <a:xfrm flipV="1">
            <a:off x="11015152" y="2526388"/>
            <a:ext cx="540583" cy="39512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7" name="直接箭头连接符 546">
            <a:extLst>
              <a:ext uri="{FF2B5EF4-FFF2-40B4-BE49-F238E27FC236}">
                <a16:creationId xmlns:a16="http://schemas.microsoft.com/office/drawing/2014/main" id="{8DCB0388-FD4C-13F9-665B-146C847B9AD7}"/>
              </a:ext>
            </a:extLst>
          </p:cNvPr>
          <p:cNvCxnSpPr>
            <a:cxnSpLocks/>
            <a:stCxn id="555" idx="6"/>
            <a:endCxn id="550" idx="2"/>
          </p:cNvCxnSpPr>
          <p:nvPr/>
        </p:nvCxnSpPr>
        <p:spPr>
          <a:xfrm>
            <a:off x="11015152" y="2921515"/>
            <a:ext cx="531904" cy="378824"/>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8" name="直接箭头连接符 547">
            <a:extLst>
              <a:ext uri="{FF2B5EF4-FFF2-40B4-BE49-F238E27FC236}">
                <a16:creationId xmlns:a16="http://schemas.microsoft.com/office/drawing/2014/main" id="{4590500B-E591-51A7-4BB4-F5C1ADE7EFD4}"/>
              </a:ext>
            </a:extLst>
          </p:cNvPr>
          <p:cNvCxnSpPr>
            <a:cxnSpLocks/>
            <a:stCxn id="556" idx="6"/>
            <a:endCxn id="551" idx="2"/>
          </p:cNvCxnSpPr>
          <p:nvPr/>
        </p:nvCxnSpPr>
        <p:spPr>
          <a:xfrm flipV="1">
            <a:off x="11015152" y="2526388"/>
            <a:ext cx="540583" cy="115992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9" name="直接箭头连接符 548">
            <a:extLst>
              <a:ext uri="{FF2B5EF4-FFF2-40B4-BE49-F238E27FC236}">
                <a16:creationId xmlns:a16="http://schemas.microsoft.com/office/drawing/2014/main" id="{3C00C8F4-4CEC-C39E-04E7-1E5EE1122FAB}"/>
              </a:ext>
            </a:extLst>
          </p:cNvPr>
          <p:cNvCxnSpPr>
            <a:cxnSpLocks/>
            <a:stCxn id="556" idx="6"/>
            <a:endCxn id="550" idx="2"/>
          </p:cNvCxnSpPr>
          <p:nvPr/>
        </p:nvCxnSpPr>
        <p:spPr>
          <a:xfrm flipV="1">
            <a:off x="11015152" y="3300338"/>
            <a:ext cx="531904" cy="38597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801" name="文本框 800">
            <a:extLst>
              <a:ext uri="{FF2B5EF4-FFF2-40B4-BE49-F238E27FC236}">
                <a16:creationId xmlns:a16="http://schemas.microsoft.com/office/drawing/2014/main" id="{59E384D1-9603-F99B-CE77-A88CB15CCEE2}"/>
              </a:ext>
            </a:extLst>
          </p:cNvPr>
          <p:cNvSpPr txBox="1"/>
          <p:nvPr/>
        </p:nvSpPr>
        <p:spPr>
          <a:xfrm>
            <a:off x="193654" y="744048"/>
            <a:ext cx="6109334" cy="461665"/>
          </a:xfrm>
          <a:prstGeom prst="rect">
            <a:avLst/>
          </a:prstGeom>
          <a:noFill/>
        </p:spPr>
        <p:txBody>
          <a:bodyPr wrap="square">
            <a:spAutoFit/>
          </a:bodyPr>
          <a:lstStyle/>
          <a:p>
            <a:r>
              <a:rPr lang="zh-CN" altLang="en-US" sz="2400" b="1" dirty="0">
                <a:solidFill>
                  <a:srgbClr val="268F9C"/>
                </a:solidFill>
                <a:latin typeface="+mn-ea"/>
              </a:rPr>
              <a:t>对齐过程</a:t>
            </a:r>
          </a:p>
        </p:txBody>
      </p:sp>
      <p:grpSp>
        <p:nvGrpSpPr>
          <p:cNvPr id="7" name="组合 6">
            <a:extLst>
              <a:ext uri="{FF2B5EF4-FFF2-40B4-BE49-F238E27FC236}">
                <a16:creationId xmlns:a16="http://schemas.microsoft.com/office/drawing/2014/main" id="{51104ED8-A41E-F2D7-0D7D-E2FD1F1A95FA}"/>
              </a:ext>
            </a:extLst>
          </p:cNvPr>
          <p:cNvGrpSpPr/>
          <p:nvPr/>
        </p:nvGrpSpPr>
        <p:grpSpPr>
          <a:xfrm>
            <a:off x="7698520" y="1913086"/>
            <a:ext cx="3486867" cy="2039469"/>
            <a:chOff x="6975947" y="1896591"/>
            <a:chExt cx="3486867" cy="2039469"/>
          </a:xfrm>
        </p:grpSpPr>
        <p:sp>
          <p:nvSpPr>
            <p:cNvPr id="5" name="矩形 4">
              <a:extLst>
                <a:ext uri="{FF2B5EF4-FFF2-40B4-BE49-F238E27FC236}">
                  <a16:creationId xmlns:a16="http://schemas.microsoft.com/office/drawing/2014/main" id="{CB2D2BDA-31D6-72F8-F989-79467A6DA12E}"/>
                </a:ext>
              </a:extLst>
            </p:cNvPr>
            <p:cNvSpPr/>
            <p:nvPr/>
          </p:nvSpPr>
          <p:spPr>
            <a:xfrm>
              <a:off x="6975947" y="1903368"/>
              <a:ext cx="509851" cy="2032692"/>
            </a:xfrm>
            <a:prstGeom prst="rect">
              <a:avLst/>
            </a:prstGeom>
            <a:noFill/>
            <a:ln w="28575">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027D864B-59B3-4026-49C4-4237D1B61676}"/>
                </a:ext>
              </a:extLst>
            </p:cNvPr>
            <p:cNvSpPr/>
            <p:nvPr/>
          </p:nvSpPr>
          <p:spPr>
            <a:xfrm>
              <a:off x="9952963" y="1896591"/>
              <a:ext cx="509851" cy="2032692"/>
            </a:xfrm>
            <a:prstGeom prst="rect">
              <a:avLst/>
            </a:prstGeom>
            <a:noFill/>
            <a:ln w="28575">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grpSp>
      <p:sp>
        <p:nvSpPr>
          <p:cNvPr id="4" name="文本框 3">
            <a:extLst>
              <a:ext uri="{FF2B5EF4-FFF2-40B4-BE49-F238E27FC236}">
                <a16:creationId xmlns:a16="http://schemas.microsoft.com/office/drawing/2014/main" id="{671D7998-CECE-4F46-D13A-56E901E23F22}"/>
              </a:ext>
            </a:extLst>
          </p:cNvPr>
          <p:cNvSpPr txBox="1"/>
          <p:nvPr/>
        </p:nvSpPr>
        <p:spPr>
          <a:xfrm>
            <a:off x="391960" y="1257037"/>
            <a:ext cx="5596913" cy="923330"/>
          </a:xfrm>
          <a:prstGeom prst="rect">
            <a:avLst/>
          </a:prstGeom>
          <a:noFill/>
        </p:spPr>
        <p:txBody>
          <a:bodyPr wrap="square">
            <a:spAutoFit/>
          </a:bodyPr>
          <a:lstStyle/>
          <a:p>
            <a:pPr marL="285750" indent="-285750">
              <a:buFont typeface="Wingdings" panose="05000000000000000000" pitchFamily="2" charset="2"/>
              <a:buChar char="Ø"/>
            </a:pPr>
            <a:r>
              <a:rPr lang="zh-CN" altLang="en-US" dirty="0">
                <a:solidFill>
                  <a:srgbClr val="268F9C"/>
                </a:solidFill>
                <a:latin typeface="+mn-ea"/>
              </a:rPr>
              <a:t>遍历每层神经元</a:t>
            </a:r>
            <a:r>
              <a:rPr lang="en-US" altLang="zh-CN" dirty="0">
                <a:solidFill>
                  <a:srgbClr val="268F9C"/>
                </a:solidFill>
                <a:latin typeface="+mn-ea"/>
              </a:rPr>
              <a:t>(</a:t>
            </a:r>
            <a:r>
              <a:rPr lang="zh-CN" altLang="en-US" dirty="0">
                <a:solidFill>
                  <a:srgbClr val="268F9C"/>
                </a:solidFill>
                <a:latin typeface="+mn-ea"/>
              </a:rPr>
              <a:t>输入层、输出层除外</a:t>
            </a:r>
            <a:r>
              <a:rPr lang="en-US" altLang="zh-CN" dirty="0">
                <a:solidFill>
                  <a:srgbClr val="268F9C"/>
                </a:solidFill>
                <a:latin typeface="+mn-ea"/>
              </a:rPr>
              <a:t>)</a:t>
            </a:r>
            <a:r>
              <a:rPr lang="zh-CN" altLang="en-US" dirty="0">
                <a:solidFill>
                  <a:srgbClr val="268F9C"/>
                </a:solidFill>
                <a:latin typeface="+mn-ea"/>
              </a:rPr>
              <a:t>，每层神经元依次进行对齐，对齐某一层时，之前的层的神经元都已经对齐</a:t>
            </a:r>
            <a:endParaRPr lang="zh-CN" altLang="en-US" dirty="0"/>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7F2E4379-3D80-1C88-CF9B-F46D7D86548C}"/>
                  </a:ext>
                </a:extLst>
              </p:cNvPr>
              <p:cNvSpPr txBox="1"/>
              <p:nvPr/>
            </p:nvSpPr>
            <p:spPr>
              <a:xfrm>
                <a:off x="377144" y="2341721"/>
                <a:ext cx="4817155" cy="379784"/>
              </a:xfrm>
              <a:prstGeom prst="rect">
                <a:avLst/>
              </a:prstGeom>
              <a:noFill/>
            </p:spPr>
            <p:txBody>
              <a:bodyPr wrap="square">
                <a:spAutoFit/>
              </a:bodyPr>
              <a:lstStyle/>
              <a:p>
                <a:pPr marL="285750" indent="-285750">
                  <a:buFont typeface="Wingdings" panose="05000000000000000000" pitchFamily="2" charset="2"/>
                  <a:buChar char="Ø"/>
                </a:pPr>
                <a:r>
                  <a:rPr lang="zh-CN" altLang="en-US" dirty="0">
                    <a:solidFill>
                      <a:srgbClr val="268F9C"/>
                    </a:solidFill>
                    <a:latin typeface="+mn-ea"/>
                  </a:rPr>
                  <a:t>获得传输矩阵</a:t>
                </a:r>
                <a14:m>
                  <m:oMath xmlns:m="http://schemas.openxmlformats.org/officeDocument/2006/math">
                    <m:sSup>
                      <m:sSupPr>
                        <m:ctrlPr>
                          <a:rPr lang="en-US" altLang="zh-CN" b="1" i="1" smtClean="0">
                            <a:solidFill>
                              <a:srgbClr val="268F9C"/>
                            </a:solidFill>
                            <a:latin typeface="Cambria Math" panose="02040503050406030204" pitchFamily="18" charset="0"/>
                          </a:rPr>
                        </m:ctrlPr>
                      </m:sSupPr>
                      <m:e>
                        <m:r>
                          <a:rPr lang="en-US" altLang="zh-CN" b="1" i="1" smtClean="0">
                            <a:solidFill>
                              <a:srgbClr val="268F9C"/>
                            </a:solidFill>
                            <a:latin typeface="Cambria Math" panose="02040503050406030204" pitchFamily="18" charset="0"/>
                          </a:rPr>
                          <m:t>𝑻</m:t>
                        </m:r>
                      </m:e>
                      <m:sup>
                        <m:r>
                          <a:rPr lang="en-US" altLang="zh-CN" b="1" i="1" smtClean="0">
                            <a:solidFill>
                              <a:srgbClr val="268F9C"/>
                            </a:solidFill>
                            <a:latin typeface="Cambria Math" panose="02040503050406030204" pitchFamily="18" charset="0"/>
                          </a:rPr>
                          <m:t>𝒍</m:t>
                        </m:r>
                      </m:sup>
                    </m:sSup>
                  </m:oMath>
                </a14:m>
                <a:r>
                  <a:rPr lang="zh-CN" altLang="en-US" dirty="0">
                    <a:solidFill>
                      <a:srgbClr val="268F9C"/>
                    </a:solidFill>
                    <a:latin typeface="+mn-ea"/>
                  </a:rPr>
                  <a:t>，并对齐当前神经元：</a:t>
                </a:r>
                <a:endParaRPr lang="zh-CN" altLang="en-US" dirty="0"/>
              </a:p>
            </p:txBody>
          </p:sp>
        </mc:Choice>
        <mc:Fallback xmlns="">
          <p:sp>
            <p:nvSpPr>
              <p:cNvPr id="8" name="文本框 7">
                <a:extLst>
                  <a:ext uri="{FF2B5EF4-FFF2-40B4-BE49-F238E27FC236}">
                    <a16:creationId xmlns:a16="http://schemas.microsoft.com/office/drawing/2014/main" id="{7F2E4379-3D80-1C88-CF9B-F46D7D86548C}"/>
                  </a:ext>
                </a:extLst>
              </p:cNvPr>
              <p:cNvSpPr txBox="1">
                <a:spLocks noRot="1" noChangeAspect="1" noMove="1" noResize="1" noEditPoints="1" noAdjustHandles="1" noChangeArrowheads="1" noChangeShapeType="1" noTextEdit="1"/>
              </p:cNvSpPr>
              <p:nvPr/>
            </p:nvSpPr>
            <p:spPr>
              <a:xfrm>
                <a:off x="377144" y="2341721"/>
                <a:ext cx="4817155" cy="379784"/>
              </a:xfrm>
              <a:prstGeom prst="rect">
                <a:avLst/>
              </a:prstGeom>
              <a:blipFill>
                <a:blip r:embed="rId3"/>
                <a:stretch>
                  <a:fillRect l="-886" t="-4839" b="-258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DC08B271-2A76-77C8-649E-501DA15CBD00}"/>
                  </a:ext>
                </a:extLst>
              </p:cNvPr>
              <p:cNvSpPr txBox="1"/>
              <p:nvPr/>
            </p:nvSpPr>
            <p:spPr>
              <a:xfrm>
                <a:off x="776834" y="2787167"/>
                <a:ext cx="2829966" cy="47307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Sup>
                        <m:sSubSupPr>
                          <m:ctrlPr>
                            <a:rPr lang="en-US" altLang="zh-CN" sz="2000" b="0" i="1" smtClean="0">
                              <a:latin typeface="Cambria Math" panose="02040503050406030204" pitchFamily="18" charset="0"/>
                            </a:rPr>
                          </m:ctrlPr>
                        </m:sSubSupPr>
                        <m:e>
                          <m:sSubSup>
                            <m:sSubSupPr>
                              <m:ctrlPr>
                                <a:rPr lang="en-US" altLang="zh-CN" sz="2000" b="0" i="1" smtClean="0">
                                  <a:latin typeface="Cambria Math" panose="02040503050406030204" pitchFamily="18" charset="0"/>
                                </a:rPr>
                              </m:ctrlPr>
                            </m:sSubSupPr>
                            <m:e>
                              <m:acc>
                                <m:accPr>
                                  <m:chr m:val="̃"/>
                                  <m:ctrlPr>
                                    <a:rPr lang="en-US" altLang="zh-CN" sz="2000" b="0" i="1" smtClean="0">
                                      <a:latin typeface="Cambria Math" panose="02040503050406030204" pitchFamily="18" charset="0"/>
                                    </a:rPr>
                                  </m:ctrlPr>
                                </m:accPr>
                                <m:e>
                                  <m:r>
                                    <a:rPr lang="en-US" altLang="zh-CN" sz="2000" b="0" i="1" smtClean="0">
                                      <a:latin typeface="Cambria Math" panose="02040503050406030204" pitchFamily="18" charset="0"/>
                                    </a:rPr>
                                    <m:t>𝑊</m:t>
                                  </m:r>
                                </m:e>
                              </m:acc>
                            </m:e>
                            <m:sub>
                              <m:r>
                                <a:rPr lang="en-US" altLang="zh-CN" sz="2000" b="0" i="1" smtClean="0">
                                  <a:latin typeface="Cambria Math" panose="02040503050406030204" pitchFamily="18" charset="0"/>
                                </a:rPr>
                                <m:t>𝑋</m:t>
                              </m:r>
                            </m:sub>
                            <m:sup>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𝑙</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𝑙</m:t>
                              </m:r>
                              <m:r>
                                <a:rPr lang="en-US" altLang="zh-CN" sz="2000" b="0" i="1" smtClean="0">
                                  <a:latin typeface="Cambria Math" panose="02040503050406030204" pitchFamily="18" charset="0"/>
                                </a:rPr>
                                <m:t>−1)</m:t>
                              </m:r>
                            </m:sup>
                          </m:sSubSup>
                          <m:r>
                            <a:rPr lang="en-US" altLang="zh-CN" sz="2000" b="0" i="1" smtClean="0">
                              <a:latin typeface="Cambria Math" panose="02040503050406030204" pitchFamily="18" charset="0"/>
                            </a:rPr>
                            <m:t>=</m:t>
                          </m:r>
                          <m:sSup>
                            <m:sSupPr>
                              <m:ctrlPr>
                                <a:rPr lang="en-US" altLang="zh-CN" sz="2000" b="0" i="1" smtClean="0">
                                  <a:latin typeface="Cambria Math" panose="02040503050406030204" pitchFamily="18" charset="0"/>
                                </a:rPr>
                              </m:ctrlPr>
                            </m:sSupPr>
                            <m:e>
                              <m:r>
                                <a:rPr lang="en-US" altLang="zh-CN" sz="2000" b="0" i="1" smtClean="0">
                                  <a:latin typeface="Cambria Math" panose="02040503050406030204" pitchFamily="18" charset="0"/>
                                </a:rPr>
                                <m:t>𝑇</m:t>
                              </m:r>
                            </m:e>
                            <m:sup>
                              <m:r>
                                <a:rPr lang="en-US" altLang="zh-CN" sz="2000" b="0" i="1" smtClean="0">
                                  <a:latin typeface="Cambria Math" panose="02040503050406030204" pitchFamily="18" charset="0"/>
                                </a:rPr>
                                <m:t>𝑙</m:t>
                              </m:r>
                            </m:sup>
                          </m:sSup>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𝑊</m:t>
                          </m:r>
                        </m:e>
                        <m:sub>
                          <m:r>
                            <a:rPr lang="en-US" altLang="zh-CN" sz="2000" b="0" i="1" smtClean="0">
                              <a:latin typeface="Cambria Math" panose="02040503050406030204" pitchFamily="18" charset="0"/>
                            </a:rPr>
                            <m:t>𝑋</m:t>
                          </m:r>
                        </m:sub>
                        <m:sup>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𝑙</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𝑙</m:t>
                              </m:r>
                              <m:r>
                                <a:rPr lang="en-US" altLang="zh-CN" sz="2000" b="0" i="1" smtClean="0">
                                  <a:latin typeface="Cambria Math" panose="02040503050406030204" pitchFamily="18" charset="0"/>
                                </a:rPr>
                                <m:t>−1</m:t>
                              </m:r>
                            </m:e>
                          </m:d>
                        </m:sup>
                      </m:sSubSup>
                    </m:oMath>
                  </m:oMathPara>
                </a14:m>
                <a:endParaRPr lang="zh-CN" altLang="en-US" sz="2000" dirty="0"/>
              </a:p>
            </p:txBody>
          </p:sp>
        </mc:Choice>
        <mc:Fallback xmlns="">
          <p:sp>
            <p:nvSpPr>
              <p:cNvPr id="10" name="文本框 9">
                <a:extLst>
                  <a:ext uri="{FF2B5EF4-FFF2-40B4-BE49-F238E27FC236}">
                    <a16:creationId xmlns:a16="http://schemas.microsoft.com/office/drawing/2014/main" id="{DC08B271-2A76-77C8-649E-501DA15CBD00}"/>
                  </a:ext>
                </a:extLst>
              </p:cNvPr>
              <p:cNvSpPr txBox="1">
                <a:spLocks noRot="1" noChangeAspect="1" noMove="1" noResize="1" noEditPoints="1" noAdjustHandles="1" noChangeArrowheads="1" noChangeShapeType="1" noTextEdit="1"/>
              </p:cNvSpPr>
              <p:nvPr/>
            </p:nvSpPr>
            <p:spPr>
              <a:xfrm>
                <a:off x="776834" y="2787167"/>
                <a:ext cx="2829966" cy="473078"/>
              </a:xfrm>
              <a:prstGeom prst="rect">
                <a:avLst/>
              </a:prstGeom>
              <a:blipFill>
                <a:blip r:embed="rId4"/>
                <a:stretch>
                  <a:fillRect b="-3846"/>
                </a:stretch>
              </a:blipFill>
            </p:spPr>
            <p:txBody>
              <a:bodyPr/>
              <a:lstStyle/>
              <a:p>
                <a:r>
                  <a:rPr lang="zh-CN" altLang="en-US">
                    <a:noFill/>
                  </a:rPr>
                  <a:t> </a:t>
                </a:r>
              </a:p>
            </p:txBody>
          </p:sp>
        </mc:Fallback>
      </mc:AlternateContent>
      <p:pic>
        <p:nvPicPr>
          <p:cNvPr id="45" name="图片 44">
            <a:extLst>
              <a:ext uri="{FF2B5EF4-FFF2-40B4-BE49-F238E27FC236}">
                <a16:creationId xmlns:a16="http://schemas.microsoft.com/office/drawing/2014/main" id="{03346209-AD7C-1E2E-9ED3-D8A23EC5C2AC}"/>
              </a:ext>
            </a:extLst>
          </p:cNvPr>
          <p:cNvPicPr>
            <a:picLocks noChangeAspect="1"/>
          </p:cNvPicPr>
          <p:nvPr/>
        </p:nvPicPr>
        <p:blipFill>
          <a:blip r:embed="rId5"/>
          <a:stretch>
            <a:fillRect/>
          </a:stretch>
        </p:blipFill>
        <p:spPr>
          <a:xfrm>
            <a:off x="7690403" y="4013872"/>
            <a:ext cx="712111" cy="738100"/>
          </a:xfrm>
          <a:prstGeom prst="rect">
            <a:avLst/>
          </a:prstGeom>
        </p:spPr>
      </p:pic>
      <p:sp>
        <p:nvSpPr>
          <p:cNvPr id="2" name="文本框 1">
            <a:extLst>
              <a:ext uri="{FF2B5EF4-FFF2-40B4-BE49-F238E27FC236}">
                <a16:creationId xmlns:a16="http://schemas.microsoft.com/office/drawing/2014/main" id="{08DB149A-0C6D-D427-E13B-CC61B895DE4A}"/>
              </a:ext>
            </a:extLst>
          </p:cNvPr>
          <p:cNvSpPr txBox="1"/>
          <p:nvPr/>
        </p:nvSpPr>
        <p:spPr>
          <a:xfrm>
            <a:off x="10907486" y="6449406"/>
            <a:ext cx="953142" cy="338554"/>
          </a:xfrm>
          <a:prstGeom prst="rect">
            <a:avLst/>
          </a:prstGeom>
          <a:noFill/>
        </p:spPr>
        <p:txBody>
          <a:bodyPr wrap="square">
            <a:spAutoFit/>
          </a:bodyPr>
          <a:lstStyle/>
          <a:p>
            <a:r>
              <a:rPr lang="en-US" altLang="zh-CN" sz="1600" b="1" dirty="0">
                <a:solidFill>
                  <a:schemeClr val="bg1">
                    <a:lumMod val="50000"/>
                  </a:schemeClr>
                </a:solidFill>
                <a:latin typeface="+mn-ea"/>
              </a:rPr>
              <a:t>11/21</a:t>
            </a:r>
            <a:endParaRPr lang="zh-CN" altLang="en-US" sz="1600" b="1" dirty="0">
              <a:solidFill>
                <a:schemeClr val="bg1">
                  <a:lumMod val="50000"/>
                </a:schemeClr>
              </a:solidFill>
            </a:endParaRPr>
          </a:p>
        </p:txBody>
      </p:sp>
    </p:spTree>
    <p:extLst>
      <p:ext uri="{BB962C8B-B14F-4D97-AF65-F5344CB8AC3E}">
        <p14:creationId xmlns:p14="http://schemas.microsoft.com/office/powerpoint/2010/main" val="30815540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45"/>
                                        </p:tgtEl>
                                      </p:cBhvr>
                                    </p:animEffect>
                                    <p:set>
                                      <p:cBhvr>
                                        <p:cTn id="7" dur="1" fill="hold">
                                          <p:stCondLst>
                                            <p:cond delay="499"/>
                                          </p:stCondLst>
                                        </p:cTn>
                                        <p:tgtEl>
                                          <p:spTgt spid="4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563" name="椭圆 562">
            <a:extLst>
              <a:ext uri="{FF2B5EF4-FFF2-40B4-BE49-F238E27FC236}">
                <a16:creationId xmlns:a16="http://schemas.microsoft.com/office/drawing/2014/main" id="{7A544B26-2EFC-56C9-3445-04DC9E75AAE0}"/>
              </a:ext>
            </a:extLst>
          </p:cNvPr>
          <p:cNvSpPr/>
          <p:nvPr/>
        </p:nvSpPr>
        <p:spPr>
          <a:xfrm>
            <a:off x="7156448" y="2007303"/>
            <a:ext cx="184890" cy="252392"/>
          </a:xfrm>
          <a:prstGeom prst="ellipse">
            <a:avLst/>
          </a:prstGeom>
          <a:solidFill>
            <a:schemeClr val="accent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89" name="椭圆 588">
            <a:extLst>
              <a:ext uri="{FF2B5EF4-FFF2-40B4-BE49-F238E27FC236}">
                <a16:creationId xmlns:a16="http://schemas.microsoft.com/office/drawing/2014/main" id="{B632698A-2075-4058-C6A9-3BE038F10D27}"/>
              </a:ext>
            </a:extLst>
          </p:cNvPr>
          <p:cNvSpPr/>
          <p:nvPr/>
        </p:nvSpPr>
        <p:spPr>
          <a:xfrm>
            <a:off x="7863545" y="3564885"/>
            <a:ext cx="184890" cy="252392"/>
          </a:xfrm>
          <a:prstGeom prst="ellipse">
            <a:avLst/>
          </a:prstGeom>
          <a:solidFill>
            <a:srgbClr val="FFC00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90" name="椭圆 589">
            <a:extLst>
              <a:ext uri="{FF2B5EF4-FFF2-40B4-BE49-F238E27FC236}">
                <a16:creationId xmlns:a16="http://schemas.microsoft.com/office/drawing/2014/main" id="{6B60765C-6407-CFBF-3C34-B3863161470A}"/>
              </a:ext>
            </a:extLst>
          </p:cNvPr>
          <p:cNvSpPr/>
          <p:nvPr/>
        </p:nvSpPr>
        <p:spPr>
          <a:xfrm>
            <a:off x="7861569" y="2795745"/>
            <a:ext cx="184890" cy="252392"/>
          </a:xfrm>
          <a:prstGeom prst="ellipse">
            <a:avLst/>
          </a:prstGeom>
          <a:solidFill>
            <a:srgbClr val="F84AEC"/>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91" name="椭圆 590">
            <a:extLst>
              <a:ext uri="{FF2B5EF4-FFF2-40B4-BE49-F238E27FC236}">
                <a16:creationId xmlns:a16="http://schemas.microsoft.com/office/drawing/2014/main" id="{881FFE83-7E4E-27BF-7E83-A73BB9645812}"/>
              </a:ext>
            </a:extLst>
          </p:cNvPr>
          <p:cNvSpPr/>
          <p:nvPr/>
        </p:nvSpPr>
        <p:spPr>
          <a:xfrm>
            <a:off x="7870815" y="2016060"/>
            <a:ext cx="184890" cy="252392"/>
          </a:xfrm>
          <a:prstGeom prst="ellipse">
            <a:avLst/>
          </a:prstGeom>
          <a:solidFill>
            <a:srgbClr val="1AE43C"/>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87" name="椭圆 586">
            <a:extLst>
              <a:ext uri="{FF2B5EF4-FFF2-40B4-BE49-F238E27FC236}">
                <a16:creationId xmlns:a16="http://schemas.microsoft.com/office/drawing/2014/main" id="{31BB44A1-DC2C-7943-DCAE-38BA52372858}"/>
              </a:ext>
            </a:extLst>
          </p:cNvPr>
          <p:cNvSpPr/>
          <p:nvPr/>
        </p:nvSpPr>
        <p:spPr>
          <a:xfrm>
            <a:off x="6431932" y="2400617"/>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88" name="椭圆 587">
            <a:extLst>
              <a:ext uri="{FF2B5EF4-FFF2-40B4-BE49-F238E27FC236}">
                <a16:creationId xmlns:a16="http://schemas.microsoft.com/office/drawing/2014/main" id="{973FFBAD-BF81-DB6C-0907-7C8135FED613}"/>
              </a:ext>
            </a:extLst>
          </p:cNvPr>
          <p:cNvSpPr/>
          <p:nvPr/>
        </p:nvSpPr>
        <p:spPr>
          <a:xfrm>
            <a:off x="6431932" y="3174568"/>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85" name="椭圆 584">
            <a:extLst>
              <a:ext uri="{FF2B5EF4-FFF2-40B4-BE49-F238E27FC236}">
                <a16:creationId xmlns:a16="http://schemas.microsoft.com/office/drawing/2014/main" id="{8E90CE08-9FE4-0C7A-867A-CD4E06C36AD7}"/>
              </a:ext>
            </a:extLst>
          </p:cNvPr>
          <p:cNvSpPr/>
          <p:nvPr/>
        </p:nvSpPr>
        <p:spPr>
          <a:xfrm>
            <a:off x="8578364" y="3174568"/>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86" name="椭圆 585">
            <a:extLst>
              <a:ext uri="{FF2B5EF4-FFF2-40B4-BE49-F238E27FC236}">
                <a16:creationId xmlns:a16="http://schemas.microsoft.com/office/drawing/2014/main" id="{4C6F5694-1AF2-8B0D-82C6-7C6F9440502C}"/>
              </a:ext>
            </a:extLst>
          </p:cNvPr>
          <p:cNvSpPr/>
          <p:nvPr/>
        </p:nvSpPr>
        <p:spPr>
          <a:xfrm>
            <a:off x="8587042" y="2400617"/>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61" name="椭圆 560">
            <a:extLst>
              <a:ext uri="{FF2B5EF4-FFF2-40B4-BE49-F238E27FC236}">
                <a16:creationId xmlns:a16="http://schemas.microsoft.com/office/drawing/2014/main" id="{2225968A-0DD6-7F17-9348-6455C86782DC}"/>
              </a:ext>
            </a:extLst>
          </p:cNvPr>
          <p:cNvSpPr/>
          <p:nvPr/>
        </p:nvSpPr>
        <p:spPr>
          <a:xfrm>
            <a:off x="7156447" y="3560118"/>
            <a:ext cx="184890" cy="252392"/>
          </a:xfrm>
          <a:prstGeom prst="ellipse">
            <a:avLst/>
          </a:prstGeom>
          <a:solidFill>
            <a:srgbClr val="C0000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62" name="椭圆 561">
            <a:extLst>
              <a:ext uri="{FF2B5EF4-FFF2-40B4-BE49-F238E27FC236}">
                <a16:creationId xmlns:a16="http://schemas.microsoft.com/office/drawing/2014/main" id="{D5B395B3-F367-1977-830E-F5FA39F5022E}"/>
              </a:ext>
            </a:extLst>
          </p:cNvPr>
          <p:cNvSpPr/>
          <p:nvPr/>
        </p:nvSpPr>
        <p:spPr>
          <a:xfrm>
            <a:off x="7158926" y="2795319"/>
            <a:ext cx="184890" cy="252392"/>
          </a:xfrm>
          <a:prstGeom prst="ellipse">
            <a:avLst/>
          </a:prstGeom>
          <a:solidFill>
            <a:srgbClr val="00B0F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dirty="0"/>
          </a:p>
        </p:txBody>
      </p:sp>
      <p:cxnSp>
        <p:nvCxnSpPr>
          <p:cNvPr id="564" name="直接箭头连接符 563">
            <a:extLst>
              <a:ext uri="{FF2B5EF4-FFF2-40B4-BE49-F238E27FC236}">
                <a16:creationId xmlns:a16="http://schemas.microsoft.com/office/drawing/2014/main" id="{B028D62C-0473-F366-3660-75346756308C}"/>
              </a:ext>
            </a:extLst>
          </p:cNvPr>
          <p:cNvCxnSpPr>
            <a:cxnSpLocks/>
            <a:stCxn id="587" idx="6"/>
            <a:endCxn id="561" idx="2"/>
          </p:cNvCxnSpPr>
          <p:nvPr/>
        </p:nvCxnSpPr>
        <p:spPr>
          <a:xfrm>
            <a:off x="6616822" y="2526813"/>
            <a:ext cx="539625" cy="1159501"/>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65" name="直接箭头连接符 564">
            <a:extLst>
              <a:ext uri="{FF2B5EF4-FFF2-40B4-BE49-F238E27FC236}">
                <a16:creationId xmlns:a16="http://schemas.microsoft.com/office/drawing/2014/main" id="{E468FF02-7DAE-F765-70FE-1F245EAEAA3C}"/>
              </a:ext>
            </a:extLst>
          </p:cNvPr>
          <p:cNvCxnSpPr>
            <a:cxnSpLocks/>
            <a:stCxn id="587" idx="6"/>
            <a:endCxn id="563" idx="2"/>
          </p:cNvCxnSpPr>
          <p:nvPr/>
        </p:nvCxnSpPr>
        <p:spPr>
          <a:xfrm flipV="1">
            <a:off x="6616822" y="2133499"/>
            <a:ext cx="539626" cy="393314"/>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66" name="直接箭头连接符 565">
            <a:extLst>
              <a:ext uri="{FF2B5EF4-FFF2-40B4-BE49-F238E27FC236}">
                <a16:creationId xmlns:a16="http://schemas.microsoft.com/office/drawing/2014/main" id="{1FDC8C32-D57F-FC3C-69E1-E66731A1E876}"/>
              </a:ext>
            </a:extLst>
          </p:cNvPr>
          <p:cNvCxnSpPr>
            <a:cxnSpLocks/>
            <a:stCxn id="587" idx="6"/>
            <a:endCxn id="562" idx="2"/>
          </p:cNvCxnSpPr>
          <p:nvPr/>
        </p:nvCxnSpPr>
        <p:spPr>
          <a:xfrm>
            <a:off x="6616822" y="2526813"/>
            <a:ext cx="542104" cy="39470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67" name="直接箭头连接符 566">
            <a:extLst>
              <a:ext uri="{FF2B5EF4-FFF2-40B4-BE49-F238E27FC236}">
                <a16:creationId xmlns:a16="http://schemas.microsoft.com/office/drawing/2014/main" id="{390C868A-0D33-88DD-74D4-649B39103873}"/>
              </a:ext>
            </a:extLst>
          </p:cNvPr>
          <p:cNvCxnSpPr>
            <a:cxnSpLocks/>
            <a:stCxn id="588" idx="6"/>
            <a:endCxn id="561" idx="2"/>
          </p:cNvCxnSpPr>
          <p:nvPr/>
        </p:nvCxnSpPr>
        <p:spPr>
          <a:xfrm>
            <a:off x="6616822" y="3300764"/>
            <a:ext cx="539625" cy="385550"/>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68" name="直接箭头连接符 567">
            <a:extLst>
              <a:ext uri="{FF2B5EF4-FFF2-40B4-BE49-F238E27FC236}">
                <a16:creationId xmlns:a16="http://schemas.microsoft.com/office/drawing/2014/main" id="{9184E912-6B01-9754-AA21-0558ED31F50B}"/>
              </a:ext>
            </a:extLst>
          </p:cNvPr>
          <p:cNvCxnSpPr>
            <a:cxnSpLocks/>
            <a:stCxn id="588" idx="6"/>
            <a:endCxn id="563" idx="2"/>
          </p:cNvCxnSpPr>
          <p:nvPr/>
        </p:nvCxnSpPr>
        <p:spPr>
          <a:xfrm flipV="1">
            <a:off x="6616822" y="2133499"/>
            <a:ext cx="539626" cy="116726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69" name="直接箭头连接符 568">
            <a:extLst>
              <a:ext uri="{FF2B5EF4-FFF2-40B4-BE49-F238E27FC236}">
                <a16:creationId xmlns:a16="http://schemas.microsoft.com/office/drawing/2014/main" id="{06B15900-7914-1253-13E8-16AC8D1F9678}"/>
              </a:ext>
            </a:extLst>
          </p:cNvPr>
          <p:cNvCxnSpPr>
            <a:cxnSpLocks/>
            <a:stCxn id="588" idx="6"/>
            <a:endCxn id="562" idx="2"/>
          </p:cNvCxnSpPr>
          <p:nvPr/>
        </p:nvCxnSpPr>
        <p:spPr>
          <a:xfrm flipV="1">
            <a:off x="6616822" y="2921515"/>
            <a:ext cx="542104" cy="379249"/>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70" name="直接箭头连接符 569">
            <a:extLst>
              <a:ext uri="{FF2B5EF4-FFF2-40B4-BE49-F238E27FC236}">
                <a16:creationId xmlns:a16="http://schemas.microsoft.com/office/drawing/2014/main" id="{AC553884-0B56-3FD7-6A3A-BDC8094F90F0}"/>
              </a:ext>
            </a:extLst>
          </p:cNvPr>
          <p:cNvCxnSpPr>
            <a:cxnSpLocks/>
            <a:stCxn id="562" idx="6"/>
            <a:endCxn id="589" idx="2"/>
          </p:cNvCxnSpPr>
          <p:nvPr/>
        </p:nvCxnSpPr>
        <p:spPr>
          <a:xfrm>
            <a:off x="7343816" y="2921515"/>
            <a:ext cx="519729" cy="76956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71" name="直接箭头连接符 570">
            <a:extLst>
              <a:ext uri="{FF2B5EF4-FFF2-40B4-BE49-F238E27FC236}">
                <a16:creationId xmlns:a16="http://schemas.microsoft.com/office/drawing/2014/main" id="{978CB691-B206-3915-2444-12C56E73D601}"/>
              </a:ext>
            </a:extLst>
          </p:cNvPr>
          <p:cNvCxnSpPr>
            <a:cxnSpLocks/>
            <a:stCxn id="562" idx="6"/>
            <a:endCxn id="591" idx="2"/>
          </p:cNvCxnSpPr>
          <p:nvPr/>
        </p:nvCxnSpPr>
        <p:spPr>
          <a:xfrm flipV="1">
            <a:off x="7343816" y="2142256"/>
            <a:ext cx="526999" cy="779259"/>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72" name="直接箭头连接符 571">
            <a:extLst>
              <a:ext uri="{FF2B5EF4-FFF2-40B4-BE49-F238E27FC236}">
                <a16:creationId xmlns:a16="http://schemas.microsoft.com/office/drawing/2014/main" id="{469ED695-41A0-D0A2-1C9C-EEF171257DD3}"/>
              </a:ext>
            </a:extLst>
          </p:cNvPr>
          <p:cNvCxnSpPr>
            <a:cxnSpLocks/>
            <a:stCxn id="562" idx="6"/>
            <a:endCxn id="590" idx="2"/>
          </p:cNvCxnSpPr>
          <p:nvPr/>
        </p:nvCxnSpPr>
        <p:spPr>
          <a:xfrm>
            <a:off x="7343816" y="2921515"/>
            <a:ext cx="517753" cy="42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73" name="直接连接符 572">
            <a:extLst>
              <a:ext uri="{FF2B5EF4-FFF2-40B4-BE49-F238E27FC236}">
                <a16:creationId xmlns:a16="http://schemas.microsoft.com/office/drawing/2014/main" id="{5ED6CA3C-4344-15DA-C7C9-E5FF7B502EE8}"/>
              </a:ext>
            </a:extLst>
          </p:cNvPr>
          <p:cNvCxnSpPr>
            <a:cxnSpLocks/>
            <a:stCxn id="561" idx="6"/>
            <a:endCxn id="590" idx="2"/>
          </p:cNvCxnSpPr>
          <p:nvPr/>
        </p:nvCxnSpPr>
        <p:spPr>
          <a:xfrm flipV="1">
            <a:off x="7341337" y="2921941"/>
            <a:ext cx="520232" cy="76437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74" name="直接箭头连接符 573">
            <a:extLst>
              <a:ext uri="{FF2B5EF4-FFF2-40B4-BE49-F238E27FC236}">
                <a16:creationId xmlns:a16="http://schemas.microsoft.com/office/drawing/2014/main" id="{40368328-2052-A223-2469-91FEBC267917}"/>
              </a:ext>
            </a:extLst>
          </p:cNvPr>
          <p:cNvCxnSpPr>
            <a:cxnSpLocks/>
            <a:stCxn id="561" idx="6"/>
            <a:endCxn id="589" idx="2"/>
          </p:cNvCxnSpPr>
          <p:nvPr/>
        </p:nvCxnSpPr>
        <p:spPr>
          <a:xfrm>
            <a:off x="7341337" y="3686314"/>
            <a:ext cx="522208" cy="476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75" name="直接箭头连接符 574">
            <a:extLst>
              <a:ext uri="{FF2B5EF4-FFF2-40B4-BE49-F238E27FC236}">
                <a16:creationId xmlns:a16="http://schemas.microsoft.com/office/drawing/2014/main" id="{DCA88736-64B4-8A50-BAD3-D4FF208D87AC}"/>
              </a:ext>
            </a:extLst>
          </p:cNvPr>
          <p:cNvCxnSpPr>
            <a:cxnSpLocks/>
            <a:stCxn id="561" idx="6"/>
            <a:endCxn id="591" idx="2"/>
          </p:cNvCxnSpPr>
          <p:nvPr/>
        </p:nvCxnSpPr>
        <p:spPr>
          <a:xfrm flipV="1">
            <a:off x="7341337" y="2142256"/>
            <a:ext cx="529478" cy="1544058"/>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76" name="直接箭头连接符 575">
            <a:extLst>
              <a:ext uri="{FF2B5EF4-FFF2-40B4-BE49-F238E27FC236}">
                <a16:creationId xmlns:a16="http://schemas.microsoft.com/office/drawing/2014/main" id="{5E1FB814-DF42-D5FD-6B7C-460BA7BDDE32}"/>
              </a:ext>
            </a:extLst>
          </p:cNvPr>
          <p:cNvCxnSpPr>
            <a:cxnSpLocks/>
            <a:stCxn id="563" idx="6"/>
            <a:endCxn id="589" idx="2"/>
          </p:cNvCxnSpPr>
          <p:nvPr/>
        </p:nvCxnSpPr>
        <p:spPr>
          <a:xfrm>
            <a:off x="7341338" y="2133499"/>
            <a:ext cx="522207" cy="155758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77" name="直接箭头连接符 576">
            <a:extLst>
              <a:ext uri="{FF2B5EF4-FFF2-40B4-BE49-F238E27FC236}">
                <a16:creationId xmlns:a16="http://schemas.microsoft.com/office/drawing/2014/main" id="{49524C63-8222-6B4F-D35E-344751DACC40}"/>
              </a:ext>
            </a:extLst>
          </p:cNvPr>
          <p:cNvCxnSpPr>
            <a:cxnSpLocks/>
            <a:stCxn id="563" idx="6"/>
            <a:endCxn id="591" idx="2"/>
          </p:cNvCxnSpPr>
          <p:nvPr/>
        </p:nvCxnSpPr>
        <p:spPr>
          <a:xfrm>
            <a:off x="7341338" y="2133499"/>
            <a:ext cx="529477" cy="875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78" name="直接箭头连接符 577">
            <a:extLst>
              <a:ext uri="{FF2B5EF4-FFF2-40B4-BE49-F238E27FC236}">
                <a16:creationId xmlns:a16="http://schemas.microsoft.com/office/drawing/2014/main" id="{868D4544-23A8-0182-B003-87DAFDE7EBDC}"/>
              </a:ext>
            </a:extLst>
          </p:cNvPr>
          <p:cNvCxnSpPr>
            <a:cxnSpLocks/>
            <a:stCxn id="563" idx="6"/>
            <a:endCxn id="590" idx="2"/>
          </p:cNvCxnSpPr>
          <p:nvPr/>
        </p:nvCxnSpPr>
        <p:spPr>
          <a:xfrm>
            <a:off x="7341338" y="2133499"/>
            <a:ext cx="520231" cy="78844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79" name="直接箭头连接符 578">
            <a:extLst>
              <a:ext uri="{FF2B5EF4-FFF2-40B4-BE49-F238E27FC236}">
                <a16:creationId xmlns:a16="http://schemas.microsoft.com/office/drawing/2014/main" id="{56EB93B6-F9B2-8F8E-DAD0-2D5F1B663F1C}"/>
              </a:ext>
            </a:extLst>
          </p:cNvPr>
          <p:cNvCxnSpPr>
            <a:cxnSpLocks/>
            <a:stCxn id="589" idx="6"/>
            <a:endCxn id="586" idx="2"/>
          </p:cNvCxnSpPr>
          <p:nvPr/>
        </p:nvCxnSpPr>
        <p:spPr>
          <a:xfrm flipV="1">
            <a:off x="8048435" y="2526813"/>
            <a:ext cx="538607" cy="1164268"/>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80" name="直接箭头连接符 579">
            <a:extLst>
              <a:ext uri="{FF2B5EF4-FFF2-40B4-BE49-F238E27FC236}">
                <a16:creationId xmlns:a16="http://schemas.microsoft.com/office/drawing/2014/main" id="{E6C4E018-515E-59BF-DD4F-780802D21008}"/>
              </a:ext>
            </a:extLst>
          </p:cNvPr>
          <p:cNvCxnSpPr>
            <a:cxnSpLocks/>
            <a:stCxn id="589" idx="6"/>
            <a:endCxn id="585" idx="2"/>
          </p:cNvCxnSpPr>
          <p:nvPr/>
        </p:nvCxnSpPr>
        <p:spPr>
          <a:xfrm flipV="1">
            <a:off x="8048435" y="3300764"/>
            <a:ext cx="529929" cy="39031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81" name="直接箭头连接符 580">
            <a:extLst>
              <a:ext uri="{FF2B5EF4-FFF2-40B4-BE49-F238E27FC236}">
                <a16:creationId xmlns:a16="http://schemas.microsoft.com/office/drawing/2014/main" id="{CB70A5E8-768E-6A1C-F406-BD439E49E081}"/>
              </a:ext>
            </a:extLst>
          </p:cNvPr>
          <p:cNvCxnSpPr>
            <a:cxnSpLocks/>
            <a:stCxn id="590" idx="6"/>
            <a:endCxn id="586" idx="2"/>
          </p:cNvCxnSpPr>
          <p:nvPr/>
        </p:nvCxnSpPr>
        <p:spPr>
          <a:xfrm flipV="1">
            <a:off x="8046459" y="2526814"/>
            <a:ext cx="540583" cy="39512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82" name="直接箭头连接符 581">
            <a:extLst>
              <a:ext uri="{FF2B5EF4-FFF2-40B4-BE49-F238E27FC236}">
                <a16:creationId xmlns:a16="http://schemas.microsoft.com/office/drawing/2014/main" id="{3222F679-1624-13DA-CFBE-316E1C12B89D}"/>
              </a:ext>
            </a:extLst>
          </p:cNvPr>
          <p:cNvCxnSpPr>
            <a:cxnSpLocks/>
            <a:stCxn id="590" idx="6"/>
            <a:endCxn id="585" idx="2"/>
          </p:cNvCxnSpPr>
          <p:nvPr/>
        </p:nvCxnSpPr>
        <p:spPr>
          <a:xfrm>
            <a:off x="8046459" y="2921941"/>
            <a:ext cx="531904" cy="378824"/>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83" name="直接箭头连接符 582">
            <a:extLst>
              <a:ext uri="{FF2B5EF4-FFF2-40B4-BE49-F238E27FC236}">
                <a16:creationId xmlns:a16="http://schemas.microsoft.com/office/drawing/2014/main" id="{D5731173-85DB-C222-DE75-46CFC9D3BDB6}"/>
              </a:ext>
            </a:extLst>
          </p:cNvPr>
          <p:cNvCxnSpPr>
            <a:cxnSpLocks/>
            <a:stCxn id="591" idx="6"/>
            <a:endCxn id="586" idx="2"/>
          </p:cNvCxnSpPr>
          <p:nvPr/>
        </p:nvCxnSpPr>
        <p:spPr>
          <a:xfrm>
            <a:off x="8055705" y="2142256"/>
            <a:ext cx="531337" cy="38455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84" name="直接箭头连接符 583">
            <a:extLst>
              <a:ext uri="{FF2B5EF4-FFF2-40B4-BE49-F238E27FC236}">
                <a16:creationId xmlns:a16="http://schemas.microsoft.com/office/drawing/2014/main" id="{48A6FD88-5207-A4B9-71D0-09FF26DFFB3B}"/>
              </a:ext>
            </a:extLst>
          </p:cNvPr>
          <p:cNvCxnSpPr>
            <a:cxnSpLocks/>
            <a:stCxn id="591" idx="6"/>
            <a:endCxn id="585" idx="2"/>
          </p:cNvCxnSpPr>
          <p:nvPr/>
        </p:nvCxnSpPr>
        <p:spPr>
          <a:xfrm>
            <a:off x="8055705" y="2142256"/>
            <a:ext cx="522659" cy="1158508"/>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3" name="标题 4">
            <a:extLst>
              <a:ext uri="{FF2B5EF4-FFF2-40B4-BE49-F238E27FC236}">
                <a16:creationId xmlns:a16="http://schemas.microsoft.com/office/drawing/2014/main" id="{9436878A-C9CA-2FAE-74B5-A11616112B9E}"/>
              </a:ext>
            </a:extLst>
          </p:cNvPr>
          <p:cNvSpPr txBox="1"/>
          <p:nvPr/>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3</a:t>
            </a:r>
            <a:r>
              <a:rPr kumimoji="0" lang="en-US" altLang="zh-CN"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a:t>
            </a:r>
            <a:r>
              <a:rPr lang="zh-CN" altLang="en-US" sz="2800" dirty="0">
                <a:solidFill>
                  <a:srgbClr val="000000">
                    <a:lumMod val="75000"/>
                    <a:lumOff val="25000"/>
                  </a:srgbClr>
                </a:solidFill>
              </a:rPr>
              <a:t>权重对齐</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554" name="椭圆 553">
            <a:extLst>
              <a:ext uri="{FF2B5EF4-FFF2-40B4-BE49-F238E27FC236}">
                <a16:creationId xmlns:a16="http://schemas.microsoft.com/office/drawing/2014/main" id="{0CA663CA-FC79-9896-E1C2-E63DDBD28DE3}"/>
              </a:ext>
            </a:extLst>
          </p:cNvPr>
          <p:cNvSpPr/>
          <p:nvPr/>
        </p:nvSpPr>
        <p:spPr>
          <a:xfrm>
            <a:off x="10832238" y="2014215"/>
            <a:ext cx="184890" cy="252392"/>
          </a:xfrm>
          <a:prstGeom prst="ellipse">
            <a:avLst/>
          </a:prstGeom>
          <a:solidFill>
            <a:srgbClr val="1AE43C"/>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55" name="椭圆 554">
            <a:extLst>
              <a:ext uri="{FF2B5EF4-FFF2-40B4-BE49-F238E27FC236}">
                <a16:creationId xmlns:a16="http://schemas.microsoft.com/office/drawing/2014/main" id="{4437306C-413C-64A3-9036-89006358D25A}"/>
              </a:ext>
            </a:extLst>
          </p:cNvPr>
          <p:cNvSpPr/>
          <p:nvPr/>
        </p:nvSpPr>
        <p:spPr>
          <a:xfrm>
            <a:off x="10830262" y="2795319"/>
            <a:ext cx="184890" cy="252392"/>
          </a:xfrm>
          <a:prstGeom prst="ellipse">
            <a:avLst/>
          </a:prstGeom>
          <a:solidFill>
            <a:srgbClr val="F84AEC"/>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56" name="椭圆 555">
            <a:extLst>
              <a:ext uri="{FF2B5EF4-FFF2-40B4-BE49-F238E27FC236}">
                <a16:creationId xmlns:a16="http://schemas.microsoft.com/office/drawing/2014/main" id="{AF2C5100-59C2-1F76-EDA4-6352883C56A0}"/>
              </a:ext>
            </a:extLst>
          </p:cNvPr>
          <p:cNvSpPr/>
          <p:nvPr/>
        </p:nvSpPr>
        <p:spPr>
          <a:xfrm>
            <a:off x="10830262" y="3560119"/>
            <a:ext cx="184890" cy="252392"/>
          </a:xfrm>
          <a:prstGeom prst="ellipse">
            <a:avLst/>
          </a:prstGeom>
          <a:solidFill>
            <a:srgbClr val="FFC00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52" name="椭圆 551">
            <a:extLst>
              <a:ext uri="{FF2B5EF4-FFF2-40B4-BE49-F238E27FC236}">
                <a16:creationId xmlns:a16="http://schemas.microsoft.com/office/drawing/2014/main" id="{F5AC8A71-0F18-55B0-93DA-D94BE41BED82}"/>
              </a:ext>
            </a:extLst>
          </p:cNvPr>
          <p:cNvSpPr/>
          <p:nvPr/>
        </p:nvSpPr>
        <p:spPr>
          <a:xfrm>
            <a:off x="9400625" y="2400191"/>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53" name="椭圆 552">
            <a:extLst>
              <a:ext uri="{FF2B5EF4-FFF2-40B4-BE49-F238E27FC236}">
                <a16:creationId xmlns:a16="http://schemas.microsoft.com/office/drawing/2014/main" id="{C5CA4866-B181-B7E9-8000-EB79DD83403F}"/>
              </a:ext>
            </a:extLst>
          </p:cNvPr>
          <p:cNvSpPr/>
          <p:nvPr/>
        </p:nvSpPr>
        <p:spPr>
          <a:xfrm>
            <a:off x="9400625" y="3174142"/>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50" name="椭圆 549">
            <a:extLst>
              <a:ext uri="{FF2B5EF4-FFF2-40B4-BE49-F238E27FC236}">
                <a16:creationId xmlns:a16="http://schemas.microsoft.com/office/drawing/2014/main" id="{0F40E5EA-9E62-6380-9EE0-1703BED56F04}"/>
              </a:ext>
            </a:extLst>
          </p:cNvPr>
          <p:cNvSpPr/>
          <p:nvPr/>
        </p:nvSpPr>
        <p:spPr>
          <a:xfrm>
            <a:off x="11547057" y="3174142"/>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51" name="椭圆 550">
            <a:extLst>
              <a:ext uri="{FF2B5EF4-FFF2-40B4-BE49-F238E27FC236}">
                <a16:creationId xmlns:a16="http://schemas.microsoft.com/office/drawing/2014/main" id="{932BC522-808E-2EB6-978F-33A955EE5057}"/>
              </a:ext>
            </a:extLst>
          </p:cNvPr>
          <p:cNvSpPr/>
          <p:nvPr/>
        </p:nvSpPr>
        <p:spPr>
          <a:xfrm>
            <a:off x="11555735" y="2400191"/>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26" name="椭圆 525">
            <a:extLst>
              <a:ext uri="{FF2B5EF4-FFF2-40B4-BE49-F238E27FC236}">
                <a16:creationId xmlns:a16="http://schemas.microsoft.com/office/drawing/2014/main" id="{B07D4960-B7B8-6F64-B7C1-4BF4FD8BFB11}"/>
              </a:ext>
            </a:extLst>
          </p:cNvPr>
          <p:cNvSpPr/>
          <p:nvPr/>
        </p:nvSpPr>
        <p:spPr>
          <a:xfrm>
            <a:off x="10115444" y="2013363"/>
            <a:ext cx="184890" cy="252392"/>
          </a:xfrm>
          <a:prstGeom prst="ellipse">
            <a:avLst/>
          </a:prstGeom>
          <a:solidFill>
            <a:schemeClr val="accent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27" name="椭圆 526">
            <a:extLst>
              <a:ext uri="{FF2B5EF4-FFF2-40B4-BE49-F238E27FC236}">
                <a16:creationId xmlns:a16="http://schemas.microsoft.com/office/drawing/2014/main" id="{6A93434F-4E22-98B4-6440-E96B318CD41E}"/>
              </a:ext>
            </a:extLst>
          </p:cNvPr>
          <p:cNvSpPr/>
          <p:nvPr/>
        </p:nvSpPr>
        <p:spPr>
          <a:xfrm>
            <a:off x="10115444" y="3560971"/>
            <a:ext cx="184890" cy="252392"/>
          </a:xfrm>
          <a:prstGeom prst="ellipse">
            <a:avLst/>
          </a:prstGeom>
          <a:solidFill>
            <a:srgbClr val="C0000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28" name="椭圆 527">
            <a:extLst>
              <a:ext uri="{FF2B5EF4-FFF2-40B4-BE49-F238E27FC236}">
                <a16:creationId xmlns:a16="http://schemas.microsoft.com/office/drawing/2014/main" id="{8C49DEBB-4953-D140-9DE8-5E2C62692B20}"/>
              </a:ext>
            </a:extLst>
          </p:cNvPr>
          <p:cNvSpPr/>
          <p:nvPr/>
        </p:nvSpPr>
        <p:spPr>
          <a:xfrm>
            <a:off x="10115444" y="2787167"/>
            <a:ext cx="184890" cy="252392"/>
          </a:xfrm>
          <a:prstGeom prst="ellipse">
            <a:avLst/>
          </a:prstGeom>
          <a:solidFill>
            <a:srgbClr val="00B0F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cxnSp>
        <p:nvCxnSpPr>
          <p:cNvPr id="529" name="直接箭头连接符 528">
            <a:extLst>
              <a:ext uri="{FF2B5EF4-FFF2-40B4-BE49-F238E27FC236}">
                <a16:creationId xmlns:a16="http://schemas.microsoft.com/office/drawing/2014/main" id="{D40519FC-CD76-0CEF-DA6C-1B4C4A5C669A}"/>
              </a:ext>
            </a:extLst>
          </p:cNvPr>
          <p:cNvCxnSpPr>
            <a:cxnSpLocks/>
            <a:stCxn id="552" idx="6"/>
            <a:endCxn id="526" idx="2"/>
          </p:cNvCxnSpPr>
          <p:nvPr/>
        </p:nvCxnSpPr>
        <p:spPr>
          <a:xfrm flipV="1">
            <a:off x="9585515" y="2139559"/>
            <a:ext cx="529928" cy="386828"/>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30" name="直接箭头连接符 529">
            <a:extLst>
              <a:ext uri="{FF2B5EF4-FFF2-40B4-BE49-F238E27FC236}">
                <a16:creationId xmlns:a16="http://schemas.microsoft.com/office/drawing/2014/main" id="{D68C6F28-536D-EED6-E5B5-4BAD3A77AE60}"/>
              </a:ext>
            </a:extLst>
          </p:cNvPr>
          <p:cNvCxnSpPr>
            <a:cxnSpLocks/>
            <a:stCxn id="552" idx="6"/>
            <a:endCxn id="528" idx="2"/>
          </p:cNvCxnSpPr>
          <p:nvPr/>
        </p:nvCxnSpPr>
        <p:spPr>
          <a:xfrm>
            <a:off x="9585515" y="2526388"/>
            <a:ext cx="529928" cy="38697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31" name="直接箭头连接符 530">
            <a:extLst>
              <a:ext uri="{FF2B5EF4-FFF2-40B4-BE49-F238E27FC236}">
                <a16:creationId xmlns:a16="http://schemas.microsoft.com/office/drawing/2014/main" id="{38C42B11-E624-85EB-3110-5928EA0C3892}"/>
              </a:ext>
            </a:extLst>
          </p:cNvPr>
          <p:cNvCxnSpPr>
            <a:cxnSpLocks/>
            <a:stCxn id="552" idx="6"/>
            <a:endCxn id="527" idx="2"/>
          </p:cNvCxnSpPr>
          <p:nvPr/>
        </p:nvCxnSpPr>
        <p:spPr>
          <a:xfrm>
            <a:off x="9585515" y="2526388"/>
            <a:ext cx="529928" cy="1160779"/>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32" name="直接箭头连接符 531">
            <a:extLst>
              <a:ext uri="{FF2B5EF4-FFF2-40B4-BE49-F238E27FC236}">
                <a16:creationId xmlns:a16="http://schemas.microsoft.com/office/drawing/2014/main" id="{9A94FB74-849C-640B-6C45-39D4D68533AC}"/>
              </a:ext>
            </a:extLst>
          </p:cNvPr>
          <p:cNvCxnSpPr>
            <a:cxnSpLocks/>
            <a:stCxn id="553" idx="6"/>
            <a:endCxn id="526" idx="2"/>
          </p:cNvCxnSpPr>
          <p:nvPr/>
        </p:nvCxnSpPr>
        <p:spPr>
          <a:xfrm flipV="1">
            <a:off x="9585515" y="2139559"/>
            <a:ext cx="529928" cy="1160779"/>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33" name="直接箭头连接符 532">
            <a:extLst>
              <a:ext uri="{FF2B5EF4-FFF2-40B4-BE49-F238E27FC236}">
                <a16:creationId xmlns:a16="http://schemas.microsoft.com/office/drawing/2014/main" id="{5982171F-FAFC-D5BD-58D0-4F2D1E858CCD}"/>
              </a:ext>
            </a:extLst>
          </p:cNvPr>
          <p:cNvCxnSpPr>
            <a:cxnSpLocks/>
            <a:stCxn id="553" idx="6"/>
            <a:endCxn id="528" idx="2"/>
          </p:cNvCxnSpPr>
          <p:nvPr/>
        </p:nvCxnSpPr>
        <p:spPr>
          <a:xfrm flipV="1">
            <a:off x="9585515" y="2913363"/>
            <a:ext cx="529928" cy="38697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34" name="直接箭头连接符 533">
            <a:extLst>
              <a:ext uri="{FF2B5EF4-FFF2-40B4-BE49-F238E27FC236}">
                <a16:creationId xmlns:a16="http://schemas.microsoft.com/office/drawing/2014/main" id="{2359F476-0B7F-91E8-FC6F-6232ECFEC1D5}"/>
              </a:ext>
            </a:extLst>
          </p:cNvPr>
          <p:cNvCxnSpPr>
            <a:cxnSpLocks/>
            <a:stCxn id="553" idx="6"/>
            <a:endCxn id="527" idx="2"/>
          </p:cNvCxnSpPr>
          <p:nvPr/>
        </p:nvCxnSpPr>
        <p:spPr>
          <a:xfrm>
            <a:off x="9585515" y="3300338"/>
            <a:ext cx="529928" cy="386828"/>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35" name="直接箭头连接符 534">
            <a:extLst>
              <a:ext uri="{FF2B5EF4-FFF2-40B4-BE49-F238E27FC236}">
                <a16:creationId xmlns:a16="http://schemas.microsoft.com/office/drawing/2014/main" id="{E453D286-3F8E-0F64-AEC6-2FD0D75C8281}"/>
              </a:ext>
            </a:extLst>
          </p:cNvPr>
          <p:cNvCxnSpPr>
            <a:cxnSpLocks/>
            <a:stCxn id="526" idx="6"/>
            <a:endCxn id="554" idx="2"/>
          </p:cNvCxnSpPr>
          <p:nvPr/>
        </p:nvCxnSpPr>
        <p:spPr>
          <a:xfrm>
            <a:off x="10300334" y="2139559"/>
            <a:ext cx="531904" cy="85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36" name="直接箭头连接符 535">
            <a:extLst>
              <a:ext uri="{FF2B5EF4-FFF2-40B4-BE49-F238E27FC236}">
                <a16:creationId xmlns:a16="http://schemas.microsoft.com/office/drawing/2014/main" id="{25C5E8F3-CF9B-2864-B211-C5C67F4459B2}"/>
              </a:ext>
            </a:extLst>
          </p:cNvPr>
          <p:cNvCxnSpPr>
            <a:cxnSpLocks/>
            <a:stCxn id="526" idx="6"/>
            <a:endCxn id="556" idx="2"/>
          </p:cNvCxnSpPr>
          <p:nvPr/>
        </p:nvCxnSpPr>
        <p:spPr>
          <a:xfrm>
            <a:off x="10300334" y="2139559"/>
            <a:ext cx="529928" cy="154675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37" name="直接箭头连接符 536">
            <a:extLst>
              <a:ext uri="{FF2B5EF4-FFF2-40B4-BE49-F238E27FC236}">
                <a16:creationId xmlns:a16="http://schemas.microsoft.com/office/drawing/2014/main" id="{6960048A-514C-C198-52A6-027D19D09C97}"/>
              </a:ext>
            </a:extLst>
          </p:cNvPr>
          <p:cNvCxnSpPr>
            <a:cxnSpLocks/>
            <a:stCxn id="526" idx="6"/>
            <a:endCxn id="555" idx="2"/>
          </p:cNvCxnSpPr>
          <p:nvPr/>
        </p:nvCxnSpPr>
        <p:spPr>
          <a:xfrm>
            <a:off x="10300334" y="2139559"/>
            <a:ext cx="529928" cy="78195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38" name="直接连接符 537">
            <a:extLst>
              <a:ext uri="{FF2B5EF4-FFF2-40B4-BE49-F238E27FC236}">
                <a16:creationId xmlns:a16="http://schemas.microsoft.com/office/drawing/2014/main" id="{E264103E-A045-3620-BAA8-B8DDDC067191}"/>
              </a:ext>
            </a:extLst>
          </p:cNvPr>
          <p:cNvCxnSpPr>
            <a:cxnSpLocks/>
            <a:stCxn id="528" idx="6"/>
            <a:endCxn id="555" idx="2"/>
          </p:cNvCxnSpPr>
          <p:nvPr/>
        </p:nvCxnSpPr>
        <p:spPr>
          <a:xfrm>
            <a:off x="10300334" y="2913363"/>
            <a:ext cx="529928" cy="815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39" name="直接箭头连接符 538">
            <a:extLst>
              <a:ext uri="{FF2B5EF4-FFF2-40B4-BE49-F238E27FC236}">
                <a16:creationId xmlns:a16="http://schemas.microsoft.com/office/drawing/2014/main" id="{7EB6A9F5-9E2D-BA31-98B4-2CF9EEC272E6}"/>
              </a:ext>
            </a:extLst>
          </p:cNvPr>
          <p:cNvCxnSpPr>
            <a:cxnSpLocks/>
            <a:stCxn id="528" idx="6"/>
            <a:endCxn id="554" idx="2"/>
          </p:cNvCxnSpPr>
          <p:nvPr/>
        </p:nvCxnSpPr>
        <p:spPr>
          <a:xfrm flipV="1">
            <a:off x="10300334" y="2140411"/>
            <a:ext cx="531904" cy="77295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0" name="直接箭头连接符 539">
            <a:extLst>
              <a:ext uri="{FF2B5EF4-FFF2-40B4-BE49-F238E27FC236}">
                <a16:creationId xmlns:a16="http://schemas.microsoft.com/office/drawing/2014/main" id="{77F2AEC6-10AC-9A62-9E3A-65C8B9397709}"/>
              </a:ext>
            </a:extLst>
          </p:cNvPr>
          <p:cNvCxnSpPr>
            <a:cxnSpLocks/>
            <a:stCxn id="528" idx="6"/>
            <a:endCxn id="556" idx="2"/>
          </p:cNvCxnSpPr>
          <p:nvPr/>
        </p:nvCxnSpPr>
        <p:spPr>
          <a:xfrm>
            <a:off x="10300334" y="2913363"/>
            <a:ext cx="529928" cy="77295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1" name="直接箭头连接符 540">
            <a:extLst>
              <a:ext uri="{FF2B5EF4-FFF2-40B4-BE49-F238E27FC236}">
                <a16:creationId xmlns:a16="http://schemas.microsoft.com/office/drawing/2014/main" id="{B52F1B13-819E-8100-E2B0-4F30DC5525B0}"/>
              </a:ext>
            </a:extLst>
          </p:cNvPr>
          <p:cNvCxnSpPr>
            <a:cxnSpLocks/>
            <a:stCxn id="527" idx="6"/>
            <a:endCxn id="554" idx="2"/>
          </p:cNvCxnSpPr>
          <p:nvPr/>
        </p:nvCxnSpPr>
        <p:spPr>
          <a:xfrm flipV="1">
            <a:off x="10300334" y="2140411"/>
            <a:ext cx="531904" cy="154675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2" name="直接箭头连接符 541">
            <a:extLst>
              <a:ext uri="{FF2B5EF4-FFF2-40B4-BE49-F238E27FC236}">
                <a16:creationId xmlns:a16="http://schemas.microsoft.com/office/drawing/2014/main" id="{0F0CEA25-09E8-2ABC-9197-5499AFE51924}"/>
              </a:ext>
            </a:extLst>
          </p:cNvPr>
          <p:cNvCxnSpPr>
            <a:cxnSpLocks/>
            <a:stCxn id="527" idx="6"/>
            <a:endCxn id="556" idx="2"/>
          </p:cNvCxnSpPr>
          <p:nvPr/>
        </p:nvCxnSpPr>
        <p:spPr>
          <a:xfrm flipV="1">
            <a:off x="10300334" y="3686315"/>
            <a:ext cx="529928" cy="85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3" name="直接箭头连接符 542">
            <a:extLst>
              <a:ext uri="{FF2B5EF4-FFF2-40B4-BE49-F238E27FC236}">
                <a16:creationId xmlns:a16="http://schemas.microsoft.com/office/drawing/2014/main" id="{4AACDCB1-C267-2B51-5625-6D3366C8F326}"/>
              </a:ext>
            </a:extLst>
          </p:cNvPr>
          <p:cNvCxnSpPr>
            <a:cxnSpLocks/>
            <a:stCxn id="527" idx="6"/>
            <a:endCxn id="555" idx="2"/>
          </p:cNvCxnSpPr>
          <p:nvPr/>
        </p:nvCxnSpPr>
        <p:spPr>
          <a:xfrm flipV="1">
            <a:off x="10300334" y="2921515"/>
            <a:ext cx="529928" cy="76565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4" name="直接箭头连接符 543">
            <a:extLst>
              <a:ext uri="{FF2B5EF4-FFF2-40B4-BE49-F238E27FC236}">
                <a16:creationId xmlns:a16="http://schemas.microsoft.com/office/drawing/2014/main" id="{C8A5D7D3-971B-F62C-B10A-3FC74F1D79FD}"/>
              </a:ext>
            </a:extLst>
          </p:cNvPr>
          <p:cNvCxnSpPr>
            <a:cxnSpLocks/>
            <a:stCxn id="554" idx="6"/>
            <a:endCxn id="551" idx="2"/>
          </p:cNvCxnSpPr>
          <p:nvPr/>
        </p:nvCxnSpPr>
        <p:spPr>
          <a:xfrm>
            <a:off x="11017128" y="2140411"/>
            <a:ext cx="538607" cy="38597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5" name="直接箭头连接符 544">
            <a:extLst>
              <a:ext uri="{FF2B5EF4-FFF2-40B4-BE49-F238E27FC236}">
                <a16:creationId xmlns:a16="http://schemas.microsoft.com/office/drawing/2014/main" id="{F1946EF4-7514-7961-E0E5-BFC19C8F4A37}"/>
              </a:ext>
            </a:extLst>
          </p:cNvPr>
          <p:cNvCxnSpPr>
            <a:cxnSpLocks/>
            <a:stCxn id="554" idx="6"/>
            <a:endCxn id="550" idx="2"/>
          </p:cNvCxnSpPr>
          <p:nvPr/>
        </p:nvCxnSpPr>
        <p:spPr>
          <a:xfrm>
            <a:off x="11017128" y="2140411"/>
            <a:ext cx="529928" cy="115992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6" name="直接箭头连接符 545">
            <a:extLst>
              <a:ext uri="{FF2B5EF4-FFF2-40B4-BE49-F238E27FC236}">
                <a16:creationId xmlns:a16="http://schemas.microsoft.com/office/drawing/2014/main" id="{380811AF-36F7-F141-7249-0228A3E89850}"/>
              </a:ext>
            </a:extLst>
          </p:cNvPr>
          <p:cNvCxnSpPr>
            <a:cxnSpLocks/>
            <a:stCxn id="555" idx="6"/>
            <a:endCxn id="551" idx="2"/>
          </p:cNvCxnSpPr>
          <p:nvPr/>
        </p:nvCxnSpPr>
        <p:spPr>
          <a:xfrm flipV="1">
            <a:off x="11015152" y="2526388"/>
            <a:ext cx="540583" cy="39512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7" name="直接箭头连接符 546">
            <a:extLst>
              <a:ext uri="{FF2B5EF4-FFF2-40B4-BE49-F238E27FC236}">
                <a16:creationId xmlns:a16="http://schemas.microsoft.com/office/drawing/2014/main" id="{8DCB0388-FD4C-13F9-665B-146C847B9AD7}"/>
              </a:ext>
            </a:extLst>
          </p:cNvPr>
          <p:cNvCxnSpPr>
            <a:cxnSpLocks/>
            <a:stCxn id="555" idx="6"/>
            <a:endCxn id="550" idx="2"/>
          </p:cNvCxnSpPr>
          <p:nvPr/>
        </p:nvCxnSpPr>
        <p:spPr>
          <a:xfrm>
            <a:off x="11015152" y="2921515"/>
            <a:ext cx="531904" cy="378824"/>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8" name="直接箭头连接符 547">
            <a:extLst>
              <a:ext uri="{FF2B5EF4-FFF2-40B4-BE49-F238E27FC236}">
                <a16:creationId xmlns:a16="http://schemas.microsoft.com/office/drawing/2014/main" id="{4590500B-E591-51A7-4BB4-F5C1ADE7EFD4}"/>
              </a:ext>
            </a:extLst>
          </p:cNvPr>
          <p:cNvCxnSpPr>
            <a:cxnSpLocks/>
            <a:stCxn id="556" idx="6"/>
            <a:endCxn id="551" idx="2"/>
          </p:cNvCxnSpPr>
          <p:nvPr/>
        </p:nvCxnSpPr>
        <p:spPr>
          <a:xfrm flipV="1">
            <a:off x="11015152" y="2526388"/>
            <a:ext cx="540583" cy="115992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9" name="直接箭头连接符 548">
            <a:extLst>
              <a:ext uri="{FF2B5EF4-FFF2-40B4-BE49-F238E27FC236}">
                <a16:creationId xmlns:a16="http://schemas.microsoft.com/office/drawing/2014/main" id="{3C00C8F4-4CEC-C39E-04E7-1E5EE1122FAB}"/>
              </a:ext>
            </a:extLst>
          </p:cNvPr>
          <p:cNvCxnSpPr>
            <a:cxnSpLocks/>
            <a:stCxn id="556" idx="6"/>
            <a:endCxn id="550" idx="2"/>
          </p:cNvCxnSpPr>
          <p:nvPr/>
        </p:nvCxnSpPr>
        <p:spPr>
          <a:xfrm flipV="1">
            <a:off x="11015152" y="3300338"/>
            <a:ext cx="531904" cy="38597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801" name="文本框 800">
            <a:extLst>
              <a:ext uri="{FF2B5EF4-FFF2-40B4-BE49-F238E27FC236}">
                <a16:creationId xmlns:a16="http://schemas.microsoft.com/office/drawing/2014/main" id="{59E384D1-9603-F99B-CE77-A88CB15CCEE2}"/>
              </a:ext>
            </a:extLst>
          </p:cNvPr>
          <p:cNvSpPr txBox="1"/>
          <p:nvPr/>
        </p:nvSpPr>
        <p:spPr>
          <a:xfrm>
            <a:off x="193654" y="744048"/>
            <a:ext cx="6109334" cy="461665"/>
          </a:xfrm>
          <a:prstGeom prst="rect">
            <a:avLst/>
          </a:prstGeom>
          <a:noFill/>
        </p:spPr>
        <p:txBody>
          <a:bodyPr wrap="square">
            <a:spAutoFit/>
          </a:bodyPr>
          <a:lstStyle/>
          <a:p>
            <a:r>
              <a:rPr lang="zh-CN" altLang="en-US" sz="2400" b="1" dirty="0">
                <a:solidFill>
                  <a:srgbClr val="268F9C"/>
                </a:solidFill>
                <a:latin typeface="+mn-ea"/>
              </a:rPr>
              <a:t>对齐过程</a:t>
            </a:r>
          </a:p>
        </p:txBody>
      </p:sp>
      <p:sp>
        <p:nvSpPr>
          <p:cNvPr id="17" name="椭圆 16">
            <a:extLst>
              <a:ext uri="{FF2B5EF4-FFF2-40B4-BE49-F238E27FC236}">
                <a16:creationId xmlns:a16="http://schemas.microsoft.com/office/drawing/2014/main" id="{F34AA253-7BB9-550B-2EBD-4FD94694A6BC}"/>
              </a:ext>
            </a:extLst>
          </p:cNvPr>
          <p:cNvSpPr/>
          <p:nvPr/>
        </p:nvSpPr>
        <p:spPr>
          <a:xfrm>
            <a:off x="6431932" y="2400617"/>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18" name="椭圆 17">
            <a:extLst>
              <a:ext uri="{FF2B5EF4-FFF2-40B4-BE49-F238E27FC236}">
                <a16:creationId xmlns:a16="http://schemas.microsoft.com/office/drawing/2014/main" id="{08AD64E3-C488-2D51-171A-0EAD5B18DC96}"/>
              </a:ext>
            </a:extLst>
          </p:cNvPr>
          <p:cNvSpPr/>
          <p:nvPr/>
        </p:nvSpPr>
        <p:spPr>
          <a:xfrm>
            <a:off x="6431932" y="3174568"/>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19" name="文本框 18">
            <a:extLst>
              <a:ext uri="{FF2B5EF4-FFF2-40B4-BE49-F238E27FC236}">
                <a16:creationId xmlns:a16="http://schemas.microsoft.com/office/drawing/2014/main" id="{11265EDE-71C6-AFE8-E387-DBE7310A0315}"/>
              </a:ext>
            </a:extLst>
          </p:cNvPr>
          <p:cNvSpPr txBox="1"/>
          <p:nvPr/>
        </p:nvSpPr>
        <p:spPr>
          <a:xfrm>
            <a:off x="391960" y="1257037"/>
            <a:ext cx="5596913" cy="923330"/>
          </a:xfrm>
          <a:prstGeom prst="rect">
            <a:avLst/>
          </a:prstGeom>
          <a:noFill/>
        </p:spPr>
        <p:txBody>
          <a:bodyPr wrap="square">
            <a:spAutoFit/>
          </a:bodyPr>
          <a:lstStyle/>
          <a:p>
            <a:pPr marL="285750" indent="-285750">
              <a:buFont typeface="Wingdings" panose="05000000000000000000" pitchFamily="2" charset="2"/>
              <a:buChar char="Ø"/>
            </a:pPr>
            <a:r>
              <a:rPr lang="zh-CN" altLang="en-US" dirty="0">
                <a:solidFill>
                  <a:srgbClr val="268F9C"/>
                </a:solidFill>
                <a:latin typeface="+mn-ea"/>
              </a:rPr>
              <a:t>遍历每层神经元</a:t>
            </a:r>
            <a:r>
              <a:rPr lang="en-US" altLang="zh-CN" dirty="0">
                <a:solidFill>
                  <a:srgbClr val="268F9C"/>
                </a:solidFill>
                <a:latin typeface="+mn-ea"/>
              </a:rPr>
              <a:t>(</a:t>
            </a:r>
            <a:r>
              <a:rPr lang="zh-CN" altLang="en-US" dirty="0">
                <a:solidFill>
                  <a:srgbClr val="268F9C"/>
                </a:solidFill>
                <a:latin typeface="+mn-ea"/>
              </a:rPr>
              <a:t>输入层、输出层除外</a:t>
            </a:r>
            <a:r>
              <a:rPr lang="en-US" altLang="zh-CN" dirty="0">
                <a:solidFill>
                  <a:srgbClr val="268F9C"/>
                </a:solidFill>
                <a:latin typeface="+mn-ea"/>
              </a:rPr>
              <a:t>)</a:t>
            </a:r>
            <a:r>
              <a:rPr lang="zh-CN" altLang="en-US" dirty="0">
                <a:solidFill>
                  <a:srgbClr val="268F9C"/>
                </a:solidFill>
                <a:latin typeface="+mn-ea"/>
              </a:rPr>
              <a:t>，每层神经元依次进行对齐，对齐某一层时，之前的层的神经元都已经对齐</a:t>
            </a:r>
            <a:endParaRPr lang="zh-CN" altLang="en-US" dirty="0"/>
          </a:p>
        </p:txBody>
      </p: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DCB9D3C2-FFCC-6E39-3042-FC3AF0ADDA96}"/>
                  </a:ext>
                </a:extLst>
              </p:cNvPr>
              <p:cNvSpPr txBox="1"/>
              <p:nvPr/>
            </p:nvSpPr>
            <p:spPr>
              <a:xfrm>
                <a:off x="377144" y="2341721"/>
                <a:ext cx="4817155" cy="379784"/>
              </a:xfrm>
              <a:prstGeom prst="rect">
                <a:avLst/>
              </a:prstGeom>
              <a:noFill/>
            </p:spPr>
            <p:txBody>
              <a:bodyPr wrap="square">
                <a:spAutoFit/>
              </a:bodyPr>
              <a:lstStyle/>
              <a:p>
                <a:pPr marL="285750" indent="-285750">
                  <a:buFont typeface="Wingdings" panose="05000000000000000000" pitchFamily="2" charset="2"/>
                  <a:buChar char="Ø"/>
                </a:pPr>
                <a:r>
                  <a:rPr lang="zh-CN" altLang="en-US" dirty="0">
                    <a:solidFill>
                      <a:srgbClr val="268F9C"/>
                    </a:solidFill>
                    <a:latin typeface="+mn-ea"/>
                  </a:rPr>
                  <a:t>获得传输矩阵</a:t>
                </a:r>
                <a14:m>
                  <m:oMath xmlns:m="http://schemas.openxmlformats.org/officeDocument/2006/math">
                    <m:sSup>
                      <m:sSupPr>
                        <m:ctrlPr>
                          <a:rPr lang="en-US" altLang="zh-CN" b="1" i="1" smtClean="0">
                            <a:solidFill>
                              <a:srgbClr val="268F9C"/>
                            </a:solidFill>
                            <a:latin typeface="Cambria Math" panose="02040503050406030204" pitchFamily="18" charset="0"/>
                          </a:rPr>
                        </m:ctrlPr>
                      </m:sSupPr>
                      <m:e>
                        <m:r>
                          <a:rPr lang="en-US" altLang="zh-CN" b="1" i="1" smtClean="0">
                            <a:solidFill>
                              <a:srgbClr val="268F9C"/>
                            </a:solidFill>
                            <a:latin typeface="Cambria Math" panose="02040503050406030204" pitchFamily="18" charset="0"/>
                          </a:rPr>
                          <m:t>𝑻</m:t>
                        </m:r>
                      </m:e>
                      <m:sup>
                        <m:r>
                          <a:rPr lang="en-US" altLang="zh-CN" b="1" i="1" smtClean="0">
                            <a:solidFill>
                              <a:srgbClr val="268F9C"/>
                            </a:solidFill>
                            <a:latin typeface="Cambria Math" panose="02040503050406030204" pitchFamily="18" charset="0"/>
                          </a:rPr>
                          <m:t>𝒍</m:t>
                        </m:r>
                      </m:sup>
                    </m:sSup>
                  </m:oMath>
                </a14:m>
                <a:r>
                  <a:rPr lang="zh-CN" altLang="en-US" dirty="0">
                    <a:solidFill>
                      <a:srgbClr val="268F9C"/>
                    </a:solidFill>
                    <a:latin typeface="+mn-ea"/>
                  </a:rPr>
                  <a:t>，并对齐当前神经元：</a:t>
                </a:r>
                <a:endParaRPr lang="zh-CN" altLang="en-US" dirty="0"/>
              </a:p>
            </p:txBody>
          </p:sp>
        </mc:Choice>
        <mc:Fallback xmlns="">
          <p:sp>
            <p:nvSpPr>
              <p:cNvPr id="20" name="文本框 19">
                <a:extLst>
                  <a:ext uri="{FF2B5EF4-FFF2-40B4-BE49-F238E27FC236}">
                    <a16:creationId xmlns:a16="http://schemas.microsoft.com/office/drawing/2014/main" id="{DCB9D3C2-FFCC-6E39-3042-FC3AF0ADDA96}"/>
                  </a:ext>
                </a:extLst>
              </p:cNvPr>
              <p:cNvSpPr txBox="1">
                <a:spLocks noRot="1" noChangeAspect="1" noMove="1" noResize="1" noEditPoints="1" noAdjustHandles="1" noChangeArrowheads="1" noChangeShapeType="1" noTextEdit="1"/>
              </p:cNvSpPr>
              <p:nvPr/>
            </p:nvSpPr>
            <p:spPr>
              <a:xfrm>
                <a:off x="377144" y="2341721"/>
                <a:ext cx="4817155" cy="379784"/>
              </a:xfrm>
              <a:prstGeom prst="rect">
                <a:avLst/>
              </a:prstGeom>
              <a:blipFill>
                <a:blip r:embed="rId3"/>
                <a:stretch>
                  <a:fillRect l="-886" t="-4839" b="-258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E5B8E863-82B9-F888-2498-73663F246E5E}"/>
                  </a:ext>
                </a:extLst>
              </p:cNvPr>
              <p:cNvSpPr txBox="1"/>
              <p:nvPr/>
            </p:nvSpPr>
            <p:spPr>
              <a:xfrm>
                <a:off x="776834" y="2787167"/>
                <a:ext cx="2829966" cy="47307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Sup>
                        <m:sSubSupPr>
                          <m:ctrlPr>
                            <a:rPr lang="en-US" altLang="zh-CN" sz="2000" b="0" i="1" smtClean="0">
                              <a:latin typeface="Cambria Math" panose="02040503050406030204" pitchFamily="18" charset="0"/>
                            </a:rPr>
                          </m:ctrlPr>
                        </m:sSubSupPr>
                        <m:e>
                          <m:sSubSup>
                            <m:sSubSupPr>
                              <m:ctrlPr>
                                <a:rPr lang="en-US" altLang="zh-CN" sz="2000" b="0" i="1" smtClean="0">
                                  <a:latin typeface="Cambria Math" panose="02040503050406030204" pitchFamily="18" charset="0"/>
                                </a:rPr>
                              </m:ctrlPr>
                            </m:sSubSupPr>
                            <m:e>
                              <m:acc>
                                <m:accPr>
                                  <m:chr m:val="̃"/>
                                  <m:ctrlPr>
                                    <a:rPr lang="en-US" altLang="zh-CN" sz="2000" b="0" i="1" smtClean="0">
                                      <a:latin typeface="Cambria Math" panose="02040503050406030204" pitchFamily="18" charset="0"/>
                                    </a:rPr>
                                  </m:ctrlPr>
                                </m:accPr>
                                <m:e>
                                  <m:r>
                                    <a:rPr lang="en-US" altLang="zh-CN" sz="2000" b="0" i="1" smtClean="0">
                                      <a:latin typeface="Cambria Math" panose="02040503050406030204" pitchFamily="18" charset="0"/>
                                    </a:rPr>
                                    <m:t>𝑊</m:t>
                                  </m:r>
                                </m:e>
                              </m:acc>
                            </m:e>
                            <m:sub>
                              <m:r>
                                <a:rPr lang="en-US" altLang="zh-CN" sz="2000" b="0" i="1" smtClean="0">
                                  <a:latin typeface="Cambria Math" panose="02040503050406030204" pitchFamily="18" charset="0"/>
                                </a:rPr>
                                <m:t>𝑋</m:t>
                              </m:r>
                            </m:sub>
                            <m:sup>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𝑙</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𝑙</m:t>
                              </m:r>
                              <m:r>
                                <a:rPr lang="en-US" altLang="zh-CN" sz="2000" b="0" i="1" smtClean="0">
                                  <a:latin typeface="Cambria Math" panose="02040503050406030204" pitchFamily="18" charset="0"/>
                                </a:rPr>
                                <m:t>−1)</m:t>
                              </m:r>
                            </m:sup>
                          </m:sSubSup>
                          <m:r>
                            <a:rPr lang="en-US" altLang="zh-CN" sz="2000" b="0" i="1" smtClean="0">
                              <a:latin typeface="Cambria Math" panose="02040503050406030204" pitchFamily="18" charset="0"/>
                            </a:rPr>
                            <m:t>=</m:t>
                          </m:r>
                          <m:sSup>
                            <m:sSupPr>
                              <m:ctrlPr>
                                <a:rPr lang="en-US" altLang="zh-CN" sz="2000" b="0" i="1" smtClean="0">
                                  <a:latin typeface="Cambria Math" panose="02040503050406030204" pitchFamily="18" charset="0"/>
                                </a:rPr>
                              </m:ctrlPr>
                            </m:sSupPr>
                            <m:e>
                              <m:r>
                                <a:rPr lang="en-US" altLang="zh-CN" sz="2000" b="0" i="1" smtClean="0">
                                  <a:latin typeface="Cambria Math" panose="02040503050406030204" pitchFamily="18" charset="0"/>
                                </a:rPr>
                                <m:t>𝑇</m:t>
                              </m:r>
                            </m:e>
                            <m:sup>
                              <m:r>
                                <a:rPr lang="en-US" altLang="zh-CN" sz="2000" b="0" i="1" smtClean="0">
                                  <a:latin typeface="Cambria Math" panose="02040503050406030204" pitchFamily="18" charset="0"/>
                                </a:rPr>
                                <m:t>𝑙</m:t>
                              </m:r>
                            </m:sup>
                          </m:sSup>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𝑊</m:t>
                          </m:r>
                        </m:e>
                        <m:sub>
                          <m:r>
                            <a:rPr lang="en-US" altLang="zh-CN" sz="2000" b="0" i="1" smtClean="0">
                              <a:latin typeface="Cambria Math" panose="02040503050406030204" pitchFamily="18" charset="0"/>
                            </a:rPr>
                            <m:t>𝑋</m:t>
                          </m:r>
                        </m:sub>
                        <m:sup>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𝑙</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𝑙</m:t>
                              </m:r>
                              <m:r>
                                <a:rPr lang="en-US" altLang="zh-CN" sz="2000" b="0" i="1" smtClean="0">
                                  <a:latin typeface="Cambria Math" panose="02040503050406030204" pitchFamily="18" charset="0"/>
                                </a:rPr>
                                <m:t>−1</m:t>
                              </m:r>
                            </m:e>
                          </m:d>
                        </m:sup>
                      </m:sSubSup>
                    </m:oMath>
                  </m:oMathPara>
                </a14:m>
                <a:endParaRPr lang="zh-CN" altLang="en-US" sz="2000" dirty="0"/>
              </a:p>
            </p:txBody>
          </p:sp>
        </mc:Choice>
        <mc:Fallback xmlns="">
          <p:sp>
            <p:nvSpPr>
              <p:cNvPr id="21" name="文本框 20">
                <a:extLst>
                  <a:ext uri="{FF2B5EF4-FFF2-40B4-BE49-F238E27FC236}">
                    <a16:creationId xmlns:a16="http://schemas.microsoft.com/office/drawing/2014/main" id="{E5B8E863-82B9-F888-2498-73663F246E5E}"/>
                  </a:ext>
                </a:extLst>
              </p:cNvPr>
              <p:cNvSpPr txBox="1">
                <a:spLocks noRot="1" noChangeAspect="1" noMove="1" noResize="1" noEditPoints="1" noAdjustHandles="1" noChangeArrowheads="1" noChangeShapeType="1" noTextEdit="1"/>
              </p:cNvSpPr>
              <p:nvPr/>
            </p:nvSpPr>
            <p:spPr>
              <a:xfrm>
                <a:off x="776834" y="2787167"/>
                <a:ext cx="2829966" cy="473078"/>
              </a:xfrm>
              <a:prstGeom prst="rect">
                <a:avLst/>
              </a:prstGeom>
              <a:blipFill>
                <a:blip r:embed="rId4"/>
                <a:stretch>
                  <a:fillRect b="-3846"/>
                </a:stretch>
              </a:blipFill>
            </p:spPr>
            <p:txBody>
              <a:bodyPr/>
              <a:lstStyle/>
              <a:p>
                <a:r>
                  <a:rPr lang="zh-CN" altLang="en-US">
                    <a:noFill/>
                  </a:rPr>
                  <a:t> </a:t>
                </a:r>
              </a:p>
            </p:txBody>
          </p:sp>
        </mc:Fallback>
      </mc:AlternateContent>
      <p:sp>
        <p:nvSpPr>
          <p:cNvPr id="22" name="文本框 21">
            <a:extLst>
              <a:ext uri="{FF2B5EF4-FFF2-40B4-BE49-F238E27FC236}">
                <a16:creationId xmlns:a16="http://schemas.microsoft.com/office/drawing/2014/main" id="{58BF4009-025D-BC24-F3C0-1524197611FA}"/>
              </a:ext>
            </a:extLst>
          </p:cNvPr>
          <p:cNvSpPr txBox="1"/>
          <p:nvPr/>
        </p:nvSpPr>
        <p:spPr>
          <a:xfrm>
            <a:off x="391960" y="3439520"/>
            <a:ext cx="5505964" cy="923330"/>
          </a:xfrm>
          <a:prstGeom prst="rect">
            <a:avLst/>
          </a:prstGeom>
          <a:noFill/>
        </p:spPr>
        <p:txBody>
          <a:bodyPr wrap="square">
            <a:spAutoFit/>
          </a:bodyPr>
          <a:lstStyle/>
          <a:p>
            <a:pPr marL="285750" indent="-285750">
              <a:buFont typeface="Wingdings" panose="05000000000000000000" pitchFamily="2" charset="2"/>
              <a:buChar char="Ø"/>
            </a:pPr>
            <a:r>
              <a:rPr lang="zh-CN" altLang="en-US" dirty="0">
                <a:solidFill>
                  <a:srgbClr val="268F9C"/>
                </a:solidFill>
                <a:latin typeface="+mn-ea"/>
              </a:rPr>
              <a:t>但是，这里有点问题，遍历每层时我们只对齐神经元的</a:t>
            </a:r>
            <a:r>
              <a:rPr lang="zh-CN" altLang="en-US" b="1" dirty="0">
                <a:solidFill>
                  <a:srgbClr val="268F9C"/>
                </a:solidFill>
                <a:latin typeface="+mn-ea"/>
              </a:rPr>
              <a:t>输入边权重</a:t>
            </a:r>
            <a:r>
              <a:rPr lang="zh-CN" altLang="en-US" dirty="0">
                <a:solidFill>
                  <a:srgbClr val="268F9C"/>
                </a:solidFill>
                <a:latin typeface="+mn-ea"/>
              </a:rPr>
              <a:t>，要</a:t>
            </a:r>
            <a:r>
              <a:rPr lang="zh-CN" altLang="en-US" b="1" dirty="0">
                <a:solidFill>
                  <a:srgbClr val="268F9C"/>
                </a:solidFill>
                <a:latin typeface="+mn-ea"/>
              </a:rPr>
              <a:t>对齐整个神经元</a:t>
            </a:r>
            <a:r>
              <a:rPr lang="zh-CN" altLang="en-US" dirty="0">
                <a:solidFill>
                  <a:srgbClr val="268F9C"/>
                </a:solidFill>
                <a:latin typeface="+mn-ea"/>
              </a:rPr>
              <a:t>我们还需要对齐</a:t>
            </a:r>
            <a:r>
              <a:rPr lang="zh-CN" altLang="en-US" b="1" dirty="0">
                <a:solidFill>
                  <a:srgbClr val="268F9C"/>
                </a:solidFill>
                <a:latin typeface="+mn-ea"/>
              </a:rPr>
              <a:t>输出边权重</a:t>
            </a:r>
            <a:endParaRPr lang="en-US" altLang="zh-CN" b="1" dirty="0">
              <a:solidFill>
                <a:srgbClr val="268F9C"/>
              </a:solidFill>
              <a:latin typeface="+mn-ea"/>
            </a:endParaRPr>
          </a:p>
        </p:txBody>
      </p:sp>
      <p:sp>
        <p:nvSpPr>
          <p:cNvPr id="2" name="文本框 1">
            <a:extLst>
              <a:ext uri="{FF2B5EF4-FFF2-40B4-BE49-F238E27FC236}">
                <a16:creationId xmlns:a16="http://schemas.microsoft.com/office/drawing/2014/main" id="{FB983247-F907-9033-DC05-A69232AACB8F}"/>
              </a:ext>
            </a:extLst>
          </p:cNvPr>
          <p:cNvSpPr txBox="1"/>
          <p:nvPr/>
        </p:nvSpPr>
        <p:spPr>
          <a:xfrm>
            <a:off x="10907486" y="6449406"/>
            <a:ext cx="953142" cy="338554"/>
          </a:xfrm>
          <a:prstGeom prst="rect">
            <a:avLst/>
          </a:prstGeom>
          <a:noFill/>
        </p:spPr>
        <p:txBody>
          <a:bodyPr wrap="square">
            <a:spAutoFit/>
          </a:bodyPr>
          <a:lstStyle/>
          <a:p>
            <a:r>
              <a:rPr lang="en-US" altLang="zh-CN" sz="1600" b="1" dirty="0">
                <a:solidFill>
                  <a:schemeClr val="bg1">
                    <a:lumMod val="50000"/>
                  </a:schemeClr>
                </a:solidFill>
                <a:latin typeface="+mn-ea"/>
              </a:rPr>
              <a:t>11/21</a:t>
            </a:r>
            <a:endParaRPr lang="zh-CN" altLang="en-US" sz="1600" b="1" dirty="0">
              <a:solidFill>
                <a:schemeClr val="bg1">
                  <a:lumMod val="50000"/>
                </a:schemeClr>
              </a:solidFill>
            </a:endParaRPr>
          </a:p>
        </p:txBody>
      </p:sp>
    </p:spTree>
    <p:extLst>
      <p:ext uri="{BB962C8B-B14F-4D97-AF65-F5344CB8AC3E}">
        <p14:creationId xmlns:p14="http://schemas.microsoft.com/office/powerpoint/2010/main" val="10126396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589" name="椭圆 588">
            <a:extLst>
              <a:ext uri="{FF2B5EF4-FFF2-40B4-BE49-F238E27FC236}">
                <a16:creationId xmlns:a16="http://schemas.microsoft.com/office/drawing/2014/main" id="{B632698A-2075-4058-C6A9-3BE038F10D27}"/>
              </a:ext>
            </a:extLst>
          </p:cNvPr>
          <p:cNvSpPr/>
          <p:nvPr/>
        </p:nvSpPr>
        <p:spPr>
          <a:xfrm>
            <a:off x="7863545" y="3564885"/>
            <a:ext cx="184890" cy="252392"/>
          </a:xfrm>
          <a:prstGeom prst="ellipse">
            <a:avLst/>
          </a:prstGeom>
          <a:solidFill>
            <a:srgbClr val="FFC00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90" name="椭圆 589">
            <a:extLst>
              <a:ext uri="{FF2B5EF4-FFF2-40B4-BE49-F238E27FC236}">
                <a16:creationId xmlns:a16="http://schemas.microsoft.com/office/drawing/2014/main" id="{6B60765C-6407-CFBF-3C34-B3863161470A}"/>
              </a:ext>
            </a:extLst>
          </p:cNvPr>
          <p:cNvSpPr/>
          <p:nvPr/>
        </p:nvSpPr>
        <p:spPr>
          <a:xfrm>
            <a:off x="7861569" y="2795745"/>
            <a:ext cx="184890" cy="252392"/>
          </a:xfrm>
          <a:prstGeom prst="ellipse">
            <a:avLst/>
          </a:prstGeom>
          <a:solidFill>
            <a:srgbClr val="F84AEC"/>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91" name="椭圆 590">
            <a:extLst>
              <a:ext uri="{FF2B5EF4-FFF2-40B4-BE49-F238E27FC236}">
                <a16:creationId xmlns:a16="http://schemas.microsoft.com/office/drawing/2014/main" id="{881FFE83-7E4E-27BF-7E83-A73BB9645812}"/>
              </a:ext>
            </a:extLst>
          </p:cNvPr>
          <p:cNvSpPr/>
          <p:nvPr/>
        </p:nvSpPr>
        <p:spPr>
          <a:xfrm>
            <a:off x="7870815" y="2016060"/>
            <a:ext cx="184890" cy="252392"/>
          </a:xfrm>
          <a:prstGeom prst="ellipse">
            <a:avLst/>
          </a:prstGeom>
          <a:solidFill>
            <a:srgbClr val="1AE43C"/>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87" name="椭圆 586">
            <a:extLst>
              <a:ext uri="{FF2B5EF4-FFF2-40B4-BE49-F238E27FC236}">
                <a16:creationId xmlns:a16="http://schemas.microsoft.com/office/drawing/2014/main" id="{31BB44A1-DC2C-7943-DCAE-38BA52372858}"/>
              </a:ext>
            </a:extLst>
          </p:cNvPr>
          <p:cNvSpPr/>
          <p:nvPr/>
        </p:nvSpPr>
        <p:spPr>
          <a:xfrm>
            <a:off x="6431932" y="2400617"/>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88" name="椭圆 587">
            <a:extLst>
              <a:ext uri="{FF2B5EF4-FFF2-40B4-BE49-F238E27FC236}">
                <a16:creationId xmlns:a16="http://schemas.microsoft.com/office/drawing/2014/main" id="{973FFBAD-BF81-DB6C-0907-7C8135FED613}"/>
              </a:ext>
            </a:extLst>
          </p:cNvPr>
          <p:cNvSpPr/>
          <p:nvPr/>
        </p:nvSpPr>
        <p:spPr>
          <a:xfrm>
            <a:off x="6431932" y="3174568"/>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85" name="椭圆 584">
            <a:extLst>
              <a:ext uri="{FF2B5EF4-FFF2-40B4-BE49-F238E27FC236}">
                <a16:creationId xmlns:a16="http://schemas.microsoft.com/office/drawing/2014/main" id="{8E90CE08-9FE4-0C7A-867A-CD4E06C36AD7}"/>
              </a:ext>
            </a:extLst>
          </p:cNvPr>
          <p:cNvSpPr/>
          <p:nvPr/>
        </p:nvSpPr>
        <p:spPr>
          <a:xfrm>
            <a:off x="8578364" y="3174568"/>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86" name="椭圆 585">
            <a:extLst>
              <a:ext uri="{FF2B5EF4-FFF2-40B4-BE49-F238E27FC236}">
                <a16:creationId xmlns:a16="http://schemas.microsoft.com/office/drawing/2014/main" id="{4C6F5694-1AF2-8B0D-82C6-7C6F9440502C}"/>
              </a:ext>
            </a:extLst>
          </p:cNvPr>
          <p:cNvSpPr/>
          <p:nvPr/>
        </p:nvSpPr>
        <p:spPr>
          <a:xfrm>
            <a:off x="8587042" y="2400617"/>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61" name="椭圆 560">
            <a:extLst>
              <a:ext uri="{FF2B5EF4-FFF2-40B4-BE49-F238E27FC236}">
                <a16:creationId xmlns:a16="http://schemas.microsoft.com/office/drawing/2014/main" id="{2225968A-0DD6-7F17-9348-6455C86782DC}"/>
              </a:ext>
            </a:extLst>
          </p:cNvPr>
          <p:cNvSpPr/>
          <p:nvPr/>
        </p:nvSpPr>
        <p:spPr>
          <a:xfrm>
            <a:off x="7146751" y="2787167"/>
            <a:ext cx="184890" cy="252392"/>
          </a:xfrm>
          <a:prstGeom prst="ellipse">
            <a:avLst/>
          </a:prstGeom>
          <a:solidFill>
            <a:srgbClr val="C0000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62" name="椭圆 561">
            <a:extLst>
              <a:ext uri="{FF2B5EF4-FFF2-40B4-BE49-F238E27FC236}">
                <a16:creationId xmlns:a16="http://schemas.microsoft.com/office/drawing/2014/main" id="{D5B395B3-F367-1977-830E-F5FA39F5022E}"/>
              </a:ext>
            </a:extLst>
          </p:cNvPr>
          <p:cNvSpPr/>
          <p:nvPr/>
        </p:nvSpPr>
        <p:spPr>
          <a:xfrm>
            <a:off x="7158371" y="2007482"/>
            <a:ext cx="184890" cy="252392"/>
          </a:xfrm>
          <a:prstGeom prst="ellipse">
            <a:avLst/>
          </a:prstGeom>
          <a:solidFill>
            <a:srgbClr val="00B0F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63" name="椭圆 562">
            <a:extLst>
              <a:ext uri="{FF2B5EF4-FFF2-40B4-BE49-F238E27FC236}">
                <a16:creationId xmlns:a16="http://schemas.microsoft.com/office/drawing/2014/main" id="{7A544B26-2EFC-56C9-3445-04DC9E75AAE0}"/>
              </a:ext>
            </a:extLst>
          </p:cNvPr>
          <p:cNvSpPr/>
          <p:nvPr/>
        </p:nvSpPr>
        <p:spPr>
          <a:xfrm>
            <a:off x="7156448" y="3560119"/>
            <a:ext cx="184890" cy="252392"/>
          </a:xfrm>
          <a:prstGeom prst="ellipse">
            <a:avLst/>
          </a:prstGeom>
          <a:solidFill>
            <a:schemeClr val="accent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cxnSp>
        <p:nvCxnSpPr>
          <p:cNvPr id="564" name="直接箭头连接符 563">
            <a:extLst>
              <a:ext uri="{FF2B5EF4-FFF2-40B4-BE49-F238E27FC236}">
                <a16:creationId xmlns:a16="http://schemas.microsoft.com/office/drawing/2014/main" id="{B028D62C-0473-F366-3660-75346756308C}"/>
              </a:ext>
            </a:extLst>
          </p:cNvPr>
          <p:cNvCxnSpPr>
            <a:cxnSpLocks/>
            <a:stCxn id="587" idx="6"/>
            <a:endCxn id="561" idx="2"/>
          </p:cNvCxnSpPr>
          <p:nvPr/>
        </p:nvCxnSpPr>
        <p:spPr>
          <a:xfrm>
            <a:off x="6616822" y="2526813"/>
            <a:ext cx="529929" cy="386550"/>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65" name="直接箭头连接符 564">
            <a:extLst>
              <a:ext uri="{FF2B5EF4-FFF2-40B4-BE49-F238E27FC236}">
                <a16:creationId xmlns:a16="http://schemas.microsoft.com/office/drawing/2014/main" id="{E468FF02-7DAE-F765-70FE-1F245EAEAA3C}"/>
              </a:ext>
            </a:extLst>
          </p:cNvPr>
          <p:cNvCxnSpPr>
            <a:cxnSpLocks/>
            <a:stCxn id="587" idx="6"/>
            <a:endCxn id="563" idx="2"/>
          </p:cNvCxnSpPr>
          <p:nvPr/>
        </p:nvCxnSpPr>
        <p:spPr>
          <a:xfrm>
            <a:off x="6616822" y="2526813"/>
            <a:ext cx="539626" cy="115950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66" name="直接箭头连接符 565">
            <a:extLst>
              <a:ext uri="{FF2B5EF4-FFF2-40B4-BE49-F238E27FC236}">
                <a16:creationId xmlns:a16="http://schemas.microsoft.com/office/drawing/2014/main" id="{1FDC8C32-D57F-FC3C-69E1-E66731A1E876}"/>
              </a:ext>
            </a:extLst>
          </p:cNvPr>
          <p:cNvCxnSpPr>
            <a:cxnSpLocks/>
            <a:stCxn id="587" idx="6"/>
            <a:endCxn id="562" idx="2"/>
          </p:cNvCxnSpPr>
          <p:nvPr/>
        </p:nvCxnSpPr>
        <p:spPr>
          <a:xfrm flipV="1">
            <a:off x="6616822" y="2133678"/>
            <a:ext cx="541549" cy="39313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67" name="直接箭头连接符 566">
            <a:extLst>
              <a:ext uri="{FF2B5EF4-FFF2-40B4-BE49-F238E27FC236}">
                <a16:creationId xmlns:a16="http://schemas.microsoft.com/office/drawing/2014/main" id="{390C868A-0D33-88DD-74D4-649B39103873}"/>
              </a:ext>
            </a:extLst>
          </p:cNvPr>
          <p:cNvCxnSpPr>
            <a:cxnSpLocks/>
            <a:stCxn id="588" idx="6"/>
            <a:endCxn id="561" idx="2"/>
          </p:cNvCxnSpPr>
          <p:nvPr/>
        </p:nvCxnSpPr>
        <p:spPr>
          <a:xfrm flipV="1">
            <a:off x="6616822" y="2913363"/>
            <a:ext cx="529929" cy="387401"/>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68" name="直接箭头连接符 567">
            <a:extLst>
              <a:ext uri="{FF2B5EF4-FFF2-40B4-BE49-F238E27FC236}">
                <a16:creationId xmlns:a16="http://schemas.microsoft.com/office/drawing/2014/main" id="{9184E912-6B01-9754-AA21-0558ED31F50B}"/>
              </a:ext>
            </a:extLst>
          </p:cNvPr>
          <p:cNvCxnSpPr>
            <a:cxnSpLocks/>
            <a:stCxn id="588" idx="6"/>
            <a:endCxn id="563" idx="2"/>
          </p:cNvCxnSpPr>
          <p:nvPr/>
        </p:nvCxnSpPr>
        <p:spPr>
          <a:xfrm>
            <a:off x="6616822" y="3300764"/>
            <a:ext cx="539626" cy="385551"/>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69" name="直接箭头连接符 568">
            <a:extLst>
              <a:ext uri="{FF2B5EF4-FFF2-40B4-BE49-F238E27FC236}">
                <a16:creationId xmlns:a16="http://schemas.microsoft.com/office/drawing/2014/main" id="{06B15900-7914-1253-13E8-16AC8D1F9678}"/>
              </a:ext>
            </a:extLst>
          </p:cNvPr>
          <p:cNvCxnSpPr>
            <a:cxnSpLocks/>
            <a:stCxn id="588" idx="6"/>
            <a:endCxn id="562" idx="2"/>
          </p:cNvCxnSpPr>
          <p:nvPr/>
        </p:nvCxnSpPr>
        <p:spPr>
          <a:xfrm flipV="1">
            <a:off x="6616822" y="2133678"/>
            <a:ext cx="541549" cy="116708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70" name="直接箭头连接符 569">
            <a:extLst>
              <a:ext uri="{FF2B5EF4-FFF2-40B4-BE49-F238E27FC236}">
                <a16:creationId xmlns:a16="http://schemas.microsoft.com/office/drawing/2014/main" id="{AC553884-0B56-3FD7-6A3A-BDC8094F90F0}"/>
              </a:ext>
            </a:extLst>
          </p:cNvPr>
          <p:cNvCxnSpPr>
            <a:cxnSpLocks/>
            <a:stCxn id="562" idx="6"/>
            <a:endCxn id="589" idx="2"/>
          </p:cNvCxnSpPr>
          <p:nvPr/>
        </p:nvCxnSpPr>
        <p:spPr>
          <a:xfrm>
            <a:off x="7343261" y="2133678"/>
            <a:ext cx="520284" cy="1557403"/>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71" name="直接箭头连接符 570">
            <a:extLst>
              <a:ext uri="{FF2B5EF4-FFF2-40B4-BE49-F238E27FC236}">
                <a16:creationId xmlns:a16="http://schemas.microsoft.com/office/drawing/2014/main" id="{978CB691-B206-3915-2444-12C56E73D601}"/>
              </a:ext>
            </a:extLst>
          </p:cNvPr>
          <p:cNvCxnSpPr>
            <a:cxnSpLocks/>
            <a:stCxn id="562" idx="6"/>
            <a:endCxn id="591" idx="2"/>
          </p:cNvCxnSpPr>
          <p:nvPr/>
        </p:nvCxnSpPr>
        <p:spPr>
          <a:xfrm>
            <a:off x="7343261" y="2133678"/>
            <a:ext cx="527554" cy="8578"/>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72" name="直接箭头连接符 571">
            <a:extLst>
              <a:ext uri="{FF2B5EF4-FFF2-40B4-BE49-F238E27FC236}">
                <a16:creationId xmlns:a16="http://schemas.microsoft.com/office/drawing/2014/main" id="{469ED695-41A0-D0A2-1C9C-EEF171257DD3}"/>
              </a:ext>
            </a:extLst>
          </p:cNvPr>
          <p:cNvCxnSpPr>
            <a:cxnSpLocks/>
            <a:stCxn id="562" idx="6"/>
            <a:endCxn id="590" idx="2"/>
          </p:cNvCxnSpPr>
          <p:nvPr/>
        </p:nvCxnSpPr>
        <p:spPr>
          <a:xfrm>
            <a:off x="7343261" y="2133678"/>
            <a:ext cx="518308" cy="788263"/>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73" name="直接连接符 572">
            <a:extLst>
              <a:ext uri="{FF2B5EF4-FFF2-40B4-BE49-F238E27FC236}">
                <a16:creationId xmlns:a16="http://schemas.microsoft.com/office/drawing/2014/main" id="{5ED6CA3C-4344-15DA-C7C9-E5FF7B502EE8}"/>
              </a:ext>
            </a:extLst>
          </p:cNvPr>
          <p:cNvCxnSpPr>
            <a:cxnSpLocks/>
            <a:stCxn id="561" idx="6"/>
            <a:endCxn id="590" idx="2"/>
          </p:cNvCxnSpPr>
          <p:nvPr/>
        </p:nvCxnSpPr>
        <p:spPr>
          <a:xfrm>
            <a:off x="7331641" y="2913363"/>
            <a:ext cx="529928" cy="857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74" name="直接箭头连接符 573">
            <a:extLst>
              <a:ext uri="{FF2B5EF4-FFF2-40B4-BE49-F238E27FC236}">
                <a16:creationId xmlns:a16="http://schemas.microsoft.com/office/drawing/2014/main" id="{40368328-2052-A223-2469-91FEBC267917}"/>
              </a:ext>
            </a:extLst>
          </p:cNvPr>
          <p:cNvCxnSpPr>
            <a:cxnSpLocks/>
            <a:stCxn id="561" idx="6"/>
            <a:endCxn id="589" idx="2"/>
          </p:cNvCxnSpPr>
          <p:nvPr/>
        </p:nvCxnSpPr>
        <p:spPr>
          <a:xfrm>
            <a:off x="7331641" y="2913363"/>
            <a:ext cx="531904" cy="777718"/>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75" name="直接箭头连接符 574">
            <a:extLst>
              <a:ext uri="{FF2B5EF4-FFF2-40B4-BE49-F238E27FC236}">
                <a16:creationId xmlns:a16="http://schemas.microsoft.com/office/drawing/2014/main" id="{DCA88736-64B4-8A50-BAD3-D4FF208D87AC}"/>
              </a:ext>
            </a:extLst>
          </p:cNvPr>
          <p:cNvCxnSpPr>
            <a:cxnSpLocks/>
            <a:stCxn id="561" idx="6"/>
            <a:endCxn id="591" idx="2"/>
          </p:cNvCxnSpPr>
          <p:nvPr/>
        </p:nvCxnSpPr>
        <p:spPr>
          <a:xfrm flipV="1">
            <a:off x="7331641" y="2142256"/>
            <a:ext cx="539174" cy="77110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76" name="直接箭头连接符 575">
            <a:extLst>
              <a:ext uri="{FF2B5EF4-FFF2-40B4-BE49-F238E27FC236}">
                <a16:creationId xmlns:a16="http://schemas.microsoft.com/office/drawing/2014/main" id="{5E1FB814-DF42-D5FD-6B7C-460BA7BDDE32}"/>
              </a:ext>
            </a:extLst>
          </p:cNvPr>
          <p:cNvCxnSpPr>
            <a:cxnSpLocks/>
            <a:stCxn id="563" idx="6"/>
            <a:endCxn id="589" idx="2"/>
          </p:cNvCxnSpPr>
          <p:nvPr/>
        </p:nvCxnSpPr>
        <p:spPr>
          <a:xfrm>
            <a:off x="7341338" y="3686315"/>
            <a:ext cx="522207" cy="476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77" name="直接箭头连接符 576">
            <a:extLst>
              <a:ext uri="{FF2B5EF4-FFF2-40B4-BE49-F238E27FC236}">
                <a16:creationId xmlns:a16="http://schemas.microsoft.com/office/drawing/2014/main" id="{49524C63-8222-6B4F-D35E-344751DACC40}"/>
              </a:ext>
            </a:extLst>
          </p:cNvPr>
          <p:cNvCxnSpPr>
            <a:cxnSpLocks/>
            <a:stCxn id="563" idx="6"/>
            <a:endCxn id="591" idx="2"/>
          </p:cNvCxnSpPr>
          <p:nvPr/>
        </p:nvCxnSpPr>
        <p:spPr>
          <a:xfrm flipV="1">
            <a:off x="7341338" y="2142256"/>
            <a:ext cx="529477" cy="1544059"/>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78" name="直接箭头连接符 577">
            <a:extLst>
              <a:ext uri="{FF2B5EF4-FFF2-40B4-BE49-F238E27FC236}">
                <a16:creationId xmlns:a16="http://schemas.microsoft.com/office/drawing/2014/main" id="{868D4544-23A8-0182-B003-87DAFDE7EBDC}"/>
              </a:ext>
            </a:extLst>
          </p:cNvPr>
          <p:cNvCxnSpPr>
            <a:cxnSpLocks/>
            <a:stCxn id="563" idx="6"/>
            <a:endCxn id="590" idx="2"/>
          </p:cNvCxnSpPr>
          <p:nvPr/>
        </p:nvCxnSpPr>
        <p:spPr>
          <a:xfrm flipV="1">
            <a:off x="7341338" y="2921941"/>
            <a:ext cx="520231" cy="764374"/>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79" name="直接箭头连接符 578">
            <a:extLst>
              <a:ext uri="{FF2B5EF4-FFF2-40B4-BE49-F238E27FC236}">
                <a16:creationId xmlns:a16="http://schemas.microsoft.com/office/drawing/2014/main" id="{56EB93B6-F9B2-8F8E-DAD0-2D5F1B663F1C}"/>
              </a:ext>
            </a:extLst>
          </p:cNvPr>
          <p:cNvCxnSpPr>
            <a:cxnSpLocks/>
            <a:stCxn id="589" idx="6"/>
            <a:endCxn id="586" idx="2"/>
          </p:cNvCxnSpPr>
          <p:nvPr/>
        </p:nvCxnSpPr>
        <p:spPr>
          <a:xfrm flipV="1">
            <a:off x="8048435" y="2526813"/>
            <a:ext cx="538607" cy="1164268"/>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80" name="直接箭头连接符 579">
            <a:extLst>
              <a:ext uri="{FF2B5EF4-FFF2-40B4-BE49-F238E27FC236}">
                <a16:creationId xmlns:a16="http://schemas.microsoft.com/office/drawing/2014/main" id="{E6C4E018-515E-59BF-DD4F-780802D21008}"/>
              </a:ext>
            </a:extLst>
          </p:cNvPr>
          <p:cNvCxnSpPr>
            <a:cxnSpLocks/>
            <a:stCxn id="589" idx="6"/>
            <a:endCxn id="585" idx="2"/>
          </p:cNvCxnSpPr>
          <p:nvPr/>
        </p:nvCxnSpPr>
        <p:spPr>
          <a:xfrm flipV="1">
            <a:off x="8048435" y="3300764"/>
            <a:ext cx="529929" cy="39031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81" name="直接箭头连接符 580">
            <a:extLst>
              <a:ext uri="{FF2B5EF4-FFF2-40B4-BE49-F238E27FC236}">
                <a16:creationId xmlns:a16="http://schemas.microsoft.com/office/drawing/2014/main" id="{CB70A5E8-768E-6A1C-F406-BD439E49E081}"/>
              </a:ext>
            </a:extLst>
          </p:cNvPr>
          <p:cNvCxnSpPr>
            <a:cxnSpLocks/>
            <a:stCxn id="590" idx="6"/>
            <a:endCxn id="586" idx="2"/>
          </p:cNvCxnSpPr>
          <p:nvPr/>
        </p:nvCxnSpPr>
        <p:spPr>
          <a:xfrm flipV="1">
            <a:off x="8046459" y="2526814"/>
            <a:ext cx="540583" cy="39512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82" name="直接箭头连接符 581">
            <a:extLst>
              <a:ext uri="{FF2B5EF4-FFF2-40B4-BE49-F238E27FC236}">
                <a16:creationId xmlns:a16="http://schemas.microsoft.com/office/drawing/2014/main" id="{3222F679-1624-13DA-CFBE-316E1C12B89D}"/>
              </a:ext>
            </a:extLst>
          </p:cNvPr>
          <p:cNvCxnSpPr>
            <a:cxnSpLocks/>
            <a:stCxn id="590" idx="6"/>
            <a:endCxn id="585" idx="2"/>
          </p:cNvCxnSpPr>
          <p:nvPr/>
        </p:nvCxnSpPr>
        <p:spPr>
          <a:xfrm>
            <a:off x="8046459" y="2921941"/>
            <a:ext cx="531904" cy="378824"/>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83" name="直接箭头连接符 582">
            <a:extLst>
              <a:ext uri="{FF2B5EF4-FFF2-40B4-BE49-F238E27FC236}">
                <a16:creationId xmlns:a16="http://schemas.microsoft.com/office/drawing/2014/main" id="{D5731173-85DB-C222-DE75-46CFC9D3BDB6}"/>
              </a:ext>
            </a:extLst>
          </p:cNvPr>
          <p:cNvCxnSpPr>
            <a:cxnSpLocks/>
            <a:stCxn id="591" idx="6"/>
            <a:endCxn id="586" idx="2"/>
          </p:cNvCxnSpPr>
          <p:nvPr/>
        </p:nvCxnSpPr>
        <p:spPr>
          <a:xfrm>
            <a:off x="8055705" y="2142256"/>
            <a:ext cx="531337" cy="38455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84" name="直接箭头连接符 583">
            <a:extLst>
              <a:ext uri="{FF2B5EF4-FFF2-40B4-BE49-F238E27FC236}">
                <a16:creationId xmlns:a16="http://schemas.microsoft.com/office/drawing/2014/main" id="{48A6FD88-5207-A4B9-71D0-09FF26DFFB3B}"/>
              </a:ext>
            </a:extLst>
          </p:cNvPr>
          <p:cNvCxnSpPr>
            <a:cxnSpLocks/>
            <a:stCxn id="591" idx="6"/>
            <a:endCxn id="585" idx="2"/>
          </p:cNvCxnSpPr>
          <p:nvPr/>
        </p:nvCxnSpPr>
        <p:spPr>
          <a:xfrm>
            <a:off x="8055705" y="2142256"/>
            <a:ext cx="522659" cy="1158508"/>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3" name="标题 4">
            <a:extLst>
              <a:ext uri="{FF2B5EF4-FFF2-40B4-BE49-F238E27FC236}">
                <a16:creationId xmlns:a16="http://schemas.microsoft.com/office/drawing/2014/main" id="{9436878A-C9CA-2FAE-74B5-A11616112B9E}"/>
              </a:ext>
            </a:extLst>
          </p:cNvPr>
          <p:cNvSpPr txBox="1"/>
          <p:nvPr/>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3</a:t>
            </a:r>
            <a:r>
              <a:rPr kumimoji="0" lang="en-US" altLang="zh-CN"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a:t>
            </a:r>
            <a:r>
              <a:rPr lang="zh-CN" altLang="en-US" sz="2800" dirty="0">
                <a:solidFill>
                  <a:srgbClr val="000000">
                    <a:lumMod val="75000"/>
                    <a:lumOff val="25000"/>
                  </a:srgbClr>
                </a:solidFill>
              </a:rPr>
              <a:t>权重对齐</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554" name="椭圆 553">
            <a:extLst>
              <a:ext uri="{FF2B5EF4-FFF2-40B4-BE49-F238E27FC236}">
                <a16:creationId xmlns:a16="http://schemas.microsoft.com/office/drawing/2014/main" id="{0CA663CA-FC79-9896-E1C2-E63DDBD28DE3}"/>
              </a:ext>
            </a:extLst>
          </p:cNvPr>
          <p:cNvSpPr/>
          <p:nvPr/>
        </p:nvSpPr>
        <p:spPr>
          <a:xfrm>
            <a:off x="10832238" y="2014215"/>
            <a:ext cx="184890" cy="252392"/>
          </a:xfrm>
          <a:prstGeom prst="ellipse">
            <a:avLst/>
          </a:prstGeom>
          <a:solidFill>
            <a:srgbClr val="1AE43C"/>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55" name="椭圆 554">
            <a:extLst>
              <a:ext uri="{FF2B5EF4-FFF2-40B4-BE49-F238E27FC236}">
                <a16:creationId xmlns:a16="http://schemas.microsoft.com/office/drawing/2014/main" id="{4437306C-413C-64A3-9036-89006358D25A}"/>
              </a:ext>
            </a:extLst>
          </p:cNvPr>
          <p:cNvSpPr/>
          <p:nvPr/>
        </p:nvSpPr>
        <p:spPr>
          <a:xfrm>
            <a:off x="10830262" y="2795319"/>
            <a:ext cx="184890" cy="252392"/>
          </a:xfrm>
          <a:prstGeom prst="ellipse">
            <a:avLst/>
          </a:prstGeom>
          <a:solidFill>
            <a:srgbClr val="F84AEC"/>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56" name="椭圆 555">
            <a:extLst>
              <a:ext uri="{FF2B5EF4-FFF2-40B4-BE49-F238E27FC236}">
                <a16:creationId xmlns:a16="http://schemas.microsoft.com/office/drawing/2014/main" id="{AF2C5100-59C2-1F76-EDA4-6352883C56A0}"/>
              </a:ext>
            </a:extLst>
          </p:cNvPr>
          <p:cNvSpPr/>
          <p:nvPr/>
        </p:nvSpPr>
        <p:spPr>
          <a:xfrm>
            <a:off x="10830262" y="3560119"/>
            <a:ext cx="184890" cy="252392"/>
          </a:xfrm>
          <a:prstGeom prst="ellipse">
            <a:avLst/>
          </a:prstGeom>
          <a:solidFill>
            <a:srgbClr val="FFC00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52" name="椭圆 551">
            <a:extLst>
              <a:ext uri="{FF2B5EF4-FFF2-40B4-BE49-F238E27FC236}">
                <a16:creationId xmlns:a16="http://schemas.microsoft.com/office/drawing/2014/main" id="{F5AC8A71-0F18-55B0-93DA-D94BE41BED82}"/>
              </a:ext>
            </a:extLst>
          </p:cNvPr>
          <p:cNvSpPr/>
          <p:nvPr/>
        </p:nvSpPr>
        <p:spPr>
          <a:xfrm>
            <a:off x="9400625" y="2400191"/>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53" name="椭圆 552">
            <a:extLst>
              <a:ext uri="{FF2B5EF4-FFF2-40B4-BE49-F238E27FC236}">
                <a16:creationId xmlns:a16="http://schemas.microsoft.com/office/drawing/2014/main" id="{C5CA4866-B181-B7E9-8000-EB79DD83403F}"/>
              </a:ext>
            </a:extLst>
          </p:cNvPr>
          <p:cNvSpPr/>
          <p:nvPr/>
        </p:nvSpPr>
        <p:spPr>
          <a:xfrm>
            <a:off x="9400625" y="3174142"/>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50" name="椭圆 549">
            <a:extLst>
              <a:ext uri="{FF2B5EF4-FFF2-40B4-BE49-F238E27FC236}">
                <a16:creationId xmlns:a16="http://schemas.microsoft.com/office/drawing/2014/main" id="{0F40E5EA-9E62-6380-9EE0-1703BED56F04}"/>
              </a:ext>
            </a:extLst>
          </p:cNvPr>
          <p:cNvSpPr/>
          <p:nvPr/>
        </p:nvSpPr>
        <p:spPr>
          <a:xfrm>
            <a:off x="11547057" y="3174142"/>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51" name="椭圆 550">
            <a:extLst>
              <a:ext uri="{FF2B5EF4-FFF2-40B4-BE49-F238E27FC236}">
                <a16:creationId xmlns:a16="http://schemas.microsoft.com/office/drawing/2014/main" id="{932BC522-808E-2EB6-978F-33A955EE5057}"/>
              </a:ext>
            </a:extLst>
          </p:cNvPr>
          <p:cNvSpPr/>
          <p:nvPr/>
        </p:nvSpPr>
        <p:spPr>
          <a:xfrm>
            <a:off x="11555735" y="2400191"/>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26" name="椭圆 525">
            <a:extLst>
              <a:ext uri="{FF2B5EF4-FFF2-40B4-BE49-F238E27FC236}">
                <a16:creationId xmlns:a16="http://schemas.microsoft.com/office/drawing/2014/main" id="{B07D4960-B7B8-6F64-B7C1-4BF4FD8BFB11}"/>
              </a:ext>
            </a:extLst>
          </p:cNvPr>
          <p:cNvSpPr/>
          <p:nvPr/>
        </p:nvSpPr>
        <p:spPr>
          <a:xfrm>
            <a:off x="10115444" y="2013363"/>
            <a:ext cx="184890" cy="252392"/>
          </a:xfrm>
          <a:prstGeom prst="ellipse">
            <a:avLst/>
          </a:prstGeom>
          <a:solidFill>
            <a:schemeClr val="accent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27" name="椭圆 526">
            <a:extLst>
              <a:ext uri="{FF2B5EF4-FFF2-40B4-BE49-F238E27FC236}">
                <a16:creationId xmlns:a16="http://schemas.microsoft.com/office/drawing/2014/main" id="{6A93434F-4E22-98B4-6440-E96B318CD41E}"/>
              </a:ext>
            </a:extLst>
          </p:cNvPr>
          <p:cNvSpPr/>
          <p:nvPr/>
        </p:nvSpPr>
        <p:spPr>
          <a:xfrm>
            <a:off x="10115444" y="3560971"/>
            <a:ext cx="184890" cy="252392"/>
          </a:xfrm>
          <a:prstGeom prst="ellipse">
            <a:avLst/>
          </a:prstGeom>
          <a:solidFill>
            <a:srgbClr val="C0000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28" name="椭圆 527">
            <a:extLst>
              <a:ext uri="{FF2B5EF4-FFF2-40B4-BE49-F238E27FC236}">
                <a16:creationId xmlns:a16="http://schemas.microsoft.com/office/drawing/2014/main" id="{8C49DEBB-4953-D140-9DE8-5E2C62692B20}"/>
              </a:ext>
            </a:extLst>
          </p:cNvPr>
          <p:cNvSpPr/>
          <p:nvPr/>
        </p:nvSpPr>
        <p:spPr>
          <a:xfrm>
            <a:off x="10115444" y="2787167"/>
            <a:ext cx="184890" cy="252392"/>
          </a:xfrm>
          <a:prstGeom prst="ellipse">
            <a:avLst/>
          </a:prstGeom>
          <a:solidFill>
            <a:srgbClr val="00B0F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cxnSp>
        <p:nvCxnSpPr>
          <p:cNvPr id="529" name="直接箭头连接符 528">
            <a:extLst>
              <a:ext uri="{FF2B5EF4-FFF2-40B4-BE49-F238E27FC236}">
                <a16:creationId xmlns:a16="http://schemas.microsoft.com/office/drawing/2014/main" id="{D40519FC-CD76-0CEF-DA6C-1B4C4A5C669A}"/>
              </a:ext>
            </a:extLst>
          </p:cNvPr>
          <p:cNvCxnSpPr>
            <a:cxnSpLocks/>
            <a:stCxn id="552" idx="6"/>
            <a:endCxn id="526" idx="2"/>
          </p:cNvCxnSpPr>
          <p:nvPr/>
        </p:nvCxnSpPr>
        <p:spPr>
          <a:xfrm flipV="1">
            <a:off x="9585515" y="2139559"/>
            <a:ext cx="529928" cy="386828"/>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30" name="直接箭头连接符 529">
            <a:extLst>
              <a:ext uri="{FF2B5EF4-FFF2-40B4-BE49-F238E27FC236}">
                <a16:creationId xmlns:a16="http://schemas.microsoft.com/office/drawing/2014/main" id="{D68C6F28-536D-EED6-E5B5-4BAD3A77AE60}"/>
              </a:ext>
            </a:extLst>
          </p:cNvPr>
          <p:cNvCxnSpPr>
            <a:cxnSpLocks/>
            <a:stCxn id="552" idx="6"/>
            <a:endCxn id="528" idx="2"/>
          </p:cNvCxnSpPr>
          <p:nvPr/>
        </p:nvCxnSpPr>
        <p:spPr>
          <a:xfrm>
            <a:off x="9585515" y="2526388"/>
            <a:ext cx="529928" cy="38697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31" name="直接箭头连接符 530">
            <a:extLst>
              <a:ext uri="{FF2B5EF4-FFF2-40B4-BE49-F238E27FC236}">
                <a16:creationId xmlns:a16="http://schemas.microsoft.com/office/drawing/2014/main" id="{38C42B11-E624-85EB-3110-5928EA0C3892}"/>
              </a:ext>
            </a:extLst>
          </p:cNvPr>
          <p:cNvCxnSpPr>
            <a:cxnSpLocks/>
            <a:stCxn id="552" idx="6"/>
            <a:endCxn id="527" idx="2"/>
          </p:cNvCxnSpPr>
          <p:nvPr/>
        </p:nvCxnSpPr>
        <p:spPr>
          <a:xfrm>
            <a:off x="9585515" y="2526388"/>
            <a:ext cx="529928" cy="1160779"/>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32" name="直接箭头连接符 531">
            <a:extLst>
              <a:ext uri="{FF2B5EF4-FFF2-40B4-BE49-F238E27FC236}">
                <a16:creationId xmlns:a16="http://schemas.microsoft.com/office/drawing/2014/main" id="{9A94FB74-849C-640B-6C45-39D4D68533AC}"/>
              </a:ext>
            </a:extLst>
          </p:cNvPr>
          <p:cNvCxnSpPr>
            <a:cxnSpLocks/>
            <a:stCxn id="553" idx="6"/>
            <a:endCxn id="526" idx="2"/>
          </p:cNvCxnSpPr>
          <p:nvPr/>
        </p:nvCxnSpPr>
        <p:spPr>
          <a:xfrm flipV="1">
            <a:off x="9585515" y="2139559"/>
            <a:ext cx="529928" cy="1160779"/>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33" name="直接箭头连接符 532">
            <a:extLst>
              <a:ext uri="{FF2B5EF4-FFF2-40B4-BE49-F238E27FC236}">
                <a16:creationId xmlns:a16="http://schemas.microsoft.com/office/drawing/2014/main" id="{5982171F-FAFC-D5BD-58D0-4F2D1E858CCD}"/>
              </a:ext>
            </a:extLst>
          </p:cNvPr>
          <p:cNvCxnSpPr>
            <a:cxnSpLocks/>
            <a:stCxn id="553" idx="6"/>
            <a:endCxn id="528" idx="2"/>
          </p:cNvCxnSpPr>
          <p:nvPr/>
        </p:nvCxnSpPr>
        <p:spPr>
          <a:xfrm flipV="1">
            <a:off x="9585515" y="2913363"/>
            <a:ext cx="529928" cy="38697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34" name="直接箭头连接符 533">
            <a:extLst>
              <a:ext uri="{FF2B5EF4-FFF2-40B4-BE49-F238E27FC236}">
                <a16:creationId xmlns:a16="http://schemas.microsoft.com/office/drawing/2014/main" id="{2359F476-0B7F-91E8-FC6F-6232ECFEC1D5}"/>
              </a:ext>
            </a:extLst>
          </p:cNvPr>
          <p:cNvCxnSpPr>
            <a:cxnSpLocks/>
            <a:stCxn id="553" idx="6"/>
            <a:endCxn id="527" idx="2"/>
          </p:cNvCxnSpPr>
          <p:nvPr/>
        </p:nvCxnSpPr>
        <p:spPr>
          <a:xfrm>
            <a:off x="9585515" y="3300338"/>
            <a:ext cx="529928" cy="386828"/>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35" name="直接箭头连接符 534">
            <a:extLst>
              <a:ext uri="{FF2B5EF4-FFF2-40B4-BE49-F238E27FC236}">
                <a16:creationId xmlns:a16="http://schemas.microsoft.com/office/drawing/2014/main" id="{E453D286-3F8E-0F64-AEC6-2FD0D75C8281}"/>
              </a:ext>
            </a:extLst>
          </p:cNvPr>
          <p:cNvCxnSpPr>
            <a:cxnSpLocks/>
            <a:stCxn id="526" idx="6"/>
            <a:endCxn id="554" idx="2"/>
          </p:cNvCxnSpPr>
          <p:nvPr/>
        </p:nvCxnSpPr>
        <p:spPr>
          <a:xfrm>
            <a:off x="10300334" y="2139559"/>
            <a:ext cx="531904" cy="85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36" name="直接箭头连接符 535">
            <a:extLst>
              <a:ext uri="{FF2B5EF4-FFF2-40B4-BE49-F238E27FC236}">
                <a16:creationId xmlns:a16="http://schemas.microsoft.com/office/drawing/2014/main" id="{25C5E8F3-CF9B-2864-B211-C5C67F4459B2}"/>
              </a:ext>
            </a:extLst>
          </p:cNvPr>
          <p:cNvCxnSpPr>
            <a:cxnSpLocks/>
            <a:stCxn id="526" idx="6"/>
            <a:endCxn id="556" idx="2"/>
          </p:cNvCxnSpPr>
          <p:nvPr/>
        </p:nvCxnSpPr>
        <p:spPr>
          <a:xfrm>
            <a:off x="10300334" y="2139559"/>
            <a:ext cx="529928" cy="154675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37" name="直接箭头连接符 536">
            <a:extLst>
              <a:ext uri="{FF2B5EF4-FFF2-40B4-BE49-F238E27FC236}">
                <a16:creationId xmlns:a16="http://schemas.microsoft.com/office/drawing/2014/main" id="{6960048A-514C-C198-52A6-027D19D09C97}"/>
              </a:ext>
            </a:extLst>
          </p:cNvPr>
          <p:cNvCxnSpPr>
            <a:cxnSpLocks/>
            <a:stCxn id="526" idx="6"/>
            <a:endCxn id="555" idx="2"/>
          </p:cNvCxnSpPr>
          <p:nvPr/>
        </p:nvCxnSpPr>
        <p:spPr>
          <a:xfrm>
            <a:off x="10300334" y="2139559"/>
            <a:ext cx="529928" cy="78195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38" name="直接连接符 537">
            <a:extLst>
              <a:ext uri="{FF2B5EF4-FFF2-40B4-BE49-F238E27FC236}">
                <a16:creationId xmlns:a16="http://schemas.microsoft.com/office/drawing/2014/main" id="{E264103E-A045-3620-BAA8-B8DDDC067191}"/>
              </a:ext>
            </a:extLst>
          </p:cNvPr>
          <p:cNvCxnSpPr>
            <a:cxnSpLocks/>
            <a:stCxn id="528" idx="6"/>
            <a:endCxn id="555" idx="2"/>
          </p:cNvCxnSpPr>
          <p:nvPr/>
        </p:nvCxnSpPr>
        <p:spPr>
          <a:xfrm>
            <a:off x="10300334" y="2913363"/>
            <a:ext cx="529928" cy="815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39" name="直接箭头连接符 538">
            <a:extLst>
              <a:ext uri="{FF2B5EF4-FFF2-40B4-BE49-F238E27FC236}">
                <a16:creationId xmlns:a16="http://schemas.microsoft.com/office/drawing/2014/main" id="{7EB6A9F5-9E2D-BA31-98B4-2CF9EEC272E6}"/>
              </a:ext>
            </a:extLst>
          </p:cNvPr>
          <p:cNvCxnSpPr>
            <a:cxnSpLocks/>
            <a:stCxn id="528" idx="6"/>
            <a:endCxn id="554" idx="2"/>
          </p:cNvCxnSpPr>
          <p:nvPr/>
        </p:nvCxnSpPr>
        <p:spPr>
          <a:xfrm flipV="1">
            <a:off x="10300334" y="2140411"/>
            <a:ext cx="531904" cy="77295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0" name="直接箭头连接符 539">
            <a:extLst>
              <a:ext uri="{FF2B5EF4-FFF2-40B4-BE49-F238E27FC236}">
                <a16:creationId xmlns:a16="http://schemas.microsoft.com/office/drawing/2014/main" id="{77F2AEC6-10AC-9A62-9E3A-65C8B9397709}"/>
              </a:ext>
            </a:extLst>
          </p:cNvPr>
          <p:cNvCxnSpPr>
            <a:cxnSpLocks/>
            <a:stCxn id="528" idx="6"/>
            <a:endCxn id="556" idx="2"/>
          </p:cNvCxnSpPr>
          <p:nvPr/>
        </p:nvCxnSpPr>
        <p:spPr>
          <a:xfrm>
            <a:off x="10300334" y="2913363"/>
            <a:ext cx="529928" cy="77295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1" name="直接箭头连接符 540">
            <a:extLst>
              <a:ext uri="{FF2B5EF4-FFF2-40B4-BE49-F238E27FC236}">
                <a16:creationId xmlns:a16="http://schemas.microsoft.com/office/drawing/2014/main" id="{B52F1B13-819E-8100-E2B0-4F30DC5525B0}"/>
              </a:ext>
            </a:extLst>
          </p:cNvPr>
          <p:cNvCxnSpPr>
            <a:cxnSpLocks/>
            <a:stCxn id="527" idx="6"/>
            <a:endCxn id="554" idx="2"/>
          </p:cNvCxnSpPr>
          <p:nvPr/>
        </p:nvCxnSpPr>
        <p:spPr>
          <a:xfrm flipV="1">
            <a:off x="10300334" y="2140411"/>
            <a:ext cx="531904" cy="154675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2" name="直接箭头连接符 541">
            <a:extLst>
              <a:ext uri="{FF2B5EF4-FFF2-40B4-BE49-F238E27FC236}">
                <a16:creationId xmlns:a16="http://schemas.microsoft.com/office/drawing/2014/main" id="{0F0CEA25-09E8-2ABC-9197-5499AFE51924}"/>
              </a:ext>
            </a:extLst>
          </p:cNvPr>
          <p:cNvCxnSpPr>
            <a:cxnSpLocks/>
            <a:stCxn id="527" idx="6"/>
            <a:endCxn id="556" idx="2"/>
          </p:cNvCxnSpPr>
          <p:nvPr/>
        </p:nvCxnSpPr>
        <p:spPr>
          <a:xfrm flipV="1">
            <a:off x="10300334" y="3686315"/>
            <a:ext cx="529928" cy="85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3" name="直接箭头连接符 542">
            <a:extLst>
              <a:ext uri="{FF2B5EF4-FFF2-40B4-BE49-F238E27FC236}">
                <a16:creationId xmlns:a16="http://schemas.microsoft.com/office/drawing/2014/main" id="{4AACDCB1-C267-2B51-5625-6D3366C8F326}"/>
              </a:ext>
            </a:extLst>
          </p:cNvPr>
          <p:cNvCxnSpPr>
            <a:cxnSpLocks/>
            <a:stCxn id="527" idx="6"/>
            <a:endCxn id="555" idx="2"/>
          </p:cNvCxnSpPr>
          <p:nvPr/>
        </p:nvCxnSpPr>
        <p:spPr>
          <a:xfrm flipV="1">
            <a:off x="10300334" y="2921515"/>
            <a:ext cx="529928" cy="76565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4" name="直接箭头连接符 543">
            <a:extLst>
              <a:ext uri="{FF2B5EF4-FFF2-40B4-BE49-F238E27FC236}">
                <a16:creationId xmlns:a16="http://schemas.microsoft.com/office/drawing/2014/main" id="{C8A5D7D3-971B-F62C-B10A-3FC74F1D79FD}"/>
              </a:ext>
            </a:extLst>
          </p:cNvPr>
          <p:cNvCxnSpPr>
            <a:cxnSpLocks/>
            <a:stCxn id="554" idx="6"/>
            <a:endCxn id="551" idx="2"/>
          </p:cNvCxnSpPr>
          <p:nvPr/>
        </p:nvCxnSpPr>
        <p:spPr>
          <a:xfrm>
            <a:off x="11017128" y="2140411"/>
            <a:ext cx="538607" cy="38597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5" name="直接箭头连接符 544">
            <a:extLst>
              <a:ext uri="{FF2B5EF4-FFF2-40B4-BE49-F238E27FC236}">
                <a16:creationId xmlns:a16="http://schemas.microsoft.com/office/drawing/2014/main" id="{F1946EF4-7514-7961-E0E5-BFC19C8F4A37}"/>
              </a:ext>
            </a:extLst>
          </p:cNvPr>
          <p:cNvCxnSpPr>
            <a:cxnSpLocks/>
            <a:stCxn id="554" idx="6"/>
            <a:endCxn id="550" idx="2"/>
          </p:cNvCxnSpPr>
          <p:nvPr/>
        </p:nvCxnSpPr>
        <p:spPr>
          <a:xfrm>
            <a:off x="11017128" y="2140411"/>
            <a:ext cx="529928" cy="115992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6" name="直接箭头连接符 545">
            <a:extLst>
              <a:ext uri="{FF2B5EF4-FFF2-40B4-BE49-F238E27FC236}">
                <a16:creationId xmlns:a16="http://schemas.microsoft.com/office/drawing/2014/main" id="{380811AF-36F7-F141-7249-0228A3E89850}"/>
              </a:ext>
            </a:extLst>
          </p:cNvPr>
          <p:cNvCxnSpPr>
            <a:cxnSpLocks/>
            <a:stCxn id="555" idx="6"/>
            <a:endCxn id="551" idx="2"/>
          </p:cNvCxnSpPr>
          <p:nvPr/>
        </p:nvCxnSpPr>
        <p:spPr>
          <a:xfrm flipV="1">
            <a:off x="11015152" y="2526388"/>
            <a:ext cx="540583" cy="39512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7" name="直接箭头连接符 546">
            <a:extLst>
              <a:ext uri="{FF2B5EF4-FFF2-40B4-BE49-F238E27FC236}">
                <a16:creationId xmlns:a16="http://schemas.microsoft.com/office/drawing/2014/main" id="{8DCB0388-FD4C-13F9-665B-146C847B9AD7}"/>
              </a:ext>
            </a:extLst>
          </p:cNvPr>
          <p:cNvCxnSpPr>
            <a:cxnSpLocks/>
            <a:stCxn id="555" idx="6"/>
            <a:endCxn id="550" idx="2"/>
          </p:cNvCxnSpPr>
          <p:nvPr/>
        </p:nvCxnSpPr>
        <p:spPr>
          <a:xfrm>
            <a:off x="11015152" y="2921515"/>
            <a:ext cx="531904" cy="378824"/>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8" name="直接箭头连接符 547">
            <a:extLst>
              <a:ext uri="{FF2B5EF4-FFF2-40B4-BE49-F238E27FC236}">
                <a16:creationId xmlns:a16="http://schemas.microsoft.com/office/drawing/2014/main" id="{4590500B-E591-51A7-4BB4-F5C1ADE7EFD4}"/>
              </a:ext>
            </a:extLst>
          </p:cNvPr>
          <p:cNvCxnSpPr>
            <a:cxnSpLocks/>
            <a:stCxn id="556" idx="6"/>
            <a:endCxn id="551" idx="2"/>
          </p:cNvCxnSpPr>
          <p:nvPr/>
        </p:nvCxnSpPr>
        <p:spPr>
          <a:xfrm flipV="1">
            <a:off x="11015152" y="2526388"/>
            <a:ext cx="540583" cy="115992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9" name="直接箭头连接符 548">
            <a:extLst>
              <a:ext uri="{FF2B5EF4-FFF2-40B4-BE49-F238E27FC236}">
                <a16:creationId xmlns:a16="http://schemas.microsoft.com/office/drawing/2014/main" id="{3C00C8F4-4CEC-C39E-04E7-1E5EE1122FAB}"/>
              </a:ext>
            </a:extLst>
          </p:cNvPr>
          <p:cNvCxnSpPr>
            <a:cxnSpLocks/>
            <a:stCxn id="556" idx="6"/>
            <a:endCxn id="550" idx="2"/>
          </p:cNvCxnSpPr>
          <p:nvPr/>
        </p:nvCxnSpPr>
        <p:spPr>
          <a:xfrm flipV="1">
            <a:off x="11015152" y="3300338"/>
            <a:ext cx="531904" cy="38597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801" name="文本框 800">
            <a:extLst>
              <a:ext uri="{FF2B5EF4-FFF2-40B4-BE49-F238E27FC236}">
                <a16:creationId xmlns:a16="http://schemas.microsoft.com/office/drawing/2014/main" id="{59E384D1-9603-F99B-CE77-A88CB15CCEE2}"/>
              </a:ext>
            </a:extLst>
          </p:cNvPr>
          <p:cNvSpPr txBox="1"/>
          <p:nvPr/>
        </p:nvSpPr>
        <p:spPr>
          <a:xfrm>
            <a:off x="193654" y="744048"/>
            <a:ext cx="6109334" cy="461665"/>
          </a:xfrm>
          <a:prstGeom prst="rect">
            <a:avLst/>
          </a:prstGeom>
          <a:noFill/>
        </p:spPr>
        <p:txBody>
          <a:bodyPr wrap="square">
            <a:spAutoFit/>
          </a:bodyPr>
          <a:lstStyle/>
          <a:p>
            <a:r>
              <a:rPr lang="zh-CN" altLang="en-US" sz="2400" b="1" dirty="0">
                <a:solidFill>
                  <a:srgbClr val="268F9C"/>
                </a:solidFill>
                <a:latin typeface="+mn-ea"/>
              </a:rPr>
              <a:t>对齐过程</a:t>
            </a:r>
          </a:p>
        </p:txBody>
      </p:sp>
      <p:sp>
        <p:nvSpPr>
          <p:cNvPr id="17" name="椭圆 16">
            <a:extLst>
              <a:ext uri="{FF2B5EF4-FFF2-40B4-BE49-F238E27FC236}">
                <a16:creationId xmlns:a16="http://schemas.microsoft.com/office/drawing/2014/main" id="{F34AA253-7BB9-550B-2EBD-4FD94694A6BC}"/>
              </a:ext>
            </a:extLst>
          </p:cNvPr>
          <p:cNvSpPr/>
          <p:nvPr/>
        </p:nvSpPr>
        <p:spPr>
          <a:xfrm>
            <a:off x="6431932" y="2400617"/>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18" name="椭圆 17">
            <a:extLst>
              <a:ext uri="{FF2B5EF4-FFF2-40B4-BE49-F238E27FC236}">
                <a16:creationId xmlns:a16="http://schemas.microsoft.com/office/drawing/2014/main" id="{08AD64E3-C488-2D51-171A-0EAD5B18DC96}"/>
              </a:ext>
            </a:extLst>
          </p:cNvPr>
          <p:cNvSpPr/>
          <p:nvPr/>
        </p:nvSpPr>
        <p:spPr>
          <a:xfrm>
            <a:off x="6431932" y="3174568"/>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19" name="文本框 18">
            <a:extLst>
              <a:ext uri="{FF2B5EF4-FFF2-40B4-BE49-F238E27FC236}">
                <a16:creationId xmlns:a16="http://schemas.microsoft.com/office/drawing/2014/main" id="{11265EDE-71C6-AFE8-E387-DBE7310A0315}"/>
              </a:ext>
            </a:extLst>
          </p:cNvPr>
          <p:cNvSpPr txBox="1"/>
          <p:nvPr/>
        </p:nvSpPr>
        <p:spPr>
          <a:xfrm>
            <a:off x="391960" y="1257037"/>
            <a:ext cx="5596913" cy="923330"/>
          </a:xfrm>
          <a:prstGeom prst="rect">
            <a:avLst/>
          </a:prstGeom>
          <a:noFill/>
        </p:spPr>
        <p:txBody>
          <a:bodyPr wrap="square">
            <a:spAutoFit/>
          </a:bodyPr>
          <a:lstStyle/>
          <a:p>
            <a:pPr marL="285750" indent="-285750">
              <a:buFont typeface="Wingdings" panose="05000000000000000000" pitchFamily="2" charset="2"/>
              <a:buChar char="Ø"/>
            </a:pPr>
            <a:r>
              <a:rPr lang="zh-CN" altLang="en-US" dirty="0">
                <a:solidFill>
                  <a:srgbClr val="268F9C"/>
                </a:solidFill>
                <a:latin typeface="+mn-ea"/>
              </a:rPr>
              <a:t>遍历每层神经元</a:t>
            </a:r>
            <a:r>
              <a:rPr lang="en-US" altLang="zh-CN" dirty="0">
                <a:solidFill>
                  <a:srgbClr val="268F9C"/>
                </a:solidFill>
                <a:latin typeface="+mn-ea"/>
              </a:rPr>
              <a:t>(</a:t>
            </a:r>
            <a:r>
              <a:rPr lang="zh-CN" altLang="en-US" dirty="0">
                <a:solidFill>
                  <a:srgbClr val="268F9C"/>
                </a:solidFill>
                <a:latin typeface="+mn-ea"/>
              </a:rPr>
              <a:t>输入层、输出层除外</a:t>
            </a:r>
            <a:r>
              <a:rPr lang="en-US" altLang="zh-CN" dirty="0">
                <a:solidFill>
                  <a:srgbClr val="268F9C"/>
                </a:solidFill>
                <a:latin typeface="+mn-ea"/>
              </a:rPr>
              <a:t>)</a:t>
            </a:r>
            <a:r>
              <a:rPr lang="zh-CN" altLang="en-US" dirty="0">
                <a:solidFill>
                  <a:srgbClr val="268F9C"/>
                </a:solidFill>
                <a:latin typeface="+mn-ea"/>
              </a:rPr>
              <a:t>，每层神经元依次进行对齐，对齐某一层时，之前的层的神经元都已经对齐</a:t>
            </a:r>
            <a:endParaRPr lang="zh-CN" altLang="en-US" dirty="0"/>
          </a:p>
        </p:txBody>
      </p: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DCB9D3C2-FFCC-6E39-3042-FC3AF0ADDA96}"/>
                  </a:ext>
                </a:extLst>
              </p:cNvPr>
              <p:cNvSpPr txBox="1"/>
              <p:nvPr/>
            </p:nvSpPr>
            <p:spPr>
              <a:xfrm>
                <a:off x="377144" y="2341721"/>
                <a:ext cx="4817155" cy="379784"/>
              </a:xfrm>
              <a:prstGeom prst="rect">
                <a:avLst/>
              </a:prstGeom>
              <a:noFill/>
            </p:spPr>
            <p:txBody>
              <a:bodyPr wrap="square">
                <a:spAutoFit/>
              </a:bodyPr>
              <a:lstStyle/>
              <a:p>
                <a:pPr marL="285750" indent="-285750">
                  <a:buFont typeface="Wingdings" panose="05000000000000000000" pitchFamily="2" charset="2"/>
                  <a:buChar char="Ø"/>
                </a:pPr>
                <a:r>
                  <a:rPr lang="zh-CN" altLang="en-US" dirty="0">
                    <a:solidFill>
                      <a:srgbClr val="268F9C"/>
                    </a:solidFill>
                    <a:latin typeface="+mn-ea"/>
                  </a:rPr>
                  <a:t>获得传输矩阵</a:t>
                </a:r>
                <a14:m>
                  <m:oMath xmlns:m="http://schemas.openxmlformats.org/officeDocument/2006/math">
                    <m:sSup>
                      <m:sSupPr>
                        <m:ctrlPr>
                          <a:rPr lang="en-US" altLang="zh-CN" b="1" i="1" smtClean="0">
                            <a:solidFill>
                              <a:srgbClr val="268F9C"/>
                            </a:solidFill>
                            <a:latin typeface="Cambria Math" panose="02040503050406030204" pitchFamily="18" charset="0"/>
                          </a:rPr>
                        </m:ctrlPr>
                      </m:sSupPr>
                      <m:e>
                        <m:r>
                          <a:rPr lang="en-US" altLang="zh-CN" b="1" i="1" smtClean="0">
                            <a:solidFill>
                              <a:srgbClr val="268F9C"/>
                            </a:solidFill>
                            <a:latin typeface="Cambria Math" panose="02040503050406030204" pitchFamily="18" charset="0"/>
                          </a:rPr>
                          <m:t>𝑻</m:t>
                        </m:r>
                      </m:e>
                      <m:sup>
                        <m:r>
                          <a:rPr lang="en-US" altLang="zh-CN" b="1" i="1" smtClean="0">
                            <a:solidFill>
                              <a:srgbClr val="268F9C"/>
                            </a:solidFill>
                            <a:latin typeface="Cambria Math" panose="02040503050406030204" pitchFamily="18" charset="0"/>
                          </a:rPr>
                          <m:t>𝒍</m:t>
                        </m:r>
                      </m:sup>
                    </m:sSup>
                  </m:oMath>
                </a14:m>
                <a:r>
                  <a:rPr lang="zh-CN" altLang="en-US" dirty="0">
                    <a:solidFill>
                      <a:srgbClr val="268F9C"/>
                    </a:solidFill>
                    <a:latin typeface="+mn-ea"/>
                  </a:rPr>
                  <a:t>，并对齐当前神经元：</a:t>
                </a:r>
                <a:endParaRPr lang="zh-CN" altLang="en-US" dirty="0"/>
              </a:p>
            </p:txBody>
          </p:sp>
        </mc:Choice>
        <mc:Fallback xmlns="">
          <p:sp>
            <p:nvSpPr>
              <p:cNvPr id="20" name="文本框 19">
                <a:extLst>
                  <a:ext uri="{FF2B5EF4-FFF2-40B4-BE49-F238E27FC236}">
                    <a16:creationId xmlns:a16="http://schemas.microsoft.com/office/drawing/2014/main" id="{DCB9D3C2-FFCC-6E39-3042-FC3AF0ADDA96}"/>
                  </a:ext>
                </a:extLst>
              </p:cNvPr>
              <p:cNvSpPr txBox="1">
                <a:spLocks noRot="1" noChangeAspect="1" noMove="1" noResize="1" noEditPoints="1" noAdjustHandles="1" noChangeArrowheads="1" noChangeShapeType="1" noTextEdit="1"/>
              </p:cNvSpPr>
              <p:nvPr/>
            </p:nvSpPr>
            <p:spPr>
              <a:xfrm>
                <a:off x="377144" y="2341721"/>
                <a:ext cx="4817155" cy="379784"/>
              </a:xfrm>
              <a:prstGeom prst="rect">
                <a:avLst/>
              </a:prstGeom>
              <a:blipFill>
                <a:blip r:embed="rId3"/>
                <a:stretch>
                  <a:fillRect l="-886" t="-4839" b="-258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E5B8E863-82B9-F888-2498-73663F246E5E}"/>
                  </a:ext>
                </a:extLst>
              </p:cNvPr>
              <p:cNvSpPr txBox="1"/>
              <p:nvPr/>
            </p:nvSpPr>
            <p:spPr>
              <a:xfrm>
                <a:off x="776834" y="2787167"/>
                <a:ext cx="2829966" cy="47307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Sup>
                        <m:sSubSupPr>
                          <m:ctrlPr>
                            <a:rPr lang="en-US" altLang="zh-CN" sz="2000" b="0" i="1" smtClean="0">
                              <a:latin typeface="Cambria Math" panose="02040503050406030204" pitchFamily="18" charset="0"/>
                            </a:rPr>
                          </m:ctrlPr>
                        </m:sSubSupPr>
                        <m:e>
                          <m:sSubSup>
                            <m:sSubSupPr>
                              <m:ctrlPr>
                                <a:rPr lang="en-US" altLang="zh-CN" sz="2000" b="0" i="1" smtClean="0">
                                  <a:latin typeface="Cambria Math" panose="02040503050406030204" pitchFamily="18" charset="0"/>
                                </a:rPr>
                              </m:ctrlPr>
                            </m:sSubSupPr>
                            <m:e>
                              <m:acc>
                                <m:accPr>
                                  <m:chr m:val="̃"/>
                                  <m:ctrlPr>
                                    <a:rPr lang="en-US" altLang="zh-CN" sz="2000" b="0" i="1" smtClean="0">
                                      <a:latin typeface="Cambria Math" panose="02040503050406030204" pitchFamily="18" charset="0"/>
                                    </a:rPr>
                                  </m:ctrlPr>
                                </m:accPr>
                                <m:e>
                                  <m:r>
                                    <a:rPr lang="en-US" altLang="zh-CN" sz="2000" b="0" i="1" smtClean="0">
                                      <a:latin typeface="Cambria Math" panose="02040503050406030204" pitchFamily="18" charset="0"/>
                                    </a:rPr>
                                    <m:t>𝑊</m:t>
                                  </m:r>
                                </m:e>
                              </m:acc>
                            </m:e>
                            <m:sub>
                              <m:r>
                                <a:rPr lang="en-US" altLang="zh-CN" sz="2000" b="0" i="1" smtClean="0">
                                  <a:latin typeface="Cambria Math" panose="02040503050406030204" pitchFamily="18" charset="0"/>
                                </a:rPr>
                                <m:t>𝑋</m:t>
                              </m:r>
                            </m:sub>
                            <m:sup>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𝑙</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𝑙</m:t>
                              </m:r>
                              <m:r>
                                <a:rPr lang="en-US" altLang="zh-CN" sz="2000" b="0" i="1" smtClean="0">
                                  <a:latin typeface="Cambria Math" panose="02040503050406030204" pitchFamily="18" charset="0"/>
                                </a:rPr>
                                <m:t>−1)</m:t>
                              </m:r>
                            </m:sup>
                          </m:sSubSup>
                          <m:r>
                            <a:rPr lang="en-US" altLang="zh-CN" sz="2000" b="0" i="1" smtClean="0">
                              <a:latin typeface="Cambria Math" panose="02040503050406030204" pitchFamily="18" charset="0"/>
                            </a:rPr>
                            <m:t>=</m:t>
                          </m:r>
                          <m:sSup>
                            <m:sSupPr>
                              <m:ctrlPr>
                                <a:rPr lang="en-US" altLang="zh-CN" sz="2000" b="0" i="1" smtClean="0">
                                  <a:latin typeface="Cambria Math" panose="02040503050406030204" pitchFamily="18" charset="0"/>
                                </a:rPr>
                              </m:ctrlPr>
                            </m:sSupPr>
                            <m:e>
                              <m:r>
                                <a:rPr lang="en-US" altLang="zh-CN" sz="2000" b="0" i="1" smtClean="0">
                                  <a:latin typeface="Cambria Math" panose="02040503050406030204" pitchFamily="18" charset="0"/>
                                </a:rPr>
                                <m:t>𝑇</m:t>
                              </m:r>
                            </m:e>
                            <m:sup>
                              <m:r>
                                <a:rPr lang="en-US" altLang="zh-CN" sz="2000" b="0" i="1" smtClean="0">
                                  <a:latin typeface="Cambria Math" panose="02040503050406030204" pitchFamily="18" charset="0"/>
                                </a:rPr>
                                <m:t>𝑙</m:t>
                              </m:r>
                            </m:sup>
                          </m:sSup>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𝑊</m:t>
                          </m:r>
                        </m:e>
                        <m:sub>
                          <m:r>
                            <a:rPr lang="en-US" altLang="zh-CN" sz="2000" b="0" i="1" smtClean="0">
                              <a:latin typeface="Cambria Math" panose="02040503050406030204" pitchFamily="18" charset="0"/>
                            </a:rPr>
                            <m:t>𝑋</m:t>
                          </m:r>
                        </m:sub>
                        <m:sup>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𝑙</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𝑙</m:t>
                              </m:r>
                              <m:r>
                                <a:rPr lang="en-US" altLang="zh-CN" sz="2000" b="0" i="1" smtClean="0">
                                  <a:latin typeface="Cambria Math" panose="02040503050406030204" pitchFamily="18" charset="0"/>
                                </a:rPr>
                                <m:t>−1</m:t>
                              </m:r>
                            </m:e>
                          </m:d>
                        </m:sup>
                      </m:sSubSup>
                    </m:oMath>
                  </m:oMathPara>
                </a14:m>
                <a:endParaRPr lang="zh-CN" altLang="en-US" sz="2000" dirty="0"/>
              </a:p>
            </p:txBody>
          </p:sp>
        </mc:Choice>
        <mc:Fallback xmlns="">
          <p:sp>
            <p:nvSpPr>
              <p:cNvPr id="21" name="文本框 20">
                <a:extLst>
                  <a:ext uri="{FF2B5EF4-FFF2-40B4-BE49-F238E27FC236}">
                    <a16:creationId xmlns:a16="http://schemas.microsoft.com/office/drawing/2014/main" id="{E5B8E863-82B9-F888-2498-73663F246E5E}"/>
                  </a:ext>
                </a:extLst>
              </p:cNvPr>
              <p:cNvSpPr txBox="1">
                <a:spLocks noRot="1" noChangeAspect="1" noMove="1" noResize="1" noEditPoints="1" noAdjustHandles="1" noChangeArrowheads="1" noChangeShapeType="1" noTextEdit="1"/>
              </p:cNvSpPr>
              <p:nvPr/>
            </p:nvSpPr>
            <p:spPr>
              <a:xfrm>
                <a:off x="776834" y="2787167"/>
                <a:ext cx="2829966" cy="473078"/>
              </a:xfrm>
              <a:prstGeom prst="rect">
                <a:avLst/>
              </a:prstGeom>
              <a:blipFill>
                <a:blip r:embed="rId4"/>
                <a:stretch>
                  <a:fillRect b="-3846"/>
                </a:stretch>
              </a:blipFill>
            </p:spPr>
            <p:txBody>
              <a:bodyPr/>
              <a:lstStyle/>
              <a:p>
                <a:r>
                  <a:rPr lang="zh-CN" altLang="en-US">
                    <a:noFill/>
                  </a:rPr>
                  <a:t> </a:t>
                </a:r>
              </a:p>
            </p:txBody>
          </p:sp>
        </mc:Fallback>
      </mc:AlternateContent>
      <p:sp>
        <p:nvSpPr>
          <p:cNvPr id="22" name="文本框 21">
            <a:extLst>
              <a:ext uri="{FF2B5EF4-FFF2-40B4-BE49-F238E27FC236}">
                <a16:creationId xmlns:a16="http://schemas.microsoft.com/office/drawing/2014/main" id="{58BF4009-025D-BC24-F3C0-1524197611FA}"/>
              </a:ext>
            </a:extLst>
          </p:cNvPr>
          <p:cNvSpPr txBox="1"/>
          <p:nvPr/>
        </p:nvSpPr>
        <p:spPr>
          <a:xfrm>
            <a:off x="391960" y="3439520"/>
            <a:ext cx="5505964" cy="923330"/>
          </a:xfrm>
          <a:prstGeom prst="rect">
            <a:avLst/>
          </a:prstGeom>
          <a:noFill/>
        </p:spPr>
        <p:txBody>
          <a:bodyPr wrap="square">
            <a:spAutoFit/>
          </a:bodyPr>
          <a:lstStyle/>
          <a:p>
            <a:pPr marL="285750" indent="-285750">
              <a:buFont typeface="Wingdings" panose="05000000000000000000" pitchFamily="2" charset="2"/>
              <a:buChar char="Ø"/>
            </a:pPr>
            <a:r>
              <a:rPr lang="zh-CN" altLang="en-US" dirty="0">
                <a:solidFill>
                  <a:srgbClr val="268F9C"/>
                </a:solidFill>
                <a:latin typeface="+mn-ea"/>
              </a:rPr>
              <a:t>但是，这里有点问题，遍历每层时我们只对齐神经元的</a:t>
            </a:r>
            <a:r>
              <a:rPr lang="zh-CN" altLang="en-US" b="1" dirty="0">
                <a:solidFill>
                  <a:srgbClr val="268F9C"/>
                </a:solidFill>
                <a:latin typeface="+mn-ea"/>
              </a:rPr>
              <a:t>输入边权重</a:t>
            </a:r>
            <a:r>
              <a:rPr lang="zh-CN" altLang="en-US" dirty="0">
                <a:solidFill>
                  <a:srgbClr val="268F9C"/>
                </a:solidFill>
                <a:latin typeface="+mn-ea"/>
              </a:rPr>
              <a:t>，要</a:t>
            </a:r>
            <a:r>
              <a:rPr lang="zh-CN" altLang="en-US" b="1" dirty="0">
                <a:solidFill>
                  <a:srgbClr val="268F9C"/>
                </a:solidFill>
                <a:latin typeface="+mn-ea"/>
              </a:rPr>
              <a:t>对齐整个神经元</a:t>
            </a:r>
            <a:r>
              <a:rPr lang="zh-CN" altLang="en-US" dirty="0">
                <a:solidFill>
                  <a:srgbClr val="268F9C"/>
                </a:solidFill>
                <a:latin typeface="+mn-ea"/>
              </a:rPr>
              <a:t>我们还需要对齐</a:t>
            </a:r>
            <a:r>
              <a:rPr lang="zh-CN" altLang="en-US" b="1" dirty="0">
                <a:solidFill>
                  <a:srgbClr val="268F9C"/>
                </a:solidFill>
                <a:latin typeface="+mn-ea"/>
              </a:rPr>
              <a:t>输出边权重</a:t>
            </a:r>
            <a:endParaRPr lang="en-US" altLang="zh-CN" b="1" dirty="0">
              <a:solidFill>
                <a:srgbClr val="268F9C"/>
              </a:solidFill>
              <a:latin typeface="+mn-ea"/>
            </a:endParaRPr>
          </a:p>
        </p:txBody>
      </p:sp>
      <p:sp>
        <p:nvSpPr>
          <p:cNvPr id="2" name="文本框 1">
            <a:extLst>
              <a:ext uri="{FF2B5EF4-FFF2-40B4-BE49-F238E27FC236}">
                <a16:creationId xmlns:a16="http://schemas.microsoft.com/office/drawing/2014/main" id="{FB983247-F907-9033-DC05-A69232AACB8F}"/>
              </a:ext>
            </a:extLst>
          </p:cNvPr>
          <p:cNvSpPr txBox="1"/>
          <p:nvPr/>
        </p:nvSpPr>
        <p:spPr>
          <a:xfrm>
            <a:off x="10907486" y="6449406"/>
            <a:ext cx="953142" cy="338554"/>
          </a:xfrm>
          <a:prstGeom prst="rect">
            <a:avLst/>
          </a:prstGeom>
          <a:noFill/>
        </p:spPr>
        <p:txBody>
          <a:bodyPr wrap="square">
            <a:spAutoFit/>
          </a:bodyPr>
          <a:lstStyle/>
          <a:p>
            <a:r>
              <a:rPr lang="en-US" altLang="zh-CN" sz="1600" b="1" dirty="0">
                <a:solidFill>
                  <a:schemeClr val="bg1">
                    <a:lumMod val="50000"/>
                  </a:schemeClr>
                </a:solidFill>
                <a:latin typeface="+mn-ea"/>
              </a:rPr>
              <a:t>11/21</a:t>
            </a:r>
            <a:endParaRPr lang="zh-CN" altLang="en-US" sz="1600" b="1" dirty="0">
              <a:solidFill>
                <a:schemeClr val="bg1">
                  <a:lumMod val="50000"/>
                </a:schemeClr>
              </a:solidFill>
            </a:endParaRPr>
          </a:p>
        </p:txBody>
      </p:sp>
    </p:spTree>
    <p:extLst>
      <p:ext uri="{BB962C8B-B14F-4D97-AF65-F5344CB8AC3E}">
        <p14:creationId xmlns:p14="http://schemas.microsoft.com/office/powerpoint/2010/main" val="6759179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589" name="椭圆 588">
            <a:extLst>
              <a:ext uri="{FF2B5EF4-FFF2-40B4-BE49-F238E27FC236}">
                <a16:creationId xmlns:a16="http://schemas.microsoft.com/office/drawing/2014/main" id="{B632698A-2075-4058-C6A9-3BE038F10D27}"/>
              </a:ext>
            </a:extLst>
          </p:cNvPr>
          <p:cNvSpPr/>
          <p:nvPr/>
        </p:nvSpPr>
        <p:spPr>
          <a:xfrm>
            <a:off x="7863545" y="3564885"/>
            <a:ext cx="184890" cy="252392"/>
          </a:xfrm>
          <a:prstGeom prst="ellipse">
            <a:avLst/>
          </a:prstGeom>
          <a:solidFill>
            <a:srgbClr val="FFC00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90" name="椭圆 589">
            <a:extLst>
              <a:ext uri="{FF2B5EF4-FFF2-40B4-BE49-F238E27FC236}">
                <a16:creationId xmlns:a16="http://schemas.microsoft.com/office/drawing/2014/main" id="{6B60765C-6407-CFBF-3C34-B3863161470A}"/>
              </a:ext>
            </a:extLst>
          </p:cNvPr>
          <p:cNvSpPr/>
          <p:nvPr/>
        </p:nvSpPr>
        <p:spPr>
          <a:xfrm>
            <a:off x="7861569" y="2795745"/>
            <a:ext cx="184890" cy="252392"/>
          </a:xfrm>
          <a:prstGeom prst="ellipse">
            <a:avLst/>
          </a:prstGeom>
          <a:solidFill>
            <a:srgbClr val="F84AEC"/>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91" name="椭圆 590">
            <a:extLst>
              <a:ext uri="{FF2B5EF4-FFF2-40B4-BE49-F238E27FC236}">
                <a16:creationId xmlns:a16="http://schemas.microsoft.com/office/drawing/2014/main" id="{881FFE83-7E4E-27BF-7E83-A73BB9645812}"/>
              </a:ext>
            </a:extLst>
          </p:cNvPr>
          <p:cNvSpPr/>
          <p:nvPr/>
        </p:nvSpPr>
        <p:spPr>
          <a:xfrm>
            <a:off x="7870815" y="2016060"/>
            <a:ext cx="184890" cy="252392"/>
          </a:xfrm>
          <a:prstGeom prst="ellipse">
            <a:avLst/>
          </a:prstGeom>
          <a:solidFill>
            <a:srgbClr val="1AE43C"/>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87" name="椭圆 586">
            <a:extLst>
              <a:ext uri="{FF2B5EF4-FFF2-40B4-BE49-F238E27FC236}">
                <a16:creationId xmlns:a16="http://schemas.microsoft.com/office/drawing/2014/main" id="{31BB44A1-DC2C-7943-DCAE-38BA52372858}"/>
              </a:ext>
            </a:extLst>
          </p:cNvPr>
          <p:cNvSpPr/>
          <p:nvPr/>
        </p:nvSpPr>
        <p:spPr>
          <a:xfrm>
            <a:off x="6431932" y="2400617"/>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88" name="椭圆 587">
            <a:extLst>
              <a:ext uri="{FF2B5EF4-FFF2-40B4-BE49-F238E27FC236}">
                <a16:creationId xmlns:a16="http://schemas.microsoft.com/office/drawing/2014/main" id="{973FFBAD-BF81-DB6C-0907-7C8135FED613}"/>
              </a:ext>
            </a:extLst>
          </p:cNvPr>
          <p:cNvSpPr/>
          <p:nvPr/>
        </p:nvSpPr>
        <p:spPr>
          <a:xfrm>
            <a:off x="6431932" y="3174568"/>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85" name="椭圆 584">
            <a:extLst>
              <a:ext uri="{FF2B5EF4-FFF2-40B4-BE49-F238E27FC236}">
                <a16:creationId xmlns:a16="http://schemas.microsoft.com/office/drawing/2014/main" id="{8E90CE08-9FE4-0C7A-867A-CD4E06C36AD7}"/>
              </a:ext>
            </a:extLst>
          </p:cNvPr>
          <p:cNvSpPr/>
          <p:nvPr/>
        </p:nvSpPr>
        <p:spPr>
          <a:xfrm>
            <a:off x="8578364" y="3174568"/>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86" name="椭圆 585">
            <a:extLst>
              <a:ext uri="{FF2B5EF4-FFF2-40B4-BE49-F238E27FC236}">
                <a16:creationId xmlns:a16="http://schemas.microsoft.com/office/drawing/2014/main" id="{4C6F5694-1AF2-8B0D-82C6-7C6F9440502C}"/>
              </a:ext>
            </a:extLst>
          </p:cNvPr>
          <p:cNvSpPr/>
          <p:nvPr/>
        </p:nvSpPr>
        <p:spPr>
          <a:xfrm>
            <a:off x="8587042" y="2400617"/>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61" name="椭圆 560">
            <a:extLst>
              <a:ext uri="{FF2B5EF4-FFF2-40B4-BE49-F238E27FC236}">
                <a16:creationId xmlns:a16="http://schemas.microsoft.com/office/drawing/2014/main" id="{2225968A-0DD6-7F17-9348-6455C86782DC}"/>
              </a:ext>
            </a:extLst>
          </p:cNvPr>
          <p:cNvSpPr/>
          <p:nvPr/>
        </p:nvSpPr>
        <p:spPr>
          <a:xfrm>
            <a:off x="7160006" y="3561543"/>
            <a:ext cx="184890" cy="252392"/>
          </a:xfrm>
          <a:prstGeom prst="ellipse">
            <a:avLst/>
          </a:prstGeom>
          <a:solidFill>
            <a:srgbClr val="C0000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62" name="椭圆 561">
            <a:extLst>
              <a:ext uri="{FF2B5EF4-FFF2-40B4-BE49-F238E27FC236}">
                <a16:creationId xmlns:a16="http://schemas.microsoft.com/office/drawing/2014/main" id="{D5B395B3-F367-1977-830E-F5FA39F5022E}"/>
              </a:ext>
            </a:extLst>
          </p:cNvPr>
          <p:cNvSpPr/>
          <p:nvPr/>
        </p:nvSpPr>
        <p:spPr>
          <a:xfrm>
            <a:off x="7158840" y="2779250"/>
            <a:ext cx="184890" cy="252392"/>
          </a:xfrm>
          <a:prstGeom prst="ellipse">
            <a:avLst/>
          </a:prstGeom>
          <a:solidFill>
            <a:srgbClr val="00B0F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63" name="椭圆 562">
            <a:extLst>
              <a:ext uri="{FF2B5EF4-FFF2-40B4-BE49-F238E27FC236}">
                <a16:creationId xmlns:a16="http://schemas.microsoft.com/office/drawing/2014/main" id="{7A544B26-2EFC-56C9-3445-04DC9E75AAE0}"/>
              </a:ext>
            </a:extLst>
          </p:cNvPr>
          <p:cNvSpPr/>
          <p:nvPr/>
        </p:nvSpPr>
        <p:spPr>
          <a:xfrm>
            <a:off x="7156449" y="2009945"/>
            <a:ext cx="184890" cy="252392"/>
          </a:xfrm>
          <a:prstGeom prst="ellipse">
            <a:avLst/>
          </a:prstGeom>
          <a:solidFill>
            <a:schemeClr val="accent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cxnSp>
        <p:nvCxnSpPr>
          <p:cNvPr id="564" name="直接箭头连接符 563">
            <a:extLst>
              <a:ext uri="{FF2B5EF4-FFF2-40B4-BE49-F238E27FC236}">
                <a16:creationId xmlns:a16="http://schemas.microsoft.com/office/drawing/2014/main" id="{B028D62C-0473-F366-3660-75346756308C}"/>
              </a:ext>
            </a:extLst>
          </p:cNvPr>
          <p:cNvCxnSpPr>
            <a:cxnSpLocks/>
            <a:stCxn id="587" idx="6"/>
            <a:endCxn id="561" idx="2"/>
          </p:cNvCxnSpPr>
          <p:nvPr/>
        </p:nvCxnSpPr>
        <p:spPr>
          <a:xfrm>
            <a:off x="6616822" y="2526813"/>
            <a:ext cx="543184" cy="116092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65" name="直接箭头连接符 564">
            <a:extLst>
              <a:ext uri="{FF2B5EF4-FFF2-40B4-BE49-F238E27FC236}">
                <a16:creationId xmlns:a16="http://schemas.microsoft.com/office/drawing/2014/main" id="{E468FF02-7DAE-F765-70FE-1F245EAEAA3C}"/>
              </a:ext>
            </a:extLst>
          </p:cNvPr>
          <p:cNvCxnSpPr>
            <a:cxnSpLocks/>
            <a:stCxn id="587" idx="6"/>
            <a:endCxn id="563" idx="2"/>
          </p:cNvCxnSpPr>
          <p:nvPr/>
        </p:nvCxnSpPr>
        <p:spPr>
          <a:xfrm flipV="1">
            <a:off x="6616822" y="2136141"/>
            <a:ext cx="539627" cy="39067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66" name="直接箭头连接符 565">
            <a:extLst>
              <a:ext uri="{FF2B5EF4-FFF2-40B4-BE49-F238E27FC236}">
                <a16:creationId xmlns:a16="http://schemas.microsoft.com/office/drawing/2014/main" id="{1FDC8C32-D57F-FC3C-69E1-E66731A1E876}"/>
              </a:ext>
            </a:extLst>
          </p:cNvPr>
          <p:cNvCxnSpPr>
            <a:cxnSpLocks/>
            <a:stCxn id="587" idx="6"/>
            <a:endCxn id="562" idx="2"/>
          </p:cNvCxnSpPr>
          <p:nvPr/>
        </p:nvCxnSpPr>
        <p:spPr>
          <a:xfrm>
            <a:off x="6616822" y="2526813"/>
            <a:ext cx="542018" cy="378633"/>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67" name="直接箭头连接符 566">
            <a:extLst>
              <a:ext uri="{FF2B5EF4-FFF2-40B4-BE49-F238E27FC236}">
                <a16:creationId xmlns:a16="http://schemas.microsoft.com/office/drawing/2014/main" id="{390C868A-0D33-88DD-74D4-649B39103873}"/>
              </a:ext>
            </a:extLst>
          </p:cNvPr>
          <p:cNvCxnSpPr>
            <a:cxnSpLocks/>
            <a:stCxn id="588" idx="6"/>
            <a:endCxn id="561" idx="2"/>
          </p:cNvCxnSpPr>
          <p:nvPr/>
        </p:nvCxnSpPr>
        <p:spPr>
          <a:xfrm>
            <a:off x="6616822" y="3300764"/>
            <a:ext cx="543184" cy="38697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68" name="直接箭头连接符 567">
            <a:extLst>
              <a:ext uri="{FF2B5EF4-FFF2-40B4-BE49-F238E27FC236}">
                <a16:creationId xmlns:a16="http://schemas.microsoft.com/office/drawing/2014/main" id="{9184E912-6B01-9754-AA21-0558ED31F50B}"/>
              </a:ext>
            </a:extLst>
          </p:cNvPr>
          <p:cNvCxnSpPr>
            <a:cxnSpLocks/>
            <a:stCxn id="588" idx="6"/>
            <a:endCxn id="563" idx="2"/>
          </p:cNvCxnSpPr>
          <p:nvPr/>
        </p:nvCxnSpPr>
        <p:spPr>
          <a:xfrm flipV="1">
            <a:off x="6616822" y="2136141"/>
            <a:ext cx="539627" cy="1164623"/>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69" name="直接箭头连接符 568">
            <a:extLst>
              <a:ext uri="{FF2B5EF4-FFF2-40B4-BE49-F238E27FC236}">
                <a16:creationId xmlns:a16="http://schemas.microsoft.com/office/drawing/2014/main" id="{06B15900-7914-1253-13E8-16AC8D1F9678}"/>
              </a:ext>
            </a:extLst>
          </p:cNvPr>
          <p:cNvCxnSpPr>
            <a:cxnSpLocks/>
            <a:stCxn id="588" idx="6"/>
            <a:endCxn id="562" idx="2"/>
          </p:cNvCxnSpPr>
          <p:nvPr/>
        </p:nvCxnSpPr>
        <p:spPr>
          <a:xfrm flipV="1">
            <a:off x="6616822" y="2905446"/>
            <a:ext cx="542018" cy="395318"/>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70" name="直接箭头连接符 569">
            <a:extLst>
              <a:ext uri="{FF2B5EF4-FFF2-40B4-BE49-F238E27FC236}">
                <a16:creationId xmlns:a16="http://schemas.microsoft.com/office/drawing/2014/main" id="{AC553884-0B56-3FD7-6A3A-BDC8094F90F0}"/>
              </a:ext>
            </a:extLst>
          </p:cNvPr>
          <p:cNvCxnSpPr>
            <a:cxnSpLocks/>
            <a:stCxn id="562" idx="6"/>
            <a:endCxn id="589" idx="2"/>
          </p:cNvCxnSpPr>
          <p:nvPr/>
        </p:nvCxnSpPr>
        <p:spPr>
          <a:xfrm>
            <a:off x="7343730" y="2905446"/>
            <a:ext cx="519815" cy="78563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71" name="直接箭头连接符 570">
            <a:extLst>
              <a:ext uri="{FF2B5EF4-FFF2-40B4-BE49-F238E27FC236}">
                <a16:creationId xmlns:a16="http://schemas.microsoft.com/office/drawing/2014/main" id="{978CB691-B206-3915-2444-12C56E73D601}"/>
              </a:ext>
            </a:extLst>
          </p:cNvPr>
          <p:cNvCxnSpPr>
            <a:cxnSpLocks/>
            <a:stCxn id="562" idx="6"/>
            <a:endCxn id="591" idx="2"/>
          </p:cNvCxnSpPr>
          <p:nvPr/>
        </p:nvCxnSpPr>
        <p:spPr>
          <a:xfrm flipV="1">
            <a:off x="7343730" y="2142256"/>
            <a:ext cx="527085" cy="763190"/>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72" name="直接箭头连接符 571">
            <a:extLst>
              <a:ext uri="{FF2B5EF4-FFF2-40B4-BE49-F238E27FC236}">
                <a16:creationId xmlns:a16="http://schemas.microsoft.com/office/drawing/2014/main" id="{469ED695-41A0-D0A2-1C9C-EEF171257DD3}"/>
              </a:ext>
            </a:extLst>
          </p:cNvPr>
          <p:cNvCxnSpPr>
            <a:cxnSpLocks/>
            <a:stCxn id="562" idx="6"/>
            <a:endCxn id="590" idx="2"/>
          </p:cNvCxnSpPr>
          <p:nvPr/>
        </p:nvCxnSpPr>
        <p:spPr>
          <a:xfrm>
            <a:off x="7343730" y="2905446"/>
            <a:ext cx="517839" cy="1649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73" name="直接连接符 572">
            <a:extLst>
              <a:ext uri="{FF2B5EF4-FFF2-40B4-BE49-F238E27FC236}">
                <a16:creationId xmlns:a16="http://schemas.microsoft.com/office/drawing/2014/main" id="{5ED6CA3C-4344-15DA-C7C9-E5FF7B502EE8}"/>
              </a:ext>
            </a:extLst>
          </p:cNvPr>
          <p:cNvCxnSpPr>
            <a:cxnSpLocks/>
            <a:stCxn id="561" idx="6"/>
            <a:endCxn id="590" idx="2"/>
          </p:cNvCxnSpPr>
          <p:nvPr/>
        </p:nvCxnSpPr>
        <p:spPr>
          <a:xfrm flipV="1">
            <a:off x="7344896" y="2921941"/>
            <a:ext cx="516673" cy="76579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74" name="直接箭头连接符 573">
            <a:extLst>
              <a:ext uri="{FF2B5EF4-FFF2-40B4-BE49-F238E27FC236}">
                <a16:creationId xmlns:a16="http://schemas.microsoft.com/office/drawing/2014/main" id="{40368328-2052-A223-2469-91FEBC267917}"/>
              </a:ext>
            </a:extLst>
          </p:cNvPr>
          <p:cNvCxnSpPr>
            <a:cxnSpLocks/>
            <a:stCxn id="561" idx="6"/>
            <a:endCxn id="589" idx="2"/>
          </p:cNvCxnSpPr>
          <p:nvPr/>
        </p:nvCxnSpPr>
        <p:spPr>
          <a:xfrm>
            <a:off x="7344896" y="3687739"/>
            <a:ext cx="518649" cy="334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75" name="直接箭头连接符 574">
            <a:extLst>
              <a:ext uri="{FF2B5EF4-FFF2-40B4-BE49-F238E27FC236}">
                <a16:creationId xmlns:a16="http://schemas.microsoft.com/office/drawing/2014/main" id="{DCA88736-64B4-8A50-BAD3-D4FF208D87AC}"/>
              </a:ext>
            </a:extLst>
          </p:cNvPr>
          <p:cNvCxnSpPr>
            <a:cxnSpLocks/>
            <a:stCxn id="561" idx="6"/>
            <a:endCxn id="591" idx="2"/>
          </p:cNvCxnSpPr>
          <p:nvPr/>
        </p:nvCxnSpPr>
        <p:spPr>
          <a:xfrm flipV="1">
            <a:off x="7344896" y="2142256"/>
            <a:ext cx="525919" cy="1545483"/>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76" name="直接箭头连接符 575">
            <a:extLst>
              <a:ext uri="{FF2B5EF4-FFF2-40B4-BE49-F238E27FC236}">
                <a16:creationId xmlns:a16="http://schemas.microsoft.com/office/drawing/2014/main" id="{5E1FB814-DF42-D5FD-6B7C-460BA7BDDE32}"/>
              </a:ext>
            </a:extLst>
          </p:cNvPr>
          <p:cNvCxnSpPr>
            <a:cxnSpLocks/>
            <a:stCxn id="563" idx="6"/>
            <a:endCxn id="589" idx="2"/>
          </p:cNvCxnSpPr>
          <p:nvPr/>
        </p:nvCxnSpPr>
        <p:spPr>
          <a:xfrm>
            <a:off x="7341339" y="2136141"/>
            <a:ext cx="522206" cy="1554940"/>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77" name="直接箭头连接符 576">
            <a:extLst>
              <a:ext uri="{FF2B5EF4-FFF2-40B4-BE49-F238E27FC236}">
                <a16:creationId xmlns:a16="http://schemas.microsoft.com/office/drawing/2014/main" id="{49524C63-8222-6B4F-D35E-344751DACC40}"/>
              </a:ext>
            </a:extLst>
          </p:cNvPr>
          <p:cNvCxnSpPr>
            <a:cxnSpLocks/>
            <a:stCxn id="563" idx="6"/>
            <a:endCxn id="591" idx="2"/>
          </p:cNvCxnSpPr>
          <p:nvPr/>
        </p:nvCxnSpPr>
        <p:spPr>
          <a:xfrm>
            <a:off x="7341339" y="2136141"/>
            <a:ext cx="529476" cy="611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78" name="直接箭头连接符 577">
            <a:extLst>
              <a:ext uri="{FF2B5EF4-FFF2-40B4-BE49-F238E27FC236}">
                <a16:creationId xmlns:a16="http://schemas.microsoft.com/office/drawing/2014/main" id="{868D4544-23A8-0182-B003-87DAFDE7EBDC}"/>
              </a:ext>
            </a:extLst>
          </p:cNvPr>
          <p:cNvCxnSpPr>
            <a:cxnSpLocks/>
            <a:stCxn id="563" idx="6"/>
            <a:endCxn id="590" idx="2"/>
          </p:cNvCxnSpPr>
          <p:nvPr/>
        </p:nvCxnSpPr>
        <p:spPr>
          <a:xfrm>
            <a:off x="7341339" y="2136141"/>
            <a:ext cx="520230" cy="785800"/>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79" name="直接箭头连接符 578">
            <a:extLst>
              <a:ext uri="{FF2B5EF4-FFF2-40B4-BE49-F238E27FC236}">
                <a16:creationId xmlns:a16="http://schemas.microsoft.com/office/drawing/2014/main" id="{56EB93B6-F9B2-8F8E-DAD0-2D5F1B663F1C}"/>
              </a:ext>
            </a:extLst>
          </p:cNvPr>
          <p:cNvCxnSpPr>
            <a:cxnSpLocks/>
            <a:stCxn id="589" idx="6"/>
            <a:endCxn id="586" idx="2"/>
          </p:cNvCxnSpPr>
          <p:nvPr/>
        </p:nvCxnSpPr>
        <p:spPr>
          <a:xfrm flipV="1">
            <a:off x="8048435" y="2526813"/>
            <a:ext cx="538607" cy="1164268"/>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80" name="直接箭头连接符 579">
            <a:extLst>
              <a:ext uri="{FF2B5EF4-FFF2-40B4-BE49-F238E27FC236}">
                <a16:creationId xmlns:a16="http://schemas.microsoft.com/office/drawing/2014/main" id="{E6C4E018-515E-59BF-DD4F-780802D21008}"/>
              </a:ext>
            </a:extLst>
          </p:cNvPr>
          <p:cNvCxnSpPr>
            <a:cxnSpLocks/>
            <a:stCxn id="589" idx="6"/>
            <a:endCxn id="585" idx="2"/>
          </p:cNvCxnSpPr>
          <p:nvPr/>
        </p:nvCxnSpPr>
        <p:spPr>
          <a:xfrm flipV="1">
            <a:off x="8048435" y="3300764"/>
            <a:ext cx="529929" cy="39031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81" name="直接箭头连接符 580">
            <a:extLst>
              <a:ext uri="{FF2B5EF4-FFF2-40B4-BE49-F238E27FC236}">
                <a16:creationId xmlns:a16="http://schemas.microsoft.com/office/drawing/2014/main" id="{CB70A5E8-768E-6A1C-F406-BD439E49E081}"/>
              </a:ext>
            </a:extLst>
          </p:cNvPr>
          <p:cNvCxnSpPr>
            <a:cxnSpLocks/>
            <a:stCxn id="590" idx="6"/>
            <a:endCxn id="586" idx="2"/>
          </p:cNvCxnSpPr>
          <p:nvPr/>
        </p:nvCxnSpPr>
        <p:spPr>
          <a:xfrm flipV="1">
            <a:off x="8046459" y="2526814"/>
            <a:ext cx="540583" cy="39512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82" name="直接箭头连接符 581">
            <a:extLst>
              <a:ext uri="{FF2B5EF4-FFF2-40B4-BE49-F238E27FC236}">
                <a16:creationId xmlns:a16="http://schemas.microsoft.com/office/drawing/2014/main" id="{3222F679-1624-13DA-CFBE-316E1C12B89D}"/>
              </a:ext>
            </a:extLst>
          </p:cNvPr>
          <p:cNvCxnSpPr>
            <a:cxnSpLocks/>
            <a:stCxn id="590" idx="6"/>
            <a:endCxn id="585" idx="2"/>
          </p:cNvCxnSpPr>
          <p:nvPr/>
        </p:nvCxnSpPr>
        <p:spPr>
          <a:xfrm>
            <a:off x="8046459" y="2921941"/>
            <a:ext cx="531904" cy="378824"/>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83" name="直接箭头连接符 582">
            <a:extLst>
              <a:ext uri="{FF2B5EF4-FFF2-40B4-BE49-F238E27FC236}">
                <a16:creationId xmlns:a16="http://schemas.microsoft.com/office/drawing/2014/main" id="{D5731173-85DB-C222-DE75-46CFC9D3BDB6}"/>
              </a:ext>
            </a:extLst>
          </p:cNvPr>
          <p:cNvCxnSpPr>
            <a:cxnSpLocks/>
            <a:stCxn id="591" idx="6"/>
            <a:endCxn id="586" idx="2"/>
          </p:cNvCxnSpPr>
          <p:nvPr/>
        </p:nvCxnSpPr>
        <p:spPr>
          <a:xfrm>
            <a:off x="8055705" y="2142256"/>
            <a:ext cx="531337" cy="38455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84" name="直接箭头连接符 583">
            <a:extLst>
              <a:ext uri="{FF2B5EF4-FFF2-40B4-BE49-F238E27FC236}">
                <a16:creationId xmlns:a16="http://schemas.microsoft.com/office/drawing/2014/main" id="{48A6FD88-5207-A4B9-71D0-09FF26DFFB3B}"/>
              </a:ext>
            </a:extLst>
          </p:cNvPr>
          <p:cNvCxnSpPr>
            <a:cxnSpLocks/>
            <a:stCxn id="591" idx="6"/>
            <a:endCxn id="585" idx="2"/>
          </p:cNvCxnSpPr>
          <p:nvPr/>
        </p:nvCxnSpPr>
        <p:spPr>
          <a:xfrm>
            <a:off x="8055705" y="2142256"/>
            <a:ext cx="522659" cy="1158508"/>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3" name="标题 4">
            <a:extLst>
              <a:ext uri="{FF2B5EF4-FFF2-40B4-BE49-F238E27FC236}">
                <a16:creationId xmlns:a16="http://schemas.microsoft.com/office/drawing/2014/main" id="{9436878A-C9CA-2FAE-74B5-A11616112B9E}"/>
              </a:ext>
            </a:extLst>
          </p:cNvPr>
          <p:cNvSpPr txBox="1"/>
          <p:nvPr/>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3</a:t>
            </a:r>
            <a:r>
              <a:rPr kumimoji="0" lang="en-US" altLang="zh-CN"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a:t>
            </a:r>
            <a:r>
              <a:rPr lang="zh-CN" altLang="en-US" sz="2800" dirty="0">
                <a:solidFill>
                  <a:srgbClr val="000000">
                    <a:lumMod val="75000"/>
                    <a:lumOff val="25000"/>
                  </a:srgbClr>
                </a:solidFill>
              </a:rPr>
              <a:t>权重对齐</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554" name="椭圆 553">
            <a:extLst>
              <a:ext uri="{FF2B5EF4-FFF2-40B4-BE49-F238E27FC236}">
                <a16:creationId xmlns:a16="http://schemas.microsoft.com/office/drawing/2014/main" id="{0CA663CA-FC79-9896-E1C2-E63DDBD28DE3}"/>
              </a:ext>
            </a:extLst>
          </p:cNvPr>
          <p:cNvSpPr/>
          <p:nvPr/>
        </p:nvSpPr>
        <p:spPr>
          <a:xfrm>
            <a:off x="10832238" y="2014215"/>
            <a:ext cx="184890" cy="252392"/>
          </a:xfrm>
          <a:prstGeom prst="ellipse">
            <a:avLst/>
          </a:prstGeom>
          <a:solidFill>
            <a:srgbClr val="1AE43C"/>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55" name="椭圆 554">
            <a:extLst>
              <a:ext uri="{FF2B5EF4-FFF2-40B4-BE49-F238E27FC236}">
                <a16:creationId xmlns:a16="http://schemas.microsoft.com/office/drawing/2014/main" id="{4437306C-413C-64A3-9036-89006358D25A}"/>
              </a:ext>
            </a:extLst>
          </p:cNvPr>
          <p:cNvSpPr/>
          <p:nvPr/>
        </p:nvSpPr>
        <p:spPr>
          <a:xfrm>
            <a:off x="10830262" y="2795319"/>
            <a:ext cx="184890" cy="252392"/>
          </a:xfrm>
          <a:prstGeom prst="ellipse">
            <a:avLst/>
          </a:prstGeom>
          <a:solidFill>
            <a:srgbClr val="F84AEC"/>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56" name="椭圆 555">
            <a:extLst>
              <a:ext uri="{FF2B5EF4-FFF2-40B4-BE49-F238E27FC236}">
                <a16:creationId xmlns:a16="http://schemas.microsoft.com/office/drawing/2014/main" id="{AF2C5100-59C2-1F76-EDA4-6352883C56A0}"/>
              </a:ext>
            </a:extLst>
          </p:cNvPr>
          <p:cNvSpPr/>
          <p:nvPr/>
        </p:nvSpPr>
        <p:spPr>
          <a:xfrm>
            <a:off x="10830262" y="3560119"/>
            <a:ext cx="184890" cy="252392"/>
          </a:xfrm>
          <a:prstGeom prst="ellipse">
            <a:avLst/>
          </a:prstGeom>
          <a:solidFill>
            <a:srgbClr val="FFC00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52" name="椭圆 551">
            <a:extLst>
              <a:ext uri="{FF2B5EF4-FFF2-40B4-BE49-F238E27FC236}">
                <a16:creationId xmlns:a16="http://schemas.microsoft.com/office/drawing/2014/main" id="{F5AC8A71-0F18-55B0-93DA-D94BE41BED82}"/>
              </a:ext>
            </a:extLst>
          </p:cNvPr>
          <p:cNvSpPr/>
          <p:nvPr/>
        </p:nvSpPr>
        <p:spPr>
          <a:xfrm>
            <a:off x="9400625" y="2400191"/>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53" name="椭圆 552">
            <a:extLst>
              <a:ext uri="{FF2B5EF4-FFF2-40B4-BE49-F238E27FC236}">
                <a16:creationId xmlns:a16="http://schemas.microsoft.com/office/drawing/2014/main" id="{C5CA4866-B181-B7E9-8000-EB79DD83403F}"/>
              </a:ext>
            </a:extLst>
          </p:cNvPr>
          <p:cNvSpPr/>
          <p:nvPr/>
        </p:nvSpPr>
        <p:spPr>
          <a:xfrm>
            <a:off x="9400625" y="3174142"/>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50" name="椭圆 549">
            <a:extLst>
              <a:ext uri="{FF2B5EF4-FFF2-40B4-BE49-F238E27FC236}">
                <a16:creationId xmlns:a16="http://schemas.microsoft.com/office/drawing/2014/main" id="{0F40E5EA-9E62-6380-9EE0-1703BED56F04}"/>
              </a:ext>
            </a:extLst>
          </p:cNvPr>
          <p:cNvSpPr/>
          <p:nvPr/>
        </p:nvSpPr>
        <p:spPr>
          <a:xfrm>
            <a:off x="11547057" y="3174142"/>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51" name="椭圆 550">
            <a:extLst>
              <a:ext uri="{FF2B5EF4-FFF2-40B4-BE49-F238E27FC236}">
                <a16:creationId xmlns:a16="http://schemas.microsoft.com/office/drawing/2014/main" id="{932BC522-808E-2EB6-978F-33A955EE5057}"/>
              </a:ext>
            </a:extLst>
          </p:cNvPr>
          <p:cNvSpPr/>
          <p:nvPr/>
        </p:nvSpPr>
        <p:spPr>
          <a:xfrm>
            <a:off x="11555735" y="2400191"/>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26" name="椭圆 525">
            <a:extLst>
              <a:ext uri="{FF2B5EF4-FFF2-40B4-BE49-F238E27FC236}">
                <a16:creationId xmlns:a16="http://schemas.microsoft.com/office/drawing/2014/main" id="{B07D4960-B7B8-6F64-B7C1-4BF4FD8BFB11}"/>
              </a:ext>
            </a:extLst>
          </p:cNvPr>
          <p:cNvSpPr/>
          <p:nvPr/>
        </p:nvSpPr>
        <p:spPr>
          <a:xfrm>
            <a:off x="10115444" y="2013363"/>
            <a:ext cx="184890" cy="252392"/>
          </a:xfrm>
          <a:prstGeom prst="ellipse">
            <a:avLst/>
          </a:prstGeom>
          <a:solidFill>
            <a:schemeClr val="accent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27" name="椭圆 526">
            <a:extLst>
              <a:ext uri="{FF2B5EF4-FFF2-40B4-BE49-F238E27FC236}">
                <a16:creationId xmlns:a16="http://schemas.microsoft.com/office/drawing/2014/main" id="{6A93434F-4E22-98B4-6440-E96B318CD41E}"/>
              </a:ext>
            </a:extLst>
          </p:cNvPr>
          <p:cNvSpPr/>
          <p:nvPr/>
        </p:nvSpPr>
        <p:spPr>
          <a:xfrm>
            <a:off x="10115444" y="3560971"/>
            <a:ext cx="184890" cy="252392"/>
          </a:xfrm>
          <a:prstGeom prst="ellipse">
            <a:avLst/>
          </a:prstGeom>
          <a:solidFill>
            <a:srgbClr val="C0000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28" name="椭圆 527">
            <a:extLst>
              <a:ext uri="{FF2B5EF4-FFF2-40B4-BE49-F238E27FC236}">
                <a16:creationId xmlns:a16="http://schemas.microsoft.com/office/drawing/2014/main" id="{8C49DEBB-4953-D140-9DE8-5E2C62692B20}"/>
              </a:ext>
            </a:extLst>
          </p:cNvPr>
          <p:cNvSpPr/>
          <p:nvPr/>
        </p:nvSpPr>
        <p:spPr>
          <a:xfrm>
            <a:off x="10115444" y="2787167"/>
            <a:ext cx="184890" cy="252392"/>
          </a:xfrm>
          <a:prstGeom prst="ellipse">
            <a:avLst/>
          </a:prstGeom>
          <a:solidFill>
            <a:srgbClr val="00B0F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cxnSp>
        <p:nvCxnSpPr>
          <p:cNvPr id="529" name="直接箭头连接符 528">
            <a:extLst>
              <a:ext uri="{FF2B5EF4-FFF2-40B4-BE49-F238E27FC236}">
                <a16:creationId xmlns:a16="http://schemas.microsoft.com/office/drawing/2014/main" id="{D40519FC-CD76-0CEF-DA6C-1B4C4A5C669A}"/>
              </a:ext>
            </a:extLst>
          </p:cNvPr>
          <p:cNvCxnSpPr>
            <a:cxnSpLocks/>
            <a:stCxn id="552" idx="6"/>
            <a:endCxn id="526" idx="2"/>
          </p:cNvCxnSpPr>
          <p:nvPr/>
        </p:nvCxnSpPr>
        <p:spPr>
          <a:xfrm flipV="1">
            <a:off x="9585515" y="2139559"/>
            <a:ext cx="529928" cy="386828"/>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30" name="直接箭头连接符 529">
            <a:extLst>
              <a:ext uri="{FF2B5EF4-FFF2-40B4-BE49-F238E27FC236}">
                <a16:creationId xmlns:a16="http://schemas.microsoft.com/office/drawing/2014/main" id="{D68C6F28-536D-EED6-E5B5-4BAD3A77AE60}"/>
              </a:ext>
            </a:extLst>
          </p:cNvPr>
          <p:cNvCxnSpPr>
            <a:cxnSpLocks/>
            <a:stCxn id="552" idx="6"/>
            <a:endCxn id="528" idx="2"/>
          </p:cNvCxnSpPr>
          <p:nvPr/>
        </p:nvCxnSpPr>
        <p:spPr>
          <a:xfrm>
            <a:off x="9585515" y="2526388"/>
            <a:ext cx="529928" cy="38697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31" name="直接箭头连接符 530">
            <a:extLst>
              <a:ext uri="{FF2B5EF4-FFF2-40B4-BE49-F238E27FC236}">
                <a16:creationId xmlns:a16="http://schemas.microsoft.com/office/drawing/2014/main" id="{38C42B11-E624-85EB-3110-5928EA0C3892}"/>
              </a:ext>
            </a:extLst>
          </p:cNvPr>
          <p:cNvCxnSpPr>
            <a:cxnSpLocks/>
            <a:stCxn id="552" idx="6"/>
            <a:endCxn id="527" idx="2"/>
          </p:cNvCxnSpPr>
          <p:nvPr/>
        </p:nvCxnSpPr>
        <p:spPr>
          <a:xfrm>
            <a:off x="9585515" y="2526388"/>
            <a:ext cx="529928" cy="1160779"/>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32" name="直接箭头连接符 531">
            <a:extLst>
              <a:ext uri="{FF2B5EF4-FFF2-40B4-BE49-F238E27FC236}">
                <a16:creationId xmlns:a16="http://schemas.microsoft.com/office/drawing/2014/main" id="{9A94FB74-849C-640B-6C45-39D4D68533AC}"/>
              </a:ext>
            </a:extLst>
          </p:cNvPr>
          <p:cNvCxnSpPr>
            <a:cxnSpLocks/>
            <a:stCxn id="553" idx="6"/>
            <a:endCxn id="526" idx="2"/>
          </p:cNvCxnSpPr>
          <p:nvPr/>
        </p:nvCxnSpPr>
        <p:spPr>
          <a:xfrm flipV="1">
            <a:off x="9585515" y="2139559"/>
            <a:ext cx="529928" cy="1160779"/>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33" name="直接箭头连接符 532">
            <a:extLst>
              <a:ext uri="{FF2B5EF4-FFF2-40B4-BE49-F238E27FC236}">
                <a16:creationId xmlns:a16="http://schemas.microsoft.com/office/drawing/2014/main" id="{5982171F-FAFC-D5BD-58D0-4F2D1E858CCD}"/>
              </a:ext>
            </a:extLst>
          </p:cNvPr>
          <p:cNvCxnSpPr>
            <a:cxnSpLocks/>
            <a:stCxn id="553" idx="6"/>
            <a:endCxn id="528" idx="2"/>
          </p:cNvCxnSpPr>
          <p:nvPr/>
        </p:nvCxnSpPr>
        <p:spPr>
          <a:xfrm flipV="1">
            <a:off x="9585515" y="2913363"/>
            <a:ext cx="529928" cy="38697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34" name="直接箭头连接符 533">
            <a:extLst>
              <a:ext uri="{FF2B5EF4-FFF2-40B4-BE49-F238E27FC236}">
                <a16:creationId xmlns:a16="http://schemas.microsoft.com/office/drawing/2014/main" id="{2359F476-0B7F-91E8-FC6F-6232ECFEC1D5}"/>
              </a:ext>
            </a:extLst>
          </p:cNvPr>
          <p:cNvCxnSpPr>
            <a:cxnSpLocks/>
            <a:stCxn id="553" idx="6"/>
            <a:endCxn id="527" idx="2"/>
          </p:cNvCxnSpPr>
          <p:nvPr/>
        </p:nvCxnSpPr>
        <p:spPr>
          <a:xfrm>
            <a:off x="9585515" y="3300338"/>
            <a:ext cx="529928" cy="386828"/>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35" name="直接箭头连接符 534">
            <a:extLst>
              <a:ext uri="{FF2B5EF4-FFF2-40B4-BE49-F238E27FC236}">
                <a16:creationId xmlns:a16="http://schemas.microsoft.com/office/drawing/2014/main" id="{E453D286-3F8E-0F64-AEC6-2FD0D75C8281}"/>
              </a:ext>
            </a:extLst>
          </p:cNvPr>
          <p:cNvCxnSpPr>
            <a:cxnSpLocks/>
            <a:stCxn id="526" idx="6"/>
            <a:endCxn id="554" idx="2"/>
          </p:cNvCxnSpPr>
          <p:nvPr/>
        </p:nvCxnSpPr>
        <p:spPr>
          <a:xfrm>
            <a:off x="10300334" y="2139559"/>
            <a:ext cx="531904" cy="85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36" name="直接箭头连接符 535">
            <a:extLst>
              <a:ext uri="{FF2B5EF4-FFF2-40B4-BE49-F238E27FC236}">
                <a16:creationId xmlns:a16="http://schemas.microsoft.com/office/drawing/2014/main" id="{25C5E8F3-CF9B-2864-B211-C5C67F4459B2}"/>
              </a:ext>
            </a:extLst>
          </p:cNvPr>
          <p:cNvCxnSpPr>
            <a:cxnSpLocks/>
            <a:stCxn id="526" idx="6"/>
            <a:endCxn id="556" idx="2"/>
          </p:cNvCxnSpPr>
          <p:nvPr/>
        </p:nvCxnSpPr>
        <p:spPr>
          <a:xfrm>
            <a:off x="10300334" y="2139559"/>
            <a:ext cx="529928" cy="154675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37" name="直接箭头连接符 536">
            <a:extLst>
              <a:ext uri="{FF2B5EF4-FFF2-40B4-BE49-F238E27FC236}">
                <a16:creationId xmlns:a16="http://schemas.microsoft.com/office/drawing/2014/main" id="{6960048A-514C-C198-52A6-027D19D09C97}"/>
              </a:ext>
            </a:extLst>
          </p:cNvPr>
          <p:cNvCxnSpPr>
            <a:cxnSpLocks/>
            <a:stCxn id="526" idx="6"/>
            <a:endCxn id="555" idx="2"/>
          </p:cNvCxnSpPr>
          <p:nvPr/>
        </p:nvCxnSpPr>
        <p:spPr>
          <a:xfrm>
            <a:off x="10300334" y="2139559"/>
            <a:ext cx="529928" cy="78195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38" name="直接连接符 537">
            <a:extLst>
              <a:ext uri="{FF2B5EF4-FFF2-40B4-BE49-F238E27FC236}">
                <a16:creationId xmlns:a16="http://schemas.microsoft.com/office/drawing/2014/main" id="{E264103E-A045-3620-BAA8-B8DDDC067191}"/>
              </a:ext>
            </a:extLst>
          </p:cNvPr>
          <p:cNvCxnSpPr>
            <a:cxnSpLocks/>
            <a:stCxn id="528" idx="6"/>
            <a:endCxn id="555" idx="2"/>
          </p:cNvCxnSpPr>
          <p:nvPr/>
        </p:nvCxnSpPr>
        <p:spPr>
          <a:xfrm>
            <a:off x="10300334" y="2913363"/>
            <a:ext cx="529928" cy="815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39" name="直接箭头连接符 538">
            <a:extLst>
              <a:ext uri="{FF2B5EF4-FFF2-40B4-BE49-F238E27FC236}">
                <a16:creationId xmlns:a16="http://schemas.microsoft.com/office/drawing/2014/main" id="{7EB6A9F5-9E2D-BA31-98B4-2CF9EEC272E6}"/>
              </a:ext>
            </a:extLst>
          </p:cNvPr>
          <p:cNvCxnSpPr>
            <a:cxnSpLocks/>
            <a:stCxn id="528" idx="6"/>
            <a:endCxn id="554" idx="2"/>
          </p:cNvCxnSpPr>
          <p:nvPr/>
        </p:nvCxnSpPr>
        <p:spPr>
          <a:xfrm flipV="1">
            <a:off x="10300334" y="2140411"/>
            <a:ext cx="531904" cy="77295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0" name="直接箭头连接符 539">
            <a:extLst>
              <a:ext uri="{FF2B5EF4-FFF2-40B4-BE49-F238E27FC236}">
                <a16:creationId xmlns:a16="http://schemas.microsoft.com/office/drawing/2014/main" id="{77F2AEC6-10AC-9A62-9E3A-65C8B9397709}"/>
              </a:ext>
            </a:extLst>
          </p:cNvPr>
          <p:cNvCxnSpPr>
            <a:cxnSpLocks/>
            <a:stCxn id="528" idx="6"/>
            <a:endCxn id="556" idx="2"/>
          </p:cNvCxnSpPr>
          <p:nvPr/>
        </p:nvCxnSpPr>
        <p:spPr>
          <a:xfrm>
            <a:off x="10300334" y="2913363"/>
            <a:ext cx="529928" cy="77295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1" name="直接箭头连接符 540">
            <a:extLst>
              <a:ext uri="{FF2B5EF4-FFF2-40B4-BE49-F238E27FC236}">
                <a16:creationId xmlns:a16="http://schemas.microsoft.com/office/drawing/2014/main" id="{B52F1B13-819E-8100-E2B0-4F30DC5525B0}"/>
              </a:ext>
            </a:extLst>
          </p:cNvPr>
          <p:cNvCxnSpPr>
            <a:cxnSpLocks/>
            <a:stCxn id="527" idx="6"/>
            <a:endCxn id="554" idx="2"/>
          </p:cNvCxnSpPr>
          <p:nvPr/>
        </p:nvCxnSpPr>
        <p:spPr>
          <a:xfrm flipV="1">
            <a:off x="10300334" y="2140411"/>
            <a:ext cx="531904" cy="154675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2" name="直接箭头连接符 541">
            <a:extLst>
              <a:ext uri="{FF2B5EF4-FFF2-40B4-BE49-F238E27FC236}">
                <a16:creationId xmlns:a16="http://schemas.microsoft.com/office/drawing/2014/main" id="{0F0CEA25-09E8-2ABC-9197-5499AFE51924}"/>
              </a:ext>
            </a:extLst>
          </p:cNvPr>
          <p:cNvCxnSpPr>
            <a:cxnSpLocks/>
            <a:stCxn id="527" idx="6"/>
            <a:endCxn id="556" idx="2"/>
          </p:cNvCxnSpPr>
          <p:nvPr/>
        </p:nvCxnSpPr>
        <p:spPr>
          <a:xfrm flipV="1">
            <a:off x="10300334" y="3686315"/>
            <a:ext cx="529928" cy="85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3" name="直接箭头连接符 542">
            <a:extLst>
              <a:ext uri="{FF2B5EF4-FFF2-40B4-BE49-F238E27FC236}">
                <a16:creationId xmlns:a16="http://schemas.microsoft.com/office/drawing/2014/main" id="{4AACDCB1-C267-2B51-5625-6D3366C8F326}"/>
              </a:ext>
            </a:extLst>
          </p:cNvPr>
          <p:cNvCxnSpPr>
            <a:cxnSpLocks/>
            <a:stCxn id="527" idx="6"/>
            <a:endCxn id="555" idx="2"/>
          </p:cNvCxnSpPr>
          <p:nvPr/>
        </p:nvCxnSpPr>
        <p:spPr>
          <a:xfrm flipV="1">
            <a:off x="10300334" y="2921515"/>
            <a:ext cx="529928" cy="76565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4" name="直接箭头连接符 543">
            <a:extLst>
              <a:ext uri="{FF2B5EF4-FFF2-40B4-BE49-F238E27FC236}">
                <a16:creationId xmlns:a16="http://schemas.microsoft.com/office/drawing/2014/main" id="{C8A5D7D3-971B-F62C-B10A-3FC74F1D79FD}"/>
              </a:ext>
            </a:extLst>
          </p:cNvPr>
          <p:cNvCxnSpPr>
            <a:cxnSpLocks/>
            <a:stCxn id="554" idx="6"/>
            <a:endCxn id="551" idx="2"/>
          </p:cNvCxnSpPr>
          <p:nvPr/>
        </p:nvCxnSpPr>
        <p:spPr>
          <a:xfrm>
            <a:off x="11017128" y="2140411"/>
            <a:ext cx="538607" cy="38597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5" name="直接箭头连接符 544">
            <a:extLst>
              <a:ext uri="{FF2B5EF4-FFF2-40B4-BE49-F238E27FC236}">
                <a16:creationId xmlns:a16="http://schemas.microsoft.com/office/drawing/2014/main" id="{F1946EF4-7514-7961-E0E5-BFC19C8F4A37}"/>
              </a:ext>
            </a:extLst>
          </p:cNvPr>
          <p:cNvCxnSpPr>
            <a:cxnSpLocks/>
            <a:stCxn id="554" idx="6"/>
            <a:endCxn id="550" idx="2"/>
          </p:cNvCxnSpPr>
          <p:nvPr/>
        </p:nvCxnSpPr>
        <p:spPr>
          <a:xfrm>
            <a:off x="11017128" y="2140411"/>
            <a:ext cx="529928" cy="115992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6" name="直接箭头连接符 545">
            <a:extLst>
              <a:ext uri="{FF2B5EF4-FFF2-40B4-BE49-F238E27FC236}">
                <a16:creationId xmlns:a16="http://schemas.microsoft.com/office/drawing/2014/main" id="{380811AF-36F7-F141-7249-0228A3E89850}"/>
              </a:ext>
            </a:extLst>
          </p:cNvPr>
          <p:cNvCxnSpPr>
            <a:cxnSpLocks/>
            <a:stCxn id="555" idx="6"/>
            <a:endCxn id="551" idx="2"/>
          </p:cNvCxnSpPr>
          <p:nvPr/>
        </p:nvCxnSpPr>
        <p:spPr>
          <a:xfrm flipV="1">
            <a:off x="11015152" y="2526388"/>
            <a:ext cx="540583" cy="39512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7" name="直接箭头连接符 546">
            <a:extLst>
              <a:ext uri="{FF2B5EF4-FFF2-40B4-BE49-F238E27FC236}">
                <a16:creationId xmlns:a16="http://schemas.microsoft.com/office/drawing/2014/main" id="{8DCB0388-FD4C-13F9-665B-146C847B9AD7}"/>
              </a:ext>
            </a:extLst>
          </p:cNvPr>
          <p:cNvCxnSpPr>
            <a:cxnSpLocks/>
            <a:stCxn id="555" idx="6"/>
            <a:endCxn id="550" idx="2"/>
          </p:cNvCxnSpPr>
          <p:nvPr/>
        </p:nvCxnSpPr>
        <p:spPr>
          <a:xfrm>
            <a:off x="11015152" y="2921515"/>
            <a:ext cx="531904" cy="378824"/>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8" name="直接箭头连接符 547">
            <a:extLst>
              <a:ext uri="{FF2B5EF4-FFF2-40B4-BE49-F238E27FC236}">
                <a16:creationId xmlns:a16="http://schemas.microsoft.com/office/drawing/2014/main" id="{4590500B-E591-51A7-4BB4-F5C1ADE7EFD4}"/>
              </a:ext>
            </a:extLst>
          </p:cNvPr>
          <p:cNvCxnSpPr>
            <a:cxnSpLocks/>
            <a:stCxn id="556" idx="6"/>
            <a:endCxn id="551" idx="2"/>
          </p:cNvCxnSpPr>
          <p:nvPr/>
        </p:nvCxnSpPr>
        <p:spPr>
          <a:xfrm flipV="1">
            <a:off x="11015152" y="2526388"/>
            <a:ext cx="540583" cy="115992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9" name="直接箭头连接符 548">
            <a:extLst>
              <a:ext uri="{FF2B5EF4-FFF2-40B4-BE49-F238E27FC236}">
                <a16:creationId xmlns:a16="http://schemas.microsoft.com/office/drawing/2014/main" id="{3C00C8F4-4CEC-C39E-04E7-1E5EE1122FAB}"/>
              </a:ext>
            </a:extLst>
          </p:cNvPr>
          <p:cNvCxnSpPr>
            <a:cxnSpLocks/>
            <a:stCxn id="556" idx="6"/>
            <a:endCxn id="550" idx="2"/>
          </p:cNvCxnSpPr>
          <p:nvPr/>
        </p:nvCxnSpPr>
        <p:spPr>
          <a:xfrm flipV="1">
            <a:off x="11015152" y="3300338"/>
            <a:ext cx="531904" cy="38597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801" name="文本框 800">
            <a:extLst>
              <a:ext uri="{FF2B5EF4-FFF2-40B4-BE49-F238E27FC236}">
                <a16:creationId xmlns:a16="http://schemas.microsoft.com/office/drawing/2014/main" id="{59E384D1-9603-F99B-CE77-A88CB15CCEE2}"/>
              </a:ext>
            </a:extLst>
          </p:cNvPr>
          <p:cNvSpPr txBox="1"/>
          <p:nvPr/>
        </p:nvSpPr>
        <p:spPr>
          <a:xfrm>
            <a:off x="193654" y="744048"/>
            <a:ext cx="6109334" cy="461665"/>
          </a:xfrm>
          <a:prstGeom prst="rect">
            <a:avLst/>
          </a:prstGeom>
          <a:noFill/>
        </p:spPr>
        <p:txBody>
          <a:bodyPr wrap="square">
            <a:spAutoFit/>
          </a:bodyPr>
          <a:lstStyle/>
          <a:p>
            <a:r>
              <a:rPr lang="zh-CN" altLang="en-US" sz="2400" b="1" dirty="0">
                <a:solidFill>
                  <a:srgbClr val="268F9C"/>
                </a:solidFill>
                <a:latin typeface="+mn-ea"/>
              </a:rPr>
              <a:t>对齐过程</a:t>
            </a:r>
          </a:p>
        </p:txBody>
      </p:sp>
      <p:sp>
        <p:nvSpPr>
          <p:cNvPr id="17" name="椭圆 16">
            <a:extLst>
              <a:ext uri="{FF2B5EF4-FFF2-40B4-BE49-F238E27FC236}">
                <a16:creationId xmlns:a16="http://schemas.microsoft.com/office/drawing/2014/main" id="{F34AA253-7BB9-550B-2EBD-4FD94694A6BC}"/>
              </a:ext>
            </a:extLst>
          </p:cNvPr>
          <p:cNvSpPr/>
          <p:nvPr/>
        </p:nvSpPr>
        <p:spPr>
          <a:xfrm>
            <a:off x="6431932" y="2400617"/>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18" name="椭圆 17">
            <a:extLst>
              <a:ext uri="{FF2B5EF4-FFF2-40B4-BE49-F238E27FC236}">
                <a16:creationId xmlns:a16="http://schemas.microsoft.com/office/drawing/2014/main" id="{08AD64E3-C488-2D51-171A-0EAD5B18DC96}"/>
              </a:ext>
            </a:extLst>
          </p:cNvPr>
          <p:cNvSpPr/>
          <p:nvPr/>
        </p:nvSpPr>
        <p:spPr>
          <a:xfrm>
            <a:off x="6431932" y="3174568"/>
            <a:ext cx="184890" cy="252392"/>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19" name="文本框 18">
            <a:extLst>
              <a:ext uri="{FF2B5EF4-FFF2-40B4-BE49-F238E27FC236}">
                <a16:creationId xmlns:a16="http://schemas.microsoft.com/office/drawing/2014/main" id="{11265EDE-71C6-AFE8-E387-DBE7310A0315}"/>
              </a:ext>
            </a:extLst>
          </p:cNvPr>
          <p:cNvSpPr txBox="1"/>
          <p:nvPr/>
        </p:nvSpPr>
        <p:spPr>
          <a:xfrm>
            <a:off x="391960" y="1257037"/>
            <a:ext cx="5596913" cy="923330"/>
          </a:xfrm>
          <a:prstGeom prst="rect">
            <a:avLst/>
          </a:prstGeom>
          <a:noFill/>
        </p:spPr>
        <p:txBody>
          <a:bodyPr wrap="square">
            <a:spAutoFit/>
          </a:bodyPr>
          <a:lstStyle/>
          <a:p>
            <a:pPr marL="285750" indent="-285750">
              <a:buFont typeface="Wingdings" panose="05000000000000000000" pitchFamily="2" charset="2"/>
              <a:buChar char="Ø"/>
            </a:pPr>
            <a:r>
              <a:rPr lang="zh-CN" altLang="en-US" dirty="0">
                <a:solidFill>
                  <a:srgbClr val="268F9C"/>
                </a:solidFill>
                <a:latin typeface="+mn-ea"/>
              </a:rPr>
              <a:t>遍历每层神经元</a:t>
            </a:r>
            <a:r>
              <a:rPr lang="en-US" altLang="zh-CN" dirty="0">
                <a:solidFill>
                  <a:srgbClr val="268F9C"/>
                </a:solidFill>
                <a:latin typeface="+mn-ea"/>
              </a:rPr>
              <a:t>(</a:t>
            </a:r>
            <a:r>
              <a:rPr lang="zh-CN" altLang="en-US" dirty="0">
                <a:solidFill>
                  <a:srgbClr val="268F9C"/>
                </a:solidFill>
                <a:latin typeface="+mn-ea"/>
              </a:rPr>
              <a:t>输入层、输出层除外</a:t>
            </a:r>
            <a:r>
              <a:rPr lang="en-US" altLang="zh-CN" dirty="0">
                <a:solidFill>
                  <a:srgbClr val="268F9C"/>
                </a:solidFill>
                <a:latin typeface="+mn-ea"/>
              </a:rPr>
              <a:t>)</a:t>
            </a:r>
            <a:r>
              <a:rPr lang="zh-CN" altLang="en-US" dirty="0">
                <a:solidFill>
                  <a:srgbClr val="268F9C"/>
                </a:solidFill>
                <a:latin typeface="+mn-ea"/>
              </a:rPr>
              <a:t>，每层神经元依次进行对齐，对齐某一层时，之前的层的神经元都已经对齐</a:t>
            </a:r>
            <a:endParaRPr lang="zh-CN" altLang="en-US" dirty="0"/>
          </a:p>
        </p:txBody>
      </p: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DCB9D3C2-FFCC-6E39-3042-FC3AF0ADDA96}"/>
                  </a:ext>
                </a:extLst>
              </p:cNvPr>
              <p:cNvSpPr txBox="1"/>
              <p:nvPr/>
            </p:nvSpPr>
            <p:spPr>
              <a:xfrm>
                <a:off x="377144" y="2341721"/>
                <a:ext cx="4817155" cy="379784"/>
              </a:xfrm>
              <a:prstGeom prst="rect">
                <a:avLst/>
              </a:prstGeom>
              <a:noFill/>
            </p:spPr>
            <p:txBody>
              <a:bodyPr wrap="square">
                <a:spAutoFit/>
              </a:bodyPr>
              <a:lstStyle/>
              <a:p>
                <a:pPr marL="285750" indent="-285750">
                  <a:buFont typeface="Wingdings" panose="05000000000000000000" pitchFamily="2" charset="2"/>
                  <a:buChar char="Ø"/>
                </a:pPr>
                <a:r>
                  <a:rPr lang="zh-CN" altLang="en-US" dirty="0">
                    <a:solidFill>
                      <a:srgbClr val="268F9C"/>
                    </a:solidFill>
                    <a:latin typeface="+mn-ea"/>
                  </a:rPr>
                  <a:t>获得传输矩阵</a:t>
                </a:r>
                <a14:m>
                  <m:oMath xmlns:m="http://schemas.openxmlformats.org/officeDocument/2006/math">
                    <m:sSup>
                      <m:sSupPr>
                        <m:ctrlPr>
                          <a:rPr lang="en-US" altLang="zh-CN" b="1" i="1" smtClean="0">
                            <a:solidFill>
                              <a:srgbClr val="268F9C"/>
                            </a:solidFill>
                            <a:latin typeface="Cambria Math" panose="02040503050406030204" pitchFamily="18" charset="0"/>
                          </a:rPr>
                        </m:ctrlPr>
                      </m:sSupPr>
                      <m:e>
                        <m:r>
                          <a:rPr lang="en-US" altLang="zh-CN" b="1" i="1" smtClean="0">
                            <a:solidFill>
                              <a:srgbClr val="268F9C"/>
                            </a:solidFill>
                            <a:latin typeface="Cambria Math" panose="02040503050406030204" pitchFamily="18" charset="0"/>
                          </a:rPr>
                          <m:t>𝑻</m:t>
                        </m:r>
                      </m:e>
                      <m:sup>
                        <m:r>
                          <a:rPr lang="en-US" altLang="zh-CN" b="1" i="1" smtClean="0">
                            <a:solidFill>
                              <a:srgbClr val="268F9C"/>
                            </a:solidFill>
                            <a:latin typeface="Cambria Math" panose="02040503050406030204" pitchFamily="18" charset="0"/>
                          </a:rPr>
                          <m:t>𝒍</m:t>
                        </m:r>
                      </m:sup>
                    </m:sSup>
                  </m:oMath>
                </a14:m>
                <a:r>
                  <a:rPr lang="zh-CN" altLang="en-US" dirty="0">
                    <a:solidFill>
                      <a:srgbClr val="268F9C"/>
                    </a:solidFill>
                    <a:latin typeface="+mn-ea"/>
                  </a:rPr>
                  <a:t>，并对齐当前神经元：</a:t>
                </a:r>
                <a:endParaRPr lang="zh-CN" altLang="en-US" dirty="0"/>
              </a:p>
            </p:txBody>
          </p:sp>
        </mc:Choice>
        <mc:Fallback xmlns="">
          <p:sp>
            <p:nvSpPr>
              <p:cNvPr id="20" name="文本框 19">
                <a:extLst>
                  <a:ext uri="{FF2B5EF4-FFF2-40B4-BE49-F238E27FC236}">
                    <a16:creationId xmlns:a16="http://schemas.microsoft.com/office/drawing/2014/main" id="{DCB9D3C2-FFCC-6E39-3042-FC3AF0ADDA96}"/>
                  </a:ext>
                </a:extLst>
              </p:cNvPr>
              <p:cNvSpPr txBox="1">
                <a:spLocks noRot="1" noChangeAspect="1" noMove="1" noResize="1" noEditPoints="1" noAdjustHandles="1" noChangeArrowheads="1" noChangeShapeType="1" noTextEdit="1"/>
              </p:cNvSpPr>
              <p:nvPr/>
            </p:nvSpPr>
            <p:spPr>
              <a:xfrm>
                <a:off x="377144" y="2341721"/>
                <a:ext cx="4817155" cy="379784"/>
              </a:xfrm>
              <a:prstGeom prst="rect">
                <a:avLst/>
              </a:prstGeom>
              <a:blipFill>
                <a:blip r:embed="rId3"/>
                <a:stretch>
                  <a:fillRect l="-886" t="-4839" b="-258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E5B8E863-82B9-F888-2498-73663F246E5E}"/>
                  </a:ext>
                </a:extLst>
              </p:cNvPr>
              <p:cNvSpPr txBox="1"/>
              <p:nvPr/>
            </p:nvSpPr>
            <p:spPr>
              <a:xfrm>
                <a:off x="776834" y="2787167"/>
                <a:ext cx="2829966" cy="47307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Sup>
                        <m:sSubSupPr>
                          <m:ctrlPr>
                            <a:rPr lang="en-US" altLang="zh-CN" sz="2000" b="0" i="1" smtClean="0">
                              <a:latin typeface="Cambria Math" panose="02040503050406030204" pitchFamily="18" charset="0"/>
                            </a:rPr>
                          </m:ctrlPr>
                        </m:sSubSupPr>
                        <m:e>
                          <m:sSubSup>
                            <m:sSubSupPr>
                              <m:ctrlPr>
                                <a:rPr lang="en-US" altLang="zh-CN" sz="2000" b="0" i="1" smtClean="0">
                                  <a:latin typeface="Cambria Math" panose="02040503050406030204" pitchFamily="18" charset="0"/>
                                </a:rPr>
                              </m:ctrlPr>
                            </m:sSubSupPr>
                            <m:e>
                              <m:acc>
                                <m:accPr>
                                  <m:chr m:val="̃"/>
                                  <m:ctrlPr>
                                    <a:rPr lang="en-US" altLang="zh-CN" sz="2000" b="0" i="1" smtClean="0">
                                      <a:latin typeface="Cambria Math" panose="02040503050406030204" pitchFamily="18" charset="0"/>
                                    </a:rPr>
                                  </m:ctrlPr>
                                </m:accPr>
                                <m:e>
                                  <m:r>
                                    <a:rPr lang="en-US" altLang="zh-CN" sz="2000" b="0" i="1" smtClean="0">
                                      <a:latin typeface="Cambria Math" panose="02040503050406030204" pitchFamily="18" charset="0"/>
                                    </a:rPr>
                                    <m:t>𝑊</m:t>
                                  </m:r>
                                </m:e>
                              </m:acc>
                            </m:e>
                            <m:sub>
                              <m:r>
                                <a:rPr lang="en-US" altLang="zh-CN" sz="2000" b="0" i="1" smtClean="0">
                                  <a:latin typeface="Cambria Math" panose="02040503050406030204" pitchFamily="18" charset="0"/>
                                </a:rPr>
                                <m:t>𝑋</m:t>
                              </m:r>
                            </m:sub>
                            <m:sup>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𝑙</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𝑙</m:t>
                              </m:r>
                              <m:r>
                                <a:rPr lang="en-US" altLang="zh-CN" sz="2000" b="0" i="1" smtClean="0">
                                  <a:latin typeface="Cambria Math" panose="02040503050406030204" pitchFamily="18" charset="0"/>
                                </a:rPr>
                                <m:t>−1)</m:t>
                              </m:r>
                            </m:sup>
                          </m:sSubSup>
                          <m:r>
                            <a:rPr lang="en-US" altLang="zh-CN" sz="2000" b="0" i="1" smtClean="0">
                              <a:latin typeface="Cambria Math" panose="02040503050406030204" pitchFamily="18" charset="0"/>
                            </a:rPr>
                            <m:t>=</m:t>
                          </m:r>
                          <m:sSup>
                            <m:sSupPr>
                              <m:ctrlPr>
                                <a:rPr lang="en-US" altLang="zh-CN" sz="2000" b="0" i="1" smtClean="0">
                                  <a:latin typeface="Cambria Math" panose="02040503050406030204" pitchFamily="18" charset="0"/>
                                </a:rPr>
                              </m:ctrlPr>
                            </m:sSupPr>
                            <m:e>
                              <m:r>
                                <a:rPr lang="en-US" altLang="zh-CN" sz="2000" b="0" i="1" smtClean="0">
                                  <a:latin typeface="Cambria Math" panose="02040503050406030204" pitchFamily="18" charset="0"/>
                                </a:rPr>
                                <m:t>𝑇</m:t>
                              </m:r>
                            </m:e>
                            <m:sup>
                              <m:r>
                                <a:rPr lang="en-US" altLang="zh-CN" sz="2000" b="0" i="1" smtClean="0">
                                  <a:latin typeface="Cambria Math" panose="02040503050406030204" pitchFamily="18" charset="0"/>
                                </a:rPr>
                                <m:t>𝑙</m:t>
                              </m:r>
                            </m:sup>
                          </m:sSup>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𝑊</m:t>
                          </m:r>
                        </m:e>
                        <m:sub>
                          <m:r>
                            <a:rPr lang="en-US" altLang="zh-CN" sz="2000" b="0" i="1" smtClean="0">
                              <a:latin typeface="Cambria Math" panose="02040503050406030204" pitchFamily="18" charset="0"/>
                            </a:rPr>
                            <m:t>𝑋</m:t>
                          </m:r>
                        </m:sub>
                        <m:sup>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𝑙</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𝑙</m:t>
                              </m:r>
                              <m:r>
                                <a:rPr lang="en-US" altLang="zh-CN" sz="2000" b="0" i="1" smtClean="0">
                                  <a:latin typeface="Cambria Math" panose="02040503050406030204" pitchFamily="18" charset="0"/>
                                </a:rPr>
                                <m:t>−1</m:t>
                              </m:r>
                            </m:e>
                          </m:d>
                        </m:sup>
                      </m:sSubSup>
                    </m:oMath>
                  </m:oMathPara>
                </a14:m>
                <a:endParaRPr lang="zh-CN" altLang="en-US" sz="2000" dirty="0"/>
              </a:p>
            </p:txBody>
          </p:sp>
        </mc:Choice>
        <mc:Fallback xmlns="">
          <p:sp>
            <p:nvSpPr>
              <p:cNvPr id="21" name="文本框 20">
                <a:extLst>
                  <a:ext uri="{FF2B5EF4-FFF2-40B4-BE49-F238E27FC236}">
                    <a16:creationId xmlns:a16="http://schemas.microsoft.com/office/drawing/2014/main" id="{E5B8E863-82B9-F888-2498-73663F246E5E}"/>
                  </a:ext>
                </a:extLst>
              </p:cNvPr>
              <p:cNvSpPr txBox="1">
                <a:spLocks noRot="1" noChangeAspect="1" noMove="1" noResize="1" noEditPoints="1" noAdjustHandles="1" noChangeArrowheads="1" noChangeShapeType="1" noTextEdit="1"/>
              </p:cNvSpPr>
              <p:nvPr/>
            </p:nvSpPr>
            <p:spPr>
              <a:xfrm>
                <a:off x="776834" y="2787167"/>
                <a:ext cx="2829966" cy="473078"/>
              </a:xfrm>
              <a:prstGeom prst="rect">
                <a:avLst/>
              </a:prstGeom>
              <a:blipFill>
                <a:blip r:embed="rId4"/>
                <a:stretch>
                  <a:fillRect b="-3846"/>
                </a:stretch>
              </a:blipFill>
            </p:spPr>
            <p:txBody>
              <a:bodyPr/>
              <a:lstStyle/>
              <a:p>
                <a:r>
                  <a:rPr lang="zh-CN" altLang="en-US">
                    <a:noFill/>
                  </a:rPr>
                  <a:t> </a:t>
                </a:r>
              </a:p>
            </p:txBody>
          </p:sp>
        </mc:Fallback>
      </mc:AlternateContent>
      <p:sp>
        <p:nvSpPr>
          <p:cNvPr id="22" name="文本框 21">
            <a:extLst>
              <a:ext uri="{FF2B5EF4-FFF2-40B4-BE49-F238E27FC236}">
                <a16:creationId xmlns:a16="http://schemas.microsoft.com/office/drawing/2014/main" id="{58BF4009-025D-BC24-F3C0-1524197611FA}"/>
              </a:ext>
            </a:extLst>
          </p:cNvPr>
          <p:cNvSpPr txBox="1"/>
          <p:nvPr/>
        </p:nvSpPr>
        <p:spPr>
          <a:xfrm>
            <a:off x="391960" y="3439520"/>
            <a:ext cx="5505964" cy="923330"/>
          </a:xfrm>
          <a:prstGeom prst="rect">
            <a:avLst/>
          </a:prstGeom>
          <a:noFill/>
        </p:spPr>
        <p:txBody>
          <a:bodyPr wrap="square">
            <a:spAutoFit/>
          </a:bodyPr>
          <a:lstStyle/>
          <a:p>
            <a:pPr marL="285750" indent="-285750">
              <a:buFont typeface="Wingdings" panose="05000000000000000000" pitchFamily="2" charset="2"/>
              <a:buChar char="Ø"/>
            </a:pPr>
            <a:r>
              <a:rPr lang="zh-CN" altLang="en-US" dirty="0">
                <a:solidFill>
                  <a:srgbClr val="268F9C"/>
                </a:solidFill>
                <a:latin typeface="+mn-ea"/>
              </a:rPr>
              <a:t>但是，这里有点问题，遍历每层时我们只对齐神经元的</a:t>
            </a:r>
            <a:r>
              <a:rPr lang="zh-CN" altLang="en-US" b="1" dirty="0">
                <a:solidFill>
                  <a:srgbClr val="268F9C"/>
                </a:solidFill>
                <a:latin typeface="+mn-ea"/>
              </a:rPr>
              <a:t>输入边权重</a:t>
            </a:r>
            <a:r>
              <a:rPr lang="zh-CN" altLang="en-US" dirty="0">
                <a:solidFill>
                  <a:srgbClr val="268F9C"/>
                </a:solidFill>
                <a:latin typeface="+mn-ea"/>
              </a:rPr>
              <a:t>，要</a:t>
            </a:r>
            <a:r>
              <a:rPr lang="zh-CN" altLang="en-US" b="1" dirty="0">
                <a:solidFill>
                  <a:srgbClr val="268F9C"/>
                </a:solidFill>
                <a:latin typeface="+mn-ea"/>
              </a:rPr>
              <a:t>对齐整个神经元</a:t>
            </a:r>
            <a:r>
              <a:rPr lang="zh-CN" altLang="en-US" dirty="0">
                <a:solidFill>
                  <a:srgbClr val="268F9C"/>
                </a:solidFill>
                <a:latin typeface="+mn-ea"/>
              </a:rPr>
              <a:t>我们还需要对齐</a:t>
            </a:r>
            <a:r>
              <a:rPr lang="zh-CN" altLang="en-US" b="1" dirty="0">
                <a:solidFill>
                  <a:srgbClr val="268F9C"/>
                </a:solidFill>
                <a:latin typeface="+mn-ea"/>
              </a:rPr>
              <a:t>输出边权重</a:t>
            </a:r>
            <a:endParaRPr lang="en-US" altLang="zh-CN" b="1" dirty="0">
              <a:solidFill>
                <a:srgbClr val="268F9C"/>
              </a:solidFill>
              <a:latin typeface="+mn-ea"/>
            </a:endParaRPr>
          </a:p>
        </p:txBody>
      </p:sp>
      <p:sp>
        <p:nvSpPr>
          <p:cNvPr id="23" name="文本框 22">
            <a:extLst>
              <a:ext uri="{FF2B5EF4-FFF2-40B4-BE49-F238E27FC236}">
                <a16:creationId xmlns:a16="http://schemas.microsoft.com/office/drawing/2014/main" id="{C4C33143-DBF5-6594-F47B-44F080EDB111}"/>
              </a:ext>
            </a:extLst>
          </p:cNvPr>
          <p:cNvSpPr txBox="1"/>
          <p:nvPr/>
        </p:nvSpPr>
        <p:spPr>
          <a:xfrm>
            <a:off x="377145" y="4410192"/>
            <a:ext cx="5611728" cy="923330"/>
          </a:xfrm>
          <a:prstGeom prst="rect">
            <a:avLst/>
          </a:prstGeom>
          <a:noFill/>
        </p:spPr>
        <p:txBody>
          <a:bodyPr wrap="square">
            <a:spAutoFit/>
          </a:bodyPr>
          <a:lstStyle/>
          <a:p>
            <a:pPr marL="285750" indent="-285750">
              <a:buFont typeface="Wingdings" panose="05000000000000000000" pitchFamily="2" charset="2"/>
              <a:buChar char="Ø"/>
            </a:pPr>
            <a:r>
              <a:rPr lang="zh-CN" altLang="en-US" dirty="0">
                <a:solidFill>
                  <a:srgbClr val="268F9C"/>
                </a:solidFill>
                <a:latin typeface="+mn-ea"/>
              </a:rPr>
              <a:t>因此在</a:t>
            </a:r>
            <a:r>
              <a:rPr lang="zh-CN" altLang="en-US" b="1" dirty="0">
                <a:solidFill>
                  <a:srgbClr val="268F9C"/>
                </a:solidFill>
                <a:latin typeface="+mn-ea"/>
              </a:rPr>
              <a:t>对齐每层神经元前</a:t>
            </a:r>
            <a:r>
              <a:rPr lang="en-US" altLang="zh-CN" dirty="0">
                <a:solidFill>
                  <a:srgbClr val="268F9C"/>
                </a:solidFill>
                <a:latin typeface="+mn-ea"/>
              </a:rPr>
              <a:t>,</a:t>
            </a:r>
            <a:r>
              <a:rPr lang="zh-CN" altLang="en-US" dirty="0">
                <a:solidFill>
                  <a:srgbClr val="268F9C"/>
                </a:solidFill>
                <a:latin typeface="+mn-ea"/>
              </a:rPr>
              <a:t>要处理上一层遗留的问题，即对齐</a:t>
            </a:r>
            <a:r>
              <a:rPr lang="zh-CN" altLang="en-US" b="1" dirty="0">
                <a:solidFill>
                  <a:srgbClr val="268F9C"/>
                </a:solidFill>
                <a:latin typeface="+mn-ea"/>
              </a:rPr>
              <a:t>上一层的输出边权重</a:t>
            </a:r>
            <a:r>
              <a:rPr lang="zh-CN" altLang="en-US" dirty="0">
                <a:solidFill>
                  <a:srgbClr val="268F9C"/>
                </a:solidFill>
                <a:latin typeface="+mn-ea"/>
              </a:rPr>
              <a:t>，也就是</a:t>
            </a:r>
            <a:r>
              <a:rPr lang="zh-CN" altLang="en-US" b="1" dirty="0">
                <a:solidFill>
                  <a:srgbClr val="268F9C"/>
                </a:solidFill>
                <a:latin typeface="+mn-ea"/>
              </a:rPr>
              <a:t>这一层的输入边权重</a:t>
            </a:r>
            <a:endParaRPr lang="zh-CN" altLang="en-US" b="1" dirty="0"/>
          </a:p>
        </p:txBody>
      </p:sp>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569B9145-D53E-B2F3-A669-E0C32E2BD733}"/>
                  </a:ext>
                </a:extLst>
              </p:cNvPr>
              <p:cNvSpPr txBox="1"/>
              <p:nvPr/>
            </p:nvSpPr>
            <p:spPr>
              <a:xfrm>
                <a:off x="776833" y="5333522"/>
                <a:ext cx="3678527" cy="48353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p>
                        <m:sSupPr>
                          <m:ctrlPr>
                            <a:rPr lang="en-US" altLang="zh-CN" sz="2000" b="0" i="1" smtClean="0">
                              <a:latin typeface="Cambria Math" panose="02040503050406030204" pitchFamily="18" charset="0"/>
                            </a:rPr>
                          </m:ctrlPr>
                        </m:sSupPr>
                        <m:e>
                          <m:sSubSup>
                            <m:sSubSupPr>
                              <m:ctrlPr>
                                <a:rPr lang="en-US" altLang="zh-CN" sz="2000" b="0" i="1" smtClean="0">
                                  <a:latin typeface="Cambria Math" panose="02040503050406030204" pitchFamily="18" charset="0"/>
                                </a:rPr>
                              </m:ctrlPr>
                            </m:sSubSupPr>
                            <m:e>
                              <m:sSubSup>
                                <m:sSubSupPr>
                                  <m:ctrlPr>
                                    <a:rPr lang="en-US" altLang="zh-CN" sz="2000" b="0" i="1" smtClean="0">
                                      <a:latin typeface="Cambria Math" panose="02040503050406030204" pitchFamily="18" charset="0"/>
                                    </a:rPr>
                                  </m:ctrlPr>
                                </m:sSubSupPr>
                                <m:e>
                                  <m:r>
                                    <a:rPr lang="en-US" altLang="zh-CN" sz="2000" b="0" i="1" smtClean="0">
                                      <a:latin typeface="Cambria Math" panose="02040503050406030204" pitchFamily="18" charset="0"/>
                                    </a:rPr>
                                    <m:t>𝑊</m:t>
                                  </m:r>
                                </m:e>
                                <m:sub>
                                  <m:r>
                                    <a:rPr lang="en-US" altLang="zh-CN" sz="2000" b="0" i="1" smtClean="0">
                                      <a:latin typeface="Cambria Math" panose="02040503050406030204" pitchFamily="18" charset="0"/>
                                    </a:rPr>
                                    <m:t>𝑋</m:t>
                                  </m:r>
                                </m:sub>
                                <m:sup>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𝑙</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𝑙</m:t>
                                      </m:r>
                                      <m:r>
                                        <a:rPr lang="en-US" altLang="zh-CN" sz="2000" b="0" i="1" smtClean="0">
                                          <a:latin typeface="Cambria Math" panose="02040503050406030204" pitchFamily="18" charset="0"/>
                                        </a:rPr>
                                        <m:t>−1</m:t>
                                      </m:r>
                                    </m:e>
                                  </m:d>
                                </m:sup>
                              </m:sSubSup>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𝑊</m:t>
                              </m:r>
                            </m:e>
                            <m:sub>
                              <m:r>
                                <a:rPr lang="en-US" altLang="zh-CN" sz="2000" b="0" i="1" smtClean="0">
                                  <a:latin typeface="Cambria Math" panose="02040503050406030204" pitchFamily="18" charset="0"/>
                                </a:rPr>
                                <m:t>𝑋</m:t>
                              </m:r>
                            </m:sub>
                            <m:sup>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𝑙</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𝑙</m:t>
                                  </m:r>
                                  <m:r>
                                    <a:rPr lang="en-US" altLang="zh-CN" sz="2000" b="0" i="1" smtClean="0">
                                      <a:latin typeface="Cambria Math" panose="02040503050406030204" pitchFamily="18" charset="0"/>
                                    </a:rPr>
                                    <m:t>−1</m:t>
                                  </m:r>
                                </m:e>
                              </m:d>
                            </m:sup>
                          </m:sSubSup>
                          <m:r>
                            <a:rPr lang="en-US" altLang="zh-CN" sz="2000" b="0" i="1" smtClean="0">
                              <a:latin typeface="Cambria Math" panose="02040503050406030204" pitchFamily="18" charset="0"/>
                            </a:rPr>
                            <m:t>)</m:t>
                          </m:r>
                        </m:e>
                        <m:sup>
                          <m:r>
                            <a:rPr lang="en-US" altLang="zh-CN" sz="2000" b="0" i="1" smtClean="0">
                              <a:latin typeface="Cambria Math" panose="02040503050406030204" pitchFamily="18" charset="0"/>
                            </a:rPr>
                            <m:t>𝑇</m:t>
                          </m:r>
                        </m:sup>
                      </m:sSup>
                      <m:r>
                        <a:rPr lang="en-US" altLang="zh-CN" sz="2000" b="0" i="1" smtClean="0">
                          <a:latin typeface="Cambria Math" panose="02040503050406030204" pitchFamily="18" charset="0"/>
                        </a:rPr>
                        <m:t>∗(</m:t>
                      </m:r>
                      <m:sSup>
                        <m:sSupPr>
                          <m:ctrlPr>
                            <a:rPr lang="en-US" altLang="zh-CN" sz="2000" b="0" i="1" smtClean="0">
                              <a:latin typeface="Cambria Math" panose="02040503050406030204" pitchFamily="18" charset="0"/>
                            </a:rPr>
                          </m:ctrlPr>
                        </m:sSupPr>
                        <m:e>
                          <m:sSup>
                            <m:sSupPr>
                              <m:ctrlPr>
                                <a:rPr lang="en-US" altLang="zh-CN" sz="2000" b="0" i="1" smtClean="0">
                                  <a:latin typeface="Cambria Math" panose="02040503050406030204" pitchFamily="18" charset="0"/>
                                </a:rPr>
                              </m:ctrlPr>
                            </m:sSupPr>
                            <m:e>
                              <m:r>
                                <a:rPr lang="en-US" altLang="zh-CN" sz="2000" b="0" i="1" smtClean="0">
                                  <a:latin typeface="Cambria Math" panose="02040503050406030204" pitchFamily="18" charset="0"/>
                                </a:rPr>
                                <m:t>𝑇</m:t>
                              </m:r>
                            </m:e>
                            <m:sup>
                              <m:r>
                                <a:rPr lang="en-US" altLang="zh-CN" sz="2000" b="0" i="1" smtClean="0">
                                  <a:latin typeface="Cambria Math" panose="02040503050406030204" pitchFamily="18" charset="0"/>
                                </a:rPr>
                                <m:t>𝑙</m:t>
                              </m:r>
                              <m:r>
                                <a:rPr lang="en-US" altLang="zh-CN" sz="2000" b="0" i="1" smtClean="0">
                                  <a:latin typeface="Cambria Math" panose="02040503050406030204" pitchFamily="18" charset="0"/>
                                </a:rPr>
                                <m:t>−1</m:t>
                              </m:r>
                            </m:sup>
                          </m:sSup>
                          <m:r>
                            <a:rPr lang="en-US" altLang="zh-CN" sz="2000" b="0" i="1" smtClean="0">
                              <a:latin typeface="Cambria Math" panose="02040503050406030204" pitchFamily="18" charset="0"/>
                            </a:rPr>
                            <m:t>)</m:t>
                          </m:r>
                        </m:e>
                        <m:sup>
                          <m:r>
                            <a:rPr lang="en-US" altLang="zh-CN" sz="2000" b="0" i="1" smtClean="0">
                              <a:latin typeface="Cambria Math" panose="02040503050406030204" pitchFamily="18" charset="0"/>
                            </a:rPr>
                            <m:t>𝑇</m:t>
                          </m:r>
                        </m:sup>
                      </m:sSup>
                    </m:oMath>
                  </m:oMathPara>
                </a14:m>
                <a:endParaRPr lang="zh-CN" altLang="en-US" sz="2000" dirty="0"/>
              </a:p>
            </p:txBody>
          </p:sp>
        </mc:Choice>
        <mc:Fallback xmlns="">
          <p:sp>
            <p:nvSpPr>
              <p:cNvPr id="24" name="文本框 23">
                <a:extLst>
                  <a:ext uri="{FF2B5EF4-FFF2-40B4-BE49-F238E27FC236}">
                    <a16:creationId xmlns:a16="http://schemas.microsoft.com/office/drawing/2014/main" id="{569B9145-D53E-B2F3-A669-E0C32E2BD733}"/>
                  </a:ext>
                </a:extLst>
              </p:cNvPr>
              <p:cNvSpPr txBox="1">
                <a:spLocks noRot="1" noChangeAspect="1" noMove="1" noResize="1" noEditPoints="1" noAdjustHandles="1" noChangeArrowheads="1" noChangeShapeType="1" noTextEdit="1"/>
              </p:cNvSpPr>
              <p:nvPr/>
            </p:nvSpPr>
            <p:spPr>
              <a:xfrm>
                <a:off x="776833" y="5333522"/>
                <a:ext cx="3678527" cy="483530"/>
              </a:xfrm>
              <a:prstGeom prst="rect">
                <a:avLst/>
              </a:prstGeom>
              <a:blipFill>
                <a:blip r:embed="rId5"/>
                <a:stretch>
                  <a:fillRect b="-8861"/>
                </a:stretch>
              </a:blipFill>
            </p:spPr>
            <p:txBody>
              <a:bodyPr/>
              <a:lstStyle/>
              <a:p>
                <a:r>
                  <a:rPr lang="zh-CN" altLang="en-US">
                    <a:noFill/>
                  </a:rPr>
                  <a:t> </a:t>
                </a:r>
              </a:p>
            </p:txBody>
          </p:sp>
        </mc:Fallback>
      </mc:AlternateContent>
      <p:grpSp>
        <p:nvGrpSpPr>
          <p:cNvPr id="25" name="组合 24">
            <a:extLst>
              <a:ext uri="{FF2B5EF4-FFF2-40B4-BE49-F238E27FC236}">
                <a16:creationId xmlns:a16="http://schemas.microsoft.com/office/drawing/2014/main" id="{39546021-3B0B-1EDC-F6C0-6F8721C3AE4F}"/>
              </a:ext>
            </a:extLst>
          </p:cNvPr>
          <p:cNvGrpSpPr/>
          <p:nvPr/>
        </p:nvGrpSpPr>
        <p:grpSpPr>
          <a:xfrm>
            <a:off x="6616822" y="4510326"/>
            <a:ext cx="4458196" cy="1064961"/>
            <a:chOff x="6982731" y="1350762"/>
            <a:chExt cx="4458196" cy="1064961"/>
          </a:xfrm>
        </p:grpSpPr>
        <p:sp>
          <p:nvSpPr>
            <p:cNvPr id="26" name="矩形: 圆角 25">
              <a:extLst>
                <a:ext uri="{FF2B5EF4-FFF2-40B4-BE49-F238E27FC236}">
                  <a16:creationId xmlns:a16="http://schemas.microsoft.com/office/drawing/2014/main" id="{68511E88-9B82-F3A7-2A6E-89DD1A45CB03}"/>
                </a:ext>
              </a:extLst>
            </p:cNvPr>
            <p:cNvSpPr/>
            <p:nvPr/>
          </p:nvSpPr>
          <p:spPr>
            <a:xfrm>
              <a:off x="6982731" y="1537789"/>
              <a:ext cx="735713" cy="389888"/>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200" dirty="0"/>
                <a:t>输入层</a:t>
              </a:r>
            </a:p>
          </p:txBody>
        </p:sp>
        <p:cxnSp>
          <p:nvCxnSpPr>
            <p:cNvPr id="27" name="直接箭头连接符 26">
              <a:extLst>
                <a:ext uri="{FF2B5EF4-FFF2-40B4-BE49-F238E27FC236}">
                  <a16:creationId xmlns:a16="http://schemas.microsoft.com/office/drawing/2014/main" id="{56683148-4035-6875-4FD6-67B111559AEE}"/>
                </a:ext>
              </a:extLst>
            </p:cNvPr>
            <p:cNvCxnSpPr>
              <a:cxnSpLocks/>
              <a:stCxn id="26" idx="3"/>
              <a:endCxn id="28" idx="1"/>
            </p:cNvCxnSpPr>
            <p:nvPr/>
          </p:nvCxnSpPr>
          <p:spPr>
            <a:xfrm>
              <a:off x="7718444" y="1732733"/>
              <a:ext cx="5051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矩形: 圆角 27">
              <a:extLst>
                <a:ext uri="{FF2B5EF4-FFF2-40B4-BE49-F238E27FC236}">
                  <a16:creationId xmlns:a16="http://schemas.microsoft.com/office/drawing/2014/main" id="{F26AC599-F304-B02B-0B7D-0B70A1459BA5}"/>
                </a:ext>
              </a:extLst>
            </p:cNvPr>
            <p:cNvSpPr/>
            <p:nvPr/>
          </p:nvSpPr>
          <p:spPr>
            <a:xfrm>
              <a:off x="8223559" y="1537789"/>
              <a:ext cx="735713" cy="389888"/>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200" dirty="0"/>
                <a:t>中间层</a:t>
              </a:r>
            </a:p>
          </p:txBody>
        </p:sp>
        <p:sp>
          <p:nvSpPr>
            <p:cNvPr id="29" name="矩形: 圆角 28">
              <a:extLst>
                <a:ext uri="{FF2B5EF4-FFF2-40B4-BE49-F238E27FC236}">
                  <a16:creationId xmlns:a16="http://schemas.microsoft.com/office/drawing/2014/main" id="{64966030-F0FE-85F3-58A7-4E4D34E5A624}"/>
                </a:ext>
              </a:extLst>
            </p:cNvPr>
            <p:cNvSpPr/>
            <p:nvPr/>
          </p:nvSpPr>
          <p:spPr>
            <a:xfrm>
              <a:off x="9464387" y="1537789"/>
              <a:ext cx="735713" cy="389888"/>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200" dirty="0"/>
                <a:t>中间层</a:t>
              </a:r>
            </a:p>
          </p:txBody>
        </p:sp>
        <p:sp>
          <p:nvSpPr>
            <p:cNvPr id="30" name="矩形: 圆角 29">
              <a:extLst>
                <a:ext uri="{FF2B5EF4-FFF2-40B4-BE49-F238E27FC236}">
                  <a16:creationId xmlns:a16="http://schemas.microsoft.com/office/drawing/2014/main" id="{2F5A6FB9-B80B-F17F-95D6-3022F8DEA25F}"/>
                </a:ext>
              </a:extLst>
            </p:cNvPr>
            <p:cNvSpPr/>
            <p:nvPr/>
          </p:nvSpPr>
          <p:spPr>
            <a:xfrm>
              <a:off x="10705214" y="1537789"/>
              <a:ext cx="735713" cy="389888"/>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200" dirty="0"/>
                <a:t>输出层</a:t>
              </a:r>
            </a:p>
          </p:txBody>
        </p:sp>
        <p:cxnSp>
          <p:nvCxnSpPr>
            <p:cNvPr id="31" name="直接箭头连接符 30">
              <a:extLst>
                <a:ext uri="{FF2B5EF4-FFF2-40B4-BE49-F238E27FC236}">
                  <a16:creationId xmlns:a16="http://schemas.microsoft.com/office/drawing/2014/main" id="{5D0FF04A-AF58-B997-39D1-C57E156C13B0}"/>
                </a:ext>
              </a:extLst>
            </p:cNvPr>
            <p:cNvCxnSpPr>
              <a:cxnSpLocks/>
              <a:stCxn id="28" idx="3"/>
              <a:endCxn id="29" idx="1"/>
            </p:cNvCxnSpPr>
            <p:nvPr/>
          </p:nvCxnSpPr>
          <p:spPr>
            <a:xfrm>
              <a:off x="8959272" y="1732733"/>
              <a:ext cx="5051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38760A00-0DA0-451B-62AB-C3133E1CBB97}"/>
                </a:ext>
              </a:extLst>
            </p:cNvPr>
            <p:cNvCxnSpPr>
              <a:cxnSpLocks/>
              <a:stCxn id="29" idx="3"/>
              <a:endCxn id="30" idx="1"/>
            </p:cNvCxnSpPr>
            <p:nvPr/>
          </p:nvCxnSpPr>
          <p:spPr>
            <a:xfrm>
              <a:off x="10200100" y="1732733"/>
              <a:ext cx="5051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1EB73695-85BA-39B3-44A7-8107486FE96F}"/>
                    </a:ext>
                  </a:extLst>
                </p:cNvPr>
                <p:cNvSpPr txBox="1"/>
                <p:nvPr/>
              </p:nvSpPr>
              <p:spPr>
                <a:xfrm>
                  <a:off x="7733378" y="1398616"/>
                  <a:ext cx="360680" cy="34881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zh-CN" sz="1600" b="0" i="1" smtClean="0">
                                <a:latin typeface="Cambria Math" panose="02040503050406030204" pitchFamily="18" charset="0"/>
                              </a:rPr>
                            </m:ctrlPr>
                          </m:sSupPr>
                          <m:e>
                            <m:r>
                              <a:rPr lang="en-US" altLang="zh-CN" sz="1600" b="0" i="1" smtClean="0">
                                <a:latin typeface="Cambria Math" panose="02040503050406030204" pitchFamily="18" charset="0"/>
                              </a:rPr>
                              <m:t>𝑇</m:t>
                            </m:r>
                          </m:e>
                          <m:sup>
                            <m:r>
                              <a:rPr lang="en-US" altLang="zh-CN" sz="1600" b="0" i="1" smtClean="0">
                                <a:latin typeface="Cambria Math" panose="02040503050406030204" pitchFamily="18" charset="0"/>
                              </a:rPr>
                              <m:t>(0)</m:t>
                            </m:r>
                          </m:sup>
                        </m:sSup>
                      </m:oMath>
                    </m:oMathPara>
                  </a14:m>
                  <a:endParaRPr lang="zh-CN" altLang="en-US" sz="1600" dirty="0"/>
                </a:p>
              </p:txBody>
            </p:sp>
          </mc:Choice>
          <mc:Fallback xmlns="">
            <p:sp>
              <p:nvSpPr>
                <p:cNvPr id="791" name="文本框 790">
                  <a:extLst>
                    <a:ext uri="{FF2B5EF4-FFF2-40B4-BE49-F238E27FC236}">
                      <a16:creationId xmlns:a16="http://schemas.microsoft.com/office/drawing/2014/main" id="{B7DD1871-6FF0-A20F-8C53-5A67DEF78C98}"/>
                    </a:ext>
                  </a:extLst>
                </p:cNvPr>
                <p:cNvSpPr txBox="1">
                  <a:spLocks noRot="1" noChangeAspect="1" noMove="1" noResize="1" noEditPoints="1" noAdjustHandles="1" noChangeArrowheads="1" noChangeShapeType="1" noTextEdit="1"/>
                </p:cNvSpPr>
                <p:nvPr/>
              </p:nvSpPr>
              <p:spPr>
                <a:xfrm>
                  <a:off x="7733378" y="1398616"/>
                  <a:ext cx="360680" cy="348813"/>
                </a:xfrm>
                <a:prstGeom prst="rect">
                  <a:avLst/>
                </a:prstGeom>
                <a:blipFill>
                  <a:blip r:embed="rId6"/>
                  <a:stretch>
                    <a:fillRect r="-3898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DB96DF35-211C-960C-65FF-865EB987DCD8}"/>
                    </a:ext>
                  </a:extLst>
                </p:cNvPr>
                <p:cNvSpPr txBox="1"/>
                <p:nvPr/>
              </p:nvSpPr>
              <p:spPr>
                <a:xfrm>
                  <a:off x="8988117" y="1398616"/>
                  <a:ext cx="360680" cy="34881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zh-CN" sz="1600" b="0" i="1" smtClean="0">
                                <a:latin typeface="Cambria Math" panose="02040503050406030204" pitchFamily="18" charset="0"/>
                              </a:rPr>
                            </m:ctrlPr>
                          </m:sSupPr>
                          <m:e>
                            <m:r>
                              <a:rPr lang="en-US" altLang="zh-CN" sz="1600" b="0" i="1" smtClean="0">
                                <a:latin typeface="Cambria Math" panose="02040503050406030204" pitchFamily="18" charset="0"/>
                              </a:rPr>
                              <m:t>𝑇</m:t>
                            </m:r>
                          </m:e>
                          <m:sup>
                            <m:r>
                              <a:rPr lang="en-US" altLang="zh-CN" sz="1600" b="0" i="1" smtClean="0">
                                <a:latin typeface="Cambria Math" panose="02040503050406030204" pitchFamily="18" charset="0"/>
                              </a:rPr>
                              <m:t>(1)</m:t>
                            </m:r>
                          </m:sup>
                        </m:sSup>
                      </m:oMath>
                    </m:oMathPara>
                  </a14:m>
                  <a:endParaRPr lang="zh-CN" altLang="en-US" sz="1600" dirty="0"/>
                </a:p>
              </p:txBody>
            </p:sp>
          </mc:Choice>
          <mc:Fallback xmlns="">
            <p:sp>
              <p:nvSpPr>
                <p:cNvPr id="794" name="文本框 793">
                  <a:extLst>
                    <a:ext uri="{FF2B5EF4-FFF2-40B4-BE49-F238E27FC236}">
                      <a16:creationId xmlns:a16="http://schemas.microsoft.com/office/drawing/2014/main" id="{C062857D-F2B0-6F19-11C0-6504D2AD29B2}"/>
                    </a:ext>
                  </a:extLst>
                </p:cNvPr>
                <p:cNvSpPr txBox="1">
                  <a:spLocks noRot="1" noChangeAspect="1" noMove="1" noResize="1" noEditPoints="1" noAdjustHandles="1" noChangeArrowheads="1" noChangeShapeType="1" noTextEdit="1"/>
                </p:cNvSpPr>
                <p:nvPr/>
              </p:nvSpPr>
              <p:spPr>
                <a:xfrm>
                  <a:off x="8988117" y="1398616"/>
                  <a:ext cx="360680" cy="348813"/>
                </a:xfrm>
                <a:prstGeom prst="rect">
                  <a:avLst/>
                </a:prstGeom>
                <a:blipFill>
                  <a:blip r:embed="rId7"/>
                  <a:stretch>
                    <a:fillRect r="-38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62F7B883-FFBE-7738-C4FA-CD9FA7CF0E9C}"/>
                    </a:ext>
                  </a:extLst>
                </p:cNvPr>
                <p:cNvSpPr txBox="1"/>
                <p:nvPr/>
              </p:nvSpPr>
              <p:spPr>
                <a:xfrm>
                  <a:off x="10241475" y="1350762"/>
                  <a:ext cx="360680" cy="34881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zh-CN" sz="1600" b="0" i="1" smtClean="0">
                                <a:latin typeface="Cambria Math" panose="02040503050406030204" pitchFamily="18" charset="0"/>
                              </a:rPr>
                            </m:ctrlPr>
                          </m:sSupPr>
                          <m:e>
                            <m:r>
                              <a:rPr lang="en-US" altLang="zh-CN" sz="1600" b="0" i="1" smtClean="0">
                                <a:latin typeface="Cambria Math" panose="02040503050406030204" pitchFamily="18" charset="0"/>
                              </a:rPr>
                              <m:t>𝑇</m:t>
                            </m:r>
                          </m:e>
                          <m:sup>
                            <m:r>
                              <a:rPr lang="en-US" altLang="zh-CN" sz="1600" b="0" i="1" smtClean="0">
                                <a:latin typeface="Cambria Math" panose="02040503050406030204" pitchFamily="18" charset="0"/>
                              </a:rPr>
                              <m:t>(2)</m:t>
                            </m:r>
                          </m:sup>
                        </m:sSup>
                      </m:oMath>
                    </m:oMathPara>
                  </a14:m>
                  <a:endParaRPr lang="zh-CN" altLang="en-US" sz="1600" dirty="0"/>
                </a:p>
              </p:txBody>
            </p:sp>
          </mc:Choice>
          <mc:Fallback xmlns="">
            <p:sp>
              <p:nvSpPr>
                <p:cNvPr id="795" name="文本框 794">
                  <a:extLst>
                    <a:ext uri="{FF2B5EF4-FFF2-40B4-BE49-F238E27FC236}">
                      <a16:creationId xmlns:a16="http://schemas.microsoft.com/office/drawing/2014/main" id="{559FE917-FFBA-B477-0210-9A093CCCB94A}"/>
                    </a:ext>
                  </a:extLst>
                </p:cNvPr>
                <p:cNvSpPr txBox="1">
                  <a:spLocks noRot="1" noChangeAspect="1" noMove="1" noResize="1" noEditPoints="1" noAdjustHandles="1" noChangeArrowheads="1" noChangeShapeType="1" noTextEdit="1"/>
                </p:cNvSpPr>
                <p:nvPr/>
              </p:nvSpPr>
              <p:spPr>
                <a:xfrm>
                  <a:off x="10241475" y="1350762"/>
                  <a:ext cx="360680" cy="348813"/>
                </a:xfrm>
                <a:prstGeom prst="rect">
                  <a:avLst/>
                </a:prstGeom>
                <a:blipFill>
                  <a:blip r:embed="rId8"/>
                  <a:stretch>
                    <a:fillRect r="-40678"/>
                  </a:stretch>
                </a:blipFill>
              </p:spPr>
              <p:txBody>
                <a:bodyPr/>
                <a:lstStyle/>
                <a:p>
                  <a:r>
                    <a:rPr lang="zh-CN" altLang="en-US">
                      <a:noFill/>
                    </a:rPr>
                    <a:t> </a:t>
                  </a:r>
                </a:p>
              </p:txBody>
            </p:sp>
          </mc:Fallback>
        </mc:AlternateContent>
        <p:sp>
          <p:nvSpPr>
            <p:cNvPr id="36" name="文本框 35">
              <a:extLst>
                <a:ext uri="{FF2B5EF4-FFF2-40B4-BE49-F238E27FC236}">
                  <a16:creationId xmlns:a16="http://schemas.microsoft.com/office/drawing/2014/main" id="{6A8E1E9E-EAC1-7376-7575-8F4DEEC4152F}"/>
                </a:ext>
              </a:extLst>
            </p:cNvPr>
            <p:cNvSpPr txBox="1"/>
            <p:nvPr/>
          </p:nvSpPr>
          <p:spPr>
            <a:xfrm>
              <a:off x="8118206" y="2107946"/>
              <a:ext cx="1791453" cy="307777"/>
            </a:xfrm>
            <a:prstGeom prst="rect">
              <a:avLst/>
            </a:prstGeom>
            <a:noFill/>
          </p:spPr>
          <p:txBody>
            <a:bodyPr wrap="square">
              <a:spAutoFit/>
            </a:bodyPr>
            <a:lstStyle/>
            <a:p>
              <a:pPr algn="ctr"/>
              <a:r>
                <a:rPr lang="zh-CN" altLang="en-US" sz="1400" dirty="0"/>
                <a:t>传输矩阵流图</a:t>
              </a:r>
            </a:p>
          </p:txBody>
        </p:sp>
      </p:grpSp>
      <p:sp>
        <p:nvSpPr>
          <p:cNvPr id="2" name="文本框 1">
            <a:extLst>
              <a:ext uri="{FF2B5EF4-FFF2-40B4-BE49-F238E27FC236}">
                <a16:creationId xmlns:a16="http://schemas.microsoft.com/office/drawing/2014/main" id="{FB983247-F907-9033-DC05-A69232AACB8F}"/>
              </a:ext>
            </a:extLst>
          </p:cNvPr>
          <p:cNvSpPr txBox="1"/>
          <p:nvPr/>
        </p:nvSpPr>
        <p:spPr>
          <a:xfrm>
            <a:off x="10907486" y="6449406"/>
            <a:ext cx="953142" cy="338554"/>
          </a:xfrm>
          <a:prstGeom prst="rect">
            <a:avLst/>
          </a:prstGeom>
          <a:noFill/>
        </p:spPr>
        <p:txBody>
          <a:bodyPr wrap="square">
            <a:spAutoFit/>
          </a:bodyPr>
          <a:lstStyle/>
          <a:p>
            <a:r>
              <a:rPr lang="en-US" altLang="zh-CN" sz="1600" b="1" dirty="0">
                <a:solidFill>
                  <a:schemeClr val="bg1">
                    <a:lumMod val="50000"/>
                  </a:schemeClr>
                </a:solidFill>
                <a:latin typeface="+mn-ea"/>
              </a:rPr>
              <a:t>11/21</a:t>
            </a:r>
            <a:endParaRPr lang="zh-CN" altLang="en-US" sz="1600" b="1" dirty="0">
              <a:solidFill>
                <a:schemeClr val="bg1">
                  <a:lumMod val="50000"/>
                </a:schemeClr>
              </a:solidFill>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9010FAC8-A049-14C5-D719-80B7E4CCD476}"/>
                  </a:ext>
                </a:extLst>
              </p:cNvPr>
              <p:cNvSpPr txBox="1"/>
              <p:nvPr/>
            </p:nvSpPr>
            <p:spPr>
              <a:xfrm>
                <a:off x="7383771" y="5235899"/>
                <a:ext cx="360680" cy="33938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600" b="0" i="1" smtClean="0">
                          <a:latin typeface="Cambria Math" panose="02040503050406030204" pitchFamily="18" charset="0"/>
                        </a:rPr>
                        <m:t>𝐼</m:t>
                      </m:r>
                    </m:oMath>
                  </m:oMathPara>
                </a14:m>
                <a:endParaRPr lang="zh-CN" altLang="en-US" sz="1600" dirty="0"/>
              </a:p>
            </p:txBody>
          </p:sp>
        </mc:Choice>
        <mc:Fallback xmlns="">
          <p:sp>
            <p:nvSpPr>
              <p:cNvPr id="4" name="文本框 3">
                <a:extLst>
                  <a:ext uri="{FF2B5EF4-FFF2-40B4-BE49-F238E27FC236}">
                    <a16:creationId xmlns:a16="http://schemas.microsoft.com/office/drawing/2014/main" id="{9010FAC8-A049-14C5-D719-80B7E4CCD476}"/>
                  </a:ext>
                </a:extLst>
              </p:cNvPr>
              <p:cNvSpPr txBox="1">
                <a:spLocks noRot="1" noChangeAspect="1" noMove="1" noResize="1" noEditPoints="1" noAdjustHandles="1" noChangeArrowheads="1" noChangeShapeType="1" noTextEdit="1"/>
              </p:cNvSpPr>
              <p:nvPr/>
            </p:nvSpPr>
            <p:spPr>
              <a:xfrm>
                <a:off x="7383771" y="5235899"/>
                <a:ext cx="360680" cy="339388"/>
              </a:xfrm>
              <a:prstGeom prst="rect">
                <a:avLst/>
              </a:prstGeom>
              <a:blipFill>
                <a:blip r:embed="rId9"/>
                <a:stretch>
                  <a:fillRect/>
                </a:stretch>
              </a:blipFill>
            </p:spPr>
            <p:txBody>
              <a:bodyPr/>
              <a:lstStyle/>
              <a:p>
                <a:r>
                  <a:rPr lang="zh-CN" altLang="en-US">
                    <a:noFill/>
                  </a:rPr>
                  <a:t> </a:t>
                </a:r>
              </a:p>
            </p:txBody>
          </p:sp>
        </mc:Fallback>
      </mc:AlternateContent>
      <p:cxnSp>
        <p:nvCxnSpPr>
          <p:cNvPr id="6" name="直接箭头连接符 5">
            <a:extLst>
              <a:ext uri="{FF2B5EF4-FFF2-40B4-BE49-F238E27FC236}">
                <a16:creationId xmlns:a16="http://schemas.microsoft.com/office/drawing/2014/main" id="{91A53008-E376-1A29-BC72-7C0387FA7C52}"/>
              </a:ext>
            </a:extLst>
          </p:cNvPr>
          <p:cNvCxnSpPr>
            <a:cxnSpLocks/>
            <a:endCxn id="4" idx="0"/>
          </p:cNvCxnSpPr>
          <p:nvPr/>
        </p:nvCxnSpPr>
        <p:spPr>
          <a:xfrm>
            <a:off x="7564111" y="4828441"/>
            <a:ext cx="0" cy="4074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6" name="组合 15">
            <a:extLst>
              <a:ext uri="{FF2B5EF4-FFF2-40B4-BE49-F238E27FC236}">
                <a16:creationId xmlns:a16="http://schemas.microsoft.com/office/drawing/2014/main" id="{E61CAEBD-42E3-E61E-5D30-BB0F1BF3FB07}"/>
              </a:ext>
            </a:extLst>
          </p:cNvPr>
          <p:cNvGrpSpPr/>
          <p:nvPr/>
        </p:nvGrpSpPr>
        <p:grpSpPr>
          <a:xfrm>
            <a:off x="7698520" y="1913086"/>
            <a:ext cx="3486867" cy="2039469"/>
            <a:chOff x="6975947" y="1896591"/>
            <a:chExt cx="3486867" cy="2039469"/>
          </a:xfrm>
        </p:grpSpPr>
        <p:sp>
          <p:nvSpPr>
            <p:cNvPr id="37" name="矩形 36">
              <a:extLst>
                <a:ext uri="{FF2B5EF4-FFF2-40B4-BE49-F238E27FC236}">
                  <a16:creationId xmlns:a16="http://schemas.microsoft.com/office/drawing/2014/main" id="{DAF7BA47-8542-F901-FBFF-17077E581B73}"/>
                </a:ext>
              </a:extLst>
            </p:cNvPr>
            <p:cNvSpPr/>
            <p:nvPr/>
          </p:nvSpPr>
          <p:spPr>
            <a:xfrm>
              <a:off x="6975947" y="1903368"/>
              <a:ext cx="509851" cy="2032692"/>
            </a:xfrm>
            <a:prstGeom prst="rect">
              <a:avLst/>
            </a:prstGeom>
            <a:noFill/>
            <a:ln w="28575">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38" name="矩形 37">
              <a:extLst>
                <a:ext uri="{FF2B5EF4-FFF2-40B4-BE49-F238E27FC236}">
                  <a16:creationId xmlns:a16="http://schemas.microsoft.com/office/drawing/2014/main" id="{10D85439-8CED-2012-19F7-8B71C3FFBB0F}"/>
                </a:ext>
              </a:extLst>
            </p:cNvPr>
            <p:cNvSpPr/>
            <p:nvPr/>
          </p:nvSpPr>
          <p:spPr>
            <a:xfrm>
              <a:off x="9952963" y="1896591"/>
              <a:ext cx="509851" cy="2032692"/>
            </a:xfrm>
            <a:prstGeom prst="rect">
              <a:avLst/>
            </a:prstGeom>
            <a:noFill/>
            <a:ln w="28575">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grpSp>
    </p:spTree>
    <p:extLst>
      <p:ext uri="{BB962C8B-B14F-4D97-AF65-F5344CB8AC3E}">
        <p14:creationId xmlns:p14="http://schemas.microsoft.com/office/powerpoint/2010/main" val="42390677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00"/>
                                        <p:tgtEl>
                                          <p:spTgt spid="2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500"/>
                                        <p:tgtEl>
                                          <p:spTgt spid="2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lvl="0">
              <a:spcBef>
                <a:spcPct val="20000"/>
              </a:spcBef>
            </a:pPr>
            <a:r>
              <a:rPr lang="en-US" altLang="zh-CN" sz="2800" dirty="0">
                <a:solidFill>
                  <a:srgbClr val="000000">
                    <a:lumMod val="75000"/>
                    <a:lumOff val="25000"/>
                  </a:srgbClr>
                </a:solidFill>
              </a:rPr>
              <a:t>3</a:t>
            </a:r>
            <a:r>
              <a:rPr kumimoji="0" lang="en-US" altLang="zh-CN"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a:t>
            </a:r>
            <a:r>
              <a:rPr lang="zh-CN" altLang="en-US" sz="2800" dirty="0">
                <a:solidFill>
                  <a:srgbClr val="000000">
                    <a:lumMod val="75000"/>
                    <a:lumOff val="25000"/>
                  </a:srgbClr>
                </a:solidFill>
              </a:rPr>
              <a:t>权重对齐</a:t>
            </a: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4" name="文本框 3">
            <a:extLst>
              <a:ext uri="{FF2B5EF4-FFF2-40B4-BE49-F238E27FC236}">
                <a16:creationId xmlns:a16="http://schemas.microsoft.com/office/drawing/2014/main" id="{926459F8-302B-C7D5-23DD-186DF684852E}"/>
              </a:ext>
            </a:extLst>
          </p:cNvPr>
          <p:cNvSpPr txBox="1"/>
          <p:nvPr/>
        </p:nvSpPr>
        <p:spPr>
          <a:xfrm>
            <a:off x="610270" y="1117700"/>
            <a:ext cx="9368120" cy="1493358"/>
          </a:xfrm>
          <a:prstGeom prst="rect">
            <a:avLst/>
          </a:prstGeom>
          <a:noFill/>
        </p:spPr>
        <p:txBody>
          <a:bodyPr wrap="square">
            <a:spAutoFit/>
          </a:bodyPr>
          <a:lstStyle/>
          <a:p>
            <a:pPr marL="285750" indent="-285750">
              <a:lnSpc>
                <a:spcPts val="2800"/>
              </a:lnSpc>
              <a:buFont typeface="Wingdings" panose="05000000000000000000" pitchFamily="2" charset="2"/>
              <a:buChar char="Ø"/>
            </a:pPr>
            <a:r>
              <a:rPr lang="zh-CN" altLang="en-US" b="1" dirty="0">
                <a:solidFill>
                  <a:srgbClr val="268F9C"/>
                </a:solidFill>
                <a:latin typeface="+mn-ea"/>
              </a:rPr>
              <a:t>实验设置：</a:t>
            </a:r>
            <a:endParaRPr lang="en-US" altLang="zh-CN" b="1" dirty="0">
              <a:solidFill>
                <a:srgbClr val="268F9C"/>
              </a:solidFill>
              <a:latin typeface="+mn-ea"/>
            </a:endParaRPr>
          </a:p>
          <a:p>
            <a:pPr>
              <a:lnSpc>
                <a:spcPts val="2800"/>
              </a:lnSpc>
            </a:pPr>
            <a:r>
              <a:rPr lang="en-US" altLang="zh-CN" dirty="0">
                <a:latin typeface="+mn-ea"/>
              </a:rPr>
              <a:t>	</a:t>
            </a:r>
            <a:r>
              <a:rPr lang="zh-CN" altLang="en-US" dirty="0">
                <a:latin typeface="+mn-ea"/>
              </a:rPr>
              <a:t>模拟联邦学习情景，一个模型</a:t>
            </a:r>
            <a:r>
              <a:rPr lang="zh-CN" altLang="en-US" b="1" dirty="0">
                <a:latin typeface="+mn-ea"/>
              </a:rPr>
              <a:t>泛化能力强</a:t>
            </a:r>
            <a:r>
              <a:rPr lang="zh-CN" altLang="en-US" dirty="0">
                <a:latin typeface="+mn-ea"/>
              </a:rPr>
              <a:t>，另一个模型在特定领域有</a:t>
            </a:r>
            <a:r>
              <a:rPr lang="zh-CN" altLang="en-US" b="1" dirty="0">
                <a:latin typeface="+mn-ea"/>
              </a:rPr>
              <a:t>专有知识</a:t>
            </a:r>
            <a:endParaRPr lang="en-US" altLang="zh-CN" b="1" dirty="0">
              <a:latin typeface="+mn-ea"/>
            </a:endParaRPr>
          </a:p>
          <a:p>
            <a:pPr>
              <a:lnSpc>
                <a:spcPts val="2800"/>
              </a:lnSpc>
            </a:pPr>
            <a:r>
              <a:rPr lang="en-US" altLang="zh-CN" dirty="0">
                <a:latin typeface="+mn-ea"/>
              </a:rPr>
              <a:t>	</a:t>
            </a:r>
            <a:r>
              <a:rPr lang="zh-CN" altLang="en-US" dirty="0">
                <a:latin typeface="+mn-ea"/>
              </a:rPr>
              <a:t>例如对于手写数字来说，一个模型他能识别</a:t>
            </a:r>
            <a:r>
              <a:rPr lang="en-US" altLang="zh-CN" b="1" dirty="0">
                <a:latin typeface="+mn-ea"/>
              </a:rPr>
              <a:t>1-9</a:t>
            </a:r>
            <a:r>
              <a:rPr lang="zh-CN" altLang="en-US" b="1" dirty="0">
                <a:latin typeface="+mn-ea"/>
              </a:rPr>
              <a:t>中除了</a:t>
            </a:r>
            <a:r>
              <a:rPr lang="en-US" altLang="zh-CN" b="1" dirty="0">
                <a:latin typeface="+mn-ea"/>
              </a:rPr>
              <a:t>4</a:t>
            </a:r>
            <a:r>
              <a:rPr lang="zh-CN" altLang="en-US" b="1" dirty="0">
                <a:latin typeface="+mn-ea"/>
              </a:rPr>
              <a:t>的任何数字</a:t>
            </a:r>
            <a:endParaRPr lang="en-US" altLang="zh-CN" b="1" dirty="0">
              <a:latin typeface="+mn-ea"/>
            </a:endParaRPr>
          </a:p>
          <a:p>
            <a:pPr>
              <a:lnSpc>
                <a:spcPts val="2800"/>
              </a:lnSpc>
            </a:pPr>
            <a:r>
              <a:rPr lang="en-US" altLang="zh-CN" dirty="0">
                <a:latin typeface="+mn-ea"/>
              </a:rPr>
              <a:t>	</a:t>
            </a:r>
            <a:r>
              <a:rPr lang="zh-CN" altLang="en-US" dirty="0">
                <a:latin typeface="+mn-ea"/>
              </a:rPr>
              <a:t>另一个模型则只能</a:t>
            </a:r>
            <a:r>
              <a:rPr lang="zh-CN" altLang="en-US" b="1" dirty="0">
                <a:latin typeface="+mn-ea"/>
              </a:rPr>
              <a:t>识别数字</a:t>
            </a:r>
            <a:r>
              <a:rPr lang="en-US" altLang="zh-CN" b="1" dirty="0">
                <a:latin typeface="+mn-ea"/>
              </a:rPr>
              <a:t>4</a:t>
            </a:r>
            <a:endParaRPr lang="zh-CN" altLang="en-US" b="1" dirty="0"/>
          </a:p>
        </p:txBody>
      </p:sp>
      <p:pic>
        <p:nvPicPr>
          <p:cNvPr id="6" name="图片 5">
            <a:extLst>
              <a:ext uri="{FF2B5EF4-FFF2-40B4-BE49-F238E27FC236}">
                <a16:creationId xmlns:a16="http://schemas.microsoft.com/office/drawing/2014/main" id="{E3F4154B-8477-1409-728E-4E4297EA5FA5}"/>
              </a:ext>
            </a:extLst>
          </p:cNvPr>
          <p:cNvPicPr>
            <a:picLocks noChangeAspect="1"/>
          </p:cNvPicPr>
          <p:nvPr/>
        </p:nvPicPr>
        <p:blipFill>
          <a:blip r:embed="rId3"/>
          <a:stretch>
            <a:fillRect/>
          </a:stretch>
        </p:blipFill>
        <p:spPr>
          <a:xfrm>
            <a:off x="1019253" y="2861911"/>
            <a:ext cx="9850677" cy="3996089"/>
          </a:xfrm>
          <a:prstGeom prst="rect">
            <a:avLst/>
          </a:prstGeom>
        </p:spPr>
      </p:pic>
      <p:sp>
        <p:nvSpPr>
          <p:cNvPr id="9" name="文本框 8">
            <a:extLst>
              <a:ext uri="{FF2B5EF4-FFF2-40B4-BE49-F238E27FC236}">
                <a16:creationId xmlns:a16="http://schemas.microsoft.com/office/drawing/2014/main" id="{849C70DD-86FF-33F3-1CA3-C9453382FF76}"/>
              </a:ext>
            </a:extLst>
          </p:cNvPr>
          <p:cNvSpPr txBox="1"/>
          <p:nvPr/>
        </p:nvSpPr>
        <p:spPr>
          <a:xfrm>
            <a:off x="193654" y="744048"/>
            <a:ext cx="6109334" cy="461665"/>
          </a:xfrm>
          <a:prstGeom prst="rect">
            <a:avLst/>
          </a:prstGeom>
          <a:noFill/>
        </p:spPr>
        <p:txBody>
          <a:bodyPr wrap="square">
            <a:spAutoFit/>
          </a:bodyPr>
          <a:lstStyle/>
          <a:p>
            <a:r>
              <a:rPr lang="zh-CN" altLang="en-US" sz="2400" b="1" dirty="0">
                <a:solidFill>
                  <a:srgbClr val="268F9C"/>
                </a:solidFill>
                <a:latin typeface="+mn-ea"/>
              </a:rPr>
              <a:t>实验</a:t>
            </a:r>
          </a:p>
        </p:txBody>
      </p:sp>
      <p:sp>
        <p:nvSpPr>
          <p:cNvPr id="2" name="文本框 1">
            <a:extLst>
              <a:ext uri="{FF2B5EF4-FFF2-40B4-BE49-F238E27FC236}">
                <a16:creationId xmlns:a16="http://schemas.microsoft.com/office/drawing/2014/main" id="{8770111D-3B2A-557A-8A35-806C897F32F1}"/>
              </a:ext>
            </a:extLst>
          </p:cNvPr>
          <p:cNvSpPr txBox="1"/>
          <p:nvPr/>
        </p:nvSpPr>
        <p:spPr>
          <a:xfrm>
            <a:off x="10907486" y="6449406"/>
            <a:ext cx="953142" cy="338554"/>
          </a:xfrm>
          <a:prstGeom prst="rect">
            <a:avLst/>
          </a:prstGeom>
          <a:noFill/>
        </p:spPr>
        <p:txBody>
          <a:bodyPr wrap="square">
            <a:spAutoFit/>
          </a:bodyPr>
          <a:lstStyle/>
          <a:p>
            <a:r>
              <a:rPr lang="en-US" altLang="zh-CN" sz="1600" b="1" dirty="0">
                <a:solidFill>
                  <a:schemeClr val="bg1">
                    <a:lumMod val="50000"/>
                  </a:schemeClr>
                </a:solidFill>
                <a:latin typeface="+mn-ea"/>
              </a:rPr>
              <a:t>12/21</a:t>
            </a:r>
            <a:endParaRPr lang="zh-CN" altLang="en-US" sz="1600" b="1" dirty="0">
              <a:solidFill>
                <a:schemeClr val="bg1">
                  <a:lumMod val="50000"/>
                </a:schemeClr>
              </a:solidFill>
            </a:endParaRPr>
          </a:p>
        </p:txBody>
      </p:sp>
    </p:spTree>
    <p:extLst>
      <p:ext uri="{BB962C8B-B14F-4D97-AF65-F5344CB8AC3E}">
        <p14:creationId xmlns:p14="http://schemas.microsoft.com/office/powerpoint/2010/main" val="28449846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a:spcBef>
                <a:spcPct val="20000"/>
              </a:spcBef>
            </a:pPr>
            <a:r>
              <a:rPr kumimoji="0" lang="en-US" altLang="zh-CN"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4.</a:t>
            </a:r>
            <a:r>
              <a:rPr lang="zh-CN" altLang="en-US" sz="2800" dirty="0">
                <a:solidFill>
                  <a:srgbClr val="000000">
                    <a:lumMod val="75000"/>
                    <a:lumOff val="25000"/>
                  </a:srgbClr>
                </a:solidFill>
                <a:latin typeface="微软雅黑" panose="020B0503020204020204" pitchFamily="34" charset="-122"/>
                <a:ea typeface="微软雅黑" panose="020B0503020204020204" pitchFamily="34" charset="-122"/>
              </a:rPr>
              <a:t>扩展到</a:t>
            </a:r>
            <a:r>
              <a:rPr lang="en-US" altLang="zh-CN" sz="2800" dirty="0">
                <a:solidFill>
                  <a:srgbClr val="000000">
                    <a:lumMod val="75000"/>
                    <a:lumOff val="25000"/>
                  </a:srgbClr>
                </a:solidFill>
                <a:latin typeface="微软雅黑" panose="020B0503020204020204" pitchFamily="34" charset="-122"/>
                <a:ea typeface="微软雅黑" panose="020B0503020204020204" pitchFamily="34" charset="-122"/>
              </a:rPr>
              <a:t>Transformer</a:t>
            </a:r>
            <a:endParaRPr kumimoji="0" lang="zh-CN" altLang="en-US" sz="280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a:p>
            <a:pPr lvl="0">
              <a:spcBef>
                <a:spcPct val="20000"/>
              </a:spcBef>
            </a:pP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2" name="文本框 1">
            <a:extLst>
              <a:ext uri="{FF2B5EF4-FFF2-40B4-BE49-F238E27FC236}">
                <a16:creationId xmlns:a16="http://schemas.microsoft.com/office/drawing/2014/main" id="{D6DE467A-FB0A-2A2D-5675-4CCA09D02CE4}"/>
              </a:ext>
            </a:extLst>
          </p:cNvPr>
          <p:cNvSpPr txBox="1"/>
          <p:nvPr/>
        </p:nvSpPr>
        <p:spPr>
          <a:xfrm>
            <a:off x="193654" y="744048"/>
            <a:ext cx="6109334" cy="461665"/>
          </a:xfrm>
          <a:prstGeom prst="rect">
            <a:avLst/>
          </a:prstGeom>
          <a:noFill/>
        </p:spPr>
        <p:txBody>
          <a:bodyPr wrap="square">
            <a:spAutoFit/>
          </a:bodyPr>
          <a:lstStyle/>
          <a:p>
            <a:r>
              <a:rPr lang="zh-CN" altLang="en-US" sz="2400" b="1" dirty="0">
                <a:solidFill>
                  <a:srgbClr val="268F9C"/>
                </a:solidFill>
                <a:latin typeface="+mn-ea"/>
              </a:rPr>
              <a:t>挑战</a:t>
            </a:r>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8339613F-DD9A-95FF-FBAB-42C3843A226D}"/>
                  </a:ext>
                </a:extLst>
              </p:cNvPr>
              <p:cNvSpPr txBox="1"/>
              <p:nvPr/>
            </p:nvSpPr>
            <p:spPr>
              <a:xfrm>
                <a:off x="482346" y="1205713"/>
                <a:ext cx="8493703" cy="1788375"/>
              </a:xfrm>
              <a:prstGeom prst="rect">
                <a:avLst/>
              </a:prstGeom>
              <a:noFill/>
            </p:spPr>
            <p:txBody>
              <a:bodyPr wrap="square">
                <a:spAutoFit/>
              </a:bodyPr>
              <a:lstStyle/>
              <a:p>
                <a:pPr marL="285750" indent="-285750">
                  <a:spcAft>
                    <a:spcPts val="1800"/>
                  </a:spcAft>
                  <a:buFont typeface="Wingdings" panose="05000000000000000000" pitchFamily="2" charset="2"/>
                  <a:buChar char="Ø"/>
                </a:pPr>
                <a:r>
                  <a:rPr lang="en-US" altLang="zh-CN" sz="1600" b="1" dirty="0">
                    <a:solidFill>
                      <a:srgbClr val="268F9C"/>
                    </a:solidFill>
                    <a:latin typeface="+mn-ea"/>
                  </a:rPr>
                  <a:t>Transformer</a:t>
                </a:r>
                <a:r>
                  <a:rPr lang="zh-CN" altLang="en-US" sz="1600" b="1" dirty="0">
                    <a:solidFill>
                      <a:srgbClr val="268F9C"/>
                    </a:solidFill>
                    <a:latin typeface="+mn-ea"/>
                  </a:rPr>
                  <a:t>中不仅仅只有全连接层</a:t>
                </a:r>
                <a:endParaRPr lang="en-US" altLang="zh-CN" sz="1600" b="1" dirty="0">
                  <a:solidFill>
                    <a:srgbClr val="268F9C"/>
                  </a:solidFill>
                  <a:latin typeface="+mn-ea"/>
                </a:endParaRPr>
              </a:p>
              <a:p>
                <a:pPr marL="285750" indent="-285750">
                  <a:spcAft>
                    <a:spcPts val="1800"/>
                  </a:spcAft>
                  <a:buFont typeface="Wingdings" panose="05000000000000000000" pitchFamily="2" charset="2"/>
                  <a:buChar char="Ø"/>
                </a:pPr>
                <a:r>
                  <a:rPr lang="zh-CN" altLang="en-US" sz="1600" b="1" dirty="0">
                    <a:solidFill>
                      <a:srgbClr val="268F9C"/>
                    </a:solidFill>
                    <a:latin typeface="+mn-ea"/>
                  </a:rPr>
                  <a:t>对于残差层，其输入传输矩阵有两个，分别来自前一层和残差层，两个传输矩阵如何交互？</a:t>
                </a:r>
                <a:endParaRPr lang="en-US" altLang="zh-CN" sz="1600" b="1" dirty="0">
                  <a:solidFill>
                    <a:srgbClr val="268F9C"/>
                  </a:solidFill>
                  <a:latin typeface="+mn-ea"/>
                </a:endParaRPr>
              </a:p>
              <a:p>
                <a:pPr marL="285750" indent="-285750">
                  <a:spcAft>
                    <a:spcPts val="1800"/>
                  </a:spcAft>
                  <a:buFont typeface="Wingdings" panose="05000000000000000000" pitchFamily="2" charset="2"/>
                  <a:buChar char="Ø"/>
                </a:pPr>
                <a:r>
                  <a:rPr lang="zh-CN" altLang="en-US" sz="1600" b="1" dirty="0">
                    <a:solidFill>
                      <a:srgbClr val="268F9C"/>
                    </a:solidFill>
                    <a:latin typeface="+mn-ea"/>
                  </a:rPr>
                  <a:t>对于自注意力层，在计算注意力时涉及</a:t>
                </a:r>
                <a:r>
                  <a:rPr lang="en-US" altLang="zh-CN" sz="1600" b="1" dirty="0" err="1">
                    <a:solidFill>
                      <a:srgbClr val="268F9C"/>
                    </a:solidFill>
                    <a:latin typeface="+mn-ea"/>
                  </a:rPr>
                  <a:t>softmax</a:t>
                </a:r>
                <a:r>
                  <a:rPr lang="zh-CN" altLang="en-US" sz="1600" b="1" dirty="0">
                    <a:solidFill>
                      <a:srgbClr val="268F9C"/>
                    </a:solidFill>
                    <a:latin typeface="+mn-ea"/>
                  </a:rPr>
                  <a:t>操作，</a:t>
                </a:r>
                <a14:m>
                  <m:oMath xmlns:m="http://schemas.openxmlformats.org/officeDocument/2006/math">
                    <m:sSub>
                      <m:sSubPr>
                        <m:ctrlPr>
                          <a:rPr lang="en-US" altLang="zh-CN" sz="1600" b="1" i="1" smtClean="0">
                            <a:solidFill>
                              <a:srgbClr val="268F9C"/>
                            </a:solidFill>
                            <a:latin typeface="Cambria Math" panose="02040503050406030204" pitchFamily="18" charset="0"/>
                          </a:rPr>
                        </m:ctrlPr>
                      </m:sSubPr>
                      <m:e>
                        <m:r>
                          <a:rPr lang="en-US" altLang="zh-CN" sz="1600" b="1" i="1" smtClean="0">
                            <a:solidFill>
                              <a:srgbClr val="268F9C"/>
                            </a:solidFill>
                            <a:latin typeface="Cambria Math" panose="02040503050406030204" pitchFamily="18" charset="0"/>
                          </a:rPr>
                          <m:t>𝑻</m:t>
                        </m:r>
                      </m:e>
                      <m:sub>
                        <m:r>
                          <a:rPr lang="en-US" altLang="zh-CN" sz="1600" b="1" i="1" smtClean="0">
                            <a:solidFill>
                              <a:srgbClr val="268F9C"/>
                            </a:solidFill>
                            <a:latin typeface="Cambria Math" panose="02040503050406030204" pitchFamily="18" charset="0"/>
                          </a:rPr>
                          <m:t>𝑸</m:t>
                        </m:r>
                      </m:sub>
                    </m:sSub>
                  </m:oMath>
                </a14:m>
                <a:r>
                  <a:rPr lang="zh-CN" altLang="en-US" sz="1600" b="1" dirty="0">
                    <a:solidFill>
                      <a:srgbClr val="268F9C"/>
                    </a:solidFill>
                    <a:latin typeface="+mn-ea"/>
                  </a:rPr>
                  <a:t>与</a:t>
                </a:r>
                <a14:m>
                  <m:oMath xmlns:m="http://schemas.openxmlformats.org/officeDocument/2006/math">
                    <m:sSub>
                      <m:sSubPr>
                        <m:ctrlPr>
                          <a:rPr lang="en-US" altLang="zh-CN" sz="1600" b="1" i="1" dirty="0" smtClean="0">
                            <a:solidFill>
                              <a:srgbClr val="268F9C"/>
                            </a:solidFill>
                            <a:latin typeface="Cambria Math" panose="02040503050406030204" pitchFamily="18" charset="0"/>
                          </a:rPr>
                        </m:ctrlPr>
                      </m:sSubPr>
                      <m:e>
                        <m:r>
                          <a:rPr lang="en-US" altLang="zh-CN" sz="1600" b="1" i="1" dirty="0" smtClean="0">
                            <a:solidFill>
                              <a:srgbClr val="268F9C"/>
                            </a:solidFill>
                            <a:latin typeface="Cambria Math" panose="02040503050406030204" pitchFamily="18" charset="0"/>
                          </a:rPr>
                          <m:t>𝑻</m:t>
                        </m:r>
                      </m:e>
                      <m:sub>
                        <m:r>
                          <a:rPr lang="en-US" altLang="zh-CN" sz="1600" b="1" i="1" dirty="0" smtClean="0">
                            <a:solidFill>
                              <a:srgbClr val="268F9C"/>
                            </a:solidFill>
                            <a:latin typeface="Cambria Math" panose="02040503050406030204" pitchFamily="18" charset="0"/>
                          </a:rPr>
                          <m:t>𝑾</m:t>
                        </m:r>
                      </m:sub>
                    </m:sSub>
                  </m:oMath>
                </a14:m>
                <a:r>
                  <a:rPr lang="zh-CN" altLang="en-US" sz="1600" b="1" dirty="0">
                    <a:solidFill>
                      <a:srgbClr val="268F9C"/>
                    </a:solidFill>
                    <a:latin typeface="+mn-ea"/>
                  </a:rPr>
                  <a:t>如何传输？</a:t>
                </a:r>
                <a:endParaRPr lang="en-US" altLang="zh-CN" sz="1600" b="1" dirty="0">
                  <a:solidFill>
                    <a:srgbClr val="268F9C"/>
                  </a:solidFill>
                  <a:latin typeface="+mn-ea"/>
                </a:endParaRPr>
              </a:p>
              <a:p>
                <a:pPr marL="285750" indent="-285750">
                  <a:spcAft>
                    <a:spcPts val="1800"/>
                  </a:spcAft>
                  <a:buFont typeface="Wingdings" panose="05000000000000000000" pitchFamily="2" charset="2"/>
                  <a:buChar char="Ø"/>
                </a:pPr>
                <a:r>
                  <a:rPr lang="zh-CN" altLang="en-US" sz="1600" b="1" dirty="0">
                    <a:solidFill>
                      <a:srgbClr val="268F9C"/>
                    </a:solidFill>
                    <a:latin typeface="+mn-ea"/>
                  </a:rPr>
                  <a:t>对于</a:t>
                </a:r>
                <a:r>
                  <a:rPr lang="en-US" altLang="zh-CN" sz="1600" b="1" dirty="0">
                    <a:solidFill>
                      <a:srgbClr val="268F9C"/>
                    </a:solidFill>
                    <a:latin typeface="+mn-ea"/>
                  </a:rPr>
                  <a:t>Norm</a:t>
                </a:r>
                <a:r>
                  <a:rPr lang="zh-CN" altLang="en-US" sz="1600" b="1" dirty="0">
                    <a:solidFill>
                      <a:srgbClr val="268F9C"/>
                    </a:solidFill>
                    <a:latin typeface="+mn-ea"/>
                  </a:rPr>
                  <a:t>层，输出传输矩阵如何计算</a:t>
                </a:r>
                <a:endParaRPr lang="en-US" altLang="zh-CN" sz="1600" b="1" dirty="0">
                  <a:solidFill>
                    <a:srgbClr val="268F9C"/>
                  </a:solidFill>
                  <a:latin typeface="+mn-ea"/>
                </a:endParaRPr>
              </a:p>
            </p:txBody>
          </p:sp>
        </mc:Choice>
        <mc:Fallback xmlns="">
          <p:sp>
            <p:nvSpPr>
              <p:cNvPr id="16" name="文本框 15">
                <a:extLst>
                  <a:ext uri="{FF2B5EF4-FFF2-40B4-BE49-F238E27FC236}">
                    <a16:creationId xmlns:a16="http://schemas.microsoft.com/office/drawing/2014/main" id="{8339613F-DD9A-95FF-FBAB-42C3843A226D}"/>
                  </a:ext>
                </a:extLst>
              </p:cNvPr>
              <p:cNvSpPr txBox="1">
                <a:spLocks noRot="1" noChangeAspect="1" noMove="1" noResize="1" noEditPoints="1" noAdjustHandles="1" noChangeArrowheads="1" noChangeShapeType="1" noTextEdit="1"/>
              </p:cNvSpPr>
              <p:nvPr/>
            </p:nvSpPr>
            <p:spPr>
              <a:xfrm>
                <a:off x="482346" y="1205713"/>
                <a:ext cx="8493703" cy="1788375"/>
              </a:xfrm>
              <a:prstGeom prst="rect">
                <a:avLst/>
              </a:prstGeom>
              <a:blipFill>
                <a:blip r:embed="rId3"/>
                <a:stretch>
                  <a:fillRect l="-287" t="-1024" r="-1651" b="-3754"/>
                </a:stretch>
              </a:blipFill>
            </p:spPr>
            <p:txBody>
              <a:bodyPr/>
              <a:lstStyle/>
              <a:p>
                <a:r>
                  <a:rPr lang="zh-CN" altLang="en-US">
                    <a:noFill/>
                  </a:rPr>
                  <a:t> </a:t>
                </a:r>
              </a:p>
            </p:txBody>
          </p:sp>
        </mc:Fallback>
      </mc:AlternateContent>
      <p:pic>
        <p:nvPicPr>
          <p:cNvPr id="18" name="图片 17">
            <a:extLst>
              <a:ext uri="{FF2B5EF4-FFF2-40B4-BE49-F238E27FC236}">
                <a16:creationId xmlns:a16="http://schemas.microsoft.com/office/drawing/2014/main" id="{482FC626-420C-D490-D965-DBF6B9D267B6}"/>
              </a:ext>
            </a:extLst>
          </p:cNvPr>
          <p:cNvPicPr>
            <a:picLocks noChangeAspect="1"/>
          </p:cNvPicPr>
          <p:nvPr/>
        </p:nvPicPr>
        <p:blipFill>
          <a:blip r:embed="rId4"/>
          <a:stretch>
            <a:fillRect/>
          </a:stretch>
        </p:blipFill>
        <p:spPr>
          <a:xfrm>
            <a:off x="1643103" y="2911372"/>
            <a:ext cx="5304686" cy="1942182"/>
          </a:xfrm>
          <a:prstGeom prst="rect">
            <a:avLst/>
          </a:prstGeom>
        </p:spPr>
      </p:pic>
      <p:pic>
        <p:nvPicPr>
          <p:cNvPr id="20" name="图片 19">
            <a:extLst>
              <a:ext uri="{FF2B5EF4-FFF2-40B4-BE49-F238E27FC236}">
                <a16:creationId xmlns:a16="http://schemas.microsoft.com/office/drawing/2014/main" id="{C3A33F9B-DDBC-4D5C-4F5D-D8654C981092}"/>
              </a:ext>
            </a:extLst>
          </p:cNvPr>
          <p:cNvPicPr>
            <a:picLocks noChangeAspect="1"/>
          </p:cNvPicPr>
          <p:nvPr/>
        </p:nvPicPr>
        <p:blipFill>
          <a:blip r:embed="rId5"/>
          <a:stretch>
            <a:fillRect/>
          </a:stretch>
        </p:blipFill>
        <p:spPr>
          <a:xfrm>
            <a:off x="1712602" y="4849975"/>
            <a:ext cx="5262421" cy="1855151"/>
          </a:xfrm>
          <a:prstGeom prst="rect">
            <a:avLst/>
          </a:prstGeom>
        </p:spPr>
      </p:pic>
      <p:pic>
        <p:nvPicPr>
          <p:cNvPr id="22" name="图片 21">
            <a:extLst>
              <a:ext uri="{FF2B5EF4-FFF2-40B4-BE49-F238E27FC236}">
                <a16:creationId xmlns:a16="http://schemas.microsoft.com/office/drawing/2014/main" id="{6C4DCBFE-5831-D512-B6B7-345E386EC1E5}"/>
              </a:ext>
            </a:extLst>
          </p:cNvPr>
          <p:cNvPicPr>
            <a:picLocks noChangeAspect="1"/>
          </p:cNvPicPr>
          <p:nvPr/>
        </p:nvPicPr>
        <p:blipFill>
          <a:blip r:embed="rId6"/>
          <a:stretch>
            <a:fillRect/>
          </a:stretch>
        </p:blipFill>
        <p:spPr>
          <a:xfrm>
            <a:off x="9576553" y="1232340"/>
            <a:ext cx="2015148" cy="4393320"/>
          </a:xfrm>
          <a:prstGeom prst="rect">
            <a:avLst/>
          </a:prstGeom>
        </p:spPr>
      </p:pic>
      <p:sp>
        <p:nvSpPr>
          <p:cNvPr id="26" name="文本框 25">
            <a:extLst>
              <a:ext uri="{FF2B5EF4-FFF2-40B4-BE49-F238E27FC236}">
                <a16:creationId xmlns:a16="http://schemas.microsoft.com/office/drawing/2014/main" id="{960DD35C-6DF4-32ED-495B-FA1F192A6F1D}"/>
              </a:ext>
            </a:extLst>
          </p:cNvPr>
          <p:cNvSpPr txBox="1"/>
          <p:nvPr/>
        </p:nvSpPr>
        <p:spPr>
          <a:xfrm>
            <a:off x="9254904" y="5764544"/>
            <a:ext cx="2658446" cy="307777"/>
          </a:xfrm>
          <a:prstGeom prst="rect">
            <a:avLst/>
          </a:prstGeom>
          <a:noFill/>
        </p:spPr>
        <p:txBody>
          <a:bodyPr wrap="square">
            <a:spAutoFit/>
          </a:bodyPr>
          <a:lstStyle/>
          <a:p>
            <a:pPr algn="ctr"/>
            <a:r>
              <a:rPr lang="en-US" altLang="zh-CN" sz="1400" dirty="0" err="1"/>
              <a:t>ViT</a:t>
            </a:r>
            <a:r>
              <a:rPr lang="zh-CN" altLang="en-US" sz="1400" dirty="0"/>
              <a:t>架构</a:t>
            </a:r>
          </a:p>
        </p:txBody>
      </p:sp>
      <p:sp>
        <p:nvSpPr>
          <p:cNvPr id="28" name="文本框 27">
            <a:extLst>
              <a:ext uri="{FF2B5EF4-FFF2-40B4-BE49-F238E27FC236}">
                <a16:creationId xmlns:a16="http://schemas.microsoft.com/office/drawing/2014/main" id="{E5BCA28D-0B91-AD38-755A-4D30BD34F19A}"/>
              </a:ext>
            </a:extLst>
          </p:cNvPr>
          <p:cNvSpPr txBox="1"/>
          <p:nvPr/>
        </p:nvSpPr>
        <p:spPr>
          <a:xfrm>
            <a:off x="6852947" y="3882463"/>
            <a:ext cx="1327605" cy="534957"/>
          </a:xfrm>
          <a:prstGeom prst="rect">
            <a:avLst/>
          </a:prstGeom>
          <a:noFill/>
        </p:spPr>
        <p:txBody>
          <a:bodyPr wrap="square">
            <a:spAutoFit/>
          </a:bodyPr>
          <a:lstStyle/>
          <a:p>
            <a:pPr algn="ctr"/>
            <a:r>
              <a:rPr lang="zh-CN" altLang="en-US" sz="1400" dirty="0"/>
              <a:t>残差连接传输矩阵流图</a:t>
            </a:r>
          </a:p>
        </p:txBody>
      </p:sp>
      <p:sp>
        <p:nvSpPr>
          <p:cNvPr id="29" name="文本框 28">
            <a:extLst>
              <a:ext uri="{FF2B5EF4-FFF2-40B4-BE49-F238E27FC236}">
                <a16:creationId xmlns:a16="http://schemas.microsoft.com/office/drawing/2014/main" id="{C1702E62-E102-3271-EFC0-9C0C31CF9172}"/>
              </a:ext>
            </a:extLst>
          </p:cNvPr>
          <p:cNvSpPr txBox="1"/>
          <p:nvPr/>
        </p:nvSpPr>
        <p:spPr>
          <a:xfrm>
            <a:off x="6852948" y="5510071"/>
            <a:ext cx="1327604" cy="534957"/>
          </a:xfrm>
          <a:prstGeom prst="rect">
            <a:avLst/>
          </a:prstGeom>
          <a:noFill/>
        </p:spPr>
        <p:txBody>
          <a:bodyPr wrap="square">
            <a:spAutoFit/>
          </a:bodyPr>
          <a:lstStyle/>
          <a:p>
            <a:pPr algn="ctr"/>
            <a:r>
              <a:rPr lang="zh-CN" altLang="en-US" sz="1400" dirty="0"/>
              <a:t>自注意力层传输矩阵流图</a:t>
            </a:r>
          </a:p>
        </p:txBody>
      </p:sp>
      <p:sp>
        <p:nvSpPr>
          <p:cNvPr id="4" name="文本框 3">
            <a:extLst>
              <a:ext uri="{FF2B5EF4-FFF2-40B4-BE49-F238E27FC236}">
                <a16:creationId xmlns:a16="http://schemas.microsoft.com/office/drawing/2014/main" id="{20C8F0D2-4E50-359C-D5B0-58A1ABECEC91}"/>
              </a:ext>
            </a:extLst>
          </p:cNvPr>
          <p:cNvSpPr txBox="1"/>
          <p:nvPr/>
        </p:nvSpPr>
        <p:spPr>
          <a:xfrm>
            <a:off x="10907486" y="6449406"/>
            <a:ext cx="953142" cy="338554"/>
          </a:xfrm>
          <a:prstGeom prst="rect">
            <a:avLst/>
          </a:prstGeom>
          <a:noFill/>
        </p:spPr>
        <p:txBody>
          <a:bodyPr wrap="square">
            <a:spAutoFit/>
          </a:bodyPr>
          <a:lstStyle/>
          <a:p>
            <a:r>
              <a:rPr lang="en-US" altLang="zh-CN" sz="1600" b="1" dirty="0">
                <a:solidFill>
                  <a:schemeClr val="bg1">
                    <a:lumMod val="50000"/>
                  </a:schemeClr>
                </a:solidFill>
                <a:latin typeface="+mn-ea"/>
              </a:rPr>
              <a:t>13/21</a:t>
            </a:r>
            <a:endParaRPr lang="zh-CN" altLang="en-US" sz="1600" b="1" dirty="0">
              <a:solidFill>
                <a:schemeClr val="bg1">
                  <a:lumMod val="50000"/>
                </a:schemeClr>
              </a:solidFill>
            </a:endParaRPr>
          </a:p>
        </p:txBody>
      </p:sp>
    </p:spTree>
    <p:extLst>
      <p:ext uri="{BB962C8B-B14F-4D97-AF65-F5344CB8AC3E}">
        <p14:creationId xmlns:p14="http://schemas.microsoft.com/office/powerpoint/2010/main" val="21298497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500"/>
                                        <p:tgtEl>
                                          <p:spTgt spid="16">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500"/>
                                        <p:tgtEl>
                                          <p:spTgt spid="2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6">
                                            <p:txEl>
                                              <p:pRg st="1" end="1"/>
                                            </p:txEl>
                                          </p:spTgt>
                                        </p:tgtEl>
                                        <p:attrNameLst>
                                          <p:attrName>style.visibility</p:attrName>
                                        </p:attrNameLst>
                                      </p:cBhvr>
                                      <p:to>
                                        <p:strVal val="visible"/>
                                      </p:to>
                                    </p:set>
                                    <p:animEffect transition="in" filter="fade">
                                      <p:cBhvr>
                                        <p:cTn id="18" dur="500"/>
                                        <p:tgtEl>
                                          <p:spTgt spid="16">
                                            <p:txEl>
                                              <p:pRg st="1" end="1"/>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500"/>
                                        <p:tgtEl>
                                          <p:spTgt spid="1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500"/>
                                        <p:tgtEl>
                                          <p:spTgt spid="2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6">
                                            <p:txEl>
                                              <p:pRg st="2" end="2"/>
                                            </p:txEl>
                                          </p:spTgt>
                                        </p:tgtEl>
                                        <p:attrNameLst>
                                          <p:attrName>style.visibility</p:attrName>
                                        </p:attrNameLst>
                                      </p:cBhvr>
                                      <p:to>
                                        <p:strVal val="visible"/>
                                      </p:to>
                                    </p:set>
                                    <p:animEffect transition="in" filter="fade">
                                      <p:cBhvr>
                                        <p:cTn id="29" dur="500"/>
                                        <p:tgtEl>
                                          <p:spTgt spid="16">
                                            <p:txEl>
                                              <p:pRg st="2" end="2"/>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500"/>
                                        <p:tgtEl>
                                          <p:spTgt spid="2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fade">
                                      <p:cBhvr>
                                        <p:cTn id="35" dur="500"/>
                                        <p:tgtEl>
                                          <p:spTgt spid="2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6">
                                            <p:txEl>
                                              <p:pRg st="3" end="3"/>
                                            </p:txEl>
                                          </p:spTgt>
                                        </p:tgtEl>
                                        <p:attrNameLst>
                                          <p:attrName>style.visibility</p:attrName>
                                        </p:attrNameLst>
                                      </p:cBhvr>
                                      <p:to>
                                        <p:strVal val="visible"/>
                                      </p:to>
                                    </p:set>
                                    <p:animEffect transition="in" filter="fade">
                                      <p:cBhvr>
                                        <p:cTn id="40" dur="500"/>
                                        <p:tgtEl>
                                          <p:spTgt spid="1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8" grpId="0"/>
      <p:bldP spid="2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a:spcBef>
                <a:spcPct val="20000"/>
              </a:spcBef>
            </a:pPr>
            <a:r>
              <a:rPr kumimoji="0" lang="en-US" altLang="zh-CN"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4.</a:t>
            </a:r>
            <a:r>
              <a:rPr lang="zh-CN" altLang="en-US" sz="2800" dirty="0">
                <a:solidFill>
                  <a:srgbClr val="000000">
                    <a:lumMod val="75000"/>
                    <a:lumOff val="25000"/>
                  </a:srgbClr>
                </a:solidFill>
                <a:latin typeface="微软雅黑" panose="020B0503020204020204" pitchFamily="34" charset="-122"/>
                <a:ea typeface="微软雅黑" panose="020B0503020204020204" pitchFamily="34" charset="-122"/>
              </a:rPr>
              <a:t>扩展到</a:t>
            </a:r>
            <a:r>
              <a:rPr lang="en-US" altLang="zh-CN" sz="2800" dirty="0">
                <a:solidFill>
                  <a:srgbClr val="000000">
                    <a:lumMod val="75000"/>
                    <a:lumOff val="25000"/>
                  </a:srgbClr>
                </a:solidFill>
                <a:latin typeface="微软雅黑" panose="020B0503020204020204" pitchFamily="34" charset="-122"/>
                <a:ea typeface="微软雅黑" panose="020B0503020204020204" pitchFamily="34" charset="-122"/>
              </a:rPr>
              <a:t>Transformer</a:t>
            </a:r>
            <a:endParaRPr kumimoji="0" lang="zh-CN" altLang="en-US" sz="280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a:p>
            <a:pPr lvl="0">
              <a:spcBef>
                <a:spcPct val="20000"/>
              </a:spcBef>
            </a:pP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2" name="文本框 1">
            <a:extLst>
              <a:ext uri="{FF2B5EF4-FFF2-40B4-BE49-F238E27FC236}">
                <a16:creationId xmlns:a16="http://schemas.microsoft.com/office/drawing/2014/main" id="{D6DE467A-FB0A-2A2D-5675-4CCA09D02CE4}"/>
              </a:ext>
            </a:extLst>
          </p:cNvPr>
          <p:cNvSpPr txBox="1"/>
          <p:nvPr/>
        </p:nvSpPr>
        <p:spPr>
          <a:xfrm>
            <a:off x="193654" y="744048"/>
            <a:ext cx="6109334" cy="461665"/>
          </a:xfrm>
          <a:prstGeom prst="rect">
            <a:avLst/>
          </a:prstGeom>
          <a:noFill/>
        </p:spPr>
        <p:txBody>
          <a:bodyPr wrap="square">
            <a:spAutoFit/>
          </a:bodyPr>
          <a:lstStyle/>
          <a:p>
            <a:r>
              <a:rPr lang="zh-CN" altLang="en-US" sz="2400" b="1" dirty="0">
                <a:solidFill>
                  <a:srgbClr val="268F9C"/>
                </a:solidFill>
                <a:latin typeface="+mn-ea"/>
              </a:rPr>
              <a:t>残差连接</a:t>
            </a:r>
          </a:p>
        </p:txBody>
      </p:sp>
      <p:pic>
        <p:nvPicPr>
          <p:cNvPr id="18" name="图片 17">
            <a:extLst>
              <a:ext uri="{FF2B5EF4-FFF2-40B4-BE49-F238E27FC236}">
                <a16:creationId xmlns:a16="http://schemas.microsoft.com/office/drawing/2014/main" id="{482FC626-420C-D490-D965-DBF6B9D267B6}"/>
              </a:ext>
            </a:extLst>
          </p:cNvPr>
          <p:cNvPicPr>
            <a:picLocks noChangeAspect="1"/>
          </p:cNvPicPr>
          <p:nvPr/>
        </p:nvPicPr>
        <p:blipFill>
          <a:blip r:embed="rId3"/>
          <a:stretch>
            <a:fillRect/>
          </a:stretch>
        </p:blipFill>
        <p:spPr>
          <a:xfrm>
            <a:off x="6649974" y="1214202"/>
            <a:ext cx="5341820" cy="1955778"/>
          </a:xfrm>
          <a:prstGeom prst="rect">
            <a:avLst/>
          </a:prstGeom>
        </p:spPr>
      </p:pic>
      <p:sp>
        <p:nvSpPr>
          <p:cNvPr id="28" name="文本框 27">
            <a:extLst>
              <a:ext uri="{FF2B5EF4-FFF2-40B4-BE49-F238E27FC236}">
                <a16:creationId xmlns:a16="http://schemas.microsoft.com/office/drawing/2014/main" id="{E5BCA28D-0B91-AD38-755A-4D30BD34F19A}"/>
              </a:ext>
            </a:extLst>
          </p:cNvPr>
          <p:cNvSpPr txBox="1"/>
          <p:nvPr/>
        </p:nvSpPr>
        <p:spPr>
          <a:xfrm>
            <a:off x="7991661" y="3169980"/>
            <a:ext cx="2658446" cy="307777"/>
          </a:xfrm>
          <a:prstGeom prst="rect">
            <a:avLst/>
          </a:prstGeom>
          <a:noFill/>
        </p:spPr>
        <p:txBody>
          <a:bodyPr wrap="square">
            <a:spAutoFit/>
          </a:bodyPr>
          <a:lstStyle/>
          <a:p>
            <a:pPr algn="ctr"/>
            <a:r>
              <a:rPr lang="zh-CN" altLang="en-US" sz="1400" dirty="0"/>
              <a:t>残差连接传输矩阵流图</a:t>
            </a:r>
          </a:p>
        </p:txBody>
      </p:sp>
      <p:sp>
        <p:nvSpPr>
          <p:cNvPr id="5" name="文本框 4">
            <a:extLst>
              <a:ext uri="{FF2B5EF4-FFF2-40B4-BE49-F238E27FC236}">
                <a16:creationId xmlns:a16="http://schemas.microsoft.com/office/drawing/2014/main" id="{13B00C16-4858-576B-DFD6-BB35E936C119}"/>
              </a:ext>
            </a:extLst>
          </p:cNvPr>
          <p:cNvSpPr txBox="1"/>
          <p:nvPr/>
        </p:nvSpPr>
        <p:spPr>
          <a:xfrm>
            <a:off x="546354" y="1254270"/>
            <a:ext cx="6103620" cy="338554"/>
          </a:xfrm>
          <a:prstGeom prst="rect">
            <a:avLst/>
          </a:prstGeom>
          <a:noFill/>
        </p:spPr>
        <p:txBody>
          <a:bodyPr wrap="square">
            <a:spAutoFit/>
          </a:bodyPr>
          <a:lstStyle/>
          <a:p>
            <a:pPr marL="285750" indent="-285750">
              <a:spcAft>
                <a:spcPts val="1800"/>
              </a:spcAft>
              <a:buFont typeface="Wingdings" panose="05000000000000000000" pitchFamily="2" charset="2"/>
              <a:buChar char="Ø"/>
            </a:pPr>
            <a:r>
              <a:rPr lang="zh-CN" altLang="en-US" sz="1600" b="1" dirty="0">
                <a:solidFill>
                  <a:srgbClr val="268F9C"/>
                </a:solidFill>
                <a:latin typeface="+mn-ea"/>
              </a:rPr>
              <a:t>直接平均，认为两个传输矩阵一样重要</a:t>
            </a:r>
            <a:endParaRPr lang="en-US" altLang="zh-CN" sz="1600" b="1" dirty="0">
              <a:solidFill>
                <a:srgbClr val="268F9C"/>
              </a:solidFill>
              <a:latin typeface="+mn-ea"/>
            </a:endParaRP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1E9582B8-19DA-309B-A19E-99720B1ECC3B}"/>
                  </a:ext>
                </a:extLst>
              </p:cNvPr>
              <p:cNvSpPr txBox="1"/>
              <p:nvPr/>
            </p:nvSpPr>
            <p:spPr>
              <a:xfrm>
                <a:off x="1093152" y="1678992"/>
                <a:ext cx="4117679" cy="5533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𝑇</m:t>
                          </m:r>
                        </m:e>
                        <m:sub>
                          <m:r>
                            <a:rPr lang="en-US" altLang="zh-CN" sz="1600" b="0" i="1" smtClean="0">
                              <a:latin typeface="Cambria Math" panose="02040503050406030204" pitchFamily="18" charset="0"/>
                            </a:rPr>
                            <m:t>𝑜𝑢𝑡</m:t>
                          </m:r>
                        </m:sub>
                      </m:sSub>
                      <m:r>
                        <a:rPr lang="en-US" altLang="zh-CN" sz="1600" b="0" i="1" smtClean="0">
                          <a:latin typeface="Cambria Math" panose="02040503050406030204" pitchFamily="18" charset="0"/>
                        </a:rPr>
                        <m:t>=</m:t>
                      </m:r>
                      <m:f>
                        <m:fPr>
                          <m:ctrlPr>
                            <a:rPr lang="en-US" altLang="zh-CN" sz="1600" b="0" i="1" smtClean="0">
                              <a:latin typeface="Cambria Math" panose="02040503050406030204" pitchFamily="18" charset="0"/>
                            </a:rPr>
                          </m:ctrlPr>
                        </m:fPr>
                        <m:num>
                          <m:r>
                            <a:rPr lang="en-US" altLang="zh-CN" sz="1600" b="0" i="1" smtClean="0">
                              <a:latin typeface="Cambria Math" panose="02040503050406030204" pitchFamily="18" charset="0"/>
                            </a:rPr>
                            <m:t>1</m:t>
                          </m:r>
                        </m:num>
                        <m:den>
                          <m:r>
                            <a:rPr lang="en-US" altLang="zh-CN" sz="1600" b="0" i="1" smtClean="0">
                              <a:latin typeface="Cambria Math" panose="02040503050406030204" pitchFamily="18" charset="0"/>
                            </a:rPr>
                            <m:t>2</m:t>
                          </m:r>
                        </m:den>
                      </m:f>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𝑇</m:t>
                          </m:r>
                        </m:e>
                        <m:sub>
                          <m:r>
                            <a:rPr lang="en-US" altLang="zh-CN" sz="1600" b="0" i="1" smtClean="0">
                              <a:latin typeface="Cambria Math" panose="02040503050406030204" pitchFamily="18" charset="0"/>
                            </a:rPr>
                            <m:t>𝑐𝑢𝑟𝑟𝑒𝑛𝑡</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𝑇</m:t>
                          </m:r>
                        </m:e>
                        <m:sub>
                          <m:r>
                            <a:rPr lang="en-US" altLang="zh-CN" sz="1600" b="0" i="1" smtClean="0">
                              <a:latin typeface="Cambria Math" panose="02040503050406030204" pitchFamily="18" charset="0"/>
                            </a:rPr>
                            <m:t>𝑟𝑒𝑠𝑖𝑑𝑢𝑎𝑙</m:t>
                          </m:r>
                        </m:sub>
                      </m:sSub>
                      <m:r>
                        <a:rPr lang="en-US" altLang="zh-CN" sz="1600" b="0" i="1" smtClean="0">
                          <a:latin typeface="Cambria Math" panose="02040503050406030204" pitchFamily="18" charset="0"/>
                        </a:rPr>
                        <m:t>)</m:t>
                      </m:r>
                    </m:oMath>
                  </m:oMathPara>
                </a14:m>
                <a:endParaRPr lang="zh-CN" altLang="en-US" sz="1600" dirty="0"/>
              </a:p>
            </p:txBody>
          </p:sp>
        </mc:Choice>
        <mc:Fallback xmlns="">
          <p:sp>
            <p:nvSpPr>
              <p:cNvPr id="8" name="文本框 7">
                <a:extLst>
                  <a:ext uri="{FF2B5EF4-FFF2-40B4-BE49-F238E27FC236}">
                    <a16:creationId xmlns:a16="http://schemas.microsoft.com/office/drawing/2014/main" id="{1E9582B8-19DA-309B-A19E-99720B1ECC3B}"/>
                  </a:ext>
                </a:extLst>
              </p:cNvPr>
              <p:cNvSpPr txBox="1">
                <a:spLocks noRot="1" noChangeAspect="1" noMove="1" noResize="1" noEditPoints="1" noAdjustHandles="1" noChangeArrowheads="1" noChangeShapeType="1" noTextEdit="1"/>
              </p:cNvSpPr>
              <p:nvPr/>
            </p:nvSpPr>
            <p:spPr>
              <a:xfrm>
                <a:off x="1093152" y="1678992"/>
                <a:ext cx="4117679" cy="55335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9F83CCC2-A639-ADAD-00C7-573E4FBD94BF}"/>
                  </a:ext>
                </a:extLst>
              </p:cNvPr>
              <p:cNvSpPr txBox="1"/>
              <p:nvPr/>
            </p:nvSpPr>
            <p:spPr>
              <a:xfrm>
                <a:off x="546354" y="2318517"/>
                <a:ext cx="5756634" cy="584775"/>
              </a:xfrm>
              <a:prstGeom prst="rect">
                <a:avLst/>
              </a:prstGeom>
              <a:noFill/>
            </p:spPr>
            <p:txBody>
              <a:bodyPr wrap="square">
                <a:spAutoFit/>
              </a:bodyPr>
              <a:lstStyle/>
              <a:p>
                <a:pPr marL="285750" indent="-285750">
                  <a:spcAft>
                    <a:spcPts val="1800"/>
                  </a:spcAft>
                  <a:buFont typeface="Wingdings" panose="05000000000000000000" pitchFamily="2" charset="2"/>
                  <a:buChar char="Ø"/>
                </a:pPr>
                <a:r>
                  <a:rPr lang="zh-CN" altLang="en-US" sz="1600" b="1" dirty="0">
                    <a:solidFill>
                      <a:srgbClr val="268F9C"/>
                    </a:solidFill>
                    <a:latin typeface="+mn-ea"/>
                  </a:rPr>
                  <a:t>两个传输矩阵有不同的重要性，我们可以通过一定方法计算上一层的重要性系数</a:t>
                </a:r>
                <a14:m>
                  <m:oMath xmlns:m="http://schemas.openxmlformats.org/officeDocument/2006/math">
                    <m:r>
                      <a:rPr lang="en-US" altLang="zh-CN" sz="1600" b="1" i="1" smtClean="0">
                        <a:solidFill>
                          <a:srgbClr val="268F9C"/>
                        </a:solidFill>
                        <a:latin typeface="Cambria Math" panose="02040503050406030204" pitchFamily="18" charset="0"/>
                      </a:rPr>
                      <m:t>𝜸</m:t>
                    </m:r>
                  </m:oMath>
                </a14:m>
                <a:endParaRPr lang="en-US" altLang="zh-CN" sz="1600" b="1" dirty="0">
                  <a:solidFill>
                    <a:srgbClr val="268F9C"/>
                  </a:solidFill>
                  <a:latin typeface="+mn-ea"/>
                </a:endParaRPr>
              </a:p>
            </p:txBody>
          </p:sp>
        </mc:Choice>
        <mc:Fallback xmlns="">
          <p:sp>
            <p:nvSpPr>
              <p:cNvPr id="9" name="文本框 8">
                <a:extLst>
                  <a:ext uri="{FF2B5EF4-FFF2-40B4-BE49-F238E27FC236}">
                    <a16:creationId xmlns:a16="http://schemas.microsoft.com/office/drawing/2014/main" id="{9F83CCC2-A639-ADAD-00C7-573E4FBD94BF}"/>
                  </a:ext>
                </a:extLst>
              </p:cNvPr>
              <p:cNvSpPr txBox="1">
                <a:spLocks noRot="1" noChangeAspect="1" noMove="1" noResize="1" noEditPoints="1" noAdjustHandles="1" noChangeArrowheads="1" noChangeShapeType="1" noTextEdit="1"/>
              </p:cNvSpPr>
              <p:nvPr/>
            </p:nvSpPr>
            <p:spPr>
              <a:xfrm>
                <a:off x="546354" y="2318517"/>
                <a:ext cx="5756634" cy="584775"/>
              </a:xfrm>
              <a:prstGeom prst="rect">
                <a:avLst/>
              </a:prstGeom>
              <a:blipFill>
                <a:blip r:embed="rId5"/>
                <a:stretch>
                  <a:fillRect l="-424" t="-3125" b="-1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2" name="文本框 71">
                <a:extLst>
                  <a:ext uri="{FF2B5EF4-FFF2-40B4-BE49-F238E27FC236}">
                    <a16:creationId xmlns:a16="http://schemas.microsoft.com/office/drawing/2014/main" id="{295C70E6-2505-552D-7358-CDBD7EEAB30B}"/>
                  </a:ext>
                </a:extLst>
              </p:cNvPr>
              <p:cNvSpPr txBox="1"/>
              <p:nvPr/>
            </p:nvSpPr>
            <p:spPr>
              <a:xfrm>
                <a:off x="1093151" y="3002657"/>
                <a:ext cx="4117679" cy="33855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𝑇</m:t>
                          </m:r>
                        </m:e>
                        <m:sub>
                          <m:r>
                            <a:rPr lang="en-US" altLang="zh-CN" sz="1600" b="0" i="1" smtClean="0">
                              <a:latin typeface="Cambria Math" panose="02040503050406030204" pitchFamily="18" charset="0"/>
                            </a:rPr>
                            <m:t>𝑜𝑢𝑡</m:t>
                          </m:r>
                        </m:sub>
                      </m:sSub>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𝛾</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𝑇</m:t>
                          </m:r>
                        </m:e>
                        <m:sub>
                          <m:r>
                            <a:rPr lang="en-US" altLang="zh-CN" sz="1600" b="0" i="1" smtClean="0">
                              <a:latin typeface="Cambria Math" panose="02040503050406030204" pitchFamily="18" charset="0"/>
                            </a:rPr>
                            <m:t>𝑐𝑢𝑟𝑟𝑒𝑛𝑡</m:t>
                          </m:r>
                        </m:sub>
                      </m:sSub>
                      <m:r>
                        <a:rPr lang="en-US" altLang="zh-CN" sz="1600" b="0" i="1" smtClean="0">
                          <a:latin typeface="Cambria Math" panose="02040503050406030204" pitchFamily="18" charset="0"/>
                        </a:rPr>
                        <m:t>+(1−</m:t>
                      </m:r>
                      <m:r>
                        <a:rPr lang="en-US" altLang="zh-CN" sz="1600" b="0" i="1" smtClean="0">
                          <a:latin typeface="Cambria Math" panose="02040503050406030204" pitchFamily="18" charset="0"/>
                        </a:rPr>
                        <m:t>𝛾</m:t>
                      </m:r>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𝑇</m:t>
                          </m:r>
                        </m:e>
                        <m:sub>
                          <m:r>
                            <a:rPr lang="en-US" altLang="zh-CN" sz="1600" b="0" i="1" smtClean="0">
                              <a:latin typeface="Cambria Math" panose="02040503050406030204" pitchFamily="18" charset="0"/>
                            </a:rPr>
                            <m:t>𝑟𝑒𝑠𝑖𝑑𝑢𝑎𝑙</m:t>
                          </m:r>
                        </m:sub>
                      </m:sSub>
                    </m:oMath>
                  </m:oMathPara>
                </a14:m>
                <a:endParaRPr lang="zh-CN" altLang="en-US" sz="1600" dirty="0"/>
              </a:p>
            </p:txBody>
          </p:sp>
        </mc:Choice>
        <mc:Fallback xmlns="">
          <p:sp>
            <p:nvSpPr>
              <p:cNvPr id="72" name="文本框 71">
                <a:extLst>
                  <a:ext uri="{FF2B5EF4-FFF2-40B4-BE49-F238E27FC236}">
                    <a16:creationId xmlns:a16="http://schemas.microsoft.com/office/drawing/2014/main" id="{295C70E6-2505-552D-7358-CDBD7EEAB30B}"/>
                  </a:ext>
                </a:extLst>
              </p:cNvPr>
              <p:cNvSpPr txBox="1">
                <a:spLocks noRot="1" noChangeAspect="1" noMove="1" noResize="1" noEditPoints="1" noAdjustHandles="1" noChangeArrowheads="1" noChangeShapeType="1" noTextEdit="1"/>
              </p:cNvSpPr>
              <p:nvPr/>
            </p:nvSpPr>
            <p:spPr>
              <a:xfrm>
                <a:off x="1093151" y="3002657"/>
                <a:ext cx="4117679" cy="338554"/>
              </a:xfrm>
              <a:prstGeom prst="rect">
                <a:avLst/>
              </a:prstGeom>
              <a:blipFill>
                <a:blip r:embed="rId6"/>
                <a:stretch>
                  <a:fillRect b="-1272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3" name="文本框 72">
                <a:extLst>
                  <a:ext uri="{FF2B5EF4-FFF2-40B4-BE49-F238E27FC236}">
                    <a16:creationId xmlns:a16="http://schemas.microsoft.com/office/drawing/2014/main" id="{987D06E6-FEBF-83C9-CFBA-CF6F95A1A5B8}"/>
                  </a:ext>
                </a:extLst>
              </p:cNvPr>
              <p:cNvSpPr txBox="1"/>
              <p:nvPr/>
            </p:nvSpPr>
            <p:spPr>
              <a:xfrm>
                <a:off x="546354" y="3662321"/>
                <a:ext cx="5756634" cy="584775"/>
              </a:xfrm>
              <a:prstGeom prst="rect">
                <a:avLst/>
              </a:prstGeom>
              <a:noFill/>
            </p:spPr>
            <p:txBody>
              <a:bodyPr wrap="square">
                <a:spAutoFit/>
              </a:bodyPr>
              <a:lstStyle/>
              <a:p>
                <a:pPr marL="285750" indent="-285750">
                  <a:spcAft>
                    <a:spcPts val="1800"/>
                  </a:spcAft>
                  <a:buFont typeface="Wingdings" panose="05000000000000000000" pitchFamily="2" charset="2"/>
                  <a:buChar char="Ø"/>
                </a:pPr>
                <a:r>
                  <a:rPr lang="zh-CN" altLang="en-US" sz="1600" b="1" dirty="0">
                    <a:solidFill>
                      <a:srgbClr val="268F9C"/>
                    </a:solidFill>
                    <a:latin typeface="+mn-ea"/>
                  </a:rPr>
                  <a:t>每个传输矩阵的不同行具有不同的重要性</a:t>
                </a:r>
                <a:r>
                  <a:rPr lang="en-US" altLang="zh-CN" sz="1600" b="1" dirty="0">
                    <a:solidFill>
                      <a:srgbClr val="268F9C"/>
                    </a:solidFill>
                    <a:latin typeface="+mn-ea"/>
                  </a:rPr>
                  <a:t>(</a:t>
                </a:r>
                <a:r>
                  <a:rPr lang="zh-CN" altLang="en-US" sz="1600" b="1" dirty="0">
                    <a:solidFill>
                      <a:srgbClr val="268F9C"/>
                    </a:solidFill>
                    <a:latin typeface="+mn-ea"/>
                  </a:rPr>
                  <a:t>每个神经元具有不同重要性</a:t>
                </a:r>
                <a:r>
                  <a:rPr lang="en-US" altLang="zh-CN" sz="1600" b="1" dirty="0">
                    <a:solidFill>
                      <a:srgbClr val="268F9C"/>
                    </a:solidFill>
                    <a:latin typeface="+mn-ea"/>
                  </a:rPr>
                  <a:t>)</a:t>
                </a:r>
                <a:r>
                  <a:rPr lang="zh-CN" altLang="en-US" sz="1600" b="1" dirty="0">
                    <a:solidFill>
                      <a:srgbClr val="268F9C"/>
                    </a:solidFill>
                    <a:latin typeface="+mn-ea"/>
                  </a:rPr>
                  <a:t>，我还可以计算每行的重要性</a:t>
                </a:r>
                <a14:m>
                  <m:oMath xmlns:m="http://schemas.openxmlformats.org/officeDocument/2006/math">
                    <m:sSub>
                      <m:sSubPr>
                        <m:ctrlPr>
                          <a:rPr lang="en-US" altLang="zh-CN" sz="1600" b="1" i="1" smtClean="0">
                            <a:solidFill>
                              <a:srgbClr val="268F9C"/>
                            </a:solidFill>
                            <a:latin typeface="Cambria Math" panose="02040503050406030204" pitchFamily="18" charset="0"/>
                          </a:rPr>
                        </m:ctrlPr>
                      </m:sSubPr>
                      <m:e>
                        <m:r>
                          <a:rPr lang="en-US" altLang="zh-CN" sz="1600" b="1" i="1" smtClean="0">
                            <a:solidFill>
                              <a:srgbClr val="268F9C"/>
                            </a:solidFill>
                            <a:latin typeface="Cambria Math" panose="02040503050406030204" pitchFamily="18" charset="0"/>
                          </a:rPr>
                          <m:t>𝜸</m:t>
                        </m:r>
                      </m:e>
                      <m:sub>
                        <m:r>
                          <a:rPr lang="en-US" altLang="zh-CN" sz="1600" b="1" i="1" smtClean="0">
                            <a:solidFill>
                              <a:srgbClr val="268F9C"/>
                            </a:solidFill>
                            <a:latin typeface="Cambria Math" panose="02040503050406030204" pitchFamily="18" charset="0"/>
                          </a:rPr>
                          <m:t>𝒊</m:t>
                        </m:r>
                      </m:sub>
                    </m:sSub>
                  </m:oMath>
                </a14:m>
                <a:endParaRPr lang="en-US" altLang="zh-CN" sz="1600" b="1" dirty="0">
                  <a:solidFill>
                    <a:srgbClr val="268F9C"/>
                  </a:solidFill>
                  <a:latin typeface="+mn-ea"/>
                </a:endParaRPr>
              </a:p>
            </p:txBody>
          </p:sp>
        </mc:Choice>
        <mc:Fallback xmlns="">
          <p:sp>
            <p:nvSpPr>
              <p:cNvPr id="73" name="文本框 72">
                <a:extLst>
                  <a:ext uri="{FF2B5EF4-FFF2-40B4-BE49-F238E27FC236}">
                    <a16:creationId xmlns:a16="http://schemas.microsoft.com/office/drawing/2014/main" id="{987D06E6-FEBF-83C9-CFBA-CF6F95A1A5B8}"/>
                  </a:ext>
                </a:extLst>
              </p:cNvPr>
              <p:cNvSpPr txBox="1">
                <a:spLocks noRot="1" noChangeAspect="1" noMove="1" noResize="1" noEditPoints="1" noAdjustHandles="1" noChangeArrowheads="1" noChangeShapeType="1" noTextEdit="1"/>
              </p:cNvSpPr>
              <p:nvPr/>
            </p:nvSpPr>
            <p:spPr>
              <a:xfrm>
                <a:off x="546354" y="3662321"/>
                <a:ext cx="5756634" cy="584775"/>
              </a:xfrm>
              <a:prstGeom prst="rect">
                <a:avLst/>
              </a:prstGeom>
              <a:blipFill>
                <a:blip r:embed="rId7"/>
                <a:stretch>
                  <a:fillRect l="-424" t="-3125" b="-1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B6201C00-80D1-4DF6-14FE-D8B78D409932}"/>
                  </a:ext>
                </a:extLst>
              </p:cNvPr>
              <p:cNvSpPr txBox="1"/>
              <p:nvPr/>
            </p:nvSpPr>
            <p:spPr>
              <a:xfrm>
                <a:off x="1093151" y="4398929"/>
                <a:ext cx="4117679" cy="36189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Sup>
                        <m:sSubSupPr>
                          <m:ctrlPr>
                            <a:rPr lang="en-US" altLang="zh-CN" sz="1600" b="0" i="1" smtClean="0">
                              <a:latin typeface="Cambria Math" panose="02040503050406030204" pitchFamily="18" charset="0"/>
                            </a:rPr>
                          </m:ctrlPr>
                        </m:sSubSupPr>
                        <m:e>
                          <m:r>
                            <a:rPr lang="en-US" altLang="zh-CN" sz="1600" b="0" i="1" smtClean="0">
                              <a:latin typeface="Cambria Math" panose="02040503050406030204" pitchFamily="18" charset="0"/>
                            </a:rPr>
                            <m:t>𝑇</m:t>
                          </m:r>
                        </m:e>
                        <m:sub>
                          <m:r>
                            <a:rPr lang="en-US" altLang="zh-CN" sz="1600" b="0" i="1" smtClean="0">
                              <a:latin typeface="Cambria Math" panose="02040503050406030204" pitchFamily="18" charset="0"/>
                            </a:rPr>
                            <m:t>𝑜𝑢𝑡</m:t>
                          </m:r>
                        </m:sub>
                        <m:sup>
                          <m:r>
                            <a:rPr lang="en-US" altLang="zh-CN" sz="1600" b="0" i="1" smtClean="0">
                              <a:latin typeface="Cambria Math" panose="02040503050406030204" pitchFamily="18" charset="0"/>
                            </a:rPr>
                            <m:t>𝑖</m:t>
                          </m:r>
                        </m:sup>
                      </m:sSubSup>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𝛾</m:t>
                          </m:r>
                        </m:e>
                        <m:sub>
                          <m:r>
                            <a:rPr lang="en-US" altLang="zh-CN" sz="1600" b="0" i="1" smtClean="0">
                              <a:latin typeface="Cambria Math" panose="02040503050406030204" pitchFamily="18" charset="0"/>
                            </a:rPr>
                            <m:t>𝑖</m:t>
                          </m:r>
                        </m:sub>
                      </m:sSub>
                      <m:sSubSup>
                        <m:sSubSupPr>
                          <m:ctrlPr>
                            <a:rPr lang="en-US" altLang="zh-CN" sz="1600" b="0" i="1" smtClean="0">
                              <a:latin typeface="Cambria Math" panose="02040503050406030204" pitchFamily="18" charset="0"/>
                            </a:rPr>
                          </m:ctrlPr>
                        </m:sSubSupPr>
                        <m:e>
                          <m:r>
                            <a:rPr lang="en-US" altLang="zh-CN" sz="1600" b="0" i="1" smtClean="0">
                              <a:latin typeface="Cambria Math" panose="02040503050406030204" pitchFamily="18" charset="0"/>
                            </a:rPr>
                            <m:t>𝑇</m:t>
                          </m:r>
                        </m:e>
                        <m:sub>
                          <m:r>
                            <a:rPr lang="en-US" altLang="zh-CN" sz="1600" b="0" i="1" smtClean="0">
                              <a:latin typeface="Cambria Math" panose="02040503050406030204" pitchFamily="18" charset="0"/>
                            </a:rPr>
                            <m:t>𝑐𝑢𝑟𝑟𝑒𝑛𝑡</m:t>
                          </m:r>
                        </m:sub>
                        <m:sup>
                          <m:r>
                            <a:rPr lang="en-US" altLang="zh-CN" sz="1600" b="0" i="1" smtClean="0">
                              <a:latin typeface="Cambria Math" panose="02040503050406030204" pitchFamily="18" charset="0"/>
                            </a:rPr>
                            <m:t>𝑖</m:t>
                          </m:r>
                        </m:sup>
                      </m:sSubSup>
                      <m:r>
                        <a:rPr lang="en-US" altLang="zh-CN" sz="1600" b="0" i="1" smtClean="0">
                          <a:latin typeface="Cambria Math" panose="02040503050406030204" pitchFamily="18" charset="0"/>
                        </a:rPr>
                        <m:t>+</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1−</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𝛾</m:t>
                              </m:r>
                            </m:e>
                            <m:sub>
                              <m:r>
                                <a:rPr lang="en-US" altLang="zh-CN" sz="1600" b="0" i="1" smtClean="0">
                                  <a:latin typeface="Cambria Math" panose="02040503050406030204" pitchFamily="18" charset="0"/>
                                </a:rPr>
                                <m:t>𝑖</m:t>
                              </m:r>
                            </m:sub>
                          </m:sSub>
                        </m:e>
                      </m:d>
                      <m:sSubSup>
                        <m:sSubSupPr>
                          <m:ctrlPr>
                            <a:rPr lang="en-US" altLang="zh-CN" sz="1600" b="0" i="1" smtClean="0">
                              <a:latin typeface="Cambria Math" panose="02040503050406030204" pitchFamily="18" charset="0"/>
                            </a:rPr>
                          </m:ctrlPr>
                        </m:sSubSupPr>
                        <m:e>
                          <m:r>
                            <a:rPr lang="en-US" altLang="zh-CN" sz="1600" b="0" i="1" smtClean="0">
                              <a:latin typeface="Cambria Math" panose="02040503050406030204" pitchFamily="18" charset="0"/>
                            </a:rPr>
                            <m:t>𝑇</m:t>
                          </m:r>
                        </m:e>
                        <m:sub>
                          <m:r>
                            <a:rPr lang="en-US" altLang="zh-CN" sz="1600" b="0" i="1" smtClean="0">
                              <a:latin typeface="Cambria Math" panose="02040503050406030204" pitchFamily="18" charset="0"/>
                            </a:rPr>
                            <m:t>𝑟𝑒𝑠𝑖𝑑𝑢𝑎𝑙</m:t>
                          </m:r>
                        </m:sub>
                        <m:sup>
                          <m:r>
                            <a:rPr lang="en-US" altLang="zh-CN" sz="1600" b="0" i="1" smtClean="0">
                              <a:latin typeface="Cambria Math" panose="02040503050406030204" pitchFamily="18" charset="0"/>
                            </a:rPr>
                            <m:t>𝑖</m:t>
                          </m:r>
                        </m:sup>
                      </m:sSubSup>
                    </m:oMath>
                  </m:oMathPara>
                </a14:m>
                <a:endParaRPr lang="zh-CN" altLang="en-US" sz="1600" dirty="0"/>
              </a:p>
            </p:txBody>
          </p:sp>
        </mc:Choice>
        <mc:Fallback xmlns="">
          <p:sp>
            <p:nvSpPr>
              <p:cNvPr id="11" name="文本框 10">
                <a:extLst>
                  <a:ext uri="{FF2B5EF4-FFF2-40B4-BE49-F238E27FC236}">
                    <a16:creationId xmlns:a16="http://schemas.microsoft.com/office/drawing/2014/main" id="{B6201C00-80D1-4DF6-14FE-D8B78D409932}"/>
                  </a:ext>
                </a:extLst>
              </p:cNvPr>
              <p:cNvSpPr txBox="1">
                <a:spLocks noRot="1" noChangeAspect="1" noMove="1" noResize="1" noEditPoints="1" noAdjustHandles="1" noChangeArrowheads="1" noChangeShapeType="1" noTextEdit="1"/>
              </p:cNvSpPr>
              <p:nvPr/>
            </p:nvSpPr>
            <p:spPr>
              <a:xfrm>
                <a:off x="1093151" y="4398929"/>
                <a:ext cx="4117679" cy="361894"/>
              </a:xfrm>
              <a:prstGeom prst="rect">
                <a:avLst/>
              </a:prstGeom>
              <a:blipFill>
                <a:blip r:embed="rId8"/>
                <a:stretch>
                  <a:fillRect b="-1695"/>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6EDFFAE4-6089-FA77-412A-CCAF096948AB}"/>
              </a:ext>
            </a:extLst>
          </p:cNvPr>
          <p:cNvSpPr txBox="1"/>
          <p:nvPr/>
        </p:nvSpPr>
        <p:spPr>
          <a:xfrm>
            <a:off x="10907486" y="6449406"/>
            <a:ext cx="953142" cy="338554"/>
          </a:xfrm>
          <a:prstGeom prst="rect">
            <a:avLst/>
          </a:prstGeom>
          <a:noFill/>
        </p:spPr>
        <p:txBody>
          <a:bodyPr wrap="square">
            <a:spAutoFit/>
          </a:bodyPr>
          <a:lstStyle/>
          <a:p>
            <a:r>
              <a:rPr lang="en-US" altLang="zh-CN" sz="1600" b="1" dirty="0">
                <a:solidFill>
                  <a:schemeClr val="bg1">
                    <a:lumMod val="50000"/>
                  </a:schemeClr>
                </a:solidFill>
                <a:latin typeface="+mn-ea"/>
              </a:rPr>
              <a:t>14/21</a:t>
            </a:r>
            <a:endParaRPr lang="zh-CN" altLang="en-US" sz="1600" b="1" dirty="0">
              <a:solidFill>
                <a:schemeClr val="bg1">
                  <a:lumMod val="50000"/>
                </a:schemeClr>
              </a:solidFill>
            </a:endParaRPr>
          </a:p>
        </p:txBody>
      </p:sp>
    </p:spTree>
    <p:extLst>
      <p:ext uri="{BB962C8B-B14F-4D97-AF65-F5344CB8AC3E}">
        <p14:creationId xmlns:p14="http://schemas.microsoft.com/office/powerpoint/2010/main" val="33518894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2"/>
                                        </p:tgtEl>
                                        <p:attrNameLst>
                                          <p:attrName>style.visibility</p:attrName>
                                        </p:attrNameLst>
                                      </p:cBhvr>
                                      <p:to>
                                        <p:strVal val="visible"/>
                                      </p:to>
                                    </p:set>
                                    <p:animEffect transition="in" filter="fade">
                                      <p:cBhvr>
                                        <p:cTn id="20" dur="500"/>
                                        <p:tgtEl>
                                          <p:spTgt spid="7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3"/>
                                        </p:tgtEl>
                                        <p:attrNameLst>
                                          <p:attrName>style.visibility</p:attrName>
                                        </p:attrNameLst>
                                      </p:cBhvr>
                                      <p:to>
                                        <p:strVal val="visible"/>
                                      </p:to>
                                    </p:set>
                                    <p:animEffect transition="in" filter="fade">
                                      <p:cBhvr>
                                        <p:cTn id="25" dur="500"/>
                                        <p:tgtEl>
                                          <p:spTgt spid="73"/>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9" grpId="0"/>
      <p:bldP spid="72" grpId="0"/>
      <p:bldP spid="73" grpId="0"/>
      <p:bldP spid="1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a:spcBef>
                <a:spcPct val="20000"/>
              </a:spcBef>
            </a:pPr>
            <a:r>
              <a:rPr kumimoji="0" lang="en-US" altLang="zh-CN"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4.</a:t>
            </a:r>
            <a:r>
              <a:rPr lang="zh-CN" altLang="en-US" sz="2800" dirty="0">
                <a:solidFill>
                  <a:srgbClr val="000000">
                    <a:lumMod val="75000"/>
                    <a:lumOff val="25000"/>
                  </a:srgbClr>
                </a:solidFill>
                <a:latin typeface="微软雅黑" panose="020B0503020204020204" pitchFamily="34" charset="-122"/>
                <a:ea typeface="微软雅黑" panose="020B0503020204020204" pitchFamily="34" charset="-122"/>
              </a:rPr>
              <a:t>扩展到</a:t>
            </a:r>
            <a:r>
              <a:rPr lang="en-US" altLang="zh-CN" sz="2800" dirty="0">
                <a:solidFill>
                  <a:srgbClr val="000000">
                    <a:lumMod val="75000"/>
                    <a:lumOff val="25000"/>
                  </a:srgbClr>
                </a:solidFill>
                <a:latin typeface="微软雅黑" panose="020B0503020204020204" pitchFamily="34" charset="-122"/>
                <a:ea typeface="微软雅黑" panose="020B0503020204020204" pitchFamily="34" charset="-122"/>
              </a:rPr>
              <a:t>Transformer</a:t>
            </a:r>
            <a:endParaRPr kumimoji="0" lang="zh-CN" altLang="en-US" sz="280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a:p>
            <a:pPr lvl="0">
              <a:spcBef>
                <a:spcPct val="20000"/>
              </a:spcBef>
            </a:pP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2" name="文本框 1">
            <a:extLst>
              <a:ext uri="{FF2B5EF4-FFF2-40B4-BE49-F238E27FC236}">
                <a16:creationId xmlns:a16="http://schemas.microsoft.com/office/drawing/2014/main" id="{D6DE467A-FB0A-2A2D-5675-4CCA09D02CE4}"/>
              </a:ext>
            </a:extLst>
          </p:cNvPr>
          <p:cNvSpPr txBox="1"/>
          <p:nvPr/>
        </p:nvSpPr>
        <p:spPr>
          <a:xfrm>
            <a:off x="193654" y="744048"/>
            <a:ext cx="6109334" cy="461665"/>
          </a:xfrm>
          <a:prstGeom prst="rect">
            <a:avLst/>
          </a:prstGeom>
          <a:noFill/>
        </p:spPr>
        <p:txBody>
          <a:bodyPr wrap="square">
            <a:spAutoFit/>
          </a:bodyPr>
          <a:lstStyle/>
          <a:p>
            <a:r>
              <a:rPr lang="zh-CN" altLang="en-US" sz="2400" b="1" dirty="0">
                <a:solidFill>
                  <a:srgbClr val="268F9C"/>
                </a:solidFill>
                <a:latin typeface="+mn-ea"/>
              </a:rPr>
              <a:t>自注意层</a:t>
            </a:r>
          </a:p>
        </p:txBody>
      </p:sp>
      <p:pic>
        <p:nvPicPr>
          <p:cNvPr id="4" name="图片 3">
            <a:extLst>
              <a:ext uri="{FF2B5EF4-FFF2-40B4-BE49-F238E27FC236}">
                <a16:creationId xmlns:a16="http://schemas.microsoft.com/office/drawing/2014/main" id="{0A32CDF9-9075-EBCA-734E-1CF5DD872784}"/>
              </a:ext>
            </a:extLst>
          </p:cNvPr>
          <p:cNvPicPr>
            <a:picLocks noChangeAspect="1"/>
          </p:cNvPicPr>
          <p:nvPr/>
        </p:nvPicPr>
        <p:blipFill>
          <a:blip r:embed="rId3"/>
          <a:stretch>
            <a:fillRect/>
          </a:stretch>
        </p:blipFill>
        <p:spPr>
          <a:xfrm>
            <a:off x="6002908" y="1396510"/>
            <a:ext cx="6109334" cy="2153711"/>
          </a:xfrm>
          <a:prstGeom prst="rect">
            <a:avLst/>
          </a:prstGeom>
        </p:spPr>
      </p:pic>
      <p:sp>
        <p:nvSpPr>
          <p:cNvPr id="6" name="文本框 5">
            <a:extLst>
              <a:ext uri="{FF2B5EF4-FFF2-40B4-BE49-F238E27FC236}">
                <a16:creationId xmlns:a16="http://schemas.microsoft.com/office/drawing/2014/main" id="{DB1B32C2-0287-8E00-73E8-CEFE3B41CA45}"/>
              </a:ext>
            </a:extLst>
          </p:cNvPr>
          <p:cNvSpPr txBox="1"/>
          <p:nvPr/>
        </p:nvSpPr>
        <p:spPr>
          <a:xfrm>
            <a:off x="7728352" y="3587129"/>
            <a:ext cx="2658446" cy="307777"/>
          </a:xfrm>
          <a:prstGeom prst="rect">
            <a:avLst/>
          </a:prstGeom>
          <a:noFill/>
        </p:spPr>
        <p:txBody>
          <a:bodyPr wrap="square">
            <a:spAutoFit/>
          </a:bodyPr>
          <a:lstStyle/>
          <a:p>
            <a:pPr algn="ctr"/>
            <a:r>
              <a:rPr lang="zh-CN" altLang="en-US" sz="1400" dirty="0"/>
              <a:t>自注意力层传输矩阵流图</a:t>
            </a:r>
          </a:p>
        </p:txBody>
      </p:sp>
      <p:pic>
        <p:nvPicPr>
          <p:cNvPr id="12" name="图片 11">
            <a:extLst>
              <a:ext uri="{FF2B5EF4-FFF2-40B4-BE49-F238E27FC236}">
                <a16:creationId xmlns:a16="http://schemas.microsoft.com/office/drawing/2014/main" id="{2B727DB1-D8AB-46A6-F1B8-641AAC2E9E16}"/>
              </a:ext>
            </a:extLst>
          </p:cNvPr>
          <p:cNvPicPr>
            <a:picLocks noChangeAspect="1"/>
          </p:cNvPicPr>
          <p:nvPr/>
        </p:nvPicPr>
        <p:blipFill>
          <a:blip r:embed="rId4"/>
          <a:stretch>
            <a:fillRect/>
          </a:stretch>
        </p:blipFill>
        <p:spPr>
          <a:xfrm>
            <a:off x="969026" y="1902738"/>
            <a:ext cx="3846811" cy="655648"/>
          </a:xfrm>
          <a:prstGeom prst="rect">
            <a:avLst/>
          </a:prstGeom>
        </p:spPr>
      </p:pic>
      <p:pic>
        <p:nvPicPr>
          <p:cNvPr id="16" name="图片 15">
            <a:extLst>
              <a:ext uri="{FF2B5EF4-FFF2-40B4-BE49-F238E27FC236}">
                <a16:creationId xmlns:a16="http://schemas.microsoft.com/office/drawing/2014/main" id="{577A2906-0A04-D19B-2622-16B2CA541305}"/>
              </a:ext>
            </a:extLst>
          </p:cNvPr>
          <p:cNvPicPr>
            <a:picLocks noChangeAspect="1"/>
          </p:cNvPicPr>
          <p:nvPr/>
        </p:nvPicPr>
        <p:blipFill>
          <a:blip r:embed="rId5"/>
          <a:stretch>
            <a:fillRect/>
          </a:stretch>
        </p:blipFill>
        <p:spPr>
          <a:xfrm>
            <a:off x="1309385" y="2526356"/>
            <a:ext cx="3166091" cy="418426"/>
          </a:xfrm>
          <a:prstGeom prst="rect">
            <a:avLst/>
          </a:prstGeom>
        </p:spPr>
      </p:pic>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E77F0B9E-A529-7385-3690-F096508B3ED2}"/>
                  </a:ext>
                </a:extLst>
              </p:cNvPr>
              <p:cNvSpPr txBox="1"/>
              <p:nvPr/>
            </p:nvSpPr>
            <p:spPr>
              <a:xfrm>
                <a:off x="444754" y="1254270"/>
                <a:ext cx="5651246" cy="603435"/>
              </a:xfrm>
              <a:prstGeom prst="rect">
                <a:avLst/>
              </a:prstGeom>
              <a:noFill/>
            </p:spPr>
            <p:txBody>
              <a:bodyPr wrap="square">
                <a:spAutoFit/>
              </a:bodyPr>
              <a:lstStyle/>
              <a:p>
                <a:pPr marL="285750" indent="-285750">
                  <a:spcAft>
                    <a:spcPts val="1800"/>
                  </a:spcAft>
                  <a:buFont typeface="Wingdings" panose="05000000000000000000" pitchFamily="2" charset="2"/>
                  <a:buChar char="Ø"/>
                </a:pPr>
                <a:r>
                  <a:rPr lang="zh-CN" altLang="en-US" sz="1600" b="1" dirty="0">
                    <a:solidFill>
                      <a:srgbClr val="268F9C"/>
                    </a:solidFill>
                    <a:latin typeface="+mn-ea"/>
                  </a:rPr>
                  <a:t>自注意力层计算中，有</a:t>
                </a:r>
                <a:r>
                  <a:rPr lang="en-US" altLang="zh-CN" sz="1600" b="1" dirty="0" err="1">
                    <a:solidFill>
                      <a:srgbClr val="268F9C"/>
                    </a:solidFill>
                    <a:latin typeface="+mn-ea"/>
                  </a:rPr>
                  <a:t>softmax</a:t>
                </a:r>
                <a:r>
                  <a:rPr lang="zh-CN" altLang="en-US" sz="1600" b="1" dirty="0">
                    <a:solidFill>
                      <a:srgbClr val="268F9C"/>
                    </a:solidFill>
                    <a:latin typeface="+mn-ea"/>
                  </a:rPr>
                  <a:t>函数，那么</a:t>
                </a:r>
                <a14:m>
                  <m:oMath xmlns:m="http://schemas.openxmlformats.org/officeDocument/2006/math">
                    <m:sSub>
                      <m:sSubPr>
                        <m:ctrlPr>
                          <a:rPr lang="en-US" altLang="zh-CN" sz="1600" b="1" i="1" smtClean="0">
                            <a:solidFill>
                              <a:srgbClr val="268F9C"/>
                            </a:solidFill>
                            <a:latin typeface="Cambria Math" panose="02040503050406030204" pitchFamily="18" charset="0"/>
                          </a:rPr>
                        </m:ctrlPr>
                      </m:sSubPr>
                      <m:e>
                        <m:r>
                          <a:rPr lang="en-US" altLang="zh-CN" sz="1600" b="1" i="1" smtClean="0">
                            <a:solidFill>
                              <a:srgbClr val="268F9C"/>
                            </a:solidFill>
                            <a:latin typeface="Cambria Math" panose="02040503050406030204" pitchFamily="18" charset="0"/>
                          </a:rPr>
                          <m:t>𝑻</m:t>
                        </m:r>
                      </m:e>
                      <m:sub>
                        <m:r>
                          <a:rPr lang="en-US" altLang="zh-CN" sz="1600" b="1" i="1" smtClean="0">
                            <a:solidFill>
                              <a:srgbClr val="268F9C"/>
                            </a:solidFill>
                            <a:latin typeface="Cambria Math" panose="02040503050406030204" pitchFamily="18" charset="0"/>
                          </a:rPr>
                          <m:t>𝑲</m:t>
                        </m:r>
                      </m:sub>
                    </m:sSub>
                  </m:oMath>
                </a14:m>
                <a:r>
                  <a:rPr lang="zh-CN" altLang="en-US" sz="1600" b="1" dirty="0">
                    <a:solidFill>
                      <a:srgbClr val="268F9C"/>
                    </a:solidFill>
                    <a:latin typeface="+mn-ea"/>
                  </a:rPr>
                  <a:t>、</a:t>
                </a:r>
                <a14:m>
                  <m:oMath xmlns:m="http://schemas.openxmlformats.org/officeDocument/2006/math">
                    <m:sSub>
                      <m:sSubPr>
                        <m:ctrlPr>
                          <a:rPr lang="en-US" altLang="zh-CN" sz="1600" b="1" i="1" dirty="0" smtClean="0">
                            <a:solidFill>
                              <a:srgbClr val="268F9C"/>
                            </a:solidFill>
                            <a:latin typeface="Cambria Math" panose="02040503050406030204" pitchFamily="18" charset="0"/>
                          </a:rPr>
                        </m:ctrlPr>
                      </m:sSubPr>
                      <m:e>
                        <m:r>
                          <a:rPr lang="en-US" altLang="zh-CN" sz="1600" b="1" i="1" dirty="0" smtClean="0">
                            <a:solidFill>
                              <a:srgbClr val="268F9C"/>
                            </a:solidFill>
                            <a:latin typeface="Cambria Math" panose="02040503050406030204" pitchFamily="18" charset="0"/>
                          </a:rPr>
                          <m:t>𝑻</m:t>
                        </m:r>
                      </m:e>
                      <m:sub>
                        <m:r>
                          <a:rPr lang="en-US" altLang="zh-CN" sz="1600" b="1" i="1" dirty="0" smtClean="0">
                            <a:solidFill>
                              <a:srgbClr val="268F9C"/>
                            </a:solidFill>
                            <a:latin typeface="Cambria Math" panose="02040503050406030204" pitchFamily="18" charset="0"/>
                          </a:rPr>
                          <m:t>𝑸</m:t>
                        </m:r>
                      </m:sub>
                    </m:sSub>
                  </m:oMath>
                </a14:m>
                <a:r>
                  <a:rPr lang="zh-CN" altLang="en-US" sz="1600" b="1" dirty="0">
                    <a:solidFill>
                      <a:srgbClr val="268F9C"/>
                    </a:solidFill>
                    <a:latin typeface="+mn-ea"/>
                  </a:rPr>
                  <a:t>如何传输给下一层？</a:t>
                </a:r>
                <a:endParaRPr lang="en-US" altLang="zh-CN" sz="1600" b="1" dirty="0">
                  <a:solidFill>
                    <a:srgbClr val="268F9C"/>
                  </a:solidFill>
                  <a:latin typeface="+mn-ea"/>
                </a:endParaRPr>
              </a:p>
            </p:txBody>
          </p:sp>
        </mc:Choice>
        <mc:Fallback xmlns="">
          <p:sp>
            <p:nvSpPr>
              <p:cNvPr id="17" name="文本框 16">
                <a:extLst>
                  <a:ext uri="{FF2B5EF4-FFF2-40B4-BE49-F238E27FC236}">
                    <a16:creationId xmlns:a16="http://schemas.microsoft.com/office/drawing/2014/main" id="{E77F0B9E-A529-7385-3690-F096508B3ED2}"/>
                  </a:ext>
                </a:extLst>
              </p:cNvPr>
              <p:cNvSpPr txBox="1">
                <a:spLocks noRot="1" noChangeAspect="1" noMove="1" noResize="1" noEditPoints="1" noAdjustHandles="1" noChangeArrowheads="1" noChangeShapeType="1" noTextEdit="1"/>
              </p:cNvSpPr>
              <p:nvPr/>
            </p:nvSpPr>
            <p:spPr>
              <a:xfrm>
                <a:off x="444754" y="1254270"/>
                <a:ext cx="5651246" cy="603435"/>
              </a:xfrm>
              <a:prstGeom prst="rect">
                <a:avLst/>
              </a:prstGeom>
              <a:blipFill>
                <a:blip r:embed="rId6"/>
                <a:stretch>
                  <a:fillRect l="-431" t="-3030" b="-1212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D0D3C8C4-874D-B58E-B11A-36F1A1A59A44}"/>
                  </a:ext>
                </a:extLst>
              </p:cNvPr>
              <p:cNvSpPr txBox="1"/>
              <p:nvPr/>
            </p:nvSpPr>
            <p:spPr>
              <a:xfrm>
                <a:off x="444754" y="3303635"/>
                <a:ext cx="5298440" cy="603435"/>
              </a:xfrm>
              <a:prstGeom prst="rect">
                <a:avLst/>
              </a:prstGeom>
              <a:noFill/>
            </p:spPr>
            <p:txBody>
              <a:bodyPr wrap="square">
                <a:spAutoFit/>
              </a:bodyPr>
              <a:lstStyle/>
              <a:p>
                <a:pPr marL="285750" indent="-285750">
                  <a:spcAft>
                    <a:spcPts val="1800"/>
                  </a:spcAft>
                  <a:buFont typeface="Wingdings" panose="05000000000000000000" pitchFamily="2" charset="2"/>
                  <a:buChar char="Ø"/>
                </a:pPr>
                <a:r>
                  <a:rPr lang="zh-CN" altLang="en-US" sz="1600" b="1" dirty="0">
                    <a:solidFill>
                      <a:srgbClr val="268F9C"/>
                    </a:solidFill>
                    <a:latin typeface="+mn-ea"/>
                  </a:rPr>
                  <a:t>假设</a:t>
                </a:r>
                <a14:m>
                  <m:oMath xmlns:m="http://schemas.openxmlformats.org/officeDocument/2006/math">
                    <m:sSub>
                      <m:sSubPr>
                        <m:ctrlPr>
                          <a:rPr lang="en-US" altLang="zh-CN" sz="1600" b="1" i="1" smtClean="0">
                            <a:solidFill>
                              <a:srgbClr val="268F9C"/>
                            </a:solidFill>
                            <a:latin typeface="Cambria Math" panose="02040503050406030204" pitchFamily="18" charset="0"/>
                          </a:rPr>
                        </m:ctrlPr>
                      </m:sSubPr>
                      <m:e>
                        <m:r>
                          <a:rPr lang="en-US" altLang="zh-CN" sz="1600" b="1" i="1" smtClean="0">
                            <a:solidFill>
                              <a:srgbClr val="268F9C"/>
                            </a:solidFill>
                            <a:latin typeface="Cambria Math" panose="02040503050406030204" pitchFamily="18" charset="0"/>
                          </a:rPr>
                          <m:t>𝑻</m:t>
                        </m:r>
                      </m:e>
                      <m:sub>
                        <m:r>
                          <a:rPr lang="en-US" altLang="zh-CN" sz="1600" b="1" i="1" smtClean="0">
                            <a:solidFill>
                              <a:srgbClr val="268F9C"/>
                            </a:solidFill>
                            <a:latin typeface="Cambria Math" panose="02040503050406030204" pitchFamily="18" charset="0"/>
                          </a:rPr>
                          <m:t>𝑲</m:t>
                        </m:r>
                      </m:sub>
                    </m:sSub>
                    <m:r>
                      <a:rPr lang="en-US" altLang="zh-CN" sz="1600" b="1" i="1" smtClean="0">
                        <a:solidFill>
                          <a:srgbClr val="268F9C"/>
                        </a:solidFill>
                        <a:latin typeface="Cambria Math" panose="02040503050406030204" pitchFamily="18" charset="0"/>
                      </a:rPr>
                      <m:t>=</m:t>
                    </m:r>
                    <m:sSub>
                      <m:sSubPr>
                        <m:ctrlPr>
                          <a:rPr lang="en-US" altLang="zh-CN" sz="1600" b="1" i="1" smtClean="0">
                            <a:solidFill>
                              <a:srgbClr val="268F9C"/>
                            </a:solidFill>
                            <a:latin typeface="Cambria Math" panose="02040503050406030204" pitchFamily="18" charset="0"/>
                          </a:rPr>
                        </m:ctrlPr>
                      </m:sSubPr>
                      <m:e>
                        <m:r>
                          <a:rPr lang="en-US" altLang="zh-CN" sz="1600" b="1" i="1" smtClean="0">
                            <a:solidFill>
                              <a:srgbClr val="268F9C"/>
                            </a:solidFill>
                            <a:latin typeface="Cambria Math" panose="02040503050406030204" pitchFamily="18" charset="0"/>
                          </a:rPr>
                          <m:t>𝑻</m:t>
                        </m:r>
                      </m:e>
                      <m:sub>
                        <m:r>
                          <a:rPr lang="en-US" altLang="zh-CN" sz="1600" b="1" i="1" smtClean="0">
                            <a:solidFill>
                              <a:srgbClr val="268F9C"/>
                            </a:solidFill>
                            <a:latin typeface="Cambria Math" panose="02040503050406030204" pitchFamily="18" charset="0"/>
                          </a:rPr>
                          <m:t>𝑸</m:t>
                        </m:r>
                      </m:sub>
                    </m:sSub>
                    <m:r>
                      <a:rPr lang="en-US" altLang="zh-CN" sz="1600" b="1" i="1" smtClean="0">
                        <a:solidFill>
                          <a:srgbClr val="268F9C"/>
                        </a:solidFill>
                        <a:latin typeface="Cambria Math" panose="02040503050406030204" pitchFamily="18" charset="0"/>
                      </a:rPr>
                      <m:t>=</m:t>
                    </m:r>
                    <m:sSub>
                      <m:sSubPr>
                        <m:ctrlPr>
                          <a:rPr lang="en-US" altLang="zh-CN" sz="1600" b="1" i="1" smtClean="0">
                            <a:solidFill>
                              <a:srgbClr val="268F9C"/>
                            </a:solidFill>
                            <a:latin typeface="Cambria Math" panose="02040503050406030204" pitchFamily="18" charset="0"/>
                          </a:rPr>
                        </m:ctrlPr>
                      </m:sSubPr>
                      <m:e>
                        <m:r>
                          <a:rPr lang="en-US" altLang="zh-CN" sz="1600" b="1" i="1" smtClean="0">
                            <a:solidFill>
                              <a:srgbClr val="268F9C"/>
                            </a:solidFill>
                            <a:latin typeface="Cambria Math" panose="02040503050406030204" pitchFamily="18" charset="0"/>
                          </a:rPr>
                          <m:t>𝑻</m:t>
                        </m:r>
                      </m:e>
                      <m:sub>
                        <m:r>
                          <a:rPr lang="en-US" altLang="zh-CN" sz="1600" b="1" i="1" smtClean="0">
                            <a:solidFill>
                              <a:srgbClr val="268F9C"/>
                            </a:solidFill>
                            <a:latin typeface="Cambria Math" panose="02040503050406030204" pitchFamily="18" charset="0"/>
                          </a:rPr>
                          <m:t>𝑸𝑲</m:t>
                        </m:r>
                      </m:sub>
                    </m:sSub>
                  </m:oMath>
                </a14:m>
                <a:r>
                  <a:rPr lang="zh-CN" altLang="en-US" sz="1600" b="1" dirty="0">
                    <a:solidFill>
                      <a:srgbClr val="268F9C"/>
                    </a:solidFill>
                    <a:latin typeface="+mn-ea"/>
                  </a:rPr>
                  <a:t>，可以得到</a:t>
                </a:r>
                <a14:m>
                  <m:oMath xmlns:m="http://schemas.openxmlformats.org/officeDocument/2006/math">
                    <m:sSub>
                      <m:sSubPr>
                        <m:ctrlPr>
                          <a:rPr lang="en-US" altLang="zh-CN" sz="1600" b="1" i="1" smtClean="0">
                            <a:solidFill>
                              <a:srgbClr val="268F9C"/>
                            </a:solidFill>
                            <a:latin typeface="Cambria Math" panose="02040503050406030204" pitchFamily="18" charset="0"/>
                          </a:rPr>
                        </m:ctrlPr>
                      </m:sSubPr>
                      <m:e>
                        <m:r>
                          <a:rPr lang="en-US" altLang="zh-CN" sz="1600" b="1" i="1" smtClean="0">
                            <a:solidFill>
                              <a:srgbClr val="268F9C"/>
                            </a:solidFill>
                            <a:latin typeface="Cambria Math" panose="02040503050406030204" pitchFamily="18" charset="0"/>
                          </a:rPr>
                          <m:t>𝑻</m:t>
                        </m:r>
                      </m:e>
                      <m:sub>
                        <m:r>
                          <a:rPr lang="en-US" altLang="zh-CN" sz="1600" b="1" i="1" smtClean="0">
                            <a:solidFill>
                              <a:srgbClr val="268F9C"/>
                            </a:solidFill>
                            <a:latin typeface="Cambria Math" panose="02040503050406030204" pitchFamily="18" charset="0"/>
                          </a:rPr>
                          <m:t>𝑸</m:t>
                        </m:r>
                      </m:sub>
                    </m:sSub>
                  </m:oMath>
                </a14:m>
                <a:r>
                  <a:rPr lang="zh-CN" altLang="en-US" sz="1600" b="1" dirty="0">
                    <a:solidFill>
                      <a:srgbClr val="268F9C"/>
                    </a:solidFill>
                    <a:latin typeface="+mn-ea"/>
                  </a:rPr>
                  <a:t>与</a:t>
                </a:r>
                <a14:m>
                  <m:oMath xmlns:m="http://schemas.openxmlformats.org/officeDocument/2006/math">
                    <m:sSub>
                      <m:sSubPr>
                        <m:ctrlPr>
                          <a:rPr lang="en-US" altLang="zh-CN" sz="1600" b="1" i="1" dirty="0" smtClean="0">
                            <a:solidFill>
                              <a:srgbClr val="268F9C"/>
                            </a:solidFill>
                            <a:latin typeface="Cambria Math" panose="02040503050406030204" pitchFamily="18" charset="0"/>
                          </a:rPr>
                        </m:ctrlPr>
                      </m:sSubPr>
                      <m:e>
                        <m:r>
                          <a:rPr lang="en-US" altLang="zh-CN" sz="1600" b="1" i="1" dirty="0" smtClean="0">
                            <a:solidFill>
                              <a:srgbClr val="268F9C"/>
                            </a:solidFill>
                            <a:latin typeface="Cambria Math" panose="02040503050406030204" pitchFamily="18" charset="0"/>
                          </a:rPr>
                          <m:t>𝑻</m:t>
                        </m:r>
                      </m:e>
                      <m:sub>
                        <m:r>
                          <a:rPr lang="en-US" altLang="zh-CN" sz="1600" b="1" i="1" dirty="0" smtClean="0">
                            <a:solidFill>
                              <a:srgbClr val="268F9C"/>
                            </a:solidFill>
                            <a:latin typeface="Cambria Math" panose="02040503050406030204" pitchFamily="18" charset="0"/>
                          </a:rPr>
                          <m:t>𝑲</m:t>
                        </m:r>
                      </m:sub>
                    </m:sSub>
                  </m:oMath>
                </a14:m>
                <a:r>
                  <a:rPr lang="zh-CN" altLang="en-US" sz="1600" b="1" dirty="0">
                    <a:solidFill>
                      <a:srgbClr val="268F9C"/>
                    </a:solidFill>
                    <a:latin typeface="+mn-ea"/>
                  </a:rPr>
                  <a:t>对</a:t>
                </a:r>
                <a:r>
                  <a:rPr lang="en-US" altLang="zh-CN" sz="1600" b="1" dirty="0" err="1">
                    <a:solidFill>
                      <a:srgbClr val="268F9C"/>
                    </a:solidFill>
                    <a:latin typeface="+mn-ea"/>
                  </a:rPr>
                  <a:t>softmax</a:t>
                </a:r>
                <a:r>
                  <a:rPr lang="zh-CN" altLang="en-US" sz="1600" b="1" dirty="0">
                    <a:solidFill>
                      <a:srgbClr val="268F9C"/>
                    </a:solidFill>
                    <a:latin typeface="+mn-ea"/>
                  </a:rPr>
                  <a:t>的输出无影响，因此不需要传输给下一层</a:t>
                </a:r>
                <a:endParaRPr lang="en-US" altLang="zh-CN" sz="1600" b="1" dirty="0">
                  <a:solidFill>
                    <a:srgbClr val="268F9C"/>
                  </a:solidFill>
                  <a:latin typeface="+mn-ea"/>
                </a:endParaRPr>
              </a:p>
            </p:txBody>
          </p:sp>
        </mc:Choice>
        <mc:Fallback xmlns="">
          <p:sp>
            <p:nvSpPr>
              <p:cNvPr id="20" name="文本框 19">
                <a:extLst>
                  <a:ext uri="{FF2B5EF4-FFF2-40B4-BE49-F238E27FC236}">
                    <a16:creationId xmlns:a16="http://schemas.microsoft.com/office/drawing/2014/main" id="{D0D3C8C4-874D-B58E-B11A-36F1A1A59A44}"/>
                  </a:ext>
                </a:extLst>
              </p:cNvPr>
              <p:cNvSpPr txBox="1">
                <a:spLocks noRot="1" noChangeAspect="1" noMove="1" noResize="1" noEditPoints="1" noAdjustHandles="1" noChangeArrowheads="1" noChangeShapeType="1" noTextEdit="1"/>
              </p:cNvSpPr>
              <p:nvPr/>
            </p:nvSpPr>
            <p:spPr>
              <a:xfrm>
                <a:off x="444754" y="3303635"/>
                <a:ext cx="5298440" cy="603435"/>
              </a:xfrm>
              <a:prstGeom prst="rect">
                <a:avLst/>
              </a:prstGeom>
              <a:blipFill>
                <a:blip r:embed="rId7"/>
                <a:stretch>
                  <a:fillRect l="-460" t="-3030" b="-12121"/>
                </a:stretch>
              </a:blipFill>
            </p:spPr>
            <p:txBody>
              <a:bodyPr/>
              <a:lstStyle/>
              <a:p>
                <a:r>
                  <a:rPr lang="zh-CN" altLang="en-US">
                    <a:noFill/>
                  </a:rPr>
                  <a:t> </a:t>
                </a:r>
              </a:p>
            </p:txBody>
          </p:sp>
        </mc:Fallback>
      </mc:AlternateContent>
      <p:pic>
        <p:nvPicPr>
          <p:cNvPr id="24" name="图片 23">
            <a:extLst>
              <a:ext uri="{FF2B5EF4-FFF2-40B4-BE49-F238E27FC236}">
                <a16:creationId xmlns:a16="http://schemas.microsoft.com/office/drawing/2014/main" id="{02F467B4-1638-910E-7CA3-B8F31EDEF3F7}"/>
              </a:ext>
            </a:extLst>
          </p:cNvPr>
          <p:cNvPicPr>
            <a:picLocks noChangeAspect="1"/>
          </p:cNvPicPr>
          <p:nvPr/>
        </p:nvPicPr>
        <p:blipFill>
          <a:blip r:embed="rId8"/>
          <a:stretch>
            <a:fillRect/>
          </a:stretch>
        </p:blipFill>
        <p:spPr>
          <a:xfrm>
            <a:off x="1369939" y="4237762"/>
            <a:ext cx="3166091" cy="447596"/>
          </a:xfrm>
          <a:prstGeom prst="rect">
            <a:avLst/>
          </a:prstGeom>
        </p:spPr>
      </p:pic>
      <p:pic>
        <p:nvPicPr>
          <p:cNvPr id="26" name="图片 25">
            <a:extLst>
              <a:ext uri="{FF2B5EF4-FFF2-40B4-BE49-F238E27FC236}">
                <a16:creationId xmlns:a16="http://schemas.microsoft.com/office/drawing/2014/main" id="{2EF6C0C1-39EA-A2B7-0047-AD92C9339768}"/>
              </a:ext>
            </a:extLst>
          </p:cNvPr>
          <p:cNvPicPr>
            <a:picLocks noChangeAspect="1"/>
          </p:cNvPicPr>
          <p:nvPr/>
        </p:nvPicPr>
        <p:blipFill>
          <a:blip r:embed="rId9"/>
          <a:stretch>
            <a:fillRect/>
          </a:stretch>
        </p:blipFill>
        <p:spPr>
          <a:xfrm>
            <a:off x="1484948" y="4691396"/>
            <a:ext cx="2936072" cy="363225"/>
          </a:xfrm>
          <a:prstGeom prst="rect">
            <a:avLst/>
          </a:prstGeom>
        </p:spPr>
      </p:pic>
      <p:grpSp>
        <p:nvGrpSpPr>
          <p:cNvPr id="164" name="组合 163">
            <a:extLst>
              <a:ext uri="{FF2B5EF4-FFF2-40B4-BE49-F238E27FC236}">
                <a16:creationId xmlns:a16="http://schemas.microsoft.com/office/drawing/2014/main" id="{E40786CD-F733-597D-B204-C79A0A3239CF}"/>
              </a:ext>
            </a:extLst>
          </p:cNvPr>
          <p:cNvGrpSpPr/>
          <p:nvPr/>
        </p:nvGrpSpPr>
        <p:grpSpPr>
          <a:xfrm>
            <a:off x="6008929" y="3986594"/>
            <a:ext cx="5750892" cy="2462812"/>
            <a:chOff x="5872480" y="4204814"/>
            <a:chExt cx="5750892" cy="2462812"/>
          </a:xfrm>
        </p:grpSpPr>
        <mc:AlternateContent xmlns:mc="http://schemas.openxmlformats.org/markup-compatibility/2006" xmlns:a14="http://schemas.microsoft.com/office/drawing/2010/main">
          <mc:Choice Requires="a14">
            <p:sp>
              <p:nvSpPr>
                <p:cNvPr id="101" name="文本框 100">
                  <a:extLst>
                    <a:ext uri="{FF2B5EF4-FFF2-40B4-BE49-F238E27FC236}">
                      <a16:creationId xmlns:a16="http://schemas.microsoft.com/office/drawing/2014/main" id="{86130EB2-0B65-8215-568F-D2976B79BAE7}"/>
                    </a:ext>
                  </a:extLst>
                </p:cNvPr>
                <p:cNvSpPr txBox="1"/>
                <p:nvPr/>
              </p:nvSpPr>
              <p:spPr>
                <a:xfrm>
                  <a:off x="7074929" y="4204814"/>
                  <a:ext cx="1211376" cy="39036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solidFill>
                                <a:latin typeface="Cambria Math" panose="02040503050406030204" pitchFamily="18" charset="0"/>
                              </a:rPr>
                            </m:ctrlPr>
                          </m:sSubPr>
                          <m:e>
                            <m:r>
                              <a:rPr lang="en-US" altLang="zh-CN" sz="1800" b="1" i="1" smtClean="0">
                                <a:solidFill>
                                  <a:schemeClr val="tx1"/>
                                </a:solidFill>
                                <a:latin typeface="Cambria Math" panose="02040503050406030204" pitchFamily="18" charset="0"/>
                              </a:rPr>
                              <m:t>𝑸</m:t>
                            </m:r>
                            <m:r>
                              <a:rPr lang="en-US" altLang="zh-CN" sz="1800" b="1" i="1" smtClean="0">
                                <a:solidFill>
                                  <a:schemeClr val="tx1"/>
                                </a:solidFill>
                                <a:latin typeface="Cambria Math" panose="02040503050406030204" pitchFamily="18" charset="0"/>
                              </a:rPr>
                              <m:t>=</m:t>
                            </m:r>
                            <m:r>
                              <a:rPr lang="en-US" altLang="zh-CN" sz="1800" b="1" i="1" smtClean="0">
                                <a:solidFill>
                                  <a:schemeClr val="tx1"/>
                                </a:solidFill>
                                <a:latin typeface="Cambria Math" panose="02040503050406030204" pitchFamily="18" charset="0"/>
                              </a:rPr>
                              <m:t>𝑾</m:t>
                            </m:r>
                          </m:e>
                          <m:sub>
                            <m:r>
                              <a:rPr lang="en-US" altLang="zh-CN" sz="1800" b="1" i="1" smtClean="0">
                                <a:solidFill>
                                  <a:schemeClr val="tx1"/>
                                </a:solidFill>
                                <a:latin typeface="Cambria Math" panose="02040503050406030204" pitchFamily="18" charset="0"/>
                              </a:rPr>
                              <m:t>𝑸</m:t>
                            </m:r>
                          </m:sub>
                        </m:sSub>
                        <m:r>
                          <a:rPr lang="en-US" altLang="zh-CN" sz="1800" b="1" i="1" smtClean="0">
                            <a:solidFill>
                              <a:schemeClr val="tx1"/>
                            </a:solidFill>
                            <a:latin typeface="Cambria Math" panose="02040503050406030204" pitchFamily="18" charset="0"/>
                          </a:rPr>
                          <m:t>𝑿</m:t>
                        </m:r>
                      </m:oMath>
                    </m:oMathPara>
                  </a14:m>
                  <a:endParaRPr lang="zh-CN" altLang="en-US" dirty="0">
                    <a:solidFill>
                      <a:schemeClr val="tx1"/>
                    </a:solidFill>
                  </a:endParaRPr>
                </a:p>
              </p:txBody>
            </p:sp>
          </mc:Choice>
          <mc:Fallback xmlns="">
            <p:sp>
              <p:nvSpPr>
                <p:cNvPr id="101" name="文本框 100">
                  <a:extLst>
                    <a:ext uri="{FF2B5EF4-FFF2-40B4-BE49-F238E27FC236}">
                      <a16:creationId xmlns:a16="http://schemas.microsoft.com/office/drawing/2014/main" id="{86130EB2-0B65-8215-568F-D2976B79BAE7}"/>
                    </a:ext>
                  </a:extLst>
                </p:cNvPr>
                <p:cNvSpPr txBox="1">
                  <a:spLocks noRot="1" noChangeAspect="1" noMove="1" noResize="1" noEditPoints="1" noAdjustHandles="1" noChangeArrowheads="1" noChangeShapeType="1" noTextEdit="1"/>
                </p:cNvSpPr>
                <p:nvPr/>
              </p:nvSpPr>
              <p:spPr>
                <a:xfrm>
                  <a:off x="7074929" y="4204814"/>
                  <a:ext cx="1211376" cy="390363"/>
                </a:xfrm>
                <a:prstGeom prst="rect">
                  <a:avLst/>
                </a:prstGeom>
                <a:blipFill>
                  <a:blip r:embed="rId10"/>
                  <a:stretch>
                    <a:fillRect b="-781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2" name="文本框 101">
                  <a:extLst>
                    <a:ext uri="{FF2B5EF4-FFF2-40B4-BE49-F238E27FC236}">
                      <a16:creationId xmlns:a16="http://schemas.microsoft.com/office/drawing/2014/main" id="{E06F6D2A-86E7-E9EA-E3E1-00CDFCE2E8FF}"/>
                    </a:ext>
                  </a:extLst>
                </p:cNvPr>
                <p:cNvSpPr txBox="1"/>
                <p:nvPr/>
              </p:nvSpPr>
              <p:spPr>
                <a:xfrm>
                  <a:off x="7159992" y="6282104"/>
                  <a:ext cx="121137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solidFill>
                                <a:latin typeface="Cambria Math" panose="02040503050406030204" pitchFamily="18" charset="0"/>
                              </a:rPr>
                            </m:ctrlPr>
                          </m:sSubPr>
                          <m:e>
                            <m:r>
                              <a:rPr lang="en-US" altLang="zh-CN" sz="1800" b="1" i="1" smtClean="0">
                                <a:solidFill>
                                  <a:schemeClr val="tx1"/>
                                </a:solidFill>
                                <a:latin typeface="Cambria Math" panose="02040503050406030204" pitchFamily="18" charset="0"/>
                              </a:rPr>
                              <m:t>𝑲</m:t>
                            </m:r>
                            <m:r>
                              <a:rPr lang="en-US" altLang="zh-CN" sz="1800" b="1" i="1" smtClean="0">
                                <a:solidFill>
                                  <a:schemeClr val="tx1"/>
                                </a:solidFill>
                                <a:latin typeface="Cambria Math" panose="02040503050406030204" pitchFamily="18" charset="0"/>
                              </a:rPr>
                              <m:t>=</m:t>
                            </m:r>
                            <m:r>
                              <a:rPr lang="en-US" altLang="zh-CN" sz="1800" b="1" i="1" smtClean="0">
                                <a:solidFill>
                                  <a:schemeClr val="tx1"/>
                                </a:solidFill>
                                <a:latin typeface="Cambria Math" panose="02040503050406030204" pitchFamily="18" charset="0"/>
                              </a:rPr>
                              <m:t>𝑾</m:t>
                            </m:r>
                          </m:e>
                          <m:sub>
                            <m:r>
                              <a:rPr lang="en-US" altLang="zh-CN" sz="1800" b="1" i="1" smtClean="0">
                                <a:solidFill>
                                  <a:schemeClr val="tx1"/>
                                </a:solidFill>
                                <a:latin typeface="Cambria Math" panose="02040503050406030204" pitchFamily="18" charset="0"/>
                              </a:rPr>
                              <m:t>𝑲</m:t>
                            </m:r>
                          </m:sub>
                        </m:sSub>
                        <m:r>
                          <a:rPr lang="en-US" altLang="zh-CN" sz="1800" b="1" i="1" smtClean="0">
                            <a:solidFill>
                              <a:schemeClr val="tx1"/>
                            </a:solidFill>
                            <a:latin typeface="Cambria Math" panose="02040503050406030204" pitchFamily="18" charset="0"/>
                          </a:rPr>
                          <m:t>𝑿</m:t>
                        </m:r>
                      </m:oMath>
                    </m:oMathPara>
                  </a14:m>
                  <a:endParaRPr lang="zh-CN" altLang="en-US" dirty="0">
                    <a:solidFill>
                      <a:schemeClr val="tx1"/>
                    </a:solidFill>
                  </a:endParaRPr>
                </a:p>
              </p:txBody>
            </p:sp>
          </mc:Choice>
          <mc:Fallback xmlns="">
            <p:sp>
              <p:nvSpPr>
                <p:cNvPr id="102" name="文本框 101">
                  <a:extLst>
                    <a:ext uri="{FF2B5EF4-FFF2-40B4-BE49-F238E27FC236}">
                      <a16:creationId xmlns:a16="http://schemas.microsoft.com/office/drawing/2014/main" id="{E06F6D2A-86E7-E9EA-E3E1-00CDFCE2E8FF}"/>
                    </a:ext>
                  </a:extLst>
                </p:cNvPr>
                <p:cNvSpPr txBox="1">
                  <a:spLocks noRot="1" noChangeAspect="1" noMove="1" noResize="1" noEditPoints="1" noAdjustHandles="1" noChangeArrowheads="1" noChangeShapeType="1" noTextEdit="1"/>
                </p:cNvSpPr>
                <p:nvPr/>
              </p:nvSpPr>
              <p:spPr>
                <a:xfrm>
                  <a:off x="7159992" y="6282104"/>
                  <a:ext cx="1211376" cy="369332"/>
                </a:xfrm>
                <a:prstGeom prst="rect">
                  <a:avLst/>
                </a:prstGeom>
                <a:blipFill>
                  <a:blip r:embed="rId11"/>
                  <a:stretch>
                    <a:fillRect b="-1639"/>
                  </a:stretch>
                </a:blipFill>
              </p:spPr>
              <p:txBody>
                <a:bodyPr/>
                <a:lstStyle/>
                <a:p>
                  <a:r>
                    <a:rPr lang="zh-CN" altLang="en-US">
                      <a:noFill/>
                    </a:rPr>
                    <a:t> </a:t>
                  </a:r>
                </a:p>
              </p:txBody>
            </p:sp>
          </mc:Fallback>
        </mc:AlternateContent>
        <p:grpSp>
          <p:nvGrpSpPr>
            <p:cNvPr id="133" name="组合 132">
              <a:extLst>
                <a:ext uri="{FF2B5EF4-FFF2-40B4-BE49-F238E27FC236}">
                  <a16:creationId xmlns:a16="http://schemas.microsoft.com/office/drawing/2014/main" id="{CBB8C519-887E-CD74-6F1B-415AA9BD57F0}"/>
                </a:ext>
              </a:extLst>
            </p:cNvPr>
            <p:cNvGrpSpPr/>
            <p:nvPr/>
          </p:nvGrpSpPr>
          <p:grpSpPr>
            <a:xfrm>
              <a:off x="5872480" y="4247572"/>
              <a:ext cx="1266379" cy="2292850"/>
              <a:chOff x="6389592" y="4247572"/>
              <a:chExt cx="1266379" cy="2292850"/>
            </a:xfrm>
          </p:grpSpPr>
          <p:grpSp>
            <p:nvGrpSpPr>
              <p:cNvPr id="30" name="组合 29">
                <a:extLst>
                  <a:ext uri="{FF2B5EF4-FFF2-40B4-BE49-F238E27FC236}">
                    <a16:creationId xmlns:a16="http://schemas.microsoft.com/office/drawing/2014/main" id="{FF09A6F8-0B04-1699-22E3-7FFE5419CFFA}"/>
                  </a:ext>
                </a:extLst>
              </p:cNvPr>
              <p:cNvGrpSpPr/>
              <p:nvPr/>
            </p:nvGrpSpPr>
            <p:grpSpPr>
              <a:xfrm>
                <a:off x="6389592" y="5111851"/>
                <a:ext cx="144000" cy="585570"/>
                <a:chOff x="7743758" y="1982787"/>
                <a:chExt cx="144000" cy="585570"/>
              </a:xfrm>
              <a:solidFill>
                <a:schemeClr val="bg1">
                  <a:lumMod val="50000"/>
                </a:schemeClr>
              </a:solidFill>
            </p:grpSpPr>
            <p:sp>
              <p:nvSpPr>
                <p:cNvPr id="60" name="椭圆 59">
                  <a:extLst>
                    <a:ext uri="{FF2B5EF4-FFF2-40B4-BE49-F238E27FC236}">
                      <a16:creationId xmlns:a16="http://schemas.microsoft.com/office/drawing/2014/main" id="{82300BCD-BA9A-032F-4DE0-35B8CFCD2FA9}"/>
                    </a:ext>
                  </a:extLst>
                </p:cNvPr>
                <p:cNvSpPr/>
                <p:nvPr/>
              </p:nvSpPr>
              <p:spPr>
                <a:xfrm>
                  <a:off x="7743758" y="1982787"/>
                  <a:ext cx="144000" cy="144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61" name="椭圆 60">
                  <a:extLst>
                    <a:ext uri="{FF2B5EF4-FFF2-40B4-BE49-F238E27FC236}">
                      <a16:creationId xmlns:a16="http://schemas.microsoft.com/office/drawing/2014/main" id="{F75D73AD-D2C2-CC70-2807-8DB88F10FBB6}"/>
                    </a:ext>
                  </a:extLst>
                </p:cNvPr>
                <p:cNvSpPr/>
                <p:nvPr/>
              </p:nvSpPr>
              <p:spPr>
                <a:xfrm>
                  <a:off x="7743758" y="2424357"/>
                  <a:ext cx="144000" cy="144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grpSp>
          <p:cxnSp>
            <p:nvCxnSpPr>
              <p:cNvPr id="35" name="直接箭头连接符 34">
                <a:extLst>
                  <a:ext uri="{FF2B5EF4-FFF2-40B4-BE49-F238E27FC236}">
                    <a16:creationId xmlns:a16="http://schemas.microsoft.com/office/drawing/2014/main" id="{CEDDE339-1DBD-B97E-6D15-75A3AAA976B0}"/>
                  </a:ext>
                </a:extLst>
              </p:cNvPr>
              <p:cNvCxnSpPr>
                <a:cxnSpLocks/>
                <a:stCxn id="60" idx="6"/>
                <a:endCxn id="32" idx="2"/>
              </p:cNvCxnSpPr>
              <p:nvPr/>
            </p:nvCxnSpPr>
            <p:spPr>
              <a:xfrm flipV="1">
                <a:off x="6533592" y="4414502"/>
                <a:ext cx="914449" cy="769349"/>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31587C06-771D-45E5-B7B8-B052127360C8}"/>
                  </a:ext>
                </a:extLst>
              </p:cNvPr>
              <p:cNvCxnSpPr>
                <a:cxnSpLocks/>
                <a:stCxn id="60" idx="6"/>
                <a:endCxn id="34" idx="2"/>
              </p:cNvCxnSpPr>
              <p:nvPr/>
            </p:nvCxnSpPr>
            <p:spPr>
              <a:xfrm flipV="1">
                <a:off x="6533592" y="4810556"/>
                <a:ext cx="914449" cy="37329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FAD62AB3-4C3A-1BFA-31A3-7324334B39D9}"/>
                  </a:ext>
                </a:extLst>
              </p:cNvPr>
              <p:cNvCxnSpPr>
                <a:cxnSpLocks/>
                <a:stCxn id="60" idx="6"/>
                <a:endCxn id="33" idx="2"/>
              </p:cNvCxnSpPr>
              <p:nvPr/>
            </p:nvCxnSpPr>
            <p:spPr>
              <a:xfrm>
                <a:off x="6533592" y="5183851"/>
                <a:ext cx="914449" cy="22759"/>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623A9E1F-4E70-B439-0D38-2887D6F354B4}"/>
                  </a:ext>
                </a:extLst>
              </p:cNvPr>
              <p:cNvCxnSpPr>
                <a:cxnSpLocks/>
                <a:stCxn id="61" idx="6"/>
                <a:endCxn id="32" idx="2"/>
              </p:cNvCxnSpPr>
              <p:nvPr/>
            </p:nvCxnSpPr>
            <p:spPr>
              <a:xfrm flipV="1">
                <a:off x="6533592" y="4414502"/>
                <a:ext cx="914449" cy="1210919"/>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9388BD00-6B8E-A720-2427-8C794F443DD4}"/>
                  </a:ext>
                </a:extLst>
              </p:cNvPr>
              <p:cNvCxnSpPr>
                <a:cxnSpLocks/>
                <a:stCxn id="61" idx="6"/>
                <a:endCxn id="34" idx="2"/>
              </p:cNvCxnSpPr>
              <p:nvPr/>
            </p:nvCxnSpPr>
            <p:spPr>
              <a:xfrm flipV="1">
                <a:off x="6533592" y="4810556"/>
                <a:ext cx="914449" cy="81486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EAEDF4AB-F726-6A54-B05C-41D303A6023A}"/>
                  </a:ext>
                </a:extLst>
              </p:cNvPr>
              <p:cNvCxnSpPr>
                <a:cxnSpLocks/>
                <a:stCxn id="61" idx="6"/>
                <a:endCxn id="33" idx="2"/>
              </p:cNvCxnSpPr>
              <p:nvPr/>
            </p:nvCxnSpPr>
            <p:spPr>
              <a:xfrm flipV="1">
                <a:off x="6533592" y="5206610"/>
                <a:ext cx="914449" cy="418811"/>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grpSp>
            <p:nvGrpSpPr>
              <p:cNvPr id="98" name="组合 97">
                <a:extLst>
                  <a:ext uri="{FF2B5EF4-FFF2-40B4-BE49-F238E27FC236}">
                    <a16:creationId xmlns:a16="http://schemas.microsoft.com/office/drawing/2014/main" id="{106D21D1-BB44-64B3-6551-04D30B47D5B3}"/>
                  </a:ext>
                </a:extLst>
              </p:cNvPr>
              <p:cNvGrpSpPr/>
              <p:nvPr/>
            </p:nvGrpSpPr>
            <p:grpSpPr>
              <a:xfrm>
                <a:off x="7448041" y="4342502"/>
                <a:ext cx="144000" cy="2124268"/>
                <a:chOff x="7448041" y="4342502"/>
                <a:chExt cx="144000" cy="2124268"/>
              </a:xfrm>
            </p:grpSpPr>
            <p:sp>
              <p:nvSpPr>
                <p:cNvPr id="32" name="椭圆 31">
                  <a:extLst>
                    <a:ext uri="{FF2B5EF4-FFF2-40B4-BE49-F238E27FC236}">
                      <a16:creationId xmlns:a16="http://schemas.microsoft.com/office/drawing/2014/main" id="{0FEBB444-0443-5C72-C392-D5327B5F1AF0}"/>
                    </a:ext>
                  </a:extLst>
                </p:cNvPr>
                <p:cNvSpPr/>
                <p:nvPr/>
              </p:nvSpPr>
              <p:spPr>
                <a:xfrm>
                  <a:off x="7448041" y="4342502"/>
                  <a:ext cx="144000" cy="144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33" name="椭圆 32">
                  <a:extLst>
                    <a:ext uri="{FF2B5EF4-FFF2-40B4-BE49-F238E27FC236}">
                      <a16:creationId xmlns:a16="http://schemas.microsoft.com/office/drawing/2014/main" id="{568F948D-E20F-551A-2822-9F2D2B9A44CB}"/>
                    </a:ext>
                  </a:extLst>
                </p:cNvPr>
                <p:cNvSpPr/>
                <p:nvPr/>
              </p:nvSpPr>
              <p:spPr>
                <a:xfrm>
                  <a:off x="7448041" y="5134610"/>
                  <a:ext cx="144000" cy="144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34" name="椭圆 33">
                  <a:extLst>
                    <a:ext uri="{FF2B5EF4-FFF2-40B4-BE49-F238E27FC236}">
                      <a16:creationId xmlns:a16="http://schemas.microsoft.com/office/drawing/2014/main" id="{047C4012-258C-7A81-5135-8FEB8743EFCC}"/>
                    </a:ext>
                  </a:extLst>
                </p:cNvPr>
                <p:cNvSpPr/>
                <p:nvPr/>
              </p:nvSpPr>
              <p:spPr>
                <a:xfrm>
                  <a:off x="7448041" y="4738556"/>
                  <a:ext cx="144000" cy="144000"/>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67" name="椭圆 66">
                  <a:extLst>
                    <a:ext uri="{FF2B5EF4-FFF2-40B4-BE49-F238E27FC236}">
                      <a16:creationId xmlns:a16="http://schemas.microsoft.com/office/drawing/2014/main" id="{A0CA556E-29A9-6821-4D34-AB66EAB10BB4}"/>
                    </a:ext>
                  </a:extLst>
                </p:cNvPr>
                <p:cNvSpPr/>
                <p:nvPr/>
              </p:nvSpPr>
              <p:spPr>
                <a:xfrm>
                  <a:off x="7448041" y="5530664"/>
                  <a:ext cx="144000" cy="144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68" name="椭圆 67">
                  <a:extLst>
                    <a:ext uri="{FF2B5EF4-FFF2-40B4-BE49-F238E27FC236}">
                      <a16:creationId xmlns:a16="http://schemas.microsoft.com/office/drawing/2014/main" id="{4D09CF49-EA64-11BD-EAF0-5E4A2F04285E}"/>
                    </a:ext>
                  </a:extLst>
                </p:cNvPr>
                <p:cNvSpPr/>
                <p:nvPr/>
              </p:nvSpPr>
              <p:spPr>
                <a:xfrm>
                  <a:off x="7448041" y="6322770"/>
                  <a:ext cx="144000" cy="144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70" name="椭圆 69">
                  <a:extLst>
                    <a:ext uri="{FF2B5EF4-FFF2-40B4-BE49-F238E27FC236}">
                      <a16:creationId xmlns:a16="http://schemas.microsoft.com/office/drawing/2014/main" id="{5798B716-DDCE-98F6-8968-F48F7412B8EA}"/>
                    </a:ext>
                  </a:extLst>
                </p:cNvPr>
                <p:cNvSpPr/>
                <p:nvPr/>
              </p:nvSpPr>
              <p:spPr>
                <a:xfrm>
                  <a:off x="7448041" y="5926718"/>
                  <a:ext cx="144000" cy="144000"/>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grpSp>
          <p:cxnSp>
            <p:nvCxnSpPr>
              <p:cNvPr id="74" name="直接箭头连接符 73">
                <a:extLst>
                  <a:ext uri="{FF2B5EF4-FFF2-40B4-BE49-F238E27FC236}">
                    <a16:creationId xmlns:a16="http://schemas.microsoft.com/office/drawing/2014/main" id="{2B95F023-63A4-78D2-71D4-4B31F0EC03D3}"/>
                  </a:ext>
                </a:extLst>
              </p:cNvPr>
              <p:cNvCxnSpPr>
                <a:cxnSpLocks/>
                <a:stCxn id="60" idx="6"/>
                <a:endCxn id="67" idx="2"/>
              </p:cNvCxnSpPr>
              <p:nvPr/>
            </p:nvCxnSpPr>
            <p:spPr>
              <a:xfrm>
                <a:off x="6533592" y="5183851"/>
                <a:ext cx="914449" cy="418813"/>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76" name="直接箭头连接符 75">
                <a:extLst>
                  <a:ext uri="{FF2B5EF4-FFF2-40B4-BE49-F238E27FC236}">
                    <a16:creationId xmlns:a16="http://schemas.microsoft.com/office/drawing/2014/main" id="{199BE97E-9649-4B28-C51B-96C3835466CB}"/>
                  </a:ext>
                </a:extLst>
              </p:cNvPr>
              <p:cNvCxnSpPr>
                <a:cxnSpLocks/>
                <a:stCxn id="61" idx="6"/>
                <a:endCxn id="70" idx="2"/>
              </p:cNvCxnSpPr>
              <p:nvPr/>
            </p:nvCxnSpPr>
            <p:spPr>
              <a:xfrm>
                <a:off x="6533592" y="5625421"/>
                <a:ext cx="914449" cy="37329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77" name="直接箭头连接符 76">
                <a:extLst>
                  <a:ext uri="{FF2B5EF4-FFF2-40B4-BE49-F238E27FC236}">
                    <a16:creationId xmlns:a16="http://schemas.microsoft.com/office/drawing/2014/main" id="{52E2EE51-9DF9-9E06-06F9-D4E416E566E6}"/>
                  </a:ext>
                </a:extLst>
              </p:cNvPr>
              <p:cNvCxnSpPr>
                <a:cxnSpLocks/>
                <a:stCxn id="60" idx="6"/>
                <a:endCxn id="68" idx="2"/>
              </p:cNvCxnSpPr>
              <p:nvPr/>
            </p:nvCxnSpPr>
            <p:spPr>
              <a:xfrm>
                <a:off x="6533592" y="5183851"/>
                <a:ext cx="914449" cy="1210919"/>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80" name="直接箭头连接符 79">
                <a:extLst>
                  <a:ext uri="{FF2B5EF4-FFF2-40B4-BE49-F238E27FC236}">
                    <a16:creationId xmlns:a16="http://schemas.microsoft.com/office/drawing/2014/main" id="{622EF6CA-E376-AE9F-A878-CC13493F44D5}"/>
                  </a:ext>
                </a:extLst>
              </p:cNvPr>
              <p:cNvCxnSpPr>
                <a:cxnSpLocks/>
                <a:stCxn id="61" idx="6"/>
                <a:endCxn id="67" idx="2"/>
              </p:cNvCxnSpPr>
              <p:nvPr/>
            </p:nvCxnSpPr>
            <p:spPr>
              <a:xfrm flipV="1">
                <a:off x="6533592" y="5602664"/>
                <a:ext cx="914449" cy="2275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81" name="直接箭头连接符 80">
                <a:extLst>
                  <a:ext uri="{FF2B5EF4-FFF2-40B4-BE49-F238E27FC236}">
                    <a16:creationId xmlns:a16="http://schemas.microsoft.com/office/drawing/2014/main" id="{E517534B-ECD8-75EA-6F7E-47379F4CDF93}"/>
                  </a:ext>
                </a:extLst>
              </p:cNvPr>
              <p:cNvCxnSpPr>
                <a:cxnSpLocks/>
                <a:stCxn id="60" idx="6"/>
                <a:endCxn id="70" idx="2"/>
              </p:cNvCxnSpPr>
              <p:nvPr/>
            </p:nvCxnSpPr>
            <p:spPr>
              <a:xfrm>
                <a:off x="6533592" y="5183851"/>
                <a:ext cx="914449" cy="81486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82" name="直接箭头连接符 81">
                <a:extLst>
                  <a:ext uri="{FF2B5EF4-FFF2-40B4-BE49-F238E27FC236}">
                    <a16:creationId xmlns:a16="http://schemas.microsoft.com/office/drawing/2014/main" id="{AD5175DF-B21E-3794-92CD-B790F11C4850}"/>
                  </a:ext>
                </a:extLst>
              </p:cNvPr>
              <p:cNvCxnSpPr>
                <a:cxnSpLocks/>
                <a:stCxn id="61" idx="6"/>
                <a:endCxn id="68" idx="2"/>
              </p:cNvCxnSpPr>
              <p:nvPr/>
            </p:nvCxnSpPr>
            <p:spPr>
              <a:xfrm>
                <a:off x="6533592" y="5625421"/>
                <a:ext cx="914449" cy="769349"/>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99" name="矩形 98">
                <a:extLst>
                  <a:ext uri="{FF2B5EF4-FFF2-40B4-BE49-F238E27FC236}">
                    <a16:creationId xmlns:a16="http://schemas.microsoft.com/office/drawing/2014/main" id="{19E17BE2-E568-F14F-07FE-97185764A135}"/>
                  </a:ext>
                </a:extLst>
              </p:cNvPr>
              <p:cNvSpPr/>
              <p:nvPr/>
            </p:nvSpPr>
            <p:spPr>
              <a:xfrm>
                <a:off x="7375660" y="4247572"/>
                <a:ext cx="280311" cy="1083412"/>
              </a:xfrm>
              <a:prstGeom prst="rect">
                <a:avLst/>
              </a:prstGeom>
              <a:noFill/>
              <a:ln w="28575">
                <a:prstDash val="dash"/>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sp>
            <p:nvSpPr>
              <p:cNvPr id="103" name="矩形 102">
                <a:extLst>
                  <a:ext uri="{FF2B5EF4-FFF2-40B4-BE49-F238E27FC236}">
                    <a16:creationId xmlns:a16="http://schemas.microsoft.com/office/drawing/2014/main" id="{D470B2E1-EB62-C3BD-0D54-22DC06C191F0}"/>
                  </a:ext>
                </a:extLst>
              </p:cNvPr>
              <p:cNvSpPr/>
              <p:nvPr/>
            </p:nvSpPr>
            <p:spPr>
              <a:xfrm>
                <a:off x="7362978" y="5457010"/>
                <a:ext cx="280311" cy="1083412"/>
              </a:xfrm>
              <a:prstGeom prst="rect">
                <a:avLst/>
              </a:prstGeom>
              <a:noFill/>
              <a:ln w="28575">
                <a:solidFill>
                  <a:srgbClr val="00B0F0"/>
                </a:solidFill>
                <a:prstDash val="dash"/>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grpSp>
        <p:sp>
          <p:nvSpPr>
            <p:cNvPr id="104" name="箭头: 下 103">
              <a:extLst>
                <a:ext uri="{FF2B5EF4-FFF2-40B4-BE49-F238E27FC236}">
                  <a16:creationId xmlns:a16="http://schemas.microsoft.com/office/drawing/2014/main" id="{8D03E698-2B0F-00FC-473F-A7111758888F}"/>
                </a:ext>
              </a:extLst>
            </p:cNvPr>
            <p:cNvSpPr/>
            <p:nvPr/>
          </p:nvSpPr>
          <p:spPr>
            <a:xfrm rot="16200000">
              <a:off x="8166769" y="4990106"/>
              <a:ext cx="412730" cy="835142"/>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dirty="0"/>
            </a:p>
          </p:txBody>
        </p:sp>
        <mc:AlternateContent xmlns:mc="http://schemas.openxmlformats.org/markup-compatibility/2006" xmlns:a14="http://schemas.microsoft.com/office/drawing/2010/main">
          <mc:Choice Requires="a14">
            <p:sp>
              <p:nvSpPr>
                <p:cNvPr id="106" name="文本框 105">
                  <a:extLst>
                    <a:ext uri="{FF2B5EF4-FFF2-40B4-BE49-F238E27FC236}">
                      <a16:creationId xmlns:a16="http://schemas.microsoft.com/office/drawing/2014/main" id="{B2FAC814-5660-CADD-A3DB-E46CFB029C45}"/>
                    </a:ext>
                  </a:extLst>
                </p:cNvPr>
                <p:cNvSpPr txBox="1"/>
                <p:nvPr/>
              </p:nvSpPr>
              <p:spPr>
                <a:xfrm>
                  <a:off x="7992353" y="4910841"/>
                  <a:ext cx="698192" cy="39036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solidFill>
                                <a:latin typeface="Cambria Math" panose="02040503050406030204" pitchFamily="18" charset="0"/>
                              </a:rPr>
                            </m:ctrlPr>
                          </m:sSubPr>
                          <m:e>
                            <m:r>
                              <a:rPr lang="en-US" altLang="zh-CN" sz="1800" b="1" i="1" smtClean="0">
                                <a:solidFill>
                                  <a:schemeClr val="tx1"/>
                                </a:solidFill>
                                <a:latin typeface="Cambria Math" panose="02040503050406030204" pitchFamily="18" charset="0"/>
                              </a:rPr>
                              <m:t>𝑻</m:t>
                            </m:r>
                          </m:e>
                          <m:sub>
                            <m:r>
                              <a:rPr lang="en-US" altLang="zh-CN" sz="1800" b="1" i="1" smtClean="0">
                                <a:solidFill>
                                  <a:schemeClr val="tx1"/>
                                </a:solidFill>
                                <a:latin typeface="Cambria Math" panose="02040503050406030204" pitchFamily="18" charset="0"/>
                              </a:rPr>
                              <m:t>𝑸𝑲</m:t>
                            </m:r>
                          </m:sub>
                        </m:sSub>
                      </m:oMath>
                    </m:oMathPara>
                  </a14:m>
                  <a:endParaRPr lang="zh-CN" altLang="en-US" dirty="0">
                    <a:solidFill>
                      <a:schemeClr val="tx1"/>
                    </a:solidFill>
                  </a:endParaRPr>
                </a:p>
              </p:txBody>
            </p:sp>
          </mc:Choice>
          <mc:Fallback xmlns="">
            <p:sp>
              <p:nvSpPr>
                <p:cNvPr id="106" name="文本框 105">
                  <a:extLst>
                    <a:ext uri="{FF2B5EF4-FFF2-40B4-BE49-F238E27FC236}">
                      <a16:creationId xmlns:a16="http://schemas.microsoft.com/office/drawing/2014/main" id="{B2FAC814-5660-CADD-A3DB-E46CFB029C45}"/>
                    </a:ext>
                  </a:extLst>
                </p:cNvPr>
                <p:cNvSpPr txBox="1">
                  <a:spLocks noRot="1" noChangeAspect="1" noMove="1" noResize="1" noEditPoints="1" noAdjustHandles="1" noChangeArrowheads="1" noChangeShapeType="1" noTextEdit="1"/>
                </p:cNvSpPr>
                <p:nvPr/>
              </p:nvSpPr>
              <p:spPr>
                <a:xfrm>
                  <a:off x="7992353" y="4910841"/>
                  <a:ext cx="698192" cy="390363"/>
                </a:xfrm>
                <a:prstGeom prst="rect">
                  <a:avLst/>
                </a:prstGeom>
                <a:blipFill>
                  <a:blip r:embed="rId12"/>
                  <a:stretch>
                    <a:fillRect b="-7813"/>
                  </a:stretch>
                </a:blipFill>
              </p:spPr>
              <p:txBody>
                <a:bodyPr/>
                <a:lstStyle/>
                <a:p>
                  <a:r>
                    <a:rPr lang="zh-CN" altLang="en-US">
                      <a:noFill/>
                    </a:rPr>
                    <a:t> </a:t>
                  </a:r>
                </a:p>
              </p:txBody>
            </p:sp>
          </mc:Fallback>
        </mc:AlternateContent>
        <p:pic>
          <p:nvPicPr>
            <p:cNvPr id="108" name="图片 107">
              <a:extLst>
                <a:ext uri="{FF2B5EF4-FFF2-40B4-BE49-F238E27FC236}">
                  <a16:creationId xmlns:a16="http://schemas.microsoft.com/office/drawing/2014/main" id="{5C645F6A-CFBE-F8A3-D057-7179B013D72E}"/>
                </a:ext>
              </a:extLst>
            </p:cNvPr>
            <p:cNvPicPr>
              <a:picLocks noChangeAspect="1"/>
            </p:cNvPicPr>
            <p:nvPr/>
          </p:nvPicPr>
          <p:blipFill>
            <a:blip r:embed="rId13"/>
            <a:stretch>
              <a:fillRect/>
            </a:stretch>
          </p:blipFill>
          <p:spPr>
            <a:xfrm>
              <a:off x="8005261" y="5530664"/>
              <a:ext cx="562087" cy="562087"/>
            </a:xfrm>
            <a:prstGeom prst="rect">
              <a:avLst/>
            </a:prstGeom>
          </p:spPr>
        </p:pic>
        <p:grpSp>
          <p:nvGrpSpPr>
            <p:cNvPr id="134" name="组合 133">
              <a:extLst>
                <a:ext uri="{FF2B5EF4-FFF2-40B4-BE49-F238E27FC236}">
                  <a16:creationId xmlns:a16="http://schemas.microsoft.com/office/drawing/2014/main" id="{ED9534FF-D469-F017-BEB5-D8D709A9F1CC}"/>
                </a:ext>
              </a:extLst>
            </p:cNvPr>
            <p:cNvGrpSpPr/>
            <p:nvPr/>
          </p:nvGrpSpPr>
          <p:grpSpPr>
            <a:xfrm>
              <a:off x="9137368" y="4249450"/>
              <a:ext cx="1266379" cy="2292850"/>
              <a:chOff x="9640850" y="4217225"/>
              <a:chExt cx="1266379" cy="2292850"/>
            </a:xfrm>
          </p:grpSpPr>
          <p:grpSp>
            <p:nvGrpSpPr>
              <p:cNvPr id="109" name="组合 108">
                <a:extLst>
                  <a:ext uri="{FF2B5EF4-FFF2-40B4-BE49-F238E27FC236}">
                    <a16:creationId xmlns:a16="http://schemas.microsoft.com/office/drawing/2014/main" id="{5C305224-C36B-9A08-0C75-1F8C1639E490}"/>
                  </a:ext>
                </a:extLst>
              </p:cNvPr>
              <p:cNvGrpSpPr/>
              <p:nvPr/>
            </p:nvGrpSpPr>
            <p:grpSpPr>
              <a:xfrm>
                <a:off x="9640850" y="5081504"/>
                <a:ext cx="144000" cy="585570"/>
                <a:chOff x="7743758" y="1982787"/>
                <a:chExt cx="144000" cy="585570"/>
              </a:xfrm>
              <a:solidFill>
                <a:schemeClr val="bg1">
                  <a:lumMod val="50000"/>
                </a:schemeClr>
              </a:solidFill>
            </p:grpSpPr>
            <p:sp>
              <p:nvSpPr>
                <p:cNvPr id="110" name="椭圆 109">
                  <a:extLst>
                    <a:ext uri="{FF2B5EF4-FFF2-40B4-BE49-F238E27FC236}">
                      <a16:creationId xmlns:a16="http://schemas.microsoft.com/office/drawing/2014/main" id="{BF374137-D6B5-951B-ED4B-7AF06C139AFF}"/>
                    </a:ext>
                  </a:extLst>
                </p:cNvPr>
                <p:cNvSpPr/>
                <p:nvPr/>
              </p:nvSpPr>
              <p:spPr>
                <a:xfrm>
                  <a:off x="7743758" y="1982787"/>
                  <a:ext cx="144000" cy="144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111" name="椭圆 110">
                  <a:extLst>
                    <a:ext uri="{FF2B5EF4-FFF2-40B4-BE49-F238E27FC236}">
                      <a16:creationId xmlns:a16="http://schemas.microsoft.com/office/drawing/2014/main" id="{780478FE-82C0-4B10-6926-F7156F726E97}"/>
                    </a:ext>
                  </a:extLst>
                </p:cNvPr>
                <p:cNvSpPr/>
                <p:nvPr/>
              </p:nvSpPr>
              <p:spPr>
                <a:xfrm>
                  <a:off x="7743758" y="2424357"/>
                  <a:ext cx="144000" cy="144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grpSp>
          <p:cxnSp>
            <p:nvCxnSpPr>
              <p:cNvPr id="112" name="直接箭头连接符 111">
                <a:extLst>
                  <a:ext uri="{FF2B5EF4-FFF2-40B4-BE49-F238E27FC236}">
                    <a16:creationId xmlns:a16="http://schemas.microsoft.com/office/drawing/2014/main" id="{BD0C1A1B-FC19-B583-F2D2-4E3DF9B4D1DD}"/>
                  </a:ext>
                </a:extLst>
              </p:cNvPr>
              <p:cNvCxnSpPr>
                <a:cxnSpLocks/>
                <a:stCxn id="110" idx="6"/>
                <a:endCxn id="119" idx="2"/>
              </p:cNvCxnSpPr>
              <p:nvPr/>
            </p:nvCxnSpPr>
            <p:spPr>
              <a:xfrm flipV="1">
                <a:off x="9784850" y="5110272"/>
                <a:ext cx="908384" cy="4323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13" name="直接箭头连接符 112">
                <a:extLst>
                  <a:ext uri="{FF2B5EF4-FFF2-40B4-BE49-F238E27FC236}">
                    <a16:creationId xmlns:a16="http://schemas.microsoft.com/office/drawing/2014/main" id="{D551F8AB-E22F-61BD-09C3-7B0688F521F6}"/>
                  </a:ext>
                </a:extLst>
              </p:cNvPr>
              <p:cNvCxnSpPr>
                <a:cxnSpLocks/>
                <a:stCxn id="110" idx="6"/>
                <a:endCxn id="121" idx="2"/>
              </p:cNvCxnSpPr>
              <p:nvPr/>
            </p:nvCxnSpPr>
            <p:spPr>
              <a:xfrm flipV="1">
                <a:off x="9784850" y="4382277"/>
                <a:ext cx="908384" cy="77122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14" name="直接箭头连接符 113">
                <a:extLst>
                  <a:ext uri="{FF2B5EF4-FFF2-40B4-BE49-F238E27FC236}">
                    <a16:creationId xmlns:a16="http://schemas.microsoft.com/office/drawing/2014/main" id="{08E55F9E-4EEB-E131-3816-91915A73948C}"/>
                  </a:ext>
                </a:extLst>
              </p:cNvPr>
              <p:cNvCxnSpPr>
                <a:cxnSpLocks/>
                <a:stCxn id="110" idx="6"/>
                <a:endCxn id="120" idx="2"/>
              </p:cNvCxnSpPr>
              <p:nvPr/>
            </p:nvCxnSpPr>
            <p:spPr>
              <a:xfrm flipV="1">
                <a:off x="9784850" y="4777774"/>
                <a:ext cx="908571" cy="375730"/>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15" name="直接箭头连接符 114">
                <a:extLst>
                  <a:ext uri="{FF2B5EF4-FFF2-40B4-BE49-F238E27FC236}">
                    <a16:creationId xmlns:a16="http://schemas.microsoft.com/office/drawing/2014/main" id="{66C50138-B034-AED6-6311-C059A9DAF460}"/>
                  </a:ext>
                </a:extLst>
              </p:cNvPr>
              <p:cNvCxnSpPr>
                <a:cxnSpLocks/>
                <a:stCxn id="111" idx="6"/>
                <a:endCxn id="119" idx="2"/>
              </p:cNvCxnSpPr>
              <p:nvPr/>
            </p:nvCxnSpPr>
            <p:spPr>
              <a:xfrm flipV="1">
                <a:off x="9784850" y="5110272"/>
                <a:ext cx="908384" cy="484802"/>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16" name="直接箭头连接符 115">
                <a:extLst>
                  <a:ext uri="{FF2B5EF4-FFF2-40B4-BE49-F238E27FC236}">
                    <a16:creationId xmlns:a16="http://schemas.microsoft.com/office/drawing/2014/main" id="{6D7F08D7-5222-1C76-CE05-FF283B00E469}"/>
                  </a:ext>
                </a:extLst>
              </p:cNvPr>
              <p:cNvCxnSpPr>
                <a:cxnSpLocks/>
                <a:stCxn id="111" idx="6"/>
                <a:endCxn id="121" idx="2"/>
              </p:cNvCxnSpPr>
              <p:nvPr/>
            </p:nvCxnSpPr>
            <p:spPr>
              <a:xfrm flipV="1">
                <a:off x="9784850" y="4382277"/>
                <a:ext cx="908384" cy="121279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17" name="直接箭头连接符 116">
                <a:extLst>
                  <a:ext uri="{FF2B5EF4-FFF2-40B4-BE49-F238E27FC236}">
                    <a16:creationId xmlns:a16="http://schemas.microsoft.com/office/drawing/2014/main" id="{06FDC90F-202E-F975-4500-ABDFEFC94964}"/>
                  </a:ext>
                </a:extLst>
              </p:cNvPr>
              <p:cNvCxnSpPr>
                <a:cxnSpLocks/>
                <a:stCxn id="111" idx="6"/>
                <a:endCxn id="120" idx="2"/>
              </p:cNvCxnSpPr>
              <p:nvPr/>
            </p:nvCxnSpPr>
            <p:spPr>
              <a:xfrm flipV="1">
                <a:off x="9784850" y="4777774"/>
                <a:ext cx="908571" cy="817300"/>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grpSp>
            <p:nvGrpSpPr>
              <p:cNvPr id="118" name="组合 117">
                <a:extLst>
                  <a:ext uri="{FF2B5EF4-FFF2-40B4-BE49-F238E27FC236}">
                    <a16:creationId xmlns:a16="http://schemas.microsoft.com/office/drawing/2014/main" id="{20DCD6BE-6B50-393D-DAF1-4D1ECA642730}"/>
                  </a:ext>
                </a:extLst>
              </p:cNvPr>
              <p:cNvGrpSpPr/>
              <p:nvPr/>
            </p:nvGrpSpPr>
            <p:grpSpPr>
              <a:xfrm>
                <a:off x="10682391" y="4310277"/>
                <a:ext cx="165780" cy="2127654"/>
                <a:chOff x="7431133" y="4340624"/>
                <a:chExt cx="165780" cy="2127654"/>
              </a:xfrm>
            </p:grpSpPr>
            <p:sp>
              <p:nvSpPr>
                <p:cNvPr id="121" name="椭圆 120">
                  <a:extLst>
                    <a:ext uri="{FF2B5EF4-FFF2-40B4-BE49-F238E27FC236}">
                      <a16:creationId xmlns:a16="http://schemas.microsoft.com/office/drawing/2014/main" id="{F513F716-6199-1689-10AF-340663354C55}"/>
                    </a:ext>
                  </a:extLst>
                </p:cNvPr>
                <p:cNvSpPr/>
                <p:nvPr/>
              </p:nvSpPr>
              <p:spPr>
                <a:xfrm>
                  <a:off x="7441976" y="4340624"/>
                  <a:ext cx="144000" cy="144000"/>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119" name="椭圆 118">
                  <a:extLst>
                    <a:ext uri="{FF2B5EF4-FFF2-40B4-BE49-F238E27FC236}">
                      <a16:creationId xmlns:a16="http://schemas.microsoft.com/office/drawing/2014/main" id="{89006FD1-5C10-E4F2-8E47-14241EF3E184}"/>
                    </a:ext>
                  </a:extLst>
                </p:cNvPr>
                <p:cNvSpPr/>
                <p:nvPr/>
              </p:nvSpPr>
              <p:spPr>
                <a:xfrm>
                  <a:off x="7441976" y="5068619"/>
                  <a:ext cx="144000" cy="144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120" name="椭圆 119">
                  <a:extLst>
                    <a:ext uri="{FF2B5EF4-FFF2-40B4-BE49-F238E27FC236}">
                      <a16:creationId xmlns:a16="http://schemas.microsoft.com/office/drawing/2014/main" id="{1C94E30B-A06C-BBB0-E10D-8A9AB4A00A23}"/>
                    </a:ext>
                  </a:extLst>
                </p:cNvPr>
                <p:cNvSpPr/>
                <p:nvPr/>
              </p:nvSpPr>
              <p:spPr>
                <a:xfrm>
                  <a:off x="7442163" y="4736121"/>
                  <a:ext cx="144000" cy="144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122" name="椭圆 121">
                  <a:extLst>
                    <a:ext uri="{FF2B5EF4-FFF2-40B4-BE49-F238E27FC236}">
                      <a16:creationId xmlns:a16="http://schemas.microsoft.com/office/drawing/2014/main" id="{97FAFB46-B253-EDCF-9F4E-26B47F2C13D0}"/>
                    </a:ext>
                  </a:extLst>
                </p:cNvPr>
                <p:cNvSpPr/>
                <p:nvPr/>
              </p:nvSpPr>
              <p:spPr>
                <a:xfrm>
                  <a:off x="7452913" y="6324278"/>
                  <a:ext cx="144000" cy="144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123" name="椭圆 122">
                  <a:extLst>
                    <a:ext uri="{FF2B5EF4-FFF2-40B4-BE49-F238E27FC236}">
                      <a16:creationId xmlns:a16="http://schemas.microsoft.com/office/drawing/2014/main" id="{AF70A9D1-D811-A6BC-392A-37BF2F23241D}"/>
                    </a:ext>
                  </a:extLst>
                </p:cNvPr>
                <p:cNvSpPr/>
                <p:nvPr/>
              </p:nvSpPr>
              <p:spPr>
                <a:xfrm>
                  <a:off x="7441976" y="5924840"/>
                  <a:ext cx="144000" cy="144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124" name="椭圆 123">
                  <a:extLst>
                    <a:ext uri="{FF2B5EF4-FFF2-40B4-BE49-F238E27FC236}">
                      <a16:creationId xmlns:a16="http://schemas.microsoft.com/office/drawing/2014/main" id="{6C5315D2-11A5-F0DF-D7CB-DAD9ED90247C}"/>
                    </a:ext>
                  </a:extLst>
                </p:cNvPr>
                <p:cNvSpPr/>
                <p:nvPr/>
              </p:nvSpPr>
              <p:spPr>
                <a:xfrm>
                  <a:off x="7431133" y="5533935"/>
                  <a:ext cx="144000" cy="144000"/>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grpSp>
          <p:cxnSp>
            <p:nvCxnSpPr>
              <p:cNvPr id="125" name="直接箭头连接符 124">
                <a:extLst>
                  <a:ext uri="{FF2B5EF4-FFF2-40B4-BE49-F238E27FC236}">
                    <a16:creationId xmlns:a16="http://schemas.microsoft.com/office/drawing/2014/main" id="{AF5A09C8-1459-5683-AF1A-CBAE951D2E30}"/>
                  </a:ext>
                </a:extLst>
              </p:cNvPr>
              <p:cNvCxnSpPr>
                <a:cxnSpLocks/>
                <a:stCxn id="110" idx="6"/>
                <a:endCxn id="122" idx="2"/>
              </p:cNvCxnSpPr>
              <p:nvPr/>
            </p:nvCxnSpPr>
            <p:spPr>
              <a:xfrm>
                <a:off x="9784850" y="5153504"/>
                <a:ext cx="919321" cy="121242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26" name="直接箭头连接符 125">
                <a:extLst>
                  <a:ext uri="{FF2B5EF4-FFF2-40B4-BE49-F238E27FC236}">
                    <a16:creationId xmlns:a16="http://schemas.microsoft.com/office/drawing/2014/main" id="{8F9EBA74-EA4C-3B97-3276-B210CF1ED916}"/>
                  </a:ext>
                </a:extLst>
              </p:cNvPr>
              <p:cNvCxnSpPr>
                <a:cxnSpLocks/>
                <a:stCxn id="111" idx="6"/>
                <a:endCxn id="124" idx="2"/>
              </p:cNvCxnSpPr>
              <p:nvPr/>
            </p:nvCxnSpPr>
            <p:spPr>
              <a:xfrm flipV="1">
                <a:off x="9784850" y="5575588"/>
                <a:ext cx="897541" cy="1948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27" name="直接箭头连接符 126">
                <a:extLst>
                  <a:ext uri="{FF2B5EF4-FFF2-40B4-BE49-F238E27FC236}">
                    <a16:creationId xmlns:a16="http://schemas.microsoft.com/office/drawing/2014/main" id="{B67A916F-8179-39FA-03C8-6A5108DA07FA}"/>
                  </a:ext>
                </a:extLst>
              </p:cNvPr>
              <p:cNvCxnSpPr>
                <a:cxnSpLocks/>
                <a:stCxn id="110" idx="6"/>
                <a:endCxn id="123" idx="2"/>
              </p:cNvCxnSpPr>
              <p:nvPr/>
            </p:nvCxnSpPr>
            <p:spPr>
              <a:xfrm>
                <a:off x="9784850" y="5153504"/>
                <a:ext cx="908384" cy="812989"/>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28" name="直接箭头连接符 127">
                <a:extLst>
                  <a:ext uri="{FF2B5EF4-FFF2-40B4-BE49-F238E27FC236}">
                    <a16:creationId xmlns:a16="http://schemas.microsoft.com/office/drawing/2014/main" id="{78262558-FED8-3939-2D2C-38D8A166013C}"/>
                  </a:ext>
                </a:extLst>
              </p:cNvPr>
              <p:cNvCxnSpPr>
                <a:cxnSpLocks/>
                <a:stCxn id="111" idx="6"/>
                <a:endCxn id="122" idx="2"/>
              </p:cNvCxnSpPr>
              <p:nvPr/>
            </p:nvCxnSpPr>
            <p:spPr>
              <a:xfrm>
                <a:off x="9784850" y="5595074"/>
                <a:ext cx="919321" cy="770857"/>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29" name="直接箭头连接符 128">
                <a:extLst>
                  <a:ext uri="{FF2B5EF4-FFF2-40B4-BE49-F238E27FC236}">
                    <a16:creationId xmlns:a16="http://schemas.microsoft.com/office/drawing/2014/main" id="{E4819AC8-B463-DB9F-6C31-B822466F7341}"/>
                  </a:ext>
                </a:extLst>
              </p:cNvPr>
              <p:cNvCxnSpPr>
                <a:cxnSpLocks/>
                <a:stCxn id="110" idx="6"/>
                <a:endCxn id="124" idx="2"/>
              </p:cNvCxnSpPr>
              <p:nvPr/>
            </p:nvCxnSpPr>
            <p:spPr>
              <a:xfrm>
                <a:off x="9784850" y="5153504"/>
                <a:ext cx="897541" cy="422084"/>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30" name="直接箭头连接符 129">
                <a:extLst>
                  <a:ext uri="{FF2B5EF4-FFF2-40B4-BE49-F238E27FC236}">
                    <a16:creationId xmlns:a16="http://schemas.microsoft.com/office/drawing/2014/main" id="{74BB8765-765F-6797-213A-D7DF88B41893}"/>
                  </a:ext>
                </a:extLst>
              </p:cNvPr>
              <p:cNvCxnSpPr>
                <a:cxnSpLocks/>
                <a:stCxn id="111" idx="6"/>
                <a:endCxn id="123" idx="2"/>
              </p:cNvCxnSpPr>
              <p:nvPr/>
            </p:nvCxnSpPr>
            <p:spPr>
              <a:xfrm>
                <a:off x="9784850" y="5595074"/>
                <a:ext cx="908384" cy="371419"/>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131" name="矩形 130">
                <a:extLst>
                  <a:ext uri="{FF2B5EF4-FFF2-40B4-BE49-F238E27FC236}">
                    <a16:creationId xmlns:a16="http://schemas.microsoft.com/office/drawing/2014/main" id="{C6917311-EEAB-3EEF-3274-C7B57153C5B0}"/>
                  </a:ext>
                </a:extLst>
              </p:cNvPr>
              <p:cNvSpPr/>
              <p:nvPr/>
            </p:nvSpPr>
            <p:spPr>
              <a:xfrm>
                <a:off x="10626918" y="4217225"/>
                <a:ext cx="280311" cy="1083412"/>
              </a:xfrm>
              <a:prstGeom prst="rect">
                <a:avLst/>
              </a:prstGeom>
              <a:noFill/>
              <a:ln w="28575">
                <a:prstDash val="dash"/>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sp>
            <p:nvSpPr>
              <p:cNvPr id="132" name="矩形 131">
                <a:extLst>
                  <a:ext uri="{FF2B5EF4-FFF2-40B4-BE49-F238E27FC236}">
                    <a16:creationId xmlns:a16="http://schemas.microsoft.com/office/drawing/2014/main" id="{15154624-6E86-375F-98A5-2D4FE4A91042}"/>
                  </a:ext>
                </a:extLst>
              </p:cNvPr>
              <p:cNvSpPr/>
              <p:nvPr/>
            </p:nvSpPr>
            <p:spPr>
              <a:xfrm>
                <a:off x="10614236" y="5426663"/>
                <a:ext cx="280311" cy="1083412"/>
              </a:xfrm>
              <a:prstGeom prst="rect">
                <a:avLst/>
              </a:prstGeom>
              <a:noFill/>
              <a:ln w="28575">
                <a:solidFill>
                  <a:srgbClr val="00B0F0"/>
                </a:solidFill>
                <a:prstDash val="dash"/>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160" name="文本框 159">
                  <a:extLst>
                    <a:ext uri="{FF2B5EF4-FFF2-40B4-BE49-F238E27FC236}">
                      <a16:creationId xmlns:a16="http://schemas.microsoft.com/office/drawing/2014/main" id="{E9431AF8-DED5-BDEF-C0FF-3F768F6737A1}"/>
                    </a:ext>
                  </a:extLst>
                </p:cNvPr>
                <p:cNvSpPr txBox="1"/>
                <p:nvPr/>
              </p:nvSpPr>
              <p:spPr>
                <a:xfrm>
                  <a:off x="10411996" y="4219320"/>
                  <a:ext cx="1211376" cy="4054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solidFill>
                                <a:latin typeface="Cambria Math" panose="02040503050406030204" pitchFamily="18" charset="0"/>
                              </a:rPr>
                            </m:ctrlPr>
                          </m:sSubPr>
                          <m:e>
                            <m:acc>
                              <m:accPr>
                                <m:chr m:val="̃"/>
                                <m:ctrlPr>
                                  <a:rPr lang="en-US" altLang="zh-CN" sz="1800" b="1" i="1" smtClean="0">
                                    <a:solidFill>
                                      <a:schemeClr val="tx1"/>
                                    </a:solidFill>
                                    <a:latin typeface="Cambria Math" panose="02040503050406030204" pitchFamily="18" charset="0"/>
                                  </a:rPr>
                                </m:ctrlPr>
                              </m:accPr>
                              <m:e>
                                <m:r>
                                  <a:rPr lang="en-US" altLang="zh-CN" sz="1800" b="1" i="1" smtClean="0">
                                    <a:solidFill>
                                      <a:schemeClr val="tx1"/>
                                    </a:solidFill>
                                    <a:latin typeface="Cambria Math" panose="02040503050406030204" pitchFamily="18" charset="0"/>
                                  </a:rPr>
                                  <m:t>𝑸</m:t>
                                </m:r>
                              </m:e>
                            </m:acc>
                            <m:r>
                              <a:rPr lang="en-US" altLang="zh-CN" sz="1800" b="1" i="1" smtClean="0">
                                <a:solidFill>
                                  <a:schemeClr val="tx1"/>
                                </a:solidFill>
                                <a:latin typeface="Cambria Math" panose="02040503050406030204" pitchFamily="18" charset="0"/>
                              </a:rPr>
                              <m:t>=</m:t>
                            </m:r>
                            <m:r>
                              <a:rPr lang="en-US" altLang="zh-CN" sz="1800" b="1" i="1" smtClean="0">
                                <a:solidFill>
                                  <a:schemeClr val="tx1"/>
                                </a:solidFill>
                                <a:latin typeface="Cambria Math" panose="02040503050406030204" pitchFamily="18" charset="0"/>
                              </a:rPr>
                              <m:t>𝑾</m:t>
                            </m:r>
                          </m:e>
                          <m:sub>
                            <m:r>
                              <a:rPr lang="en-US" altLang="zh-CN" sz="1800" b="1" i="1" smtClean="0">
                                <a:solidFill>
                                  <a:schemeClr val="tx1"/>
                                </a:solidFill>
                                <a:latin typeface="Cambria Math" panose="02040503050406030204" pitchFamily="18" charset="0"/>
                              </a:rPr>
                              <m:t>𝑸</m:t>
                            </m:r>
                          </m:sub>
                        </m:sSub>
                        <m:r>
                          <a:rPr lang="en-US" altLang="zh-CN" sz="1800" b="1" i="1" smtClean="0">
                            <a:solidFill>
                              <a:schemeClr val="tx1"/>
                            </a:solidFill>
                            <a:latin typeface="Cambria Math" panose="02040503050406030204" pitchFamily="18" charset="0"/>
                          </a:rPr>
                          <m:t>𝑿</m:t>
                        </m:r>
                        <m:sSub>
                          <m:sSubPr>
                            <m:ctrlPr>
                              <a:rPr lang="en-US" altLang="zh-CN" sz="1800" b="1" i="1" smtClean="0">
                                <a:solidFill>
                                  <a:schemeClr val="tx1"/>
                                </a:solidFill>
                                <a:latin typeface="Cambria Math" panose="02040503050406030204" pitchFamily="18" charset="0"/>
                              </a:rPr>
                            </m:ctrlPr>
                          </m:sSubPr>
                          <m:e>
                            <m:r>
                              <a:rPr lang="en-US" altLang="zh-CN" sz="1800" b="1" i="1" smtClean="0">
                                <a:solidFill>
                                  <a:schemeClr val="tx1"/>
                                </a:solidFill>
                                <a:latin typeface="Cambria Math" panose="02040503050406030204" pitchFamily="18" charset="0"/>
                              </a:rPr>
                              <m:t>𝑻</m:t>
                            </m:r>
                          </m:e>
                          <m:sub>
                            <m:r>
                              <a:rPr lang="en-US" altLang="zh-CN" sz="1800" b="1" i="1" smtClean="0">
                                <a:solidFill>
                                  <a:schemeClr val="tx1"/>
                                </a:solidFill>
                                <a:latin typeface="Cambria Math" panose="02040503050406030204" pitchFamily="18" charset="0"/>
                              </a:rPr>
                              <m:t>𝑸𝑲</m:t>
                            </m:r>
                          </m:sub>
                        </m:sSub>
                      </m:oMath>
                    </m:oMathPara>
                  </a14:m>
                  <a:endParaRPr lang="zh-CN" altLang="en-US" dirty="0">
                    <a:solidFill>
                      <a:schemeClr val="tx1"/>
                    </a:solidFill>
                  </a:endParaRPr>
                </a:p>
              </p:txBody>
            </p:sp>
          </mc:Choice>
          <mc:Fallback xmlns="">
            <p:sp>
              <p:nvSpPr>
                <p:cNvPr id="160" name="文本框 159">
                  <a:extLst>
                    <a:ext uri="{FF2B5EF4-FFF2-40B4-BE49-F238E27FC236}">
                      <a16:creationId xmlns:a16="http://schemas.microsoft.com/office/drawing/2014/main" id="{E9431AF8-DED5-BDEF-C0FF-3F768F6737A1}"/>
                    </a:ext>
                  </a:extLst>
                </p:cNvPr>
                <p:cNvSpPr txBox="1">
                  <a:spLocks noRot="1" noChangeAspect="1" noMove="1" noResize="1" noEditPoints="1" noAdjustHandles="1" noChangeArrowheads="1" noChangeShapeType="1" noTextEdit="1"/>
                </p:cNvSpPr>
                <p:nvPr/>
              </p:nvSpPr>
              <p:spPr>
                <a:xfrm>
                  <a:off x="10411996" y="4219320"/>
                  <a:ext cx="1211376" cy="405432"/>
                </a:xfrm>
                <a:prstGeom prst="rect">
                  <a:avLst/>
                </a:prstGeom>
                <a:blipFill>
                  <a:blip r:embed="rId14"/>
                  <a:stretch>
                    <a:fillRect l="-1005" t="-6061" r="-27638" b="-75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1" name="文本框 160">
                  <a:extLst>
                    <a:ext uri="{FF2B5EF4-FFF2-40B4-BE49-F238E27FC236}">
                      <a16:creationId xmlns:a16="http://schemas.microsoft.com/office/drawing/2014/main" id="{408C6F80-E357-0FE5-A92A-3FCCD91456BA}"/>
                    </a:ext>
                  </a:extLst>
                </p:cNvPr>
                <p:cNvSpPr txBox="1"/>
                <p:nvPr/>
              </p:nvSpPr>
              <p:spPr>
                <a:xfrm>
                  <a:off x="10383754" y="6264054"/>
                  <a:ext cx="1211376" cy="40357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solidFill>
                                <a:latin typeface="Cambria Math" panose="02040503050406030204" pitchFamily="18" charset="0"/>
                              </a:rPr>
                            </m:ctrlPr>
                          </m:sSubPr>
                          <m:e>
                            <m:acc>
                              <m:accPr>
                                <m:chr m:val="̃"/>
                                <m:ctrlPr>
                                  <a:rPr lang="en-US" altLang="zh-CN" sz="1800" b="1" i="1" smtClean="0">
                                    <a:solidFill>
                                      <a:schemeClr val="tx1"/>
                                    </a:solidFill>
                                    <a:latin typeface="Cambria Math" panose="02040503050406030204" pitchFamily="18" charset="0"/>
                                  </a:rPr>
                                </m:ctrlPr>
                              </m:accPr>
                              <m:e>
                                <m:r>
                                  <a:rPr lang="en-US" altLang="zh-CN" sz="1800" b="1" i="1" smtClean="0">
                                    <a:solidFill>
                                      <a:schemeClr val="tx1"/>
                                    </a:solidFill>
                                    <a:latin typeface="Cambria Math" panose="02040503050406030204" pitchFamily="18" charset="0"/>
                                  </a:rPr>
                                  <m:t>𝑲</m:t>
                                </m:r>
                              </m:e>
                            </m:acc>
                            <m:r>
                              <a:rPr lang="en-US" altLang="zh-CN" sz="1800" b="1" i="1" smtClean="0">
                                <a:solidFill>
                                  <a:schemeClr val="tx1"/>
                                </a:solidFill>
                                <a:latin typeface="Cambria Math" panose="02040503050406030204" pitchFamily="18" charset="0"/>
                              </a:rPr>
                              <m:t>=</m:t>
                            </m:r>
                            <m:r>
                              <a:rPr lang="en-US" altLang="zh-CN" sz="1800" b="1" i="1" smtClean="0">
                                <a:solidFill>
                                  <a:schemeClr val="tx1"/>
                                </a:solidFill>
                                <a:latin typeface="Cambria Math" panose="02040503050406030204" pitchFamily="18" charset="0"/>
                              </a:rPr>
                              <m:t>𝑾</m:t>
                            </m:r>
                          </m:e>
                          <m:sub>
                            <m:r>
                              <a:rPr lang="en-US" altLang="zh-CN" sz="1800" b="1" i="1" smtClean="0">
                                <a:solidFill>
                                  <a:schemeClr val="tx1"/>
                                </a:solidFill>
                                <a:latin typeface="Cambria Math" panose="02040503050406030204" pitchFamily="18" charset="0"/>
                              </a:rPr>
                              <m:t>𝑲</m:t>
                            </m:r>
                          </m:sub>
                        </m:sSub>
                        <m:r>
                          <a:rPr lang="en-US" altLang="zh-CN" sz="1800" b="1" i="1" smtClean="0">
                            <a:solidFill>
                              <a:schemeClr val="tx1"/>
                            </a:solidFill>
                            <a:latin typeface="Cambria Math" panose="02040503050406030204" pitchFamily="18" charset="0"/>
                          </a:rPr>
                          <m:t>𝑿</m:t>
                        </m:r>
                        <m:sSub>
                          <m:sSubPr>
                            <m:ctrlPr>
                              <a:rPr lang="en-US" altLang="zh-CN" sz="1800" b="1" i="1" smtClean="0">
                                <a:solidFill>
                                  <a:schemeClr val="tx1"/>
                                </a:solidFill>
                                <a:latin typeface="Cambria Math" panose="02040503050406030204" pitchFamily="18" charset="0"/>
                              </a:rPr>
                            </m:ctrlPr>
                          </m:sSubPr>
                          <m:e>
                            <m:r>
                              <a:rPr lang="en-US" altLang="zh-CN" sz="1800" b="1" i="1" smtClean="0">
                                <a:solidFill>
                                  <a:schemeClr val="tx1"/>
                                </a:solidFill>
                                <a:latin typeface="Cambria Math" panose="02040503050406030204" pitchFamily="18" charset="0"/>
                              </a:rPr>
                              <m:t>𝑻</m:t>
                            </m:r>
                          </m:e>
                          <m:sub>
                            <m:r>
                              <a:rPr lang="en-US" altLang="zh-CN" sz="1800" b="1" i="1" smtClean="0">
                                <a:solidFill>
                                  <a:schemeClr val="tx1"/>
                                </a:solidFill>
                                <a:latin typeface="Cambria Math" panose="02040503050406030204" pitchFamily="18" charset="0"/>
                              </a:rPr>
                              <m:t>𝑸𝑲</m:t>
                            </m:r>
                          </m:sub>
                        </m:sSub>
                      </m:oMath>
                    </m:oMathPara>
                  </a14:m>
                  <a:endParaRPr lang="zh-CN" altLang="en-US" dirty="0">
                    <a:solidFill>
                      <a:schemeClr val="tx1"/>
                    </a:solidFill>
                  </a:endParaRPr>
                </a:p>
              </p:txBody>
            </p:sp>
          </mc:Choice>
          <mc:Fallback xmlns="">
            <p:sp>
              <p:nvSpPr>
                <p:cNvPr id="161" name="文本框 160">
                  <a:extLst>
                    <a:ext uri="{FF2B5EF4-FFF2-40B4-BE49-F238E27FC236}">
                      <a16:creationId xmlns:a16="http://schemas.microsoft.com/office/drawing/2014/main" id="{408C6F80-E357-0FE5-A92A-3FCCD91456BA}"/>
                    </a:ext>
                  </a:extLst>
                </p:cNvPr>
                <p:cNvSpPr txBox="1">
                  <a:spLocks noRot="1" noChangeAspect="1" noMove="1" noResize="1" noEditPoints="1" noAdjustHandles="1" noChangeArrowheads="1" noChangeShapeType="1" noTextEdit="1"/>
                </p:cNvSpPr>
                <p:nvPr/>
              </p:nvSpPr>
              <p:spPr>
                <a:xfrm>
                  <a:off x="10383754" y="6264054"/>
                  <a:ext cx="1211376" cy="403572"/>
                </a:xfrm>
                <a:prstGeom prst="rect">
                  <a:avLst/>
                </a:prstGeom>
                <a:blipFill>
                  <a:blip r:embed="rId15"/>
                  <a:stretch>
                    <a:fillRect t="-6061" r="-29293" b="-7576"/>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65" name="文本框 164">
                <a:extLst>
                  <a:ext uri="{FF2B5EF4-FFF2-40B4-BE49-F238E27FC236}">
                    <a16:creationId xmlns:a16="http://schemas.microsoft.com/office/drawing/2014/main" id="{B98AB99B-6299-9E84-ECA8-FB88D830D37D}"/>
                  </a:ext>
                </a:extLst>
              </p:cNvPr>
              <p:cNvSpPr txBox="1"/>
              <p:nvPr/>
            </p:nvSpPr>
            <p:spPr>
              <a:xfrm>
                <a:off x="444754" y="5354627"/>
                <a:ext cx="5298440" cy="622093"/>
              </a:xfrm>
              <a:prstGeom prst="rect">
                <a:avLst/>
              </a:prstGeom>
              <a:noFill/>
            </p:spPr>
            <p:txBody>
              <a:bodyPr wrap="square">
                <a:spAutoFit/>
              </a:bodyPr>
              <a:lstStyle/>
              <a:p>
                <a:pPr marL="285750" indent="-285750">
                  <a:spcAft>
                    <a:spcPts val="1800"/>
                  </a:spcAft>
                  <a:buFont typeface="Wingdings" panose="05000000000000000000" pitchFamily="2" charset="2"/>
                  <a:buChar char="Ø"/>
                </a:pPr>
                <a:r>
                  <a:rPr lang="zh-CN" altLang="en-US" sz="1600" b="1" dirty="0">
                    <a:solidFill>
                      <a:srgbClr val="268F9C"/>
                    </a:solidFill>
                    <a:latin typeface="+mn-ea"/>
                  </a:rPr>
                  <a:t>作者实验</a:t>
                </a:r>
                <a:r>
                  <a:rPr lang="zh-CN" altLang="en-US" sz="1600" b="1">
                    <a:solidFill>
                      <a:srgbClr val="268F9C"/>
                    </a:solidFill>
                    <a:latin typeface="+mn-ea"/>
                  </a:rPr>
                  <a:t>发现，不限制</a:t>
                </a:r>
                <a14:m>
                  <m:oMath xmlns:m="http://schemas.openxmlformats.org/officeDocument/2006/math">
                    <m:sSub>
                      <m:sSubPr>
                        <m:ctrlPr>
                          <a:rPr lang="en-US" altLang="zh-CN" sz="1600" b="1" i="1">
                            <a:solidFill>
                              <a:srgbClr val="268F9C"/>
                            </a:solidFill>
                            <a:latin typeface="Cambria Math" panose="02040503050406030204" pitchFamily="18" charset="0"/>
                          </a:rPr>
                        </m:ctrlPr>
                      </m:sSubPr>
                      <m:e>
                        <m:r>
                          <a:rPr lang="en-US" altLang="zh-CN" sz="1600" b="1" i="1">
                            <a:solidFill>
                              <a:srgbClr val="268F9C"/>
                            </a:solidFill>
                            <a:latin typeface="Cambria Math" panose="02040503050406030204" pitchFamily="18" charset="0"/>
                          </a:rPr>
                          <m:t>𝑻</m:t>
                        </m:r>
                      </m:e>
                      <m:sub>
                        <m:r>
                          <a:rPr lang="en-US" altLang="zh-CN" sz="1600" b="1" i="1">
                            <a:solidFill>
                              <a:srgbClr val="268F9C"/>
                            </a:solidFill>
                            <a:latin typeface="Cambria Math" panose="02040503050406030204" pitchFamily="18" charset="0"/>
                          </a:rPr>
                          <m:t>𝑲</m:t>
                        </m:r>
                      </m:sub>
                    </m:sSub>
                    <m:r>
                      <a:rPr lang="en-US" altLang="zh-CN" sz="1600" b="1" i="1">
                        <a:solidFill>
                          <a:srgbClr val="268F9C"/>
                        </a:solidFill>
                        <a:latin typeface="Cambria Math" panose="02040503050406030204" pitchFamily="18" charset="0"/>
                      </a:rPr>
                      <m:t>=</m:t>
                    </m:r>
                    <m:sSub>
                      <m:sSubPr>
                        <m:ctrlPr>
                          <a:rPr lang="en-US" altLang="zh-CN" sz="1600" b="1" i="1">
                            <a:solidFill>
                              <a:srgbClr val="268F9C"/>
                            </a:solidFill>
                            <a:latin typeface="Cambria Math" panose="02040503050406030204" pitchFamily="18" charset="0"/>
                          </a:rPr>
                        </m:ctrlPr>
                      </m:sSubPr>
                      <m:e>
                        <m:r>
                          <a:rPr lang="en-US" altLang="zh-CN" sz="1600" b="1" i="1">
                            <a:solidFill>
                              <a:srgbClr val="268F9C"/>
                            </a:solidFill>
                            <a:latin typeface="Cambria Math" panose="02040503050406030204" pitchFamily="18" charset="0"/>
                          </a:rPr>
                          <m:t>𝑻</m:t>
                        </m:r>
                      </m:e>
                      <m:sub>
                        <m:r>
                          <a:rPr lang="en-US" altLang="zh-CN" sz="1600" b="1" i="1">
                            <a:solidFill>
                              <a:srgbClr val="268F9C"/>
                            </a:solidFill>
                            <a:latin typeface="Cambria Math" panose="02040503050406030204" pitchFamily="18" charset="0"/>
                          </a:rPr>
                          <m:t>𝑸</m:t>
                        </m:r>
                      </m:sub>
                    </m:sSub>
                  </m:oMath>
                </a14:m>
                <a:r>
                  <a:rPr lang="zh-CN" altLang="en-US" sz="1600" b="1" dirty="0">
                    <a:solidFill>
                      <a:srgbClr val="268F9C"/>
                    </a:solidFill>
                    <a:latin typeface="+mn-ea"/>
                  </a:rPr>
                  <a:t>可以些许提高模型融合后的性能</a:t>
                </a:r>
                <a:endParaRPr lang="en-US" altLang="zh-CN" sz="1600" b="1" dirty="0">
                  <a:solidFill>
                    <a:srgbClr val="268F9C"/>
                  </a:solidFill>
                  <a:latin typeface="+mn-ea"/>
                </a:endParaRPr>
              </a:p>
            </p:txBody>
          </p:sp>
        </mc:Choice>
        <mc:Fallback xmlns="">
          <p:sp>
            <p:nvSpPr>
              <p:cNvPr id="165" name="文本框 164">
                <a:extLst>
                  <a:ext uri="{FF2B5EF4-FFF2-40B4-BE49-F238E27FC236}">
                    <a16:creationId xmlns:a16="http://schemas.microsoft.com/office/drawing/2014/main" id="{B98AB99B-6299-9E84-ECA8-FB88D830D37D}"/>
                  </a:ext>
                </a:extLst>
              </p:cNvPr>
              <p:cNvSpPr txBox="1">
                <a:spLocks noRot="1" noChangeAspect="1" noMove="1" noResize="1" noEditPoints="1" noAdjustHandles="1" noChangeArrowheads="1" noChangeShapeType="1" noTextEdit="1"/>
              </p:cNvSpPr>
              <p:nvPr/>
            </p:nvSpPr>
            <p:spPr>
              <a:xfrm>
                <a:off x="444754" y="5354627"/>
                <a:ext cx="5298440" cy="622093"/>
              </a:xfrm>
              <a:prstGeom prst="rect">
                <a:avLst/>
              </a:prstGeom>
              <a:blipFill>
                <a:blip r:embed="rId16"/>
                <a:stretch>
                  <a:fillRect l="-460" t="-2941" b="-8824"/>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1BA6C653-A41D-75BC-191E-578F8B76BD6D}"/>
              </a:ext>
            </a:extLst>
          </p:cNvPr>
          <p:cNvSpPr txBox="1"/>
          <p:nvPr/>
        </p:nvSpPr>
        <p:spPr>
          <a:xfrm>
            <a:off x="10907486" y="6449406"/>
            <a:ext cx="953142" cy="338554"/>
          </a:xfrm>
          <a:prstGeom prst="rect">
            <a:avLst/>
          </a:prstGeom>
          <a:noFill/>
        </p:spPr>
        <p:txBody>
          <a:bodyPr wrap="square">
            <a:spAutoFit/>
          </a:bodyPr>
          <a:lstStyle/>
          <a:p>
            <a:r>
              <a:rPr lang="en-US" altLang="zh-CN" sz="1600" b="1" dirty="0">
                <a:solidFill>
                  <a:schemeClr val="bg1">
                    <a:lumMod val="50000"/>
                  </a:schemeClr>
                </a:solidFill>
                <a:latin typeface="+mn-ea"/>
              </a:rPr>
              <a:t>15/21</a:t>
            </a:r>
            <a:endParaRPr lang="zh-CN" altLang="en-US" sz="1600" b="1" dirty="0">
              <a:solidFill>
                <a:schemeClr val="bg1">
                  <a:lumMod val="50000"/>
                </a:schemeClr>
              </a:solidFill>
            </a:endParaRPr>
          </a:p>
        </p:txBody>
      </p:sp>
    </p:spTree>
    <p:extLst>
      <p:ext uri="{BB962C8B-B14F-4D97-AF65-F5344CB8AC3E}">
        <p14:creationId xmlns:p14="http://schemas.microsoft.com/office/powerpoint/2010/main" val="10005698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par>
                                <p:cTn id="17" presetID="10" presetClass="entr" presetSubtype="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500"/>
                                        <p:tgtEl>
                                          <p:spTgt spid="20"/>
                                        </p:tgtEl>
                                      </p:cBhvr>
                                    </p:animEffect>
                                  </p:childTnLst>
                                </p:cTn>
                              </p:par>
                              <p:par>
                                <p:cTn id="25" presetID="10" presetClass="entr" presetSubtype="0" fill="hold" nodeType="with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500"/>
                                        <p:tgtEl>
                                          <p:spTgt spid="24"/>
                                        </p:tgtEl>
                                      </p:cBhvr>
                                    </p:animEffect>
                                  </p:childTnLst>
                                </p:cTn>
                              </p:par>
                              <p:par>
                                <p:cTn id="28" presetID="10" presetClass="entr" presetSubtype="0" fill="hold" nodeType="with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fade">
                                      <p:cBhvr>
                                        <p:cTn id="30" dur="500"/>
                                        <p:tgtEl>
                                          <p:spTgt spid="26"/>
                                        </p:tgtEl>
                                      </p:cBhvr>
                                    </p:animEffect>
                                  </p:childTnLst>
                                </p:cTn>
                              </p:par>
                              <p:par>
                                <p:cTn id="31" presetID="10" presetClass="entr" presetSubtype="0" fill="hold" nodeType="withEffect">
                                  <p:stCondLst>
                                    <p:cond delay="0"/>
                                  </p:stCondLst>
                                  <p:childTnLst>
                                    <p:set>
                                      <p:cBhvr>
                                        <p:cTn id="32" dur="1" fill="hold">
                                          <p:stCondLst>
                                            <p:cond delay="0"/>
                                          </p:stCondLst>
                                        </p:cTn>
                                        <p:tgtEl>
                                          <p:spTgt spid="164"/>
                                        </p:tgtEl>
                                        <p:attrNameLst>
                                          <p:attrName>style.visibility</p:attrName>
                                        </p:attrNameLst>
                                      </p:cBhvr>
                                      <p:to>
                                        <p:strVal val="visible"/>
                                      </p:to>
                                    </p:set>
                                    <p:animEffect transition="in" filter="fade">
                                      <p:cBhvr>
                                        <p:cTn id="33" dur="500"/>
                                        <p:tgtEl>
                                          <p:spTgt spid="164"/>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65"/>
                                        </p:tgtEl>
                                        <p:attrNameLst>
                                          <p:attrName>style.visibility</p:attrName>
                                        </p:attrNameLst>
                                      </p:cBhvr>
                                      <p:to>
                                        <p:strVal val="visible"/>
                                      </p:to>
                                    </p:set>
                                    <p:animEffect transition="in" filter="fade">
                                      <p:cBhvr>
                                        <p:cTn id="38" dur="500"/>
                                        <p:tgtEl>
                                          <p:spTgt spid="1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7" grpId="0"/>
      <p:bldP spid="20" grpId="0"/>
      <p:bldP spid="16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a:spcBef>
                <a:spcPct val="20000"/>
              </a:spcBef>
            </a:pPr>
            <a:r>
              <a:rPr kumimoji="0" lang="en-US" altLang="zh-CN"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4.</a:t>
            </a:r>
            <a:r>
              <a:rPr lang="zh-CN" altLang="en-US" sz="2800" dirty="0">
                <a:solidFill>
                  <a:srgbClr val="000000">
                    <a:lumMod val="75000"/>
                    <a:lumOff val="25000"/>
                  </a:srgbClr>
                </a:solidFill>
                <a:latin typeface="微软雅黑" panose="020B0503020204020204" pitchFamily="34" charset="-122"/>
                <a:ea typeface="微软雅黑" panose="020B0503020204020204" pitchFamily="34" charset="-122"/>
              </a:rPr>
              <a:t>扩展到</a:t>
            </a:r>
            <a:r>
              <a:rPr lang="en-US" altLang="zh-CN" sz="2800" dirty="0">
                <a:solidFill>
                  <a:srgbClr val="000000">
                    <a:lumMod val="75000"/>
                    <a:lumOff val="25000"/>
                  </a:srgbClr>
                </a:solidFill>
                <a:latin typeface="微软雅黑" panose="020B0503020204020204" pitchFamily="34" charset="-122"/>
                <a:ea typeface="微软雅黑" panose="020B0503020204020204" pitchFamily="34" charset="-122"/>
              </a:rPr>
              <a:t>Transformer</a:t>
            </a:r>
            <a:endParaRPr kumimoji="0" lang="zh-CN" altLang="en-US" sz="280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a:p>
            <a:pPr lvl="0">
              <a:spcBef>
                <a:spcPct val="20000"/>
              </a:spcBef>
            </a:pP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2" name="文本框 1">
            <a:extLst>
              <a:ext uri="{FF2B5EF4-FFF2-40B4-BE49-F238E27FC236}">
                <a16:creationId xmlns:a16="http://schemas.microsoft.com/office/drawing/2014/main" id="{D6DE467A-FB0A-2A2D-5675-4CCA09D02CE4}"/>
              </a:ext>
            </a:extLst>
          </p:cNvPr>
          <p:cNvSpPr txBox="1"/>
          <p:nvPr/>
        </p:nvSpPr>
        <p:spPr>
          <a:xfrm>
            <a:off x="193654" y="744048"/>
            <a:ext cx="6109334" cy="461665"/>
          </a:xfrm>
          <a:prstGeom prst="rect">
            <a:avLst/>
          </a:prstGeom>
          <a:noFill/>
        </p:spPr>
        <p:txBody>
          <a:bodyPr wrap="square">
            <a:spAutoFit/>
          </a:bodyPr>
          <a:lstStyle/>
          <a:p>
            <a:r>
              <a:rPr lang="en-US" altLang="zh-CN" sz="2400" b="1" dirty="0">
                <a:solidFill>
                  <a:srgbClr val="268F9C"/>
                </a:solidFill>
                <a:latin typeface="+mn-ea"/>
              </a:rPr>
              <a:t>Norm</a:t>
            </a:r>
            <a:r>
              <a:rPr lang="zh-CN" altLang="en-US" sz="2400" b="1" dirty="0">
                <a:solidFill>
                  <a:srgbClr val="268F9C"/>
                </a:solidFill>
                <a:latin typeface="+mn-ea"/>
              </a:rPr>
              <a:t>层</a:t>
            </a:r>
          </a:p>
        </p:txBody>
      </p:sp>
      <p:sp>
        <p:nvSpPr>
          <p:cNvPr id="7" name="文本框 6">
            <a:extLst>
              <a:ext uri="{FF2B5EF4-FFF2-40B4-BE49-F238E27FC236}">
                <a16:creationId xmlns:a16="http://schemas.microsoft.com/office/drawing/2014/main" id="{B1A02CAB-77ED-DFAA-87B1-01B00CF49CFB}"/>
              </a:ext>
            </a:extLst>
          </p:cNvPr>
          <p:cNvSpPr txBox="1"/>
          <p:nvPr/>
        </p:nvSpPr>
        <p:spPr>
          <a:xfrm>
            <a:off x="523240" y="1254270"/>
            <a:ext cx="6106160" cy="369332"/>
          </a:xfrm>
          <a:prstGeom prst="rect">
            <a:avLst/>
          </a:prstGeom>
          <a:noFill/>
        </p:spPr>
        <p:txBody>
          <a:bodyPr wrap="square">
            <a:spAutoFit/>
          </a:bodyPr>
          <a:lstStyle/>
          <a:p>
            <a:pPr marL="285750" indent="-285750">
              <a:spcAft>
                <a:spcPts val="1800"/>
              </a:spcAft>
              <a:buFont typeface="Wingdings" panose="05000000000000000000" pitchFamily="2" charset="2"/>
              <a:buChar char="Ø"/>
            </a:pPr>
            <a:r>
              <a:rPr lang="zh-CN" altLang="en-US" sz="1800" dirty="0">
                <a:solidFill>
                  <a:srgbClr val="268F9C"/>
                </a:solidFill>
                <a:latin typeface="+mn-ea"/>
              </a:rPr>
              <a:t>考虑层归一化</a:t>
            </a:r>
            <a:r>
              <a:rPr lang="zh-CN" altLang="en-US" dirty="0">
                <a:solidFill>
                  <a:srgbClr val="268F9C"/>
                </a:solidFill>
                <a:latin typeface="+mn-ea"/>
              </a:rPr>
              <a:t>，其他</a:t>
            </a:r>
            <a:r>
              <a:rPr lang="en-US" altLang="zh-CN" dirty="0">
                <a:solidFill>
                  <a:srgbClr val="268F9C"/>
                </a:solidFill>
                <a:latin typeface="+mn-ea"/>
              </a:rPr>
              <a:t>Norm</a:t>
            </a:r>
            <a:r>
              <a:rPr lang="zh-CN" altLang="en-US" dirty="0">
                <a:solidFill>
                  <a:srgbClr val="268F9C"/>
                </a:solidFill>
                <a:latin typeface="+mn-ea"/>
              </a:rPr>
              <a:t>层</a:t>
            </a:r>
            <a:r>
              <a:rPr lang="en-US" altLang="zh-CN" dirty="0">
                <a:solidFill>
                  <a:srgbClr val="268F9C"/>
                </a:solidFill>
                <a:latin typeface="+mn-ea"/>
              </a:rPr>
              <a:t>(</a:t>
            </a:r>
            <a:r>
              <a:rPr lang="zh-CN" altLang="en-US" dirty="0">
                <a:solidFill>
                  <a:srgbClr val="268F9C"/>
                </a:solidFill>
                <a:latin typeface="+mn-ea"/>
              </a:rPr>
              <a:t>如批归一化</a:t>
            </a:r>
            <a:r>
              <a:rPr lang="en-US" altLang="zh-CN" dirty="0">
                <a:solidFill>
                  <a:srgbClr val="268F9C"/>
                </a:solidFill>
                <a:latin typeface="+mn-ea"/>
              </a:rPr>
              <a:t>)</a:t>
            </a:r>
            <a:r>
              <a:rPr lang="zh-CN" altLang="en-US" dirty="0">
                <a:solidFill>
                  <a:srgbClr val="268F9C"/>
                </a:solidFill>
                <a:latin typeface="+mn-ea"/>
              </a:rPr>
              <a:t>同理</a:t>
            </a:r>
            <a:endParaRPr lang="en-US" altLang="zh-CN" sz="1800" dirty="0">
              <a:solidFill>
                <a:srgbClr val="268F9C"/>
              </a:solidFill>
              <a:latin typeface="+mn-ea"/>
            </a:endParaRP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92B442FB-C8E4-FB1C-6C3D-BFFE84C00F9E}"/>
                  </a:ext>
                </a:extLst>
              </p:cNvPr>
              <p:cNvSpPr txBox="1"/>
              <p:nvPr/>
            </p:nvSpPr>
            <p:spPr>
              <a:xfrm>
                <a:off x="1093152" y="1812640"/>
                <a:ext cx="5357924" cy="72609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altLang="zh-CN" sz="2000" b="0" i="1" smtClean="0">
                          <a:latin typeface="Cambria Math" panose="02040503050406030204" pitchFamily="18" charset="0"/>
                        </a:rPr>
                        <m:t>𝐿𝑎𝑦𝑒𝑟𝑁𝑜𝑟𝑚</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𝑋</m:t>
                          </m:r>
                        </m:e>
                      </m:d>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𝑋</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𝜇</m:t>
                          </m:r>
                        </m:num>
                        <m:den>
                          <m:rad>
                            <m:radPr>
                              <m:degHide m:val="on"/>
                              <m:ctrlPr>
                                <a:rPr lang="en-US" altLang="zh-CN" sz="2000" b="0" i="1" smtClean="0">
                                  <a:latin typeface="Cambria Math" panose="02040503050406030204" pitchFamily="18" charset="0"/>
                                </a:rPr>
                              </m:ctrlPr>
                            </m:radPr>
                            <m:deg/>
                            <m:e>
                              <m:sSup>
                                <m:sSupPr>
                                  <m:ctrlPr>
                                    <a:rPr lang="en-US" altLang="zh-CN" sz="2000" b="0" i="1" smtClean="0">
                                      <a:latin typeface="Cambria Math" panose="02040503050406030204" pitchFamily="18" charset="0"/>
                                    </a:rPr>
                                  </m:ctrlPr>
                                </m:sSupPr>
                                <m:e>
                                  <m:r>
                                    <a:rPr lang="en-US" altLang="zh-CN" sz="2000" b="0" i="1" smtClean="0">
                                      <a:latin typeface="Cambria Math" panose="02040503050406030204" pitchFamily="18" charset="0"/>
                                    </a:rPr>
                                    <m:t>𝜎</m:t>
                                  </m:r>
                                </m:e>
                                <m:sup>
                                  <m:r>
                                    <a:rPr lang="en-US" altLang="zh-CN" sz="2000" b="0" i="1" smtClean="0">
                                      <a:latin typeface="Cambria Math" panose="02040503050406030204" pitchFamily="18" charset="0"/>
                                    </a:rPr>
                                    <m:t>2</m:t>
                                  </m:r>
                                </m:sup>
                              </m:sSup>
                            </m:e>
                          </m:rad>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𝜖</m:t>
                          </m:r>
                        </m:den>
                      </m:f>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𝛼</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𝛽</m:t>
                      </m:r>
                    </m:oMath>
                  </m:oMathPara>
                </a14:m>
                <a:endParaRPr lang="zh-CN" altLang="en-US" sz="2000" dirty="0"/>
              </a:p>
            </p:txBody>
          </p:sp>
        </mc:Choice>
        <mc:Fallback xmlns="">
          <p:sp>
            <p:nvSpPr>
              <p:cNvPr id="8" name="文本框 7">
                <a:extLst>
                  <a:ext uri="{FF2B5EF4-FFF2-40B4-BE49-F238E27FC236}">
                    <a16:creationId xmlns:a16="http://schemas.microsoft.com/office/drawing/2014/main" id="{92B442FB-C8E4-FB1C-6C3D-BFFE84C00F9E}"/>
                  </a:ext>
                </a:extLst>
              </p:cNvPr>
              <p:cNvSpPr txBox="1">
                <a:spLocks noRot="1" noChangeAspect="1" noMove="1" noResize="1" noEditPoints="1" noAdjustHandles="1" noChangeArrowheads="1" noChangeShapeType="1" noTextEdit="1"/>
              </p:cNvSpPr>
              <p:nvPr/>
            </p:nvSpPr>
            <p:spPr>
              <a:xfrm>
                <a:off x="1093152" y="1812640"/>
                <a:ext cx="5357924" cy="726096"/>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0F7D5FBB-16F1-423D-85DB-17C539AAC0F4}"/>
                  </a:ext>
                </a:extLst>
              </p:cNvPr>
              <p:cNvSpPr txBox="1"/>
              <p:nvPr/>
            </p:nvSpPr>
            <p:spPr>
              <a:xfrm>
                <a:off x="523240" y="2705783"/>
                <a:ext cx="10093960" cy="646331"/>
              </a:xfrm>
              <a:prstGeom prst="rect">
                <a:avLst/>
              </a:prstGeom>
              <a:noFill/>
            </p:spPr>
            <p:txBody>
              <a:bodyPr wrap="square">
                <a:spAutoFit/>
              </a:bodyPr>
              <a:lstStyle/>
              <a:p>
                <a:pPr marL="285750" indent="-285750">
                  <a:spcAft>
                    <a:spcPts val="1800"/>
                  </a:spcAft>
                  <a:buFont typeface="Wingdings" panose="05000000000000000000" pitchFamily="2" charset="2"/>
                  <a:buChar char="Ø"/>
                </a:pPr>
                <a:r>
                  <a:rPr lang="zh-CN" altLang="en-US" sz="1800" dirty="0">
                    <a:solidFill>
                      <a:srgbClr val="268F9C"/>
                    </a:solidFill>
                    <a:latin typeface="+mn-ea"/>
                  </a:rPr>
                  <a:t>可学习参数只有</a:t>
                </a:r>
                <a14:m>
                  <m:oMath xmlns:m="http://schemas.openxmlformats.org/officeDocument/2006/math">
                    <m:r>
                      <a:rPr lang="en-US" altLang="zh-CN" sz="1800" b="0" i="1" smtClean="0">
                        <a:solidFill>
                          <a:srgbClr val="268F9C"/>
                        </a:solidFill>
                        <a:latin typeface="Cambria Math" panose="02040503050406030204" pitchFamily="18" charset="0"/>
                      </a:rPr>
                      <m:t>𝛼</m:t>
                    </m:r>
                  </m:oMath>
                </a14:m>
                <a:r>
                  <a:rPr lang="zh-CN" altLang="en-US" dirty="0">
                    <a:solidFill>
                      <a:srgbClr val="268F9C"/>
                    </a:solidFill>
                  </a:rPr>
                  <a:t>、</a:t>
                </a:r>
                <a14:m>
                  <m:oMath xmlns:m="http://schemas.openxmlformats.org/officeDocument/2006/math">
                    <m:r>
                      <a:rPr lang="en-US" altLang="zh-CN" b="0" i="1" smtClean="0">
                        <a:solidFill>
                          <a:srgbClr val="268F9C"/>
                        </a:solidFill>
                        <a:latin typeface="Cambria Math" panose="02040503050406030204" pitchFamily="18" charset="0"/>
                      </a:rPr>
                      <m:t>𝛽</m:t>
                    </m:r>
                  </m:oMath>
                </a14:m>
                <a:r>
                  <a:rPr lang="zh-CN" altLang="en-US" sz="1800" dirty="0">
                    <a:solidFill>
                      <a:srgbClr val="268F9C"/>
                    </a:solidFill>
                    <a:latin typeface="+mn-ea"/>
                  </a:rPr>
                  <a:t>，且不同神经元之间没有交互，因此直接用输入传输矩阵</a:t>
                </a:r>
                <a14:m>
                  <m:oMath xmlns:m="http://schemas.openxmlformats.org/officeDocument/2006/math">
                    <m:sSub>
                      <m:sSubPr>
                        <m:ctrlPr>
                          <a:rPr lang="en-US" altLang="zh-CN" sz="1800" i="1" smtClean="0">
                            <a:solidFill>
                              <a:srgbClr val="268F9C"/>
                            </a:solidFill>
                            <a:latin typeface="Cambria Math" panose="02040503050406030204" pitchFamily="18" charset="0"/>
                          </a:rPr>
                        </m:ctrlPr>
                      </m:sSubPr>
                      <m:e>
                        <m:r>
                          <a:rPr lang="en-US" altLang="zh-CN" sz="1800" b="0" i="1" smtClean="0">
                            <a:solidFill>
                              <a:srgbClr val="268F9C"/>
                            </a:solidFill>
                            <a:latin typeface="Cambria Math" panose="02040503050406030204" pitchFamily="18" charset="0"/>
                          </a:rPr>
                          <m:t>𝑇</m:t>
                        </m:r>
                      </m:e>
                      <m:sub>
                        <m:r>
                          <a:rPr lang="en-US" altLang="zh-CN" sz="1800" b="0" i="1" smtClean="0">
                            <a:solidFill>
                              <a:srgbClr val="268F9C"/>
                            </a:solidFill>
                            <a:latin typeface="Cambria Math" panose="02040503050406030204" pitchFamily="18" charset="0"/>
                          </a:rPr>
                          <m:t>𝑖𝑛</m:t>
                        </m:r>
                      </m:sub>
                    </m:sSub>
                  </m:oMath>
                </a14:m>
                <a:r>
                  <a:rPr lang="zh-CN" altLang="en-US" sz="1800" dirty="0">
                    <a:solidFill>
                      <a:srgbClr val="268F9C"/>
                    </a:solidFill>
                    <a:latin typeface="+mn-ea"/>
                  </a:rPr>
                  <a:t>将</a:t>
                </a:r>
                <a:r>
                  <a:rPr lang="zh-CN" altLang="en-US" sz="1800" b="1" dirty="0">
                    <a:solidFill>
                      <a:srgbClr val="268F9C"/>
                    </a:solidFill>
                    <a:latin typeface="+mn-ea"/>
                  </a:rPr>
                  <a:t>当前层神经元与上一层神经元</a:t>
                </a:r>
                <a:r>
                  <a:rPr lang="zh-CN" altLang="en-US" b="1" dirty="0">
                    <a:solidFill>
                      <a:srgbClr val="268F9C"/>
                    </a:solidFill>
                    <a:latin typeface="+mn-ea"/>
                  </a:rPr>
                  <a:t>对齐，</a:t>
                </a:r>
                <a:r>
                  <a:rPr lang="zh-CN" altLang="en-US" dirty="0">
                    <a:solidFill>
                      <a:srgbClr val="268F9C"/>
                    </a:solidFill>
                    <a:latin typeface="+mn-ea"/>
                  </a:rPr>
                  <a:t>然后将输入传输矩阵</a:t>
                </a:r>
                <a14:m>
                  <m:oMath xmlns:m="http://schemas.openxmlformats.org/officeDocument/2006/math">
                    <m:sSub>
                      <m:sSubPr>
                        <m:ctrlPr>
                          <a:rPr lang="en-US" altLang="zh-CN" b="1" i="1" smtClean="0">
                            <a:solidFill>
                              <a:srgbClr val="268F9C"/>
                            </a:solidFill>
                            <a:latin typeface="Cambria Math" panose="02040503050406030204" pitchFamily="18" charset="0"/>
                          </a:rPr>
                        </m:ctrlPr>
                      </m:sSubPr>
                      <m:e>
                        <m:r>
                          <a:rPr lang="en-US" altLang="zh-CN" b="1" i="1" smtClean="0">
                            <a:solidFill>
                              <a:srgbClr val="268F9C"/>
                            </a:solidFill>
                            <a:latin typeface="Cambria Math" panose="02040503050406030204" pitchFamily="18" charset="0"/>
                          </a:rPr>
                          <m:t>𝑻</m:t>
                        </m:r>
                      </m:e>
                      <m:sub>
                        <m:r>
                          <a:rPr lang="en-US" altLang="zh-CN" b="1" i="1" smtClean="0">
                            <a:solidFill>
                              <a:srgbClr val="268F9C"/>
                            </a:solidFill>
                            <a:latin typeface="Cambria Math" panose="02040503050406030204" pitchFamily="18" charset="0"/>
                          </a:rPr>
                          <m:t>𝒊𝒏</m:t>
                        </m:r>
                      </m:sub>
                    </m:sSub>
                  </m:oMath>
                </a14:m>
                <a:r>
                  <a:rPr lang="zh-CN" altLang="en-US" sz="1800" b="1" dirty="0">
                    <a:solidFill>
                      <a:srgbClr val="268F9C"/>
                    </a:solidFill>
                    <a:latin typeface="+mn-ea"/>
                  </a:rPr>
                  <a:t>输出给下一层</a:t>
                </a:r>
                <a:r>
                  <a:rPr lang="zh-CN" altLang="en-US" sz="1800" dirty="0">
                    <a:solidFill>
                      <a:srgbClr val="268F9C"/>
                    </a:solidFill>
                    <a:latin typeface="+mn-ea"/>
                  </a:rPr>
                  <a:t>即可</a:t>
                </a:r>
                <a:endParaRPr lang="en-US" altLang="zh-CN" sz="1800" dirty="0">
                  <a:solidFill>
                    <a:srgbClr val="268F9C"/>
                  </a:solidFill>
                  <a:latin typeface="+mn-ea"/>
                </a:endParaRPr>
              </a:p>
            </p:txBody>
          </p:sp>
        </mc:Choice>
        <mc:Fallback xmlns="">
          <p:sp>
            <p:nvSpPr>
              <p:cNvPr id="10" name="文本框 9">
                <a:extLst>
                  <a:ext uri="{FF2B5EF4-FFF2-40B4-BE49-F238E27FC236}">
                    <a16:creationId xmlns:a16="http://schemas.microsoft.com/office/drawing/2014/main" id="{0F7D5FBB-16F1-423D-85DB-17C539AAC0F4}"/>
                  </a:ext>
                </a:extLst>
              </p:cNvPr>
              <p:cNvSpPr txBox="1">
                <a:spLocks noRot="1" noChangeAspect="1" noMove="1" noResize="1" noEditPoints="1" noAdjustHandles="1" noChangeArrowheads="1" noChangeShapeType="1" noTextEdit="1"/>
              </p:cNvSpPr>
              <p:nvPr/>
            </p:nvSpPr>
            <p:spPr>
              <a:xfrm>
                <a:off x="523240" y="2705783"/>
                <a:ext cx="10093960" cy="646331"/>
              </a:xfrm>
              <a:prstGeom prst="rect">
                <a:avLst/>
              </a:prstGeom>
              <a:blipFill>
                <a:blip r:embed="rId4"/>
                <a:stretch>
                  <a:fillRect l="-423" t="-5660" b="-141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2" name="文本框 141">
                <a:extLst>
                  <a:ext uri="{FF2B5EF4-FFF2-40B4-BE49-F238E27FC236}">
                    <a16:creationId xmlns:a16="http://schemas.microsoft.com/office/drawing/2014/main" id="{4CA2AA5B-70B4-6586-51D3-6EFB5C07F311}"/>
                  </a:ext>
                </a:extLst>
              </p:cNvPr>
              <p:cNvSpPr txBox="1"/>
              <p:nvPr/>
            </p:nvSpPr>
            <p:spPr>
              <a:xfrm>
                <a:off x="3587936" y="6312088"/>
                <a:ext cx="133966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0" i="1" smtClean="0">
                          <a:latin typeface="Cambria Math" panose="02040503050406030204" pitchFamily="18" charset="0"/>
                        </a:rPr>
                        <m:t>𝐿𝑎𝑦𝑒𝑟𝑁𝑜𝑟𝑚</m:t>
                      </m:r>
                    </m:oMath>
                  </m:oMathPara>
                </a14:m>
                <a:endParaRPr lang="zh-CN" altLang="en-US" dirty="0"/>
              </a:p>
            </p:txBody>
          </p:sp>
        </mc:Choice>
        <mc:Fallback xmlns="">
          <p:sp>
            <p:nvSpPr>
              <p:cNvPr id="142" name="文本框 141">
                <a:extLst>
                  <a:ext uri="{FF2B5EF4-FFF2-40B4-BE49-F238E27FC236}">
                    <a16:creationId xmlns:a16="http://schemas.microsoft.com/office/drawing/2014/main" id="{4CA2AA5B-70B4-6586-51D3-6EFB5C07F311}"/>
                  </a:ext>
                </a:extLst>
              </p:cNvPr>
              <p:cNvSpPr txBox="1">
                <a:spLocks noRot="1" noChangeAspect="1" noMove="1" noResize="1" noEditPoints="1" noAdjustHandles="1" noChangeArrowheads="1" noChangeShapeType="1" noTextEdit="1"/>
              </p:cNvSpPr>
              <p:nvPr/>
            </p:nvSpPr>
            <p:spPr>
              <a:xfrm>
                <a:off x="3587936" y="6312088"/>
                <a:ext cx="1339664" cy="369332"/>
              </a:xfrm>
              <a:prstGeom prst="rect">
                <a:avLst/>
              </a:prstGeom>
              <a:blipFill>
                <a:blip r:embed="rId5"/>
                <a:stretch>
                  <a:fillRect l="-1370" r="-4110" b="-13115"/>
                </a:stretch>
              </a:blipFill>
            </p:spPr>
            <p:txBody>
              <a:bodyPr/>
              <a:lstStyle/>
              <a:p>
                <a:r>
                  <a:rPr lang="zh-CN" altLang="en-US">
                    <a:noFill/>
                  </a:rPr>
                  <a:t> </a:t>
                </a:r>
              </a:p>
            </p:txBody>
          </p:sp>
        </mc:Fallback>
      </mc:AlternateContent>
      <p:grpSp>
        <p:nvGrpSpPr>
          <p:cNvPr id="11" name="组合 10">
            <a:extLst>
              <a:ext uri="{FF2B5EF4-FFF2-40B4-BE49-F238E27FC236}">
                <a16:creationId xmlns:a16="http://schemas.microsoft.com/office/drawing/2014/main" id="{BA45EDE4-3F8A-5C34-0776-A1C42B23A0B5}"/>
              </a:ext>
            </a:extLst>
          </p:cNvPr>
          <p:cNvGrpSpPr/>
          <p:nvPr/>
        </p:nvGrpSpPr>
        <p:grpSpPr>
          <a:xfrm>
            <a:off x="1540238" y="4017968"/>
            <a:ext cx="3031762" cy="1996752"/>
            <a:chOff x="9763495" y="1703326"/>
            <a:chExt cx="1822488" cy="1026972"/>
          </a:xfrm>
        </p:grpSpPr>
        <p:grpSp>
          <p:nvGrpSpPr>
            <p:cNvPr id="13" name="组合 12">
              <a:extLst>
                <a:ext uri="{FF2B5EF4-FFF2-40B4-BE49-F238E27FC236}">
                  <a16:creationId xmlns:a16="http://schemas.microsoft.com/office/drawing/2014/main" id="{17FAD32B-53AB-BBB5-6B06-B55BDD6FD601}"/>
                </a:ext>
              </a:extLst>
            </p:cNvPr>
            <p:cNvGrpSpPr/>
            <p:nvPr/>
          </p:nvGrpSpPr>
          <p:grpSpPr>
            <a:xfrm>
              <a:off x="10876955" y="1703812"/>
              <a:ext cx="145539" cy="1026000"/>
              <a:chOff x="8792817" y="1721414"/>
              <a:chExt cx="145539" cy="1026000"/>
            </a:xfrm>
            <a:solidFill>
              <a:schemeClr val="bg1">
                <a:lumMod val="50000"/>
              </a:schemeClr>
            </a:solidFill>
          </p:grpSpPr>
          <p:sp>
            <p:nvSpPr>
              <p:cNvPr id="59" name="椭圆 58">
                <a:extLst>
                  <a:ext uri="{FF2B5EF4-FFF2-40B4-BE49-F238E27FC236}">
                    <a16:creationId xmlns:a16="http://schemas.microsoft.com/office/drawing/2014/main" id="{255D7C67-3817-0B66-0F66-09B14D7A2081}"/>
                  </a:ext>
                </a:extLst>
              </p:cNvPr>
              <p:cNvSpPr/>
              <p:nvPr/>
            </p:nvSpPr>
            <p:spPr>
              <a:xfrm>
                <a:off x="8794356" y="1721414"/>
                <a:ext cx="144000" cy="144000"/>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62" name="椭圆 61">
                <a:extLst>
                  <a:ext uri="{FF2B5EF4-FFF2-40B4-BE49-F238E27FC236}">
                    <a16:creationId xmlns:a16="http://schemas.microsoft.com/office/drawing/2014/main" id="{A938C338-5C19-7583-6D0C-FFEF1CEA06B4}"/>
                  </a:ext>
                </a:extLst>
              </p:cNvPr>
              <p:cNvSpPr/>
              <p:nvPr/>
            </p:nvSpPr>
            <p:spPr>
              <a:xfrm>
                <a:off x="8792817" y="2167065"/>
                <a:ext cx="144000" cy="144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63" name="椭圆 62">
                <a:extLst>
                  <a:ext uri="{FF2B5EF4-FFF2-40B4-BE49-F238E27FC236}">
                    <a16:creationId xmlns:a16="http://schemas.microsoft.com/office/drawing/2014/main" id="{EED6E826-6C98-A096-07B9-54AAB980A988}"/>
                  </a:ext>
                </a:extLst>
              </p:cNvPr>
              <p:cNvSpPr/>
              <p:nvPr/>
            </p:nvSpPr>
            <p:spPr>
              <a:xfrm>
                <a:off x="8792817" y="2603414"/>
                <a:ext cx="144000" cy="144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grpSp>
        <p:grpSp>
          <p:nvGrpSpPr>
            <p:cNvPr id="14" name="组合 13">
              <a:extLst>
                <a:ext uri="{FF2B5EF4-FFF2-40B4-BE49-F238E27FC236}">
                  <a16:creationId xmlns:a16="http://schemas.microsoft.com/office/drawing/2014/main" id="{9DFC5088-6D57-9C5E-D234-4AAF13621577}"/>
                </a:ext>
              </a:extLst>
            </p:cNvPr>
            <p:cNvGrpSpPr/>
            <p:nvPr/>
          </p:nvGrpSpPr>
          <p:grpSpPr>
            <a:xfrm>
              <a:off x="9763495" y="1924027"/>
              <a:ext cx="144000" cy="585570"/>
              <a:chOff x="7743758" y="1982787"/>
              <a:chExt cx="144000" cy="585570"/>
            </a:xfrm>
            <a:solidFill>
              <a:schemeClr val="bg1">
                <a:lumMod val="50000"/>
              </a:schemeClr>
            </a:solidFill>
          </p:grpSpPr>
          <p:sp>
            <p:nvSpPr>
              <p:cNvPr id="57" name="椭圆 56">
                <a:extLst>
                  <a:ext uri="{FF2B5EF4-FFF2-40B4-BE49-F238E27FC236}">
                    <a16:creationId xmlns:a16="http://schemas.microsoft.com/office/drawing/2014/main" id="{F0BDC719-208D-342A-A5C2-BC0A97F60692}"/>
                  </a:ext>
                </a:extLst>
              </p:cNvPr>
              <p:cNvSpPr/>
              <p:nvPr/>
            </p:nvSpPr>
            <p:spPr>
              <a:xfrm>
                <a:off x="7743758" y="1982787"/>
                <a:ext cx="144000" cy="144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8" name="椭圆 57">
                <a:extLst>
                  <a:ext uri="{FF2B5EF4-FFF2-40B4-BE49-F238E27FC236}">
                    <a16:creationId xmlns:a16="http://schemas.microsoft.com/office/drawing/2014/main" id="{9377DB54-CA62-143A-28EF-B33FB6473D10}"/>
                  </a:ext>
                </a:extLst>
              </p:cNvPr>
              <p:cNvSpPr/>
              <p:nvPr/>
            </p:nvSpPr>
            <p:spPr>
              <a:xfrm>
                <a:off x="7743758" y="2424357"/>
                <a:ext cx="144000" cy="144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grpSp>
        <p:grpSp>
          <p:nvGrpSpPr>
            <p:cNvPr id="15" name="组合 14">
              <a:extLst>
                <a:ext uri="{FF2B5EF4-FFF2-40B4-BE49-F238E27FC236}">
                  <a16:creationId xmlns:a16="http://schemas.microsoft.com/office/drawing/2014/main" id="{125036BE-C623-A962-F952-D7460BFE9086}"/>
                </a:ext>
              </a:extLst>
            </p:cNvPr>
            <p:cNvGrpSpPr/>
            <p:nvPr/>
          </p:nvGrpSpPr>
          <p:grpSpPr>
            <a:xfrm>
              <a:off x="11435224" y="1924027"/>
              <a:ext cx="150759" cy="585570"/>
              <a:chOff x="9713661" y="1982787"/>
              <a:chExt cx="150759" cy="585570"/>
            </a:xfrm>
            <a:solidFill>
              <a:schemeClr val="bg1">
                <a:lumMod val="50000"/>
              </a:schemeClr>
            </a:solidFill>
          </p:grpSpPr>
          <p:sp>
            <p:nvSpPr>
              <p:cNvPr id="55" name="椭圆 54">
                <a:extLst>
                  <a:ext uri="{FF2B5EF4-FFF2-40B4-BE49-F238E27FC236}">
                    <a16:creationId xmlns:a16="http://schemas.microsoft.com/office/drawing/2014/main" id="{59F7178E-3545-B223-047E-E82863D255C0}"/>
                  </a:ext>
                </a:extLst>
              </p:cNvPr>
              <p:cNvSpPr/>
              <p:nvPr/>
            </p:nvSpPr>
            <p:spPr>
              <a:xfrm>
                <a:off x="9713661" y="2424357"/>
                <a:ext cx="144000" cy="144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6" name="椭圆 55">
                <a:extLst>
                  <a:ext uri="{FF2B5EF4-FFF2-40B4-BE49-F238E27FC236}">
                    <a16:creationId xmlns:a16="http://schemas.microsoft.com/office/drawing/2014/main" id="{3C5D7779-BC9E-3077-9E4B-88F7E7F91A5D}"/>
                  </a:ext>
                </a:extLst>
              </p:cNvPr>
              <p:cNvSpPr/>
              <p:nvPr/>
            </p:nvSpPr>
            <p:spPr>
              <a:xfrm>
                <a:off x="9720420" y="1982787"/>
                <a:ext cx="144000" cy="144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grpSp>
        <p:sp>
          <p:nvSpPr>
            <p:cNvPr id="18" name="椭圆 17">
              <a:extLst>
                <a:ext uri="{FF2B5EF4-FFF2-40B4-BE49-F238E27FC236}">
                  <a16:creationId xmlns:a16="http://schemas.microsoft.com/office/drawing/2014/main" id="{7E5EB71F-307E-5910-D51E-D7A4815F89B6}"/>
                </a:ext>
              </a:extLst>
            </p:cNvPr>
            <p:cNvSpPr/>
            <p:nvPr/>
          </p:nvSpPr>
          <p:spPr>
            <a:xfrm>
              <a:off x="10320225" y="1703326"/>
              <a:ext cx="144000" cy="144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19" name="椭圆 18">
              <a:extLst>
                <a:ext uri="{FF2B5EF4-FFF2-40B4-BE49-F238E27FC236}">
                  <a16:creationId xmlns:a16="http://schemas.microsoft.com/office/drawing/2014/main" id="{5028BE02-7098-9C71-43D3-18326C649915}"/>
                </a:ext>
              </a:extLst>
            </p:cNvPr>
            <p:cNvSpPr/>
            <p:nvPr/>
          </p:nvSpPr>
          <p:spPr>
            <a:xfrm>
              <a:off x="10320225" y="2586298"/>
              <a:ext cx="144000" cy="144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21" name="椭圆 20">
              <a:extLst>
                <a:ext uri="{FF2B5EF4-FFF2-40B4-BE49-F238E27FC236}">
                  <a16:creationId xmlns:a16="http://schemas.microsoft.com/office/drawing/2014/main" id="{EECC9164-31F9-667D-393D-699C7312A21F}"/>
                </a:ext>
              </a:extLst>
            </p:cNvPr>
            <p:cNvSpPr/>
            <p:nvPr/>
          </p:nvSpPr>
          <p:spPr>
            <a:xfrm>
              <a:off x="10320225" y="2144812"/>
              <a:ext cx="144000" cy="144000"/>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cxnSp>
          <p:nvCxnSpPr>
            <p:cNvPr id="22" name="直接箭头连接符 21">
              <a:extLst>
                <a:ext uri="{FF2B5EF4-FFF2-40B4-BE49-F238E27FC236}">
                  <a16:creationId xmlns:a16="http://schemas.microsoft.com/office/drawing/2014/main" id="{4681F080-B685-A1BF-E496-6979CDB09308}"/>
                </a:ext>
              </a:extLst>
            </p:cNvPr>
            <p:cNvCxnSpPr>
              <a:cxnSpLocks/>
              <a:stCxn id="57" idx="6"/>
              <a:endCxn id="18" idx="2"/>
            </p:cNvCxnSpPr>
            <p:nvPr/>
          </p:nvCxnSpPr>
          <p:spPr>
            <a:xfrm flipV="1">
              <a:off x="9907495" y="1775326"/>
              <a:ext cx="412730" cy="220701"/>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A4394420-E422-8E0A-1F35-EF386E9083EC}"/>
                </a:ext>
              </a:extLst>
            </p:cNvPr>
            <p:cNvCxnSpPr>
              <a:cxnSpLocks/>
              <a:stCxn id="57" idx="6"/>
              <a:endCxn id="21" idx="2"/>
            </p:cNvCxnSpPr>
            <p:nvPr/>
          </p:nvCxnSpPr>
          <p:spPr>
            <a:xfrm>
              <a:off x="9907495" y="1996027"/>
              <a:ext cx="412730" cy="22078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E019E435-078F-41C5-A87B-2F587F9EFD66}"/>
                </a:ext>
              </a:extLst>
            </p:cNvPr>
            <p:cNvCxnSpPr>
              <a:cxnSpLocks/>
              <a:stCxn id="57" idx="6"/>
              <a:endCxn id="19" idx="2"/>
            </p:cNvCxnSpPr>
            <p:nvPr/>
          </p:nvCxnSpPr>
          <p:spPr>
            <a:xfrm>
              <a:off x="9907495" y="1996027"/>
              <a:ext cx="412730" cy="662271"/>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C1971278-0EDC-2F9E-4FC0-01D5FBEC0A0B}"/>
                </a:ext>
              </a:extLst>
            </p:cNvPr>
            <p:cNvCxnSpPr>
              <a:cxnSpLocks/>
              <a:stCxn id="58" idx="6"/>
              <a:endCxn id="18" idx="2"/>
            </p:cNvCxnSpPr>
            <p:nvPr/>
          </p:nvCxnSpPr>
          <p:spPr>
            <a:xfrm flipV="1">
              <a:off x="9907495" y="1775326"/>
              <a:ext cx="412730" cy="662271"/>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1A8B851E-3718-C76B-C502-5367E1CE97AB}"/>
                </a:ext>
              </a:extLst>
            </p:cNvPr>
            <p:cNvCxnSpPr>
              <a:cxnSpLocks/>
              <a:stCxn id="58" idx="6"/>
              <a:endCxn id="21" idx="2"/>
            </p:cNvCxnSpPr>
            <p:nvPr/>
          </p:nvCxnSpPr>
          <p:spPr>
            <a:xfrm flipV="1">
              <a:off x="9907495" y="2216812"/>
              <a:ext cx="412730" cy="22078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512300D6-7F92-2DEE-CB48-0AFC326D81ED}"/>
                </a:ext>
              </a:extLst>
            </p:cNvPr>
            <p:cNvCxnSpPr>
              <a:cxnSpLocks/>
              <a:stCxn id="58" idx="6"/>
              <a:endCxn id="19" idx="2"/>
            </p:cNvCxnSpPr>
            <p:nvPr/>
          </p:nvCxnSpPr>
          <p:spPr>
            <a:xfrm>
              <a:off x="9907495" y="2437597"/>
              <a:ext cx="412730" cy="220701"/>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C26FB8D3-340E-AA46-503B-46443F83AFD1}"/>
                </a:ext>
              </a:extLst>
            </p:cNvPr>
            <p:cNvCxnSpPr>
              <a:cxnSpLocks/>
              <a:stCxn id="18" idx="6"/>
              <a:endCxn id="59" idx="2"/>
            </p:cNvCxnSpPr>
            <p:nvPr/>
          </p:nvCxnSpPr>
          <p:spPr>
            <a:xfrm>
              <a:off x="10464225" y="1775326"/>
              <a:ext cx="414269" cy="48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CC1A92A8-C005-1EA9-4048-86BDB568CAFB}"/>
                </a:ext>
              </a:extLst>
            </p:cNvPr>
            <p:cNvCxnSpPr>
              <a:cxnSpLocks/>
              <a:stCxn id="21" idx="6"/>
              <a:endCxn id="62" idx="2"/>
            </p:cNvCxnSpPr>
            <p:nvPr/>
          </p:nvCxnSpPr>
          <p:spPr>
            <a:xfrm>
              <a:off x="10464225" y="2216812"/>
              <a:ext cx="412730" cy="465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14D0EB94-8D09-8937-4F06-8786A719EFFD}"/>
                </a:ext>
              </a:extLst>
            </p:cNvPr>
            <p:cNvCxnSpPr>
              <a:cxnSpLocks/>
              <a:stCxn id="19" idx="6"/>
              <a:endCxn id="63" idx="2"/>
            </p:cNvCxnSpPr>
            <p:nvPr/>
          </p:nvCxnSpPr>
          <p:spPr>
            <a:xfrm flipV="1">
              <a:off x="10464225" y="2657812"/>
              <a:ext cx="412730" cy="48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1F49A4F6-B8C9-BDA3-1394-9C498181B566}"/>
                </a:ext>
              </a:extLst>
            </p:cNvPr>
            <p:cNvCxnSpPr>
              <a:cxnSpLocks/>
              <a:stCxn id="59" idx="6"/>
              <a:endCxn id="56" idx="2"/>
            </p:cNvCxnSpPr>
            <p:nvPr/>
          </p:nvCxnSpPr>
          <p:spPr>
            <a:xfrm>
              <a:off x="11022494" y="1775812"/>
              <a:ext cx="419489" cy="22021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id="{78A00033-E2AC-7ED6-0F49-3059BF8664D4}"/>
                </a:ext>
              </a:extLst>
            </p:cNvPr>
            <p:cNvCxnSpPr>
              <a:cxnSpLocks/>
              <a:stCxn id="59" idx="6"/>
              <a:endCxn id="55" idx="2"/>
            </p:cNvCxnSpPr>
            <p:nvPr/>
          </p:nvCxnSpPr>
          <p:spPr>
            <a:xfrm>
              <a:off x="11022494" y="1775812"/>
              <a:ext cx="412730" cy="66178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1" name="直接箭头连接符 50">
              <a:extLst>
                <a:ext uri="{FF2B5EF4-FFF2-40B4-BE49-F238E27FC236}">
                  <a16:creationId xmlns:a16="http://schemas.microsoft.com/office/drawing/2014/main" id="{00D8F490-C525-8612-9D5E-B661D89A4A99}"/>
                </a:ext>
              </a:extLst>
            </p:cNvPr>
            <p:cNvCxnSpPr>
              <a:cxnSpLocks/>
              <a:stCxn id="62" idx="6"/>
              <a:endCxn id="56" idx="2"/>
            </p:cNvCxnSpPr>
            <p:nvPr/>
          </p:nvCxnSpPr>
          <p:spPr>
            <a:xfrm flipV="1">
              <a:off x="11020955" y="1996027"/>
              <a:ext cx="421028" cy="22543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2" name="直接箭头连接符 51">
              <a:extLst>
                <a:ext uri="{FF2B5EF4-FFF2-40B4-BE49-F238E27FC236}">
                  <a16:creationId xmlns:a16="http://schemas.microsoft.com/office/drawing/2014/main" id="{94696510-C693-6E9C-8B0F-F38DE251951B}"/>
                </a:ext>
              </a:extLst>
            </p:cNvPr>
            <p:cNvCxnSpPr>
              <a:cxnSpLocks/>
              <a:stCxn id="62" idx="6"/>
              <a:endCxn id="55" idx="2"/>
            </p:cNvCxnSpPr>
            <p:nvPr/>
          </p:nvCxnSpPr>
          <p:spPr>
            <a:xfrm>
              <a:off x="11020955" y="2221463"/>
              <a:ext cx="414269" cy="216134"/>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3" name="直接箭头连接符 52">
              <a:extLst>
                <a:ext uri="{FF2B5EF4-FFF2-40B4-BE49-F238E27FC236}">
                  <a16:creationId xmlns:a16="http://schemas.microsoft.com/office/drawing/2014/main" id="{0F8769E1-2580-58F0-9CAF-E270F0435116}"/>
                </a:ext>
              </a:extLst>
            </p:cNvPr>
            <p:cNvCxnSpPr>
              <a:cxnSpLocks/>
              <a:stCxn id="63" idx="6"/>
              <a:endCxn id="56" idx="2"/>
            </p:cNvCxnSpPr>
            <p:nvPr/>
          </p:nvCxnSpPr>
          <p:spPr>
            <a:xfrm flipV="1">
              <a:off x="11020955" y="1996027"/>
              <a:ext cx="421028" cy="66178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4" name="直接箭头连接符 53">
              <a:extLst>
                <a:ext uri="{FF2B5EF4-FFF2-40B4-BE49-F238E27FC236}">
                  <a16:creationId xmlns:a16="http://schemas.microsoft.com/office/drawing/2014/main" id="{F1EB32BD-0134-2BB6-2A0C-B49672A31C2B}"/>
                </a:ext>
              </a:extLst>
            </p:cNvPr>
            <p:cNvCxnSpPr>
              <a:cxnSpLocks/>
              <a:stCxn id="63" idx="6"/>
              <a:endCxn id="55" idx="2"/>
            </p:cNvCxnSpPr>
            <p:nvPr/>
          </p:nvCxnSpPr>
          <p:spPr>
            <a:xfrm flipV="1">
              <a:off x="11020955" y="2437597"/>
              <a:ext cx="414269" cy="22021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grpSp>
      <p:sp>
        <p:nvSpPr>
          <p:cNvPr id="64" name="箭头: 下 63">
            <a:extLst>
              <a:ext uri="{FF2B5EF4-FFF2-40B4-BE49-F238E27FC236}">
                <a16:creationId xmlns:a16="http://schemas.microsoft.com/office/drawing/2014/main" id="{06E1B80F-52C4-2F9A-4A6B-D4B6D3FA4133}"/>
              </a:ext>
            </a:extLst>
          </p:cNvPr>
          <p:cNvSpPr/>
          <p:nvPr/>
        </p:nvSpPr>
        <p:spPr>
          <a:xfrm rot="16200000">
            <a:off x="5362891" y="4261461"/>
            <a:ext cx="412730" cy="835142"/>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dirty="0"/>
          </a:p>
        </p:txBody>
      </p:sp>
      <mc:AlternateContent xmlns:mc="http://schemas.openxmlformats.org/markup-compatibility/2006" xmlns:a14="http://schemas.microsoft.com/office/drawing/2010/main">
        <mc:Choice Requires="a14">
          <p:sp>
            <p:nvSpPr>
              <p:cNvPr id="65" name="文本框 64">
                <a:extLst>
                  <a:ext uri="{FF2B5EF4-FFF2-40B4-BE49-F238E27FC236}">
                    <a16:creationId xmlns:a16="http://schemas.microsoft.com/office/drawing/2014/main" id="{4159726F-0F76-FE42-E545-4C6F8E66DAD5}"/>
                  </a:ext>
                </a:extLst>
              </p:cNvPr>
              <p:cNvSpPr txBox="1"/>
              <p:nvPr/>
            </p:nvSpPr>
            <p:spPr>
              <a:xfrm>
                <a:off x="5188475" y="4182196"/>
                <a:ext cx="69819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solidFill>
                              <a:latin typeface="Cambria Math" panose="02040503050406030204" pitchFamily="18" charset="0"/>
                            </a:rPr>
                          </m:ctrlPr>
                        </m:sSubPr>
                        <m:e>
                          <m:r>
                            <a:rPr lang="en-US" altLang="zh-CN" sz="1800" b="1" i="1" smtClean="0">
                              <a:solidFill>
                                <a:schemeClr val="tx1"/>
                              </a:solidFill>
                              <a:latin typeface="Cambria Math" panose="02040503050406030204" pitchFamily="18" charset="0"/>
                            </a:rPr>
                            <m:t>𝑻</m:t>
                          </m:r>
                        </m:e>
                        <m:sub>
                          <m:r>
                            <a:rPr lang="en-US" altLang="zh-CN" sz="1800" b="1" i="1" smtClean="0">
                              <a:solidFill>
                                <a:schemeClr val="tx1"/>
                              </a:solidFill>
                              <a:latin typeface="Cambria Math" panose="02040503050406030204" pitchFamily="18" charset="0"/>
                            </a:rPr>
                            <m:t>𝒊𝒏</m:t>
                          </m:r>
                        </m:sub>
                      </m:sSub>
                    </m:oMath>
                  </m:oMathPara>
                </a14:m>
                <a:endParaRPr lang="zh-CN" altLang="en-US" dirty="0">
                  <a:solidFill>
                    <a:schemeClr val="tx1"/>
                  </a:solidFill>
                </a:endParaRPr>
              </a:p>
            </p:txBody>
          </p:sp>
        </mc:Choice>
        <mc:Fallback xmlns="">
          <p:sp>
            <p:nvSpPr>
              <p:cNvPr id="65" name="文本框 64">
                <a:extLst>
                  <a:ext uri="{FF2B5EF4-FFF2-40B4-BE49-F238E27FC236}">
                    <a16:creationId xmlns:a16="http://schemas.microsoft.com/office/drawing/2014/main" id="{4159726F-0F76-FE42-E545-4C6F8E66DAD5}"/>
                  </a:ext>
                </a:extLst>
              </p:cNvPr>
              <p:cNvSpPr txBox="1">
                <a:spLocks noRot="1" noChangeAspect="1" noMove="1" noResize="1" noEditPoints="1" noAdjustHandles="1" noChangeArrowheads="1" noChangeShapeType="1" noTextEdit="1"/>
              </p:cNvSpPr>
              <p:nvPr/>
            </p:nvSpPr>
            <p:spPr>
              <a:xfrm>
                <a:off x="5188475" y="4182196"/>
                <a:ext cx="698192" cy="369332"/>
              </a:xfrm>
              <a:prstGeom prst="rect">
                <a:avLst/>
              </a:prstGeom>
              <a:blipFill>
                <a:blip r:embed="rId6"/>
                <a:stretch>
                  <a:fillRect b="-1639"/>
                </a:stretch>
              </a:blipFill>
            </p:spPr>
            <p:txBody>
              <a:bodyPr/>
              <a:lstStyle/>
              <a:p>
                <a:r>
                  <a:rPr lang="zh-CN" altLang="en-US">
                    <a:noFill/>
                  </a:rPr>
                  <a:t> </a:t>
                </a:r>
              </a:p>
            </p:txBody>
          </p:sp>
        </mc:Fallback>
      </mc:AlternateContent>
      <p:grpSp>
        <p:nvGrpSpPr>
          <p:cNvPr id="69" name="组合 68">
            <a:extLst>
              <a:ext uri="{FF2B5EF4-FFF2-40B4-BE49-F238E27FC236}">
                <a16:creationId xmlns:a16="http://schemas.microsoft.com/office/drawing/2014/main" id="{B07F1AD3-BC19-7DC5-5716-2779036BA14F}"/>
              </a:ext>
            </a:extLst>
          </p:cNvPr>
          <p:cNvGrpSpPr/>
          <p:nvPr/>
        </p:nvGrpSpPr>
        <p:grpSpPr>
          <a:xfrm>
            <a:off x="6383613" y="4010961"/>
            <a:ext cx="3031762" cy="1996752"/>
            <a:chOff x="9763495" y="1703326"/>
            <a:chExt cx="1822488" cy="1026972"/>
          </a:xfrm>
        </p:grpSpPr>
        <p:grpSp>
          <p:nvGrpSpPr>
            <p:cNvPr id="71" name="组合 70">
              <a:extLst>
                <a:ext uri="{FF2B5EF4-FFF2-40B4-BE49-F238E27FC236}">
                  <a16:creationId xmlns:a16="http://schemas.microsoft.com/office/drawing/2014/main" id="{55289ACD-913E-905C-1574-A900C8CA76FD}"/>
                </a:ext>
              </a:extLst>
            </p:cNvPr>
            <p:cNvGrpSpPr/>
            <p:nvPr/>
          </p:nvGrpSpPr>
          <p:grpSpPr>
            <a:xfrm>
              <a:off x="10876955" y="1703812"/>
              <a:ext cx="145539" cy="1026000"/>
              <a:chOff x="8792817" y="1721414"/>
              <a:chExt cx="145539" cy="1026000"/>
            </a:xfrm>
            <a:solidFill>
              <a:schemeClr val="bg1">
                <a:lumMod val="50000"/>
              </a:schemeClr>
            </a:solidFill>
          </p:grpSpPr>
          <p:sp>
            <p:nvSpPr>
              <p:cNvPr id="136" name="椭圆 135">
                <a:extLst>
                  <a:ext uri="{FF2B5EF4-FFF2-40B4-BE49-F238E27FC236}">
                    <a16:creationId xmlns:a16="http://schemas.microsoft.com/office/drawing/2014/main" id="{3F67B5C8-E784-A6A4-5100-B9AFB1A37146}"/>
                  </a:ext>
                </a:extLst>
              </p:cNvPr>
              <p:cNvSpPr/>
              <p:nvPr/>
            </p:nvSpPr>
            <p:spPr>
              <a:xfrm>
                <a:off x="8794356" y="1721414"/>
                <a:ext cx="144000" cy="144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dirty="0"/>
              </a:p>
            </p:txBody>
          </p:sp>
          <p:sp>
            <p:nvSpPr>
              <p:cNvPr id="137" name="椭圆 136">
                <a:extLst>
                  <a:ext uri="{FF2B5EF4-FFF2-40B4-BE49-F238E27FC236}">
                    <a16:creationId xmlns:a16="http://schemas.microsoft.com/office/drawing/2014/main" id="{303150B3-61CA-9BA9-5DBF-D8D150F98924}"/>
                  </a:ext>
                </a:extLst>
              </p:cNvPr>
              <p:cNvSpPr/>
              <p:nvPr/>
            </p:nvSpPr>
            <p:spPr>
              <a:xfrm>
                <a:off x="8792817" y="2167065"/>
                <a:ext cx="144000" cy="144000"/>
              </a:xfrm>
              <a:prstGeom prst="ellipse">
                <a:avLst/>
              </a:prstGeom>
              <a:solidFill>
                <a:schemeClr val="accent1">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138" name="椭圆 137">
                <a:extLst>
                  <a:ext uri="{FF2B5EF4-FFF2-40B4-BE49-F238E27FC236}">
                    <a16:creationId xmlns:a16="http://schemas.microsoft.com/office/drawing/2014/main" id="{8EBBF895-31B4-0958-ED0F-7E0FD336F07F}"/>
                  </a:ext>
                </a:extLst>
              </p:cNvPr>
              <p:cNvSpPr/>
              <p:nvPr/>
            </p:nvSpPr>
            <p:spPr>
              <a:xfrm>
                <a:off x="8792817" y="2603414"/>
                <a:ext cx="144000" cy="144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dirty="0"/>
              </a:p>
            </p:txBody>
          </p:sp>
        </p:grpSp>
        <p:grpSp>
          <p:nvGrpSpPr>
            <p:cNvPr id="72" name="组合 71">
              <a:extLst>
                <a:ext uri="{FF2B5EF4-FFF2-40B4-BE49-F238E27FC236}">
                  <a16:creationId xmlns:a16="http://schemas.microsoft.com/office/drawing/2014/main" id="{54567F6C-84C9-3387-EB24-E20B7591E9C8}"/>
                </a:ext>
              </a:extLst>
            </p:cNvPr>
            <p:cNvGrpSpPr/>
            <p:nvPr/>
          </p:nvGrpSpPr>
          <p:grpSpPr>
            <a:xfrm>
              <a:off x="9763495" y="1924027"/>
              <a:ext cx="144000" cy="585570"/>
              <a:chOff x="7743758" y="1982787"/>
              <a:chExt cx="144000" cy="585570"/>
            </a:xfrm>
            <a:solidFill>
              <a:schemeClr val="bg1">
                <a:lumMod val="50000"/>
              </a:schemeClr>
            </a:solidFill>
          </p:grpSpPr>
          <p:sp>
            <p:nvSpPr>
              <p:cNvPr id="107" name="椭圆 106">
                <a:extLst>
                  <a:ext uri="{FF2B5EF4-FFF2-40B4-BE49-F238E27FC236}">
                    <a16:creationId xmlns:a16="http://schemas.microsoft.com/office/drawing/2014/main" id="{34010EB2-C91F-5D2A-37C2-8A7FB09F9646}"/>
                  </a:ext>
                </a:extLst>
              </p:cNvPr>
              <p:cNvSpPr/>
              <p:nvPr/>
            </p:nvSpPr>
            <p:spPr>
              <a:xfrm>
                <a:off x="7743758" y="1982787"/>
                <a:ext cx="144000" cy="144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135" name="椭圆 134">
                <a:extLst>
                  <a:ext uri="{FF2B5EF4-FFF2-40B4-BE49-F238E27FC236}">
                    <a16:creationId xmlns:a16="http://schemas.microsoft.com/office/drawing/2014/main" id="{25A311E9-B9CB-9C57-054E-6656BE0DFF99}"/>
                  </a:ext>
                </a:extLst>
              </p:cNvPr>
              <p:cNvSpPr/>
              <p:nvPr/>
            </p:nvSpPr>
            <p:spPr>
              <a:xfrm>
                <a:off x="7743758" y="2424357"/>
                <a:ext cx="144000" cy="144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grpSp>
        <p:grpSp>
          <p:nvGrpSpPr>
            <p:cNvPr id="73" name="组合 72">
              <a:extLst>
                <a:ext uri="{FF2B5EF4-FFF2-40B4-BE49-F238E27FC236}">
                  <a16:creationId xmlns:a16="http://schemas.microsoft.com/office/drawing/2014/main" id="{233C569C-5E38-CEDA-B714-FCCB09C54779}"/>
                </a:ext>
              </a:extLst>
            </p:cNvPr>
            <p:cNvGrpSpPr/>
            <p:nvPr/>
          </p:nvGrpSpPr>
          <p:grpSpPr>
            <a:xfrm>
              <a:off x="11435224" y="1924027"/>
              <a:ext cx="150759" cy="585570"/>
              <a:chOff x="9713661" y="1982787"/>
              <a:chExt cx="150759" cy="585570"/>
            </a:xfrm>
            <a:solidFill>
              <a:schemeClr val="bg1">
                <a:lumMod val="50000"/>
              </a:schemeClr>
            </a:solidFill>
          </p:grpSpPr>
          <p:sp>
            <p:nvSpPr>
              <p:cNvPr id="100" name="椭圆 99">
                <a:extLst>
                  <a:ext uri="{FF2B5EF4-FFF2-40B4-BE49-F238E27FC236}">
                    <a16:creationId xmlns:a16="http://schemas.microsoft.com/office/drawing/2014/main" id="{5B6B83D3-FB2E-7AD8-3108-1EBE4D56B215}"/>
                  </a:ext>
                </a:extLst>
              </p:cNvPr>
              <p:cNvSpPr/>
              <p:nvPr/>
            </p:nvSpPr>
            <p:spPr>
              <a:xfrm>
                <a:off x="9713661" y="2424357"/>
                <a:ext cx="144000" cy="144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105" name="椭圆 104">
                <a:extLst>
                  <a:ext uri="{FF2B5EF4-FFF2-40B4-BE49-F238E27FC236}">
                    <a16:creationId xmlns:a16="http://schemas.microsoft.com/office/drawing/2014/main" id="{C4926D7A-A027-2D5A-85D9-20FE5A90D0F6}"/>
                  </a:ext>
                </a:extLst>
              </p:cNvPr>
              <p:cNvSpPr/>
              <p:nvPr/>
            </p:nvSpPr>
            <p:spPr>
              <a:xfrm>
                <a:off x="9720420" y="1982787"/>
                <a:ext cx="144000" cy="144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grpSp>
        <p:sp>
          <p:nvSpPr>
            <p:cNvPr id="75" name="椭圆 74">
              <a:extLst>
                <a:ext uri="{FF2B5EF4-FFF2-40B4-BE49-F238E27FC236}">
                  <a16:creationId xmlns:a16="http://schemas.microsoft.com/office/drawing/2014/main" id="{E9385402-C714-6F66-3E6A-6D15B86FCF78}"/>
                </a:ext>
              </a:extLst>
            </p:cNvPr>
            <p:cNvSpPr/>
            <p:nvPr/>
          </p:nvSpPr>
          <p:spPr>
            <a:xfrm>
              <a:off x="10320225" y="1703326"/>
              <a:ext cx="144000" cy="144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78" name="椭圆 77">
              <a:extLst>
                <a:ext uri="{FF2B5EF4-FFF2-40B4-BE49-F238E27FC236}">
                  <a16:creationId xmlns:a16="http://schemas.microsoft.com/office/drawing/2014/main" id="{893F4B0E-B582-713C-ED1F-C243572EBB03}"/>
                </a:ext>
              </a:extLst>
            </p:cNvPr>
            <p:cNvSpPr/>
            <p:nvPr/>
          </p:nvSpPr>
          <p:spPr>
            <a:xfrm>
              <a:off x="10320225" y="2586298"/>
              <a:ext cx="144000" cy="144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79" name="椭圆 78">
              <a:extLst>
                <a:ext uri="{FF2B5EF4-FFF2-40B4-BE49-F238E27FC236}">
                  <a16:creationId xmlns:a16="http://schemas.microsoft.com/office/drawing/2014/main" id="{7D1F6116-AA44-729E-9ED9-BE3ADE8ED809}"/>
                </a:ext>
              </a:extLst>
            </p:cNvPr>
            <p:cNvSpPr/>
            <p:nvPr/>
          </p:nvSpPr>
          <p:spPr>
            <a:xfrm>
              <a:off x="10320225" y="2144812"/>
              <a:ext cx="144000" cy="144000"/>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cxnSp>
          <p:nvCxnSpPr>
            <p:cNvPr id="83" name="直接箭头连接符 82">
              <a:extLst>
                <a:ext uri="{FF2B5EF4-FFF2-40B4-BE49-F238E27FC236}">
                  <a16:creationId xmlns:a16="http://schemas.microsoft.com/office/drawing/2014/main" id="{C29CC540-2D85-6C04-1B7F-11E1226597FF}"/>
                </a:ext>
              </a:extLst>
            </p:cNvPr>
            <p:cNvCxnSpPr>
              <a:cxnSpLocks/>
              <a:stCxn id="107" idx="6"/>
              <a:endCxn id="75" idx="2"/>
            </p:cNvCxnSpPr>
            <p:nvPr/>
          </p:nvCxnSpPr>
          <p:spPr>
            <a:xfrm flipV="1">
              <a:off x="9907495" y="1775326"/>
              <a:ext cx="412730" cy="220701"/>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84" name="直接箭头连接符 83">
              <a:extLst>
                <a:ext uri="{FF2B5EF4-FFF2-40B4-BE49-F238E27FC236}">
                  <a16:creationId xmlns:a16="http://schemas.microsoft.com/office/drawing/2014/main" id="{B69EB873-2936-8AB1-9FEE-6E1FA85A8572}"/>
                </a:ext>
              </a:extLst>
            </p:cNvPr>
            <p:cNvCxnSpPr>
              <a:cxnSpLocks/>
              <a:stCxn id="107" idx="6"/>
              <a:endCxn id="79" idx="2"/>
            </p:cNvCxnSpPr>
            <p:nvPr/>
          </p:nvCxnSpPr>
          <p:spPr>
            <a:xfrm>
              <a:off x="9907495" y="1996027"/>
              <a:ext cx="412730" cy="22078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85" name="直接箭头连接符 84">
              <a:extLst>
                <a:ext uri="{FF2B5EF4-FFF2-40B4-BE49-F238E27FC236}">
                  <a16:creationId xmlns:a16="http://schemas.microsoft.com/office/drawing/2014/main" id="{342EB91B-4D62-ABFA-1631-31A945E2CD10}"/>
                </a:ext>
              </a:extLst>
            </p:cNvPr>
            <p:cNvCxnSpPr>
              <a:cxnSpLocks/>
              <a:stCxn id="107" idx="6"/>
              <a:endCxn id="78" idx="2"/>
            </p:cNvCxnSpPr>
            <p:nvPr/>
          </p:nvCxnSpPr>
          <p:spPr>
            <a:xfrm>
              <a:off x="9907495" y="1996027"/>
              <a:ext cx="412730" cy="662271"/>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86" name="直接箭头连接符 85">
              <a:extLst>
                <a:ext uri="{FF2B5EF4-FFF2-40B4-BE49-F238E27FC236}">
                  <a16:creationId xmlns:a16="http://schemas.microsoft.com/office/drawing/2014/main" id="{5570C95E-B0A2-E6AA-DE50-674EF47F88AB}"/>
                </a:ext>
              </a:extLst>
            </p:cNvPr>
            <p:cNvCxnSpPr>
              <a:cxnSpLocks/>
              <a:stCxn id="135" idx="6"/>
              <a:endCxn id="75" idx="2"/>
            </p:cNvCxnSpPr>
            <p:nvPr/>
          </p:nvCxnSpPr>
          <p:spPr>
            <a:xfrm flipV="1">
              <a:off x="9907495" y="1775326"/>
              <a:ext cx="412730" cy="662271"/>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87" name="直接箭头连接符 86">
              <a:extLst>
                <a:ext uri="{FF2B5EF4-FFF2-40B4-BE49-F238E27FC236}">
                  <a16:creationId xmlns:a16="http://schemas.microsoft.com/office/drawing/2014/main" id="{240FC049-28C0-18F2-82BB-B547382E5122}"/>
                </a:ext>
              </a:extLst>
            </p:cNvPr>
            <p:cNvCxnSpPr>
              <a:cxnSpLocks/>
              <a:stCxn id="135" idx="6"/>
              <a:endCxn id="79" idx="2"/>
            </p:cNvCxnSpPr>
            <p:nvPr/>
          </p:nvCxnSpPr>
          <p:spPr>
            <a:xfrm flipV="1">
              <a:off x="9907495" y="2216812"/>
              <a:ext cx="412730" cy="22078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88" name="直接箭头连接符 87">
              <a:extLst>
                <a:ext uri="{FF2B5EF4-FFF2-40B4-BE49-F238E27FC236}">
                  <a16:creationId xmlns:a16="http://schemas.microsoft.com/office/drawing/2014/main" id="{C05C1617-E1CD-67B1-EBE5-FDB2EA2E7B16}"/>
                </a:ext>
              </a:extLst>
            </p:cNvPr>
            <p:cNvCxnSpPr>
              <a:cxnSpLocks/>
              <a:stCxn id="135" idx="6"/>
              <a:endCxn id="78" idx="2"/>
            </p:cNvCxnSpPr>
            <p:nvPr/>
          </p:nvCxnSpPr>
          <p:spPr>
            <a:xfrm>
              <a:off x="9907495" y="2437597"/>
              <a:ext cx="412730" cy="220701"/>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89" name="直接箭头连接符 88">
              <a:extLst>
                <a:ext uri="{FF2B5EF4-FFF2-40B4-BE49-F238E27FC236}">
                  <a16:creationId xmlns:a16="http://schemas.microsoft.com/office/drawing/2014/main" id="{FA5DE040-0C98-FD09-6637-B97E9649A8CC}"/>
                </a:ext>
              </a:extLst>
            </p:cNvPr>
            <p:cNvCxnSpPr>
              <a:cxnSpLocks/>
              <a:stCxn id="75" idx="6"/>
              <a:endCxn id="136" idx="2"/>
            </p:cNvCxnSpPr>
            <p:nvPr/>
          </p:nvCxnSpPr>
          <p:spPr>
            <a:xfrm>
              <a:off x="10464225" y="1775326"/>
              <a:ext cx="414269" cy="48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BD231502-9B38-FE11-FB4F-5BA8D9E77224}"/>
                </a:ext>
              </a:extLst>
            </p:cNvPr>
            <p:cNvCxnSpPr>
              <a:cxnSpLocks/>
              <a:stCxn id="79" idx="6"/>
              <a:endCxn id="137" idx="2"/>
            </p:cNvCxnSpPr>
            <p:nvPr/>
          </p:nvCxnSpPr>
          <p:spPr>
            <a:xfrm>
              <a:off x="10464225" y="2216812"/>
              <a:ext cx="412730" cy="465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1" name="直接箭头连接符 90">
              <a:extLst>
                <a:ext uri="{FF2B5EF4-FFF2-40B4-BE49-F238E27FC236}">
                  <a16:creationId xmlns:a16="http://schemas.microsoft.com/office/drawing/2014/main" id="{2D1B8A95-8CF8-39E8-BBC3-3F75A413345B}"/>
                </a:ext>
              </a:extLst>
            </p:cNvPr>
            <p:cNvCxnSpPr>
              <a:cxnSpLocks/>
              <a:stCxn id="78" idx="6"/>
              <a:endCxn id="138" idx="2"/>
            </p:cNvCxnSpPr>
            <p:nvPr/>
          </p:nvCxnSpPr>
          <p:spPr>
            <a:xfrm flipV="1">
              <a:off x="10464225" y="2657812"/>
              <a:ext cx="412730" cy="48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92" name="直接箭头连接符 91">
              <a:extLst>
                <a:ext uri="{FF2B5EF4-FFF2-40B4-BE49-F238E27FC236}">
                  <a16:creationId xmlns:a16="http://schemas.microsoft.com/office/drawing/2014/main" id="{7AF3DAEB-D04D-C1F5-4E32-4FE232372CC0}"/>
                </a:ext>
              </a:extLst>
            </p:cNvPr>
            <p:cNvCxnSpPr>
              <a:cxnSpLocks/>
              <a:stCxn id="136" idx="6"/>
              <a:endCxn id="105" idx="2"/>
            </p:cNvCxnSpPr>
            <p:nvPr/>
          </p:nvCxnSpPr>
          <p:spPr>
            <a:xfrm>
              <a:off x="11022494" y="1775812"/>
              <a:ext cx="419489" cy="22021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93" name="直接箭头连接符 92">
              <a:extLst>
                <a:ext uri="{FF2B5EF4-FFF2-40B4-BE49-F238E27FC236}">
                  <a16:creationId xmlns:a16="http://schemas.microsoft.com/office/drawing/2014/main" id="{EF87584D-6D4E-BB18-D66C-94CABA73D77F}"/>
                </a:ext>
              </a:extLst>
            </p:cNvPr>
            <p:cNvCxnSpPr>
              <a:cxnSpLocks/>
              <a:stCxn id="136" idx="6"/>
              <a:endCxn id="100" idx="2"/>
            </p:cNvCxnSpPr>
            <p:nvPr/>
          </p:nvCxnSpPr>
          <p:spPr>
            <a:xfrm>
              <a:off x="11022494" y="1775812"/>
              <a:ext cx="412730" cy="66178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94" name="直接箭头连接符 93">
              <a:extLst>
                <a:ext uri="{FF2B5EF4-FFF2-40B4-BE49-F238E27FC236}">
                  <a16:creationId xmlns:a16="http://schemas.microsoft.com/office/drawing/2014/main" id="{956C4F58-336D-BC85-02A4-F0B971F41AC5}"/>
                </a:ext>
              </a:extLst>
            </p:cNvPr>
            <p:cNvCxnSpPr>
              <a:cxnSpLocks/>
              <a:stCxn id="137" idx="6"/>
              <a:endCxn id="105" idx="2"/>
            </p:cNvCxnSpPr>
            <p:nvPr/>
          </p:nvCxnSpPr>
          <p:spPr>
            <a:xfrm flipV="1">
              <a:off x="11020955" y="1996027"/>
              <a:ext cx="421028" cy="22543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95" name="直接箭头连接符 94">
              <a:extLst>
                <a:ext uri="{FF2B5EF4-FFF2-40B4-BE49-F238E27FC236}">
                  <a16:creationId xmlns:a16="http://schemas.microsoft.com/office/drawing/2014/main" id="{28CBDB30-7AA6-6128-9DFE-D361D5B53067}"/>
                </a:ext>
              </a:extLst>
            </p:cNvPr>
            <p:cNvCxnSpPr>
              <a:cxnSpLocks/>
              <a:stCxn id="137" idx="6"/>
              <a:endCxn id="100" idx="2"/>
            </p:cNvCxnSpPr>
            <p:nvPr/>
          </p:nvCxnSpPr>
          <p:spPr>
            <a:xfrm>
              <a:off x="11020955" y="2221463"/>
              <a:ext cx="414269" cy="216134"/>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96" name="直接箭头连接符 95">
              <a:extLst>
                <a:ext uri="{FF2B5EF4-FFF2-40B4-BE49-F238E27FC236}">
                  <a16:creationId xmlns:a16="http://schemas.microsoft.com/office/drawing/2014/main" id="{B498E5B8-9301-438A-E273-14D573C84729}"/>
                </a:ext>
              </a:extLst>
            </p:cNvPr>
            <p:cNvCxnSpPr>
              <a:cxnSpLocks/>
              <a:stCxn id="138" idx="6"/>
              <a:endCxn id="105" idx="2"/>
            </p:cNvCxnSpPr>
            <p:nvPr/>
          </p:nvCxnSpPr>
          <p:spPr>
            <a:xfrm flipV="1">
              <a:off x="11020955" y="1996027"/>
              <a:ext cx="421028" cy="66178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97" name="直接箭头连接符 96">
              <a:extLst>
                <a:ext uri="{FF2B5EF4-FFF2-40B4-BE49-F238E27FC236}">
                  <a16:creationId xmlns:a16="http://schemas.microsoft.com/office/drawing/2014/main" id="{DB584AFE-495B-7C42-F424-5348144F6B6A}"/>
                </a:ext>
              </a:extLst>
            </p:cNvPr>
            <p:cNvCxnSpPr>
              <a:cxnSpLocks/>
              <a:stCxn id="138" idx="6"/>
              <a:endCxn id="100" idx="2"/>
            </p:cNvCxnSpPr>
            <p:nvPr/>
          </p:nvCxnSpPr>
          <p:spPr>
            <a:xfrm flipV="1">
              <a:off x="11020955" y="2437597"/>
              <a:ext cx="414269" cy="22021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grpSp>
      <p:sp>
        <p:nvSpPr>
          <p:cNvPr id="139" name="矩形 138">
            <a:extLst>
              <a:ext uri="{FF2B5EF4-FFF2-40B4-BE49-F238E27FC236}">
                <a16:creationId xmlns:a16="http://schemas.microsoft.com/office/drawing/2014/main" id="{3D7B13CE-98AE-CB30-1CAB-7FED9E079542}"/>
              </a:ext>
            </a:extLst>
          </p:cNvPr>
          <p:cNvSpPr/>
          <p:nvPr/>
        </p:nvSpPr>
        <p:spPr>
          <a:xfrm>
            <a:off x="3330715" y="3831751"/>
            <a:ext cx="381594" cy="2281253"/>
          </a:xfrm>
          <a:prstGeom prst="rect">
            <a:avLst/>
          </a:prstGeom>
          <a:noFill/>
          <a:ln w="28575">
            <a:prstDash val="dash"/>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sp>
        <p:nvSpPr>
          <p:cNvPr id="140" name="矩形 139">
            <a:extLst>
              <a:ext uri="{FF2B5EF4-FFF2-40B4-BE49-F238E27FC236}">
                <a16:creationId xmlns:a16="http://schemas.microsoft.com/office/drawing/2014/main" id="{8F1C6D06-A712-9511-CF1B-FB69DF51A87C}"/>
              </a:ext>
            </a:extLst>
          </p:cNvPr>
          <p:cNvSpPr/>
          <p:nvPr/>
        </p:nvSpPr>
        <p:spPr>
          <a:xfrm>
            <a:off x="8169440" y="3831751"/>
            <a:ext cx="381595" cy="2280310"/>
          </a:xfrm>
          <a:prstGeom prst="rect">
            <a:avLst/>
          </a:prstGeom>
          <a:noFill/>
          <a:ln w="28575">
            <a:prstDash val="dash"/>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cxnSp>
        <p:nvCxnSpPr>
          <p:cNvPr id="144" name="直接箭头连接符 143">
            <a:extLst>
              <a:ext uri="{FF2B5EF4-FFF2-40B4-BE49-F238E27FC236}">
                <a16:creationId xmlns:a16="http://schemas.microsoft.com/office/drawing/2014/main" id="{8834630A-DDDF-EC8F-03AD-DE902AEDD004}"/>
              </a:ext>
            </a:extLst>
          </p:cNvPr>
          <p:cNvCxnSpPr>
            <a:cxnSpLocks/>
            <a:stCxn id="139" idx="2"/>
            <a:endCxn id="142" idx="0"/>
          </p:cNvCxnSpPr>
          <p:nvPr/>
        </p:nvCxnSpPr>
        <p:spPr>
          <a:xfrm>
            <a:off x="3521512" y="6113004"/>
            <a:ext cx="736256" cy="1990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619E8E33-C9EF-B826-06D5-0B28474CFFBC}"/>
              </a:ext>
            </a:extLst>
          </p:cNvPr>
          <p:cNvSpPr txBox="1"/>
          <p:nvPr/>
        </p:nvSpPr>
        <p:spPr>
          <a:xfrm>
            <a:off x="10907486" y="6449406"/>
            <a:ext cx="953142" cy="338554"/>
          </a:xfrm>
          <a:prstGeom prst="rect">
            <a:avLst/>
          </a:prstGeom>
          <a:noFill/>
        </p:spPr>
        <p:txBody>
          <a:bodyPr wrap="square">
            <a:spAutoFit/>
          </a:bodyPr>
          <a:lstStyle/>
          <a:p>
            <a:r>
              <a:rPr lang="en-US" altLang="zh-CN" sz="1600" b="1" dirty="0">
                <a:solidFill>
                  <a:schemeClr val="bg1">
                    <a:lumMod val="50000"/>
                  </a:schemeClr>
                </a:solidFill>
                <a:latin typeface="+mn-ea"/>
              </a:rPr>
              <a:t>16/21</a:t>
            </a:r>
            <a:endParaRPr lang="zh-CN" altLang="en-US" sz="1600" b="1" dirty="0">
              <a:solidFill>
                <a:schemeClr val="bg1">
                  <a:lumMod val="50000"/>
                </a:schemeClr>
              </a:solidFill>
            </a:endParaRPr>
          </a:p>
        </p:txBody>
      </p:sp>
      <p:pic>
        <p:nvPicPr>
          <p:cNvPr id="5" name="图片 4">
            <a:extLst>
              <a:ext uri="{FF2B5EF4-FFF2-40B4-BE49-F238E27FC236}">
                <a16:creationId xmlns:a16="http://schemas.microsoft.com/office/drawing/2014/main" id="{C447A4DC-C1FA-4AB6-B671-0C9E9DCF8025}"/>
              </a:ext>
            </a:extLst>
          </p:cNvPr>
          <p:cNvPicPr>
            <a:picLocks noChangeAspect="1"/>
          </p:cNvPicPr>
          <p:nvPr/>
        </p:nvPicPr>
        <p:blipFill>
          <a:blip r:embed="rId7"/>
          <a:stretch>
            <a:fillRect/>
          </a:stretch>
        </p:blipFill>
        <p:spPr>
          <a:xfrm>
            <a:off x="5188475" y="4819980"/>
            <a:ext cx="562087" cy="562087"/>
          </a:xfrm>
          <a:prstGeom prst="rect">
            <a:avLst/>
          </a:prstGeom>
        </p:spPr>
      </p:pic>
    </p:spTree>
    <p:extLst>
      <p:ext uri="{BB962C8B-B14F-4D97-AF65-F5344CB8AC3E}">
        <p14:creationId xmlns:p14="http://schemas.microsoft.com/office/powerpoint/2010/main" val="35436400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2"/>
                                        </p:tgtEl>
                                        <p:attrNameLst>
                                          <p:attrName>style.visibility</p:attrName>
                                        </p:attrNameLst>
                                      </p:cBhvr>
                                      <p:to>
                                        <p:strVal val="visible"/>
                                      </p:to>
                                    </p:set>
                                    <p:animEffect transition="in" filter="fade">
                                      <p:cBhvr>
                                        <p:cTn id="17" dur="500"/>
                                        <p:tgtEl>
                                          <p:spTgt spid="142"/>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39"/>
                                        </p:tgtEl>
                                        <p:attrNameLst>
                                          <p:attrName>style.visibility</p:attrName>
                                        </p:attrNameLst>
                                      </p:cBhvr>
                                      <p:to>
                                        <p:strVal val="visible"/>
                                      </p:to>
                                    </p:set>
                                    <p:animEffect transition="in" filter="fade">
                                      <p:cBhvr>
                                        <p:cTn id="23" dur="500"/>
                                        <p:tgtEl>
                                          <p:spTgt spid="139"/>
                                        </p:tgtEl>
                                      </p:cBhvr>
                                    </p:animEffect>
                                  </p:childTnLst>
                                </p:cTn>
                              </p:par>
                              <p:par>
                                <p:cTn id="24" presetID="10" presetClass="entr" presetSubtype="0" fill="hold" nodeType="withEffect">
                                  <p:stCondLst>
                                    <p:cond delay="0"/>
                                  </p:stCondLst>
                                  <p:childTnLst>
                                    <p:set>
                                      <p:cBhvr>
                                        <p:cTn id="25" dur="1" fill="hold">
                                          <p:stCondLst>
                                            <p:cond delay="0"/>
                                          </p:stCondLst>
                                        </p:cTn>
                                        <p:tgtEl>
                                          <p:spTgt spid="144"/>
                                        </p:tgtEl>
                                        <p:attrNameLst>
                                          <p:attrName>style.visibility</p:attrName>
                                        </p:attrNameLst>
                                      </p:cBhvr>
                                      <p:to>
                                        <p:strVal val="visible"/>
                                      </p:to>
                                    </p:set>
                                    <p:animEffect transition="in" filter="fade">
                                      <p:cBhvr>
                                        <p:cTn id="26" dur="500"/>
                                        <p:tgtEl>
                                          <p:spTgt spid="14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64"/>
                                        </p:tgtEl>
                                        <p:attrNameLst>
                                          <p:attrName>style.visibility</p:attrName>
                                        </p:attrNameLst>
                                      </p:cBhvr>
                                      <p:to>
                                        <p:strVal val="visible"/>
                                      </p:to>
                                    </p:set>
                                    <p:animEffect transition="in" filter="fade">
                                      <p:cBhvr>
                                        <p:cTn id="31" dur="500"/>
                                        <p:tgtEl>
                                          <p:spTgt spid="6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65"/>
                                        </p:tgtEl>
                                        <p:attrNameLst>
                                          <p:attrName>style.visibility</p:attrName>
                                        </p:attrNameLst>
                                      </p:cBhvr>
                                      <p:to>
                                        <p:strVal val="visible"/>
                                      </p:to>
                                    </p:set>
                                    <p:animEffect transition="in" filter="fade">
                                      <p:cBhvr>
                                        <p:cTn id="34" dur="500"/>
                                        <p:tgtEl>
                                          <p:spTgt spid="65"/>
                                        </p:tgtEl>
                                      </p:cBhvr>
                                    </p:animEffect>
                                  </p:childTnLst>
                                </p:cTn>
                              </p:par>
                              <p:par>
                                <p:cTn id="35" presetID="10" presetClass="entr" presetSubtype="0" fill="hold" nodeType="withEffect">
                                  <p:stCondLst>
                                    <p:cond delay="0"/>
                                  </p:stCondLst>
                                  <p:childTnLst>
                                    <p:set>
                                      <p:cBhvr>
                                        <p:cTn id="36" dur="1" fill="hold">
                                          <p:stCondLst>
                                            <p:cond delay="0"/>
                                          </p:stCondLst>
                                        </p:cTn>
                                        <p:tgtEl>
                                          <p:spTgt spid="69"/>
                                        </p:tgtEl>
                                        <p:attrNameLst>
                                          <p:attrName>style.visibility</p:attrName>
                                        </p:attrNameLst>
                                      </p:cBhvr>
                                      <p:to>
                                        <p:strVal val="visible"/>
                                      </p:to>
                                    </p:set>
                                    <p:animEffect transition="in" filter="fade">
                                      <p:cBhvr>
                                        <p:cTn id="37" dur="500"/>
                                        <p:tgtEl>
                                          <p:spTgt spid="6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40"/>
                                        </p:tgtEl>
                                        <p:attrNameLst>
                                          <p:attrName>style.visibility</p:attrName>
                                        </p:attrNameLst>
                                      </p:cBhvr>
                                      <p:to>
                                        <p:strVal val="visible"/>
                                      </p:to>
                                    </p:set>
                                    <p:animEffect transition="in" filter="fade">
                                      <p:cBhvr>
                                        <p:cTn id="40" dur="500"/>
                                        <p:tgtEl>
                                          <p:spTgt spid="140"/>
                                        </p:tgtEl>
                                      </p:cBhvr>
                                    </p:animEffect>
                                  </p:childTnLst>
                                </p:cTn>
                              </p:par>
                              <p:par>
                                <p:cTn id="41" presetID="10" presetClass="entr" presetSubtype="0" fill="hold" nodeType="with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fade">
                                      <p:cBhvr>
                                        <p:cTn id="4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42" grpId="0"/>
      <p:bldP spid="64" grpId="0" animBg="1"/>
      <p:bldP spid="65" grpId="0"/>
      <p:bldP spid="139" grpId="0" animBg="1"/>
      <p:bldP spid="14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a:spcBef>
                <a:spcPct val="20000"/>
              </a:spcBef>
            </a:pPr>
            <a:r>
              <a:rPr kumimoji="0" lang="en-US" altLang="zh-CN"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4.</a:t>
            </a:r>
            <a:r>
              <a:rPr lang="zh-CN" altLang="en-US" sz="2800" dirty="0">
                <a:solidFill>
                  <a:srgbClr val="000000">
                    <a:lumMod val="75000"/>
                    <a:lumOff val="25000"/>
                  </a:srgbClr>
                </a:solidFill>
                <a:latin typeface="微软雅黑" panose="020B0503020204020204" pitchFamily="34" charset="-122"/>
                <a:ea typeface="微软雅黑" panose="020B0503020204020204" pitchFamily="34" charset="-122"/>
              </a:rPr>
              <a:t>扩展到</a:t>
            </a:r>
            <a:r>
              <a:rPr lang="en-US" altLang="zh-CN" sz="2800" dirty="0">
                <a:solidFill>
                  <a:srgbClr val="000000">
                    <a:lumMod val="75000"/>
                    <a:lumOff val="25000"/>
                  </a:srgbClr>
                </a:solidFill>
                <a:latin typeface="微软雅黑" panose="020B0503020204020204" pitchFamily="34" charset="-122"/>
                <a:ea typeface="微软雅黑" panose="020B0503020204020204" pitchFamily="34" charset="-122"/>
              </a:rPr>
              <a:t>Transformer</a:t>
            </a:r>
            <a:endParaRPr kumimoji="0" lang="zh-CN" altLang="en-US" sz="280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a:p>
            <a:pPr lvl="0">
              <a:spcBef>
                <a:spcPct val="20000"/>
              </a:spcBef>
            </a:pP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2" name="文本框 1">
            <a:extLst>
              <a:ext uri="{FF2B5EF4-FFF2-40B4-BE49-F238E27FC236}">
                <a16:creationId xmlns:a16="http://schemas.microsoft.com/office/drawing/2014/main" id="{D6DE467A-FB0A-2A2D-5675-4CCA09D02CE4}"/>
              </a:ext>
            </a:extLst>
          </p:cNvPr>
          <p:cNvSpPr txBox="1"/>
          <p:nvPr/>
        </p:nvSpPr>
        <p:spPr>
          <a:xfrm>
            <a:off x="193654" y="744048"/>
            <a:ext cx="6109334" cy="461665"/>
          </a:xfrm>
          <a:prstGeom prst="rect">
            <a:avLst/>
          </a:prstGeom>
          <a:noFill/>
        </p:spPr>
        <p:txBody>
          <a:bodyPr wrap="square">
            <a:spAutoFit/>
          </a:bodyPr>
          <a:lstStyle/>
          <a:p>
            <a:r>
              <a:rPr lang="zh-CN" altLang="en-US" sz="2400" b="1" dirty="0">
                <a:solidFill>
                  <a:srgbClr val="268F9C"/>
                </a:solidFill>
                <a:latin typeface="+mn-ea"/>
              </a:rPr>
              <a:t>总结</a:t>
            </a:r>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8339613F-DD9A-95FF-FBAB-42C3843A226D}"/>
                  </a:ext>
                </a:extLst>
              </p:cNvPr>
              <p:cNvSpPr txBox="1"/>
              <p:nvPr/>
            </p:nvSpPr>
            <p:spPr>
              <a:xfrm>
                <a:off x="482346" y="1205713"/>
                <a:ext cx="8493703" cy="1803764"/>
              </a:xfrm>
              <a:prstGeom prst="rect">
                <a:avLst/>
              </a:prstGeom>
              <a:noFill/>
            </p:spPr>
            <p:txBody>
              <a:bodyPr wrap="square">
                <a:spAutoFit/>
              </a:bodyPr>
              <a:lstStyle/>
              <a:p>
                <a:pPr marL="285750" indent="-285750">
                  <a:spcAft>
                    <a:spcPts val="1800"/>
                  </a:spcAft>
                  <a:buFont typeface="Wingdings" panose="05000000000000000000" pitchFamily="2" charset="2"/>
                  <a:buChar char="Ø"/>
                </a:pPr>
                <a:r>
                  <a:rPr lang="zh-CN" altLang="en-US" sz="1600" b="1" dirty="0">
                    <a:solidFill>
                      <a:srgbClr val="268F9C"/>
                    </a:solidFill>
                    <a:latin typeface="+mn-ea"/>
                  </a:rPr>
                  <a:t>对于残差层，其输入传输矩阵有两个，分别来自前一层和残差层，可以通过直接平均，或者计算两个传输矩阵的重要性来将两个传输矩阵进行合并</a:t>
                </a:r>
                <a:endParaRPr lang="en-US" altLang="zh-CN" sz="1600" b="1" dirty="0">
                  <a:solidFill>
                    <a:srgbClr val="268F9C"/>
                  </a:solidFill>
                  <a:latin typeface="+mn-ea"/>
                </a:endParaRPr>
              </a:p>
              <a:p>
                <a:pPr marL="285750" indent="-285750">
                  <a:spcAft>
                    <a:spcPts val="1800"/>
                  </a:spcAft>
                  <a:buFont typeface="Wingdings" panose="05000000000000000000" pitchFamily="2" charset="2"/>
                  <a:buChar char="Ø"/>
                </a:pPr>
                <a:r>
                  <a:rPr lang="zh-CN" altLang="en-US" sz="1600" b="1" dirty="0">
                    <a:solidFill>
                      <a:srgbClr val="268F9C"/>
                    </a:solidFill>
                    <a:latin typeface="+mn-ea"/>
                  </a:rPr>
                  <a:t>对于自注意力层，可以忽略</a:t>
                </a:r>
                <a14:m>
                  <m:oMath xmlns:m="http://schemas.openxmlformats.org/officeDocument/2006/math">
                    <m:sSub>
                      <m:sSubPr>
                        <m:ctrlPr>
                          <a:rPr lang="en-US" altLang="zh-CN" sz="1600" b="1" i="1" smtClean="0">
                            <a:solidFill>
                              <a:srgbClr val="268F9C"/>
                            </a:solidFill>
                            <a:latin typeface="Cambria Math" panose="02040503050406030204" pitchFamily="18" charset="0"/>
                          </a:rPr>
                        </m:ctrlPr>
                      </m:sSubPr>
                      <m:e>
                        <m:r>
                          <a:rPr lang="en-US" altLang="zh-CN" sz="1600" b="1" i="1" smtClean="0">
                            <a:solidFill>
                              <a:srgbClr val="268F9C"/>
                            </a:solidFill>
                            <a:latin typeface="Cambria Math" panose="02040503050406030204" pitchFamily="18" charset="0"/>
                          </a:rPr>
                          <m:t>𝑻</m:t>
                        </m:r>
                      </m:e>
                      <m:sub>
                        <m:r>
                          <a:rPr lang="en-US" altLang="zh-CN" sz="1600" b="1" i="1" smtClean="0">
                            <a:solidFill>
                              <a:srgbClr val="268F9C"/>
                            </a:solidFill>
                            <a:latin typeface="Cambria Math" panose="02040503050406030204" pitchFamily="18" charset="0"/>
                          </a:rPr>
                          <m:t>𝑲</m:t>
                        </m:r>
                      </m:sub>
                    </m:sSub>
                  </m:oMath>
                </a14:m>
                <a:r>
                  <a:rPr lang="zh-CN" altLang="en-US" sz="1600" b="1" dirty="0">
                    <a:solidFill>
                      <a:srgbClr val="268F9C"/>
                    </a:solidFill>
                    <a:latin typeface="+mn-ea"/>
                  </a:rPr>
                  <a:t>和</a:t>
                </a:r>
                <a14:m>
                  <m:oMath xmlns:m="http://schemas.openxmlformats.org/officeDocument/2006/math">
                    <m:sSub>
                      <m:sSubPr>
                        <m:ctrlPr>
                          <a:rPr lang="en-US" altLang="zh-CN" sz="1600" b="1" i="1" dirty="0" smtClean="0">
                            <a:solidFill>
                              <a:srgbClr val="268F9C"/>
                            </a:solidFill>
                            <a:latin typeface="Cambria Math" panose="02040503050406030204" pitchFamily="18" charset="0"/>
                          </a:rPr>
                        </m:ctrlPr>
                      </m:sSubPr>
                      <m:e>
                        <m:r>
                          <a:rPr lang="en-US" altLang="zh-CN" sz="1600" b="1" i="1" dirty="0" smtClean="0">
                            <a:solidFill>
                              <a:srgbClr val="268F9C"/>
                            </a:solidFill>
                            <a:latin typeface="Cambria Math" panose="02040503050406030204" pitchFamily="18" charset="0"/>
                          </a:rPr>
                          <m:t>𝑻</m:t>
                        </m:r>
                      </m:e>
                      <m:sub>
                        <m:r>
                          <a:rPr lang="en-US" altLang="zh-CN" sz="1600" b="1" i="1" dirty="0" smtClean="0">
                            <a:solidFill>
                              <a:srgbClr val="268F9C"/>
                            </a:solidFill>
                            <a:latin typeface="Cambria Math" panose="02040503050406030204" pitchFamily="18" charset="0"/>
                          </a:rPr>
                          <m:t>𝑸</m:t>
                        </m:r>
                      </m:sub>
                    </m:sSub>
                  </m:oMath>
                </a14:m>
                <a:r>
                  <a:rPr lang="zh-CN" altLang="en-US" sz="1600" b="1" dirty="0">
                    <a:solidFill>
                      <a:srgbClr val="268F9C"/>
                    </a:solidFill>
                    <a:latin typeface="+mn-ea"/>
                  </a:rPr>
                  <a:t>的影响直接传输</a:t>
                </a:r>
                <a14:m>
                  <m:oMath xmlns:m="http://schemas.openxmlformats.org/officeDocument/2006/math">
                    <m:sSub>
                      <m:sSubPr>
                        <m:ctrlPr>
                          <a:rPr lang="en-US" altLang="zh-CN" sz="1600" b="1" i="1" smtClean="0">
                            <a:solidFill>
                              <a:srgbClr val="268F9C"/>
                            </a:solidFill>
                            <a:latin typeface="Cambria Math" panose="02040503050406030204" pitchFamily="18" charset="0"/>
                          </a:rPr>
                        </m:ctrlPr>
                      </m:sSubPr>
                      <m:e>
                        <m:r>
                          <a:rPr lang="en-US" altLang="zh-CN" sz="1600" b="1" i="1" smtClean="0">
                            <a:solidFill>
                              <a:srgbClr val="268F9C"/>
                            </a:solidFill>
                            <a:latin typeface="Cambria Math" panose="02040503050406030204" pitchFamily="18" charset="0"/>
                          </a:rPr>
                          <m:t>𝑻</m:t>
                        </m:r>
                      </m:e>
                      <m:sub>
                        <m:r>
                          <a:rPr lang="en-US" altLang="zh-CN" sz="1600" b="1" i="1" smtClean="0">
                            <a:solidFill>
                              <a:srgbClr val="268F9C"/>
                            </a:solidFill>
                            <a:latin typeface="Cambria Math" panose="02040503050406030204" pitchFamily="18" charset="0"/>
                          </a:rPr>
                          <m:t>𝑽</m:t>
                        </m:r>
                      </m:sub>
                    </m:sSub>
                  </m:oMath>
                </a14:m>
                <a:r>
                  <a:rPr lang="zh-CN" altLang="en-US" sz="1600" b="1" dirty="0">
                    <a:solidFill>
                      <a:srgbClr val="268F9C"/>
                    </a:solidFill>
                    <a:latin typeface="+mn-ea"/>
                  </a:rPr>
                  <a:t>即可</a:t>
                </a:r>
                <a:endParaRPr lang="en-US" altLang="zh-CN" sz="1600" b="1" dirty="0">
                  <a:solidFill>
                    <a:srgbClr val="268F9C"/>
                  </a:solidFill>
                  <a:latin typeface="+mn-ea"/>
                </a:endParaRPr>
              </a:p>
              <a:p>
                <a:pPr marL="285750" indent="-285750">
                  <a:spcAft>
                    <a:spcPts val="1800"/>
                  </a:spcAft>
                  <a:buFont typeface="Wingdings" panose="05000000000000000000" pitchFamily="2" charset="2"/>
                  <a:buChar char="Ø"/>
                </a:pPr>
                <a:r>
                  <a:rPr lang="zh-CN" altLang="en-US" sz="1600" b="1" dirty="0">
                    <a:solidFill>
                      <a:srgbClr val="268F9C"/>
                    </a:solidFill>
                    <a:latin typeface="+mn-ea"/>
                  </a:rPr>
                  <a:t>对于归一化层，只需通过输出的传输矩阵</a:t>
                </a:r>
                <a14:m>
                  <m:oMath xmlns:m="http://schemas.openxmlformats.org/officeDocument/2006/math">
                    <m:sSub>
                      <m:sSubPr>
                        <m:ctrlPr>
                          <a:rPr lang="en-US" altLang="zh-CN" sz="1600" b="1" i="1" smtClean="0">
                            <a:solidFill>
                              <a:srgbClr val="268F9C"/>
                            </a:solidFill>
                            <a:latin typeface="Cambria Math" panose="02040503050406030204" pitchFamily="18" charset="0"/>
                          </a:rPr>
                        </m:ctrlPr>
                      </m:sSubPr>
                      <m:e>
                        <m:r>
                          <a:rPr lang="en-US" altLang="zh-CN" sz="1600" b="1" i="1" smtClean="0">
                            <a:solidFill>
                              <a:srgbClr val="268F9C"/>
                            </a:solidFill>
                            <a:latin typeface="Cambria Math" panose="02040503050406030204" pitchFamily="18" charset="0"/>
                          </a:rPr>
                          <m:t>𝑻</m:t>
                        </m:r>
                      </m:e>
                      <m:sub>
                        <m:r>
                          <a:rPr lang="en-US" altLang="zh-CN" sz="1600" b="1" i="1" smtClean="0">
                            <a:solidFill>
                              <a:srgbClr val="268F9C"/>
                            </a:solidFill>
                            <a:latin typeface="Cambria Math" panose="02040503050406030204" pitchFamily="18" charset="0"/>
                          </a:rPr>
                          <m:t>𝒊𝒏</m:t>
                        </m:r>
                      </m:sub>
                    </m:sSub>
                  </m:oMath>
                </a14:m>
                <a:r>
                  <a:rPr lang="zh-CN" altLang="en-US" sz="1600" b="1" dirty="0">
                    <a:solidFill>
                      <a:srgbClr val="268F9C"/>
                    </a:solidFill>
                    <a:latin typeface="+mn-ea"/>
                  </a:rPr>
                  <a:t>将当前层神经元对齐，然后在将</a:t>
                </a:r>
                <a14:m>
                  <m:oMath xmlns:m="http://schemas.openxmlformats.org/officeDocument/2006/math">
                    <m:sSub>
                      <m:sSubPr>
                        <m:ctrlPr>
                          <a:rPr lang="en-US" altLang="zh-CN" sz="1600" b="1" i="1" smtClean="0">
                            <a:solidFill>
                              <a:srgbClr val="268F9C"/>
                            </a:solidFill>
                            <a:latin typeface="Cambria Math" panose="02040503050406030204" pitchFamily="18" charset="0"/>
                          </a:rPr>
                        </m:ctrlPr>
                      </m:sSubPr>
                      <m:e>
                        <m:r>
                          <a:rPr lang="en-US" altLang="zh-CN" sz="1600" b="1" i="1" smtClean="0">
                            <a:solidFill>
                              <a:srgbClr val="268F9C"/>
                            </a:solidFill>
                            <a:latin typeface="Cambria Math" panose="02040503050406030204" pitchFamily="18" charset="0"/>
                          </a:rPr>
                          <m:t>𝑻</m:t>
                        </m:r>
                      </m:e>
                      <m:sub>
                        <m:r>
                          <a:rPr lang="en-US" altLang="zh-CN" sz="1600" b="1" i="1" smtClean="0">
                            <a:solidFill>
                              <a:srgbClr val="268F9C"/>
                            </a:solidFill>
                            <a:latin typeface="Cambria Math" panose="02040503050406030204" pitchFamily="18" charset="0"/>
                          </a:rPr>
                          <m:t>𝒊𝒏</m:t>
                        </m:r>
                      </m:sub>
                    </m:sSub>
                  </m:oMath>
                </a14:m>
                <a:r>
                  <a:rPr lang="zh-CN" altLang="en-US" sz="1600" b="1" dirty="0">
                    <a:solidFill>
                      <a:srgbClr val="268F9C"/>
                    </a:solidFill>
                    <a:latin typeface="+mn-ea"/>
                  </a:rPr>
                  <a:t>输出给下一层即可</a:t>
                </a:r>
                <a:endParaRPr lang="en-US" altLang="zh-CN" sz="1600" b="1" dirty="0">
                  <a:solidFill>
                    <a:srgbClr val="268F9C"/>
                  </a:solidFill>
                  <a:latin typeface="+mn-ea"/>
                </a:endParaRPr>
              </a:p>
            </p:txBody>
          </p:sp>
        </mc:Choice>
        <mc:Fallback xmlns="">
          <p:sp>
            <p:nvSpPr>
              <p:cNvPr id="16" name="文本框 15">
                <a:extLst>
                  <a:ext uri="{FF2B5EF4-FFF2-40B4-BE49-F238E27FC236}">
                    <a16:creationId xmlns:a16="http://schemas.microsoft.com/office/drawing/2014/main" id="{8339613F-DD9A-95FF-FBAB-42C3843A226D}"/>
                  </a:ext>
                </a:extLst>
              </p:cNvPr>
              <p:cNvSpPr txBox="1">
                <a:spLocks noRot="1" noChangeAspect="1" noMove="1" noResize="1" noEditPoints="1" noAdjustHandles="1" noChangeArrowheads="1" noChangeShapeType="1" noTextEdit="1"/>
              </p:cNvSpPr>
              <p:nvPr/>
            </p:nvSpPr>
            <p:spPr>
              <a:xfrm>
                <a:off x="482346" y="1205713"/>
                <a:ext cx="8493703" cy="1803764"/>
              </a:xfrm>
              <a:prstGeom prst="rect">
                <a:avLst/>
              </a:prstGeom>
              <a:blipFill>
                <a:blip r:embed="rId3"/>
                <a:stretch>
                  <a:fillRect l="-287" t="-1014" b="-3378"/>
                </a:stretch>
              </a:blipFill>
            </p:spPr>
            <p:txBody>
              <a:bodyPr/>
              <a:lstStyle/>
              <a:p>
                <a:r>
                  <a:rPr lang="zh-CN" altLang="en-US">
                    <a:noFill/>
                  </a:rPr>
                  <a:t> </a:t>
                </a:r>
              </a:p>
            </p:txBody>
          </p:sp>
        </mc:Fallback>
      </mc:AlternateContent>
      <p:pic>
        <p:nvPicPr>
          <p:cNvPr id="18" name="图片 17">
            <a:extLst>
              <a:ext uri="{FF2B5EF4-FFF2-40B4-BE49-F238E27FC236}">
                <a16:creationId xmlns:a16="http://schemas.microsoft.com/office/drawing/2014/main" id="{482FC626-420C-D490-D965-DBF6B9D267B6}"/>
              </a:ext>
            </a:extLst>
          </p:cNvPr>
          <p:cNvPicPr>
            <a:picLocks noChangeAspect="1"/>
          </p:cNvPicPr>
          <p:nvPr/>
        </p:nvPicPr>
        <p:blipFill>
          <a:blip r:embed="rId4"/>
          <a:stretch>
            <a:fillRect/>
          </a:stretch>
        </p:blipFill>
        <p:spPr>
          <a:xfrm>
            <a:off x="1158408" y="3732667"/>
            <a:ext cx="6569497" cy="2405262"/>
          </a:xfrm>
          <a:prstGeom prst="rect">
            <a:avLst/>
          </a:prstGeom>
        </p:spPr>
      </p:pic>
      <p:pic>
        <p:nvPicPr>
          <p:cNvPr id="20" name="图片 19">
            <a:extLst>
              <a:ext uri="{FF2B5EF4-FFF2-40B4-BE49-F238E27FC236}">
                <a16:creationId xmlns:a16="http://schemas.microsoft.com/office/drawing/2014/main" id="{C3A33F9B-DDBC-4D5C-4F5D-D8654C981092}"/>
              </a:ext>
            </a:extLst>
          </p:cNvPr>
          <p:cNvPicPr>
            <a:picLocks noChangeAspect="1"/>
          </p:cNvPicPr>
          <p:nvPr/>
        </p:nvPicPr>
        <p:blipFill>
          <a:blip r:embed="rId5"/>
          <a:stretch>
            <a:fillRect/>
          </a:stretch>
        </p:blipFill>
        <p:spPr>
          <a:xfrm>
            <a:off x="1327154" y="3811928"/>
            <a:ext cx="6537800" cy="2304757"/>
          </a:xfrm>
          <a:prstGeom prst="rect">
            <a:avLst/>
          </a:prstGeom>
        </p:spPr>
      </p:pic>
      <p:pic>
        <p:nvPicPr>
          <p:cNvPr id="22" name="图片 21">
            <a:extLst>
              <a:ext uri="{FF2B5EF4-FFF2-40B4-BE49-F238E27FC236}">
                <a16:creationId xmlns:a16="http://schemas.microsoft.com/office/drawing/2014/main" id="{6C4DCBFE-5831-D512-B6B7-345E386EC1E5}"/>
              </a:ext>
            </a:extLst>
          </p:cNvPr>
          <p:cNvPicPr>
            <a:picLocks noChangeAspect="1"/>
          </p:cNvPicPr>
          <p:nvPr/>
        </p:nvPicPr>
        <p:blipFill>
          <a:blip r:embed="rId6"/>
          <a:stretch>
            <a:fillRect/>
          </a:stretch>
        </p:blipFill>
        <p:spPr>
          <a:xfrm>
            <a:off x="9576553" y="1232340"/>
            <a:ext cx="2015148" cy="4393320"/>
          </a:xfrm>
          <a:prstGeom prst="rect">
            <a:avLst/>
          </a:prstGeom>
        </p:spPr>
      </p:pic>
      <p:sp>
        <p:nvSpPr>
          <p:cNvPr id="26" name="文本框 25">
            <a:extLst>
              <a:ext uri="{FF2B5EF4-FFF2-40B4-BE49-F238E27FC236}">
                <a16:creationId xmlns:a16="http://schemas.microsoft.com/office/drawing/2014/main" id="{960DD35C-6DF4-32ED-495B-FA1F192A6F1D}"/>
              </a:ext>
            </a:extLst>
          </p:cNvPr>
          <p:cNvSpPr txBox="1"/>
          <p:nvPr/>
        </p:nvSpPr>
        <p:spPr>
          <a:xfrm>
            <a:off x="9254904" y="5764544"/>
            <a:ext cx="2658446" cy="307777"/>
          </a:xfrm>
          <a:prstGeom prst="rect">
            <a:avLst/>
          </a:prstGeom>
          <a:noFill/>
        </p:spPr>
        <p:txBody>
          <a:bodyPr wrap="square">
            <a:spAutoFit/>
          </a:bodyPr>
          <a:lstStyle/>
          <a:p>
            <a:pPr algn="ctr"/>
            <a:r>
              <a:rPr lang="en-US" altLang="zh-CN" sz="1400" dirty="0" err="1"/>
              <a:t>ViT</a:t>
            </a:r>
            <a:r>
              <a:rPr lang="zh-CN" altLang="en-US" sz="1400" dirty="0"/>
              <a:t>架构</a:t>
            </a:r>
          </a:p>
        </p:txBody>
      </p:sp>
      <p:grpSp>
        <p:nvGrpSpPr>
          <p:cNvPr id="4" name="组合 3">
            <a:extLst>
              <a:ext uri="{FF2B5EF4-FFF2-40B4-BE49-F238E27FC236}">
                <a16:creationId xmlns:a16="http://schemas.microsoft.com/office/drawing/2014/main" id="{6E9CD036-6680-4F3E-A4DE-4F99CF704C07}"/>
              </a:ext>
            </a:extLst>
          </p:cNvPr>
          <p:cNvGrpSpPr/>
          <p:nvPr/>
        </p:nvGrpSpPr>
        <p:grpSpPr>
          <a:xfrm>
            <a:off x="845616" y="3737444"/>
            <a:ext cx="7875137" cy="2281253"/>
            <a:chOff x="1540238" y="3831751"/>
            <a:chExt cx="7875137" cy="2281253"/>
          </a:xfrm>
        </p:grpSpPr>
        <p:grpSp>
          <p:nvGrpSpPr>
            <p:cNvPr id="5" name="组合 4">
              <a:extLst>
                <a:ext uri="{FF2B5EF4-FFF2-40B4-BE49-F238E27FC236}">
                  <a16:creationId xmlns:a16="http://schemas.microsoft.com/office/drawing/2014/main" id="{23D3C21E-B5A6-396B-8625-2E39670D126E}"/>
                </a:ext>
              </a:extLst>
            </p:cNvPr>
            <p:cNvGrpSpPr/>
            <p:nvPr/>
          </p:nvGrpSpPr>
          <p:grpSpPr>
            <a:xfrm>
              <a:off x="1540238" y="4017968"/>
              <a:ext cx="3031762" cy="1996752"/>
              <a:chOff x="9763495" y="1703326"/>
              <a:chExt cx="1822488" cy="1026972"/>
            </a:xfrm>
          </p:grpSpPr>
          <p:grpSp>
            <p:nvGrpSpPr>
              <p:cNvPr id="48" name="组合 47">
                <a:extLst>
                  <a:ext uri="{FF2B5EF4-FFF2-40B4-BE49-F238E27FC236}">
                    <a16:creationId xmlns:a16="http://schemas.microsoft.com/office/drawing/2014/main" id="{69E5C2AD-2D55-C1C5-740C-0E89DCF7E3D7}"/>
                  </a:ext>
                </a:extLst>
              </p:cNvPr>
              <p:cNvGrpSpPr/>
              <p:nvPr/>
            </p:nvGrpSpPr>
            <p:grpSpPr>
              <a:xfrm>
                <a:off x="10876955" y="1703812"/>
                <a:ext cx="145539" cy="1026000"/>
                <a:chOff x="8792817" y="1721414"/>
                <a:chExt cx="145539" cy="1026000"/>
              </a:xfrm>
              <a:solidFill>
                <a:schemeClr val="bg1">
                  <a:lumMod val="50000"/>
                </a:schemeClr>
              </a:solidFill>
            </p:grpSpPr>
            <p:sp>
              <p:nvSpPr>
                <p:cNvPr id="73" name="椭圆 72">
                  <a:extLst>
                    <a:ext uri="{FF2B5EF4-FFF2-40B4-BE49-F238E27FC236}">
                      <a16:creationId xmlns:a16="http://schemas.microsoft.com/office/drawing/2014/main" id="{269962DC-C729-54DC-4262-7DC40277CFD7}"/>
                    </a:ext>
                  </a:extLst>
                </p:cNvPr>
                <p:cNvSpPr/>
                <p:nvPr/>
              </p:nvSpPr>
              <p:spPr>
                <a:xfrm>
                  <a:off x="8794356" y="1721414"/>
                  <a:ext cx="144000" cy="144000"/>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74" name="椭圆 73">
                  <a:extLst>
                    <a:ext uri="{FF2B5EF4-FFF2-40B4-BE49-F238E27FC236}">
                      <a16:creationId xmlns:a16="http://schemas.microsoft.com/office/drawing/2014/main" id="{2F0E45D9-AD0D-4229-644C-CE7ABC44EDEF}"/>
                    </a:ext>
                  </a:extLst>
                </p:cNvPr>
                <p:cNvSpPr/>
                <p:nvPr/>
              </p:nvSpPr>
              <p:spPr>
                <a:xfrm>
                  <a:off x="8792817" y="2167065"/>
                  <a:ext cx="144000" cy="144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75" name="椭圆 74">
                  <a:extLst>
                    <a:ext uri="{FF2B5EF4-FFF2-40B4-BE49-F238E27FC236}">
                      <a16:creationId xmlns:a16="http://schemas.microsoft.com/office/drawing/2014/main" id="{37B343B3-29D0-E017-3221-AE8ECC79945F}"/>
                    </a:ext>
                  </a:extLst>
                </p:cNvPr>
                <p:cNvSpPr/>
                <p:nvPr/>
              </p:nvSpPr>
              <p:spPr>
                <a:xfrm>
                  <a:off x="8792817" y="2603414"/>
                  <a:ext cx="144000" cy="144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grpSp>
          <p:grpSp>
            <p:nvGrpSpPr>
              <p:cNvPr id="49" name="组合 48">
                <a:extLst>
                  <a:ext uri="{FF2B5EF4-FFF2-40B4-BE49-F238E27FC236}">
                    <a16:creationId xmlns:a16="http://schemas.microsoft.com/office/drawing/2014/main" id="{0AD7EBEB-9EC6-7603-EFE1-DF9E4F0FF4FD}"/>
                  </a:ext>
                </a:extLst>
              </p:cNvPr>
              <p:cNvGrpSpPr/>
              <p:nvPr/>
            </p:nvGrpSpPr>
            <p:grpSpPr>
              <a:xfrm>
                <a:off x="9763495" y="1924027"/>
                <a:ext cx="144000" cy="585570"/>
                <a:chOff x="7743758" y="1982787"/>
                <a:chExt cx="144000" cy="585570"/>
              </a:xfrm>
              <a:solidFill>
                <a:schemeClr val="bg1">
                  <a:lumMod val="50000"/>
                </a:schemeClr>
              </a:solidFill>
            </p:grpSpPr>
            <p:sp>
              <p:nvSpPr>
                <p:cNvPr id="71" name="椭圆 70">
                  <a:extLst>
                    <a:ext uri="{FF2B5EF4-FFF2-40B4-BE49-F238E27FC236}">
                      <a16:creationId xmlns:a16="http://schemas.microsoft.com/office/drawing/2014/main" id="{690C36A6-92B7-61CF-8479-75C0F186CC25}"/>
                    </a:ext>
                  </a:extLst>
                </p:cNvPr>
                <p:cNvSpPr/>
                <p:nvPr/>
              </p:nvSpPr>
              <p:spPr>
                <a:xfrm>
                  <a:off x="7743758" y="1982787"/>
                  <a:ext cx="144000" cy="144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72" name="椭圆 71">
                  <a:extLst>
                    <a:ext uri="{FF2B5EF4-FFF2-40B4-BE49-F238E27FC236}">
                      <a16:creationId xmlns:a16="http://schemas.microsoft.com/office/drawing/2014/main" id="{6BDE3BC8-A919-9BB1-A2D7-6994778AE961}"/>
                    </a:ext>
                  </a:extLst>
                </p:cNvPr>
                <p:cNvSpPr/>
                <p:nvPr/>
              </p:nvSpPr>
              <p:spPr>
                <a:xfrm>
                  <a:off x="7743758" y="2424357"/>
                  <a:ext cx="144000" cy="144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grpSp>
          <p:grpSp>
            <p:nvGrpSpPr>
              <p:cNvPr id="50" name="组合 49">
                <a:extLst>
                  <a:ext uri="{FF2B5EF4-FFF2-40B4-BE49-F238E27FC236}">
                    <a16:creationId xmlns:a16="http://schemas.microsoft.com/office/drawing/2014/main" id="{B73A33D9-E7DF-1801-5929-92D44438DED9}"/>
                  </a:ext>
                </a:extLst>
              </p:cNvPr>
              <p:cNvGrpSpPr/>
              <p:nvPr/>
            </p:nvGrpSpPr>
            <p:grpSpPr>
              <a:xfrm>
                <a:off x="11435224" y="1924027"/>
                <a:ext cx="150759" cy="585570"/>
                <a:chOff x="9713661" y="1982787"/>
                <a:chExt cx="150759" cy="585570"/>
              </a:xfrm>
              <a:solidFill>
                <a:schemeClr val="bg1">
                  <a:lumMod val="50000"/>
                </a:schemeClr>
              </a:solidFill>
            </p:grpSpPr>
            <p:sp>
              <p:nvSpPr>
                <p:cNvPr id="69" name="椭圆 68">
                  <a:extLst>
                    <a:ext uri="{FF2B5EF4-FFF2-40B4-BE49-F238E27FC236}">
                      <a16:creationId xmlns:a16="http://schemas.microsoft.com/office/drawing/2014/main" id="{18C5F251-06C4-4E1A-8505-E7B20A757968}"/>
                    </a:ext>
                  </a:extLst>
                </p:cNvPr>
                <p:cNvSpPr/>
                <p:nvPr/>
              </p:nvSpPr>
              <p:spPr>
                <a:xfrm>
                  <a:off x="9713661" y="2424357"/>
                  <a:ext cx="144000" cy="144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70" name="椭圆 69">
                  <a:extLst>
                    <a:ext uri="{FF2B5EF4-FFF2-40B4-BE49-F238E27FC236}">
                      <a16:creationId xmlns:a16="http://schemas.microsoft.com/office/drawing/2014/main" id="{B6ABB511-AAD1-C27F-1E87-DFA71B77ABBC}"/>
                    </a:ext>
                  </a:extLst>
                </p:cNvPr>
                <p:cNvSpPr/>
                <p:nvPr/>
              </p:nvSpPr>
              <p:spPr>
                <a:xfrm>
                  <a:off x="9720420" y="1982787"/>
                  <a:ext cx="144000" cy="144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grpSp>
          <p:sp>
            <p:nvSpPr>
              <p:cNvPr id="51" name="椭圆 50">
                <a:extLst>
                  <a:ext uri="{FF2B5EF4-FFF2-40B4-BE49-F238E27FC236}">
                    <a16:creationId xmlns:a16="http://schemas.microsoft.com/office/drawing/2014/main" id="{BB327AB8-0BA7-446A-5A33-855EC19B80DB}"/>
                  </a:ext>
                </a:extLst>
              </p:cNvPr>
              <p:cNvSpPr/>
              <p:nvPr/>
            </p:nvSpPr>
            <p:spPr>
              <a:xfrm>
                <a:off x="10320225" y="1703326"/>
                <a:ext cx="144000" cy="144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2" name="椭圆 51">
                <a:extLst>
                  <a:ext uri="{FF2B5EF4-FFF2-40B4-BE49-F238E27FC236}">
                    <a16:creationId xmlns:a16="http://schemas.microsoft.com/office/drawing/2014/main" id="{23F02AB3-3C3D-6220-2BAC-77D00CD8D8B8}"/>
                  </a:ext>
                </a:extLst>
              </p:cNvPr>
              <p:cNvSpPr/>
              <p:nvPr/>
            </p:nvSpPr>
            <p:spPr>
              <a:xfrm>
                <a:off x="10320225" y="2586298"/>
                <a:ext cx="144000" cy="144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53" name="椭圆 52">
                <a:extLst>
                  <a:ext uri="{FF2B5EF4-FFF2-40B4-BE49-F238E27FC236}">
                    <a16:creationId xmlns:a16="http://schemas.microsoft.com/office/drawing/2014/main" id="{B5FD030E-7BCB-D68B-B037-426F424ED37D}"/>
                  </a:ext>
                </a:extLst>
              </p:cNvPr>
              <p:cNvSpPr/>
              <p:nvPr/>
            </p:nvSpPr>
            <p:spPr>
              <a:xfrm>
                <a:off x="10320225" y="2144812"/>
                <a:ext cx="144000" cy="144000"/>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cxnSp>
            <p:nvCxnSpPr>
              <p:cNvPr id="54" name="直接箭头连接符 53">
                <a:extLst>
                  <a:ext uri="{FF2B5EF4-FFF2-40B4-BE49-F238E27FC236}">
                    <a16:creationId xmlns:a16="http://schemas.microsoft.com/office/drawing/2014/main" id="{8EFB679F-61B0-BC02-459D-11DCC7CCB272}"/>
                  </a:ext>
                </a:extLst>
              </p:cNvPr>
              <p:cNvCxnSpPr>
                <a:cxnSpLocks/>
                <a:stCxn id="71" idx="6"/>
                <a:endCxn id="51" idx="2"/>
              </p:cNvCxnSpPr>
              <p:nvPr/>
            </p:nvCxnSpPr>
            <p:spPr>
              <a:xfrm flipV="1">
                <a:off x="9907495" y="1775326"/>
                <a:ext cx="412730" cy="220701"/>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5" name="直接箭头连接符 54">
                <a:extLst>
                  <a:ext uri="{FF2B5EF4-FFF2-40B4-BE49-F238E27FC236}">
                    <a16:creationId xmlns:a16="http://schemas.microsoft.com/office/drawing/2014/main" id="{25E0CB83-2E83-7020-94ED-2F080DA4753A}"/>
                  </a:ext>
                </a:extLst>
              </p:cNvPr>
              <p:cNvCxnSpPr>
                <a:cxnSpLocks/>
                <a:stCxn id="71" idx="6"/>
                <a:endCxn id="53" idx="2"/>
              </p:cNvCxnSpPr>
              <p:nvPr/>
            </p:nvCxnSpPr>
            <p:spPr>
              <a:xfrm>
                <a:off x="9907495" y="1996027"/>
                <a:ext cx="412730" cy="22078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6" name="直接箭头连接符 55">
                <a:extLst>
                  <a:ext uri="{FF2B5EF4-FFF2-40B4-BE49-F238E27FC236}">
                    <a16:creationId xmlns:a16="http://schemas.microsoft.com/office/drawing/2014/main" id="{1C4B9318-58BA-B38B-3B42-6784DFAC2A48}"/>
                  </a:ext>
                </a:extLst>
              </p:cNvPr>
              <p:cNvCxnSpPr>
                <a:cxnSpLocks/>
                <a:stCxn id="71" idx="6"/>
                <a:endCxn id="52" idx="2"/>
              </p:cNvCxnSpPr>
              <p:nvPr/>
            </p:nvCxnSpPr>
            <p:spPr>
              <a:xfrm>
                <a:off x="9907495" y="1996027"/>
                <a:ext cx="412730" cy="662271"/>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7" name="直接箭头连接符 56">
                <a:extLst>
                  <a:ext uri="{FF2B5EF4-FFF2-40B4-BE49-F238E27FC236}">
                    <a16:creationId xmlns:a16="http://schemas.microsoft.com/office/drawing/2014/main" id="{9DC96728-6B72-4CD5-D39A-B4ABFE5661D4}"/>
                  </a:ext>
                </a:extLst>
              </p:cNvPr>
              <p:cNvCxnSpPr>
                <a:cxnSpLocks/>
                <a:stCxn id="72" idx="6"/>
                <a:endCxn id="51" idx="2"/>
              </p:cNvCxnSpPr>
              <p:nvPr/>
            </p:nvCxnSpPr>
            <p:spPr>
              <a:xfrm flipV="1">
                <a:off x="9907495" y="1775326"/>
                <a:ext cx="412730" cy="662271"/>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8" name="直接箭头连接符 57">
                <a:extLst>
                  <a:ext uri="{FF2B5EF4-FFF2-40B4-BE49-F238E27FC236}">
                    <a16:creationId xmlns:a16="http://schemas.microsoft.com/office/drawing/2014/main" id="{EA3D02A4-3A0E-88DB-998E-941480A5E68C}"/>
                  </a:ext>
                </a:extLst>
              </p:cNvPr>
              <p:cNvCxnSpPr>
                <a:cxnSpLocks/>
                <a:stCxn id="72" idx="6"/>
                <a:endCxn id="53" idx="2"/>
              </p:cNvCxnSpPr>
              <p:nvPr/>
            </p:nvCxnSpPr>
            <p:spPr>
              <a:xfrm flipV="1">
                <a:off x="9907495" y="2216812"/>
                <a:ext cx="412730" cy="22078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9" name="直接箭头连接符 58">
                <a:extLst>
                  <a:ext uri="{FF2B5EF4-FFF2-40B4-BE49-F238E27FC236}">
                    <a16:creationId xmlns:a16="http://schemas.microsoft.com/office/drawing/2014/main" id="{7D35A5F1-FC34-36DC-F040-718E822E2B7A}"/>
                  </a:ext>
                </a:extLst>
              </p:cNvPr>
              <p:cNvCxnSpPr>
                <a:cxnSpLocks/>
                <a:stCxn id="72" idx="6"/>
                <a:endCxn id="52" idx="2"/>
              </p:cNvCxnSpPr>
              <p:nvPr/>
            </p:nvCxnSpPr>
            <p:spPr>
              <a:xfrm>
                <a:off x="9907495" y="2437597"/>
                <a:ext cx="412730" cy="220701"/>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60" name="直接箭头连接符 59">
                <a:extLst>
                  <a:ext uri="{FF2B5EF4-FFF2-40B4-BE49-F238E27FC236}">
                    <a16:creationId xmlns:a16="http://schemas.microsoft.com/office/drawing/2014/main" id="{9616E857-72C9-A8E9-3EC8-CBE5BAB1A105}"/>
                  </a:ext>
                </a:extLst>
              </p:cNvPr>
              <p:cNvCxnSpPr>
                <a:cxnSpLocks/>
                <a:stCxn id="51" idx="6"/>
                <a:endCxn id="73" idx="2"/>
              </p:cNvCxnSpPr>
              <p:nvPr/>
            </p:nvCxnSpPr>
            <p:spPr>
              <a:xfrm>
                <a:off x="10464225" y="1775326"/>
                <a:ext cx="414269" cy="48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E76DA4D7-65AC-18ED-03DC-40523B310D32}"/>
                  </a:ext>
                </a:extLst>
              </p:cNvPr>
              <p:cNvCxnSpPr>
                <a:cxnSpLocks/>
                <a:stCxn id="53" idx="6"/>
                <a:endCxn id="74" idx="2"/>
              </p:cNvCxnSpPr>
              <p:nvPr/>
            </p:nvCxnSpPr>
            <p:spPr>
              <a:xfrm>
                <a:off x="10464225" y="2216812"/>
                <a:ext cx="412730" cy="465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2" name="直接箭头连接符 61">
                <a:extLst>
                  <a:ext uri="{FF2B5EF4-FFF2-40B4-BE49-F238E27FC236}">
                    <a16:creationId xmlns:a16="http://schemas.microsoft.com/office/drawing/2014/main" id="{4E22B38C-79AC-9D0C-AC36-B686759F0E9B}"/>
                  </a:ext>
                </a:extLst>
              </p:cNvPr>
              <p:cNvCxnSpPr>
                <a:cxnSpLocks/>
                <a:stCxn id="52" idx="6"/>
                <a:endCxn id="75" idx="2"/>
              </p:cNvCxnSpPr>
              <p:nvPr/>
            </p:nvCxnSpPr>
            <p:spPr>
              <a:xfrm flipV="1">
                <a:off x="10464225" y="2657812"/>
                <a:ext cx="412730" cy="48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63" name="直接箭头连接符 62">
                <a:extLst>
                  <a:ext uri="{FF2B5EF4-FFF2-40B4-BE49-F238E27FC236}">
                    <a16:creationId xmlns:a16="http://schemas.microsoft.com/office/drawing/2014/main" id="{B747D2B0-6FE6-21F1-5484-1074AE2EBAA3}"/>
                  </a:ext>
                </a:extLst>
              </p:cNvPr>
              <p:cNvCxnSpPr>
                <a:cxnSpLocks/>
                <a:stCxn id="73" idx="6"/>
                <a:endCxn id="70" idx="2"/>
              </p:cNvCxnSpPr>
              <p:nvPr/>
            </p:nvCxnSpPr>
            <p:spPr>
              <a:xfrm>
                <a:off x="11022494" y="1775812"/>
                <a:ext cx="419489" cy="22021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64" name="直接箭头连接符 63">
                <a:extLst>
                  <a:ext uri="{FF2B5EF4-FFF2-40B4-BE49-F238E27FC236}">
                    <a16:creationId xmlns:a16="http://schemas.microsoft.com/office/drawing/2014/main" id="{ED43CFF4-994F-10ED-41D9-8E8C73DF4534}"/>
                  </a:ext>
                </a:extLst>
              </p:cNvPr>
              <p:cNvCxnSpPr>
                <a:cxnSpLocks/>
                <a:stCxn id="73" idx="6"/>
                <a:endCxn id="69" idx="2"/>
              </p:cNvCxnSpPr>
              <p:nvPr/>
            </p:nvCxnSpPr>
            <p:spPr>
              <a:xfrm>
                <a:off x="11022494" y="1775812"/>
                <a:ext cx="412730" cy="66178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65" name="直接箭头连接符 64">
                <a:extLst>
                  <a:ext uri="{FF2B5EF4-FFF2-40B4-BE49-F238E27FC236}">
                    <a16:creationId xmlns:a16="http://schemas.microsoft.com/office/drawing/2014/main" id="{59386616-7BCF-22F4-E065-86C202326CEA}"/>
                  </a:ext>
                </a:extLst>
              </p:cNvPr>
              <p:cNvCxnSpPr>
                <a:cxnSpLocks/>
                <a:stCxn id="74" idx="6"/>
                <a:endCxn id="70" idx="2"/>
              </p:cNvCxnSpPr>
              <p:nvPr/>
            </p:nvCxnSpPr>
            <p:spPr>
              <a:xfrm flipV="1">
                <a:off x="11020955" y="1996027"/>
                <a:ext cx="421028" cy="22543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66" name="直接箭头连接符 65">
                <a:extLst>
                  <a:ext uri="{FF2B5EF4-FFF2-40B4-BE49-F238E27FC236}">
                    <a16:creationId xmlns:a16="http://schemas.microsoft.com/office/drawing/2014/main" id="{EF1DE9E2-4D59-5631-DD34-E299E33A95E5}"/>
                  </a:ext>
                </a:extLst>
              </p:cNvPr>
              <p:cNvCxnSpPr>
                <a:cxnSpLocks/>
                <a:stCxn id="74" idx="6"/>
                <a:endCxn id="69" idx="2"/>
              </p:cNvCxnSpPr>
              <p:nvPr/>
            </p:nvCxnSpPr>
            <p:spPr>
              <a:xfrm>
                <a:off x="11020955" y="2221463"/>
                <a:ext cx="414269" cy="216134"/>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67" name="直接箭头连接符 66">
                <a:extLst>
                  <a:ext uri="{FF2B5EF4-FFF2-40B4-BE49-F238E27FC236}">
                    <a16:creationId xmlns:a16="http://schemas.microsoft.com/office/drawing/2014/main" id="{C1C5C1F8-42C3-49A8-73EA-C8DF8793D76E}"/>
                  </a:ext>
                </a:extLst>
              </p:cNvPr>
              <p:cNvCxnSpPr>
                <a:cxnSpLocks/>
                <a:stCxn id="75" idx="6"/>
                <a:endCxn id="70" idx="2"/>
              </p:cNvCxnSpPr>
              <p:nvPr/>
            </p:nvCxnSpPr>
            <p:spPr>
              <a:xfrm flipV="1">
                <a:off x="11020955" y="1996027"/>
                <a:ext cx="421028" cy="66178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68" name="直接箭头连接符 67">
                <a:extLst>
                  <a:ext uri="{FF2B5EF4-FFF2-40B4-BE49-F238E27FC236}">
                    <a16:creationId xmlns:a16="http://schemas.microsoft.com/office/drawing/2014/main" id="{FA07CB51-DA1C-F93A-7DEC-73EEDE3B1848}"/>
                  </a:ext>
                </a:extLst>
              </p:cNvPr>
              <p:cNvCxnSpPr>
                <a:cxnSpLocks/>
                <a:stCxn id="75" idx="6"/>
                <a:endCxn id="69" idx="2"/>
              </p:cNvCxnSpPr>
              <p:nvPr/>
            </p:nvCxnSpPr>
            <p:spPr>
              <a:xfrm flipV="1">
                <a:off x="11020955" y="2437597"/>
                <a:ext cx="414269" cy="22021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grpSp>
        <p:sp>
          <p:nvSpPr>
            <p:cNvPr id="6" name="箭头: 下 5">
              <a:extLst>
                <a:ext uri="{FF2B5EF4-FFF2-40B4-BE49-F238E27FC236}">
                  <a16:creationId xmlns:a16="http://schemas.microsoft.com/office/drawing/2014/main" id="{9338BBBA-3737-5A4E-4A2A-1EDF91EAA153}"/>
                </a:ext>
              </a:extLst>
            </p:cNvPr>
            <p:cNvSpPr/>
            <p:nvPr/>
          </p:nvSpPr>
          <p:spPr>
            <a:xfrm rot="16200000">
              <a:off x="5362891" y="4261461"/>
              <a:ext cx="412730" cy="835142"/>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dirty="0"/>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DC893C9B-5FBA-CB6B-2C33-B78E5A111C18}"/>
                    </a:ext>
                  </a:extLst>
                </p:cNvPr>
                <p:cNvSpPr txBox="1"/>
                <p:nvPr/>
              </p:nvSpPr>
              <p:spPr>
                <a:xfrm>
                  <a:off x="5188475" y="4182196"/>
                  <a:ext cx="69819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b="1" i="1" smtClean="0">
                                <a:solidFill>
                                  <a:schemeClr val="tx1"/>
                                </a:solidFill>
                                <a:latin typeface="Cambria Math" panose="02040503050406030204" pitchFamily="18" charset="0"/>
                              </a:rPr>
                            </m:ctrlPr>
                          </m:sSubPr>
                          <m:e>
                            <m:r>
                              <a:rPr lang="en-US" altLang="zh-CN" sz="1800" b="1" i="1" smtClean="0">
                                <a:solidFill>
                                  <a:schemeClr val="tx1"/>
                                </a:solidFill>
                                <a:latin typeface="Cambria Math" panose="02040503050406030204" pitchFamily="18" charset="0"/>
                              </a:rPr>
                              <m:t>𝑻</m:t>
                            </m:r>
                          </m:e>
                          <m:sub>
                            <m:r>
                              <a:rPr lang="en-US" altLang="zh-CN" sz="1800" b="1" i="1" smtClean="0">
                                <a:solidFill>
                                  <a:schemeClr val="tx1"/>
                                </a:solidFill>
                                <a:latin typeface="Cambria Math" panose="02040503050406030204" pitchFamily="18" charset="0"/>
                              </a:rPr>
                              <m:t>𝒊𝒏</m:t>
                            </m:r>
                          </m:sub>
                        </m:sSub>
                      </m:oMath>
                    </m:oMathPara>
                  </a14:m>
                  <a:endParaRPr lang="zh-CN" altLang="en-US" dirty="0">
                    <a:solidFill>
                      <a:schemeClr val="tx1"/>
                    </a:solidFill>
                  </a:endParaRPr>
                </a:p>
              </p:txBody>
            </p:sp>
          </mc:Choice>
          <mc:Fallback xmlns="">
            <p:sp>
              <p:nvSpPr>
                <p:cNvPr id="7" name="文本框 6">
                  <a:extLst>
                    <a:ext uri="{FF2B5EF4-FFF2-40B4-BE49-F238E27FC236}">
                      <a16:creationId xmlns:a16="http://schemas.microsoft.com/office/drawing/2014/main" id="{DC893C9B-5FBA-CB6B-2C33-B78E5A111C18}"/>
                    </a:ext>
                  </a:extLst>
                </p:cNvPr>
                <p:cNvSpPr txBox="1">
                  <a:spLocks noRot="1" noChangeAspect="1" noMove="1" noResize="1" noEditPoints="1" noAdjustHandles="1" noChangeArrowheads="1" noChangeShapeType="1" noTextEdit="1"/>
                </p:cNvSpPr>
                <p:nvPr/>
              </p:nvSpPr>
              <p:spPr>
                <a:xfrm>
                  <a:off x="5188475" y="4182196"/>
                  <a:ext cx="698192" cy="369332"/>
                </a:xfrm>
                <a:prstGeom prst="rect">
                  <a:avLst/>
                </a:prstGeom>
                <a:blipFill>
                  <a:blip r:embed="rId7"/>
                  <a:stretch>
                    <a:fillRect b="-1667"/>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4C2054A2-A736-0908-BC25-539630BA8F6B}"/>
                </a:ext>
              </a:extLst>
            </p:cNvPr>
            <p:cNvPicPr>
              <a:picLocks noChangeAspect="1"/>
            </p:cNvPicPr>
            <p:nvPr/>
          </p:nvPicPr>
          <p:blipFill>
            <a:blip r:embed="rId8"/>
            <a:stretch>
              <a:fillRect/>
            </a:stretch>
          </p:blipFill>
          <p:spPr>
            <a:xfrm>
              <a:off x="5201383" y="4802019"/>
              <a:ext cx="562087" cy="562087"/>
            </a:xfrm>
            <a:prstGeom prst="rect">
              <a:avLst/>
            </a:prstGeom>
          </p:spPr>
        </p:pic>
        <p:grpSp>
          <p:nvGrpSpPr>
            <p:cNvPr id="9" name="组合 8">
              <a:extLst>
                <a:ext uri="{FF2B5EF4-FFF2-40B4-BE49-F238E27FC236}">
                  <a16:creationId xmlns:a16="http://schemas.microsoft.com/office/drawing/2014/main" id="{7F41297C-D89C-9DA6-6F4D-E9C5E4736560}"/>
                </a:ext>
              </a:extLst>
            </p:cNvPr>
            <p:cNvGrpSpPr/>
            <p:nvPr/>
          </p:nvGrpSpPr>
          <p:grpSpPr>
            <a:xfrm>
              <a:off x="6383613" y="4010961"/>
              <a:ext cx="3031762" cy="1996752"/>
              <a:chOff x="9763495" y="1703326"/>
              <a:chExt cx="1822488" cy="1026972"/>
            </a:xfrm>
          </p:grpSpPr>
          <p:grpSp>
            <p:nvGrpSpPr>
              <p:cNvPr id="13" name="组合 12">
                <a:extLst>
                  <a:ext uri="{FF2B5EF4-FFF2-40B4-BE49-F238E27FC236}">
                    <a16:creationId xmlns:a16="http://schemas.microsoft.com/office/drawing/2014/main" id="{0AEE2998-CFBC-51B4-095D-07FA9B0C5CCD}"/>
                  </a:ext>
                </a:extLst>
              </p:cNvPr>
              <p:cNvGrpSpPr/>
              <p:nvPr/>
            </p:nvGrpSpPr>
            <p:grpSpPr>
              <a:xfrm>
                <a:off x="10876955" y="1703812"/>
                <a:ext cx="145539" cy="1026000"/>
                <a:chOff x="8792817" y="1721414"/>
                <a:chExt cx="145539" cy="1026000"/>
              </a:xfrm>
              <a:solidFill>
                <a:schemeClr val="bg1">
                  <a:lumMod val="50000"/>
                </a:schemeClr>
              </a:solidFill>
            </p:grpSpPr>
            <p:sp>
              <p:nvSpPr>
                <p:cNvPr id="45" name="椭圆 44">
                  <a:extLst>
                    <a:ext uri="{FF2B5EF4-FFF2-40B4-BE49-F238E27FC236}">
                      <a16:creationId xmlns:a16="http://schemas.microsoft.com/office/drawing/2014/main" id="{84CA6CA4-D937-85C7-CCF5-3A5C5C9869B1}"/>
                    </a:ext>
                  </a:extLst>
                </p:cNvPr>
                <p:cNvSpPr/>
                <p:nvPr/>
              </p:nvSpPr>
              <p:spPr>
                <a:xfrm>
                  <a:off x="8794356" y="1721414"/>
                  <a:ext cx="144000" cy="144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dirty="0"/>
                </a:p>
              </p:txBody>
            </p:sp>
            <p:sp>
              <p:nvSpPr>
                <p:cNvPr id="46" name="椭圆 45">
                  <a:extLst>
                    <a:ext uri="{FF2B5EF4-FFF2-40B4-BE49-F238E27FC236}">
                      <a16:creationId xmlns:a16="http://schemas.microsoft.com/office/drawing/2014/main" id="{600C6621-6B09-ADFE-F19E-32FAEAB5476B}"/>
                    </a:ext>
                  </a:extLst>
                </p:cNvPr>
                <p:cNvSpPr/>
                <p:nvPr/>
              </p:nvSpPr>
              <p:spPr>
                <a:xfrm>
                  <a:off x="8792817" y="2167065"/>
                  <a:ext cx="144000" cy="144000"/>
                </a:xfrm>
                <a:prstGeom prst="ellipse">
                  <a:avLst/>
                </a:prstGeom>
                <a:solidFill>
                  <a:schemeClr val="accent1">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47" name="椭圆 46">
                  <a:extLst>
                    <a:ext uri="{FF2B5EF4-FFF2-40B4-BE49-F238E27FC236}">
                      <a16:creationId xmlns:a16="http://schemas.microsoft.com/office/drawing/2014/main" id="{2CA03107-9681-B113-76DC-CF49BC394B73}"/>
                    </a:ext>
                  </a:extLst>
                </p:cNvPr>
                <p:cNvSpPr/>
                <p:nvPr/>
              </p:nvSpPr>
              <p:spPr>
                <a:xfrm>
                  <a:off x="8792817" y="2603414"/>
                  <a:ext cx="144000" cy="144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dirty="0"/>
                </a:p>
              </p:txBody>
            </p:sp>
          </p:grpSp>
          <p:grpSp>
            <p:nvGrpSpPr>
              <p:cNvPr id="14" name="组合 13">
                <a:extLst>
                  <a:ext uri="{FF2B5EF4-FFF2-40B4-BE49-F238E27FC236}">
                    <a16:creationId xmlns:a16="http://schemas.microsoft.com/office/drawing/2014/main" id="{5CF053E6-A890-985E-D246-A7E24B1D8B11}"/>
                  </a:ext>
                </a:extLst>
              </p:cNvPr>
              <p:cNvGrpSpPr/>
              <p:nvPr/>
            </p:nvGrpSpPr>
            <p:grpSpPr>
              <a:xfrm>
                <a:off x="9763495" y="1924027"/>
                <a:ext cx="144000" cy="585570"/>
                <a:chOff x="7743758" y="1982787"/>
                <a:chExt cx="144000" cy="585570"/>
              </a:xfrm>
              <a:solidFill>
                <a:schemeClr val="bg1">
                  <a:lumMod val="50000"/>
                </a:schemeClr>
              </a:solidFill>
            </p:grpSpPr>
            <p:sp>
              <p:nvSpPr>
                <p:cNvPr id="43" name="椭圆 42">
                  <a:extLst>
                    <a:ext uri="{FF2B5EF4-FFF2-40B4-BE49-F238E27FC236}">
                      <a16:creationId xmlns:a16="http://schemas.microsoft.com/office/drawing/2014/main" id="{39ABFC83-1704-860A-3638-5639D13B2627}"/>
                    </a:ext>
                  </a:extLst>
                </p:cNvPr>
                <p:cNvSpPr/>
                <p:nvPr/>
              </p:nvSpPr>
              <p:spPr>
                <a:xfrm>
                  <a:off x="7743758" y="1982787"/>
                  <a:ext cx="144000" cy="144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44" name="椭圆 43">
                  <a:extLst>
                    <a:ext uri="{FF2B5EF4-FFF2-40B4-BE49-F238E27FC236}">
                      <a16:creationId xmlns:a16="http://schemas.microsoft.com/office/drawing/2014/main" id="{14F330F8-AE8A-3E5B-D5C6-594950C868F8}"/>
                    </a:ext>
                  </a:extLst>
                </p:cNvPr>
                <p:cNvSpPr/>
                <p:nvPr/>
              </p:nvSpPr>
              <p:spPr>
                <a:xfrm>
                  <a:off x="7743758" y="2424357"/>
                  <a:ext cx="144000" cy="144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grpSp>
          <p:grpSp>
            <p:nvGrpSpPr>
              <p:cNvPr id="15" name="组合 14">
                <a:extLst>
                  <a:ext uri="{FF2B5EF4-FFF2-40B4-BE49-F238E27FC236}">
                    <a16:creationId xmlns:a16="http://schemas.microsoft.com/office/drawing/2014/main" id="{589DCBA0-32D2-AB9D-1195-923E96245611}"/>
                  </a:ext>
                </a:extLst>
              </p:cNvPr>
              <p:cNvGrpSpPr/>
              <p:nvPr/>
            </p:nvGrpSpPr>
            <p:grpSpPr>
              <a:xfrm>
                <a:off x="11435224" y="1924027"/>
                <a:ext cx="150759" cy="585570"/>
                <a:chOff x="9713661" y="1982787"/>
                <a:chExt cx="150759" cy="585570"/>
              </a:xfrm>
              <a:solidFill>
                <a:schemeClr val="bg1">
                  <a:lumMod val="50000"/>
                </a:schemeClr>
              </a:solidFill>
            </p:grpSpPr>
            <p:sp>
              <p:nvSpPr>
                <p:cNvPr id="41" name="椭圆 40">
                  <a:extLst>
                    <a:ext uri="{FF2B5EF4-FFF2-40B4-BE49-F238E27FC236}">
                      <a16:creationId xmlns:a16="http://schemas.microsoft.com/office/drawing/2014/main" id="{DF917AB2-4129-D732-C05C-D8716E44FE74}"/>
                    </a:ext>
                  </a:extLst>
                </p:cNvPr>
                <p:cNvSpPr/>
                <p:nvPr/>
              </p:nvSpPr>
              <p:spPr>
                <a:xfrm>
                  <a:off x="9713661" y="2424357"/>
                  <a:ext cx="144000" cy="144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42" name="椭圆 41">
                  <a:extLst>
                    <a:ext uri="{FF2B5EF4-FFF2-40B4-BE49-F238E27FC236}">
                      <a16:creationId xmlns:a16="http://schemas.microsoft.com/office/drawing/2014/main" id="{189EF072-B8C1-C279-81CB-3FA8420633CE}"/>
                    </a:ext>
                  </a:extLst>
                </p:cNvPr>
                <p:cNvSpPr/>
                <p:nvPr/>
              </p:nvSpPr>
              <p:spPr>
                <a:xfrm>
                  <a:off x="9720420" y="1982787"/>
                  <a:ext cx="144000" cy="144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grpSp>
          <p:sp>
            <p:nvSpPr>
              <p:cNvPr id="17" name="椭圆 16">
                <a:extLst>
                  <a:ext uri="{FF2B5EF4-FFF2-40B4-BE49-F238E27FC236}">
                    <a16:creationId xmlns:a16="http://schemas.microsoft.com/office/drawing/2014/main" id="{2350049D-4654-3B4C-E15E-8ECDC3DE3A9B}"/>
                  </a:ext>
                </a:extLst>
              </p:cNvPr>
              <p:cNvSpPr/>
              <p:nvPr/>
            </p:nvSpPr>
            <p:spPr>
              <a:xfrm>
                <a:off x="10320225" y="1703326"/>
                <a:ext cx="144000" cy="144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19" name="椭圆 18">
                <a:extLst>
                  <a:ext uri="{FF2B5EF4-FFF2-40B4-BE49-F238E27FC236}">
                    <a16:creationId xmlns:a16="http://schemas.microsoft.com/office/drawing/2014/main" id="{85ABA4D9-B355-5C4D-0910-7ECF8A09C665}"/>
                  </a:ext>
                </a:extLst>
              </p:cNvPr>
              <p:cNvSpPr/>
              <p:nvPr/>
            </p:nvSpPr>
            <p:spPr>
              <a:xfrm>
                <a:off x="10320225" y="2586298"/>
                <a:ext cx="144000" cy="1440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sp>
            <p:nvSpPr>
              <p:cNvPr id="21" name="椭圆 20">
                <a:extLst>
                  <a:ext uri="{FF2B5EF4-FFF2-40B4-BE49-F238E27FC236}">
                    <a16:creationId xmlns:a16="http://schemas.microsoft.com/office/drawing/2014/main" id="{636287C9-CE01-22EE-C4BB-715475FA30A8}"/>
                  </a:ext>
                </a:extLst>
              </p:cNvPr>
              <p:cNvSpPr/>
              <p:nvPr/>
            </p:nvSpPr>
            <p:spPr>
              <a:xfrm>
                <a:off x="10320225" y="2144812"/>
                <a:ext cx="144000" cy="144000"/>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u="sng"/>
              </a:p>
            </p:txBody>
          </p:sp>
          <p:cxnSp>
            <p:nvCxnSpPr>
              <p:cNvPr id="23" name="直接箭头连接符 22">
                <a:extLst>
                  <a:ext uri="{FF2B5EF4-FFF2-40B4-BE49-F238E27FC236}">
                    <a16:creationId xmlns:a16="http://schemas.microsoft.com/office/drawing/2014/main" id="{DF39A001-E3C2-4C5A-421F-3AC58A966125}"/>
                  </a:ext>
                </a:extLst>
              </p:cNvPr>
              <p:cNvCxnSpPr>
                <a:cxnSpLocks/>
                <a:stCxn id="43" idx="6"/>
                <a:endCxn id="17" idx="2"/>
              </p:cNvCxnSpPr>
              <p:nvPr/>
            </p:nvCxnSpPr>
            <p:spPr>
              <a:xfrm flipV="1">
                <a:off x="9907495" y="1775326"/>
                <a:ext cx="412730" cy="220701"/>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ACD27730-66C7-76B2-14A0-02B1A3653C52}"/>
                  </a:ext>
                </a:extLst>
              </p:cNvPr>
              <p:cNvCxnSpPr>
                <a:cxnSpLocks/>
                <a:stCxn id="43" idx="6"/>
                <a:endCxn id="21" idx="2"/>
              </p:cNvCxnSpPr>
              <p:nvPr/>
            </p:nvCxnSpPr>
            <p:spPr>
              <a:xfrm>
                <a:off x="9907495" y="1996027"/>
                <a:ext cx="412730" cy="22078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B155FCC6-4983-C313-608B-5CE840DED4E6}"/>
                  </a:ext>
                </a:extLst>
              </p:cNvPr>
              <p:cNvCxnSpPr>
                <a:cxnSpLocks/>
                <a:stCxn id="43" idx="6"/>
                <a:endCxn id="19" idx="2"/>
              </p:cNvCxnSpPr>
              <p:nvPr/>
            </p:nvCxnSpPr>
            <p:spPr>
              <a:xfrm>
                <a:off x="9907495" y="1996027"/>
                <a:ext cx="412730" cy="662271"/>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F9AE4558-2D83-013A-5070-47595EA1C876}"/>
                  </a:ext>
                </a:extLst>
              </p:cNvPr>
              <p:cNvCxnSpPr>
                <a:cxnSpLocks/>
                <a:stCxn id="44" idx="6"/>
                <a:endCxn id="17" idx="2"/>
              </p:cNvCxnSpPr>
              <p:nvPr/>
            </p:nvCxnSpPr>
            <p:spPr>
              <a:xfrm flipV="1">
                <a:off x="9907495" y="1775326"/>
                <a:ext cx="412730" cy="662271"/>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819D7393-3752-58BC-A7FF-D678AC878A03}"/>
                  </a:ext>
                </a:extLst>
              </p:cNvPr>
              <p:cNvCxnSpPr>
                <a:cxnSpLocks/>
                <a:stCxn id="44" idx="6"/>
                <a:endCxn id="21" idx="2"/>
              </p:cNvCxnSpPr>
              <p:nvPr/>
            </p:nvCxnSpPr>
            <p:spPr>
              <a:xfrm flipV="1">
                <a:off x="9907495" y="2216812"/>
                <a:ext cx="412730" cy="22078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95037EC6-C389-13D1-4D4B-97F3EADA8A68}"/>
                  </a:ext>
                </a:extLst>
              </p:cNvPr>
              <p:cNvCxnSpPr>
                <a:cxnSpLocks/>
                <a:stCxn id="44" idx="6"/>
                <a:endCxn id="19" idx="2"/>
              </p:cNvCxnSpPr>
              <p:nvPr/>
            </p:nvCxnSpPr>
            <p:spPr>
              <a:xfrm>
                <a:off x="9907495" y="2437597"/>
                <a:ext cx="412730" cy="220701"/>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A7368B0D-BEE6-12C7-FFCA-6F40CBB525F7}"/>
                  </a:ext>
                </a:extLst>
              </p:cNvPr>
              <p:cNvCxnSpPr>
                <a:cxnSpLocks/>
                <a:stCxn id="17" idx="6"/>
                <a:endCxn id="45" idx="2"/>
              </p:cNvCxnSpPr>
              <p:nvPr/>
            </p:nvCxnSpPr>
            <p:spPr>
              <a:xfrm>
                <a:off x="10464225" y="1775326"/>
                <a:ext cx="414269" cy="48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B4AB5D0B-85A8-E57F-B166-05CA978F7F48}"/>
                  </a:ext>
                </a:extLst>
              </p:cNvPr>
              <p:cNvCxnSpPr>
                <a:cxnSpLocks/>
                <a:stCxn id="21" idx="6"/>
                <a:endCxn id="46" idx="2"/>
              </p:cNvCxnSpPr>
              <p:nvPr/>
            </p:nvCxnSpPr>
            <p:spPr>
              <a:xfrm>
                <a:off x="10464225" y="2216812"/>
                <a:ext cx="412730" cy="465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87840B7F-B8F0-57B9-BC54-CE20E16B1993}"/>
                  </a:ext>
                </a:extLst>
              </p:cNvPr>
              <p:cNvCxnSpPr>
                <a:cxnSpLocks/>
                <a:stCxn id="19" idx="6"/>
                <a:endCxn id="47" idx="2"/>
              </p:cNvCxnSpPr>
              <p:nvPr/>
            </p:nvCxnSpPr>
            <p:spPr>
              <a:xfrm flipV="1">
                <a:off x="10464225" y="2657812"/>
                <a:ext cx="412730" cy="48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C83CC5D2-F07E-D82A-99FF-689FAC3D2BAB}"/>
                  </a:ext>
                </a:extLst>
              </p:cNvPr>
              <p:cNvCxnSpPr>
                <a:cxnSpLocks/>
                <a:stCxn id="45" idx="6"/>
                <a:endCxn id="42" idx="2"/>
              </p:cNvCxnSpPr>
              <p:nvPr/>
            </p:nvCxnSpPr>
            <p:spPr>
              <a:xfrm>
                <a:off x="11022494" y="1775812"/>
                <a:ext cx="419489" cy="22021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DC7AF533-B2A9-6B99-14F9-4216DC5D15A2}"/>
                  </a:ext>
                </a:extLst>
              </p:cNvPr>
              <p:cNvCxnSpPr>
                <a:cxnSpLocks/>
                <a:stCxn id="45" idx="6"/>
                <a:endCxn id="41" idx="2"/>
              </p:cNvCxnSpPr>
              <p:nvPr/>
            </p:nvCxnSpPr>
            <p:spPr>
              <a:xfrm>
                <a:off x="11022494" y="1775812"/>
                <a:ext cx="412730" cy="66178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B2705D09-2DEA-83A3-02F5-EA810BAB2366}"/>
                  </a:ext>
                </a:extLst>
              </p:cNvPr>
              <p:cNvCxnSpPr>
                <a:cxnSpLocks/>
                <a:stCxn id="46" idx="6"/>
                <a:endCxn id="42" idx="2"/>
              </p:cNvCxnSpPr>
              <p:nvPr/>
            </p:nvCxnSpPr>
            <p:spPr>
              <a:xfrm flipV="1">
                <a:off x="11020955" y="1996027"/>
                <a:ext cx="421028" cy="225436"/>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92F83723-4138-C6F8-4662-09FFB6256B8D}"/>
                  </a:ext>
                </a:extLst>
              </p:cNvPr>
              <p:cNvCxnSpPr>
                <a:cxnSpLocks/>
                <a:stCxn id="46" idx="6"/>
                <a:endCxn id="41" idx="2"/>
              </p:cNvCxnSpPr>
              <p:nvPr/>
            </p:nvCxnSpPr>
            <p:spPr>
              <a:xfrm>
                <a:off x="11020955" y="2221463"/>
                <a:ext cx="414269" cy="216134"/>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65C142CE-C979-1ECC-C0D7-336B70D3F850}"/>
                  </a:ext>
                </a:extLst>
              </p:cNvPr>
              <p:cNvCxnSpPr>
                <a:cxnSpLocks/>
                <a:stCxn id="47" idx="6"/>
                <a:endCxn id="42" idx="2"/>
              </p:cNvCxnSpPr>
              <p:nvPr/>
            </p:nvCxnSpPr>
            <p:spPr>
              <a:xfrm flipV="1">
                <a:off x="11020955" y="1996027"/>
                <a:ext cx="421028" cy="66178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4911F2C2-AD11-22D5-A328-C3BF0BE938B8}"/>
                  </a:ext>
                </a:extLst>
              </p:cNvPr>
              <p:cNvCxnSpPr>
                <a:cxnSpLocks/>
                <a:stCxn id="47" idx="6"/>
                <a:endCxn id="41" idx="2"/>
              </p:cNvCxnSpPr>
              <p:nvPr/>
            </p:nvCxnSpPr>
            <p:spPr>
              <a:xfrm flipV="1">
                <a:off x="11020955" y="2437597"/>
                <a:ext cx="414269" cy="220215"/>
              </a:xfrm>
              <a:prstGeom prst="straightConnector1">
                <a:avLst/>
              </a:prstGeom>
              <a:ln w="1905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grpSp>
        <p:sp>
          <p:nvSpPr>
            <p:cNvPr id="10" name="矩形 9">
              <a:extLst>
                <a:ext uri="{FF2B5EF4-FFF2-40B4-BE49-F238E27FC236}">
                  <a16:creationId xmlns:a16="http://schemas.microsoft.com/office/drawing/2014/main" id="{7AAB0560-F50C-6A82-2751-82FEB2E812A0}"/>
                </a:ext>
              </a:extLst>
            </p:cNvPr>
            <p:cNvSpPr/>
            <p:nvPr/>
          </p:nvSpPr>
          <p:spPr>
            <a:xfrm>
              <a:off x="3330715" y="3831751"/>
              <a:ext cx="381594" cy="2281253"/>
            </a:xfrm>
            <a:prstGeom prst="rect">
              <a:avLst/>
            </a:prstGeom>
            <a:noFill/>
            <a:ln w="28575">
              <a:prstDash val="dash"/>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17E3990C-D5E2-7529-1808-ED5D175916B1}"/>
                </a:ext>
              </a:extLst>
            </p:cNvPr>
            <p:cNvSpPr/>
            <p:nvPr/>
          </p:nvSpPr>
          <p:spPr>
            <a:xfrm>
              <a:off x="8169440" y="3831751"/>
              <a:ext cx="381595" cy="2280310"/>
            </a:xfrm>
            <a:prstGeom prst="rect">
              <a:avLst/>
            </a:prstGeom>
            <a:noFill/>
            <a:ln w="28575">
              <a:prstDash val="dash"/>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a:p>
          </p:txBody>
        </p:sp>
      </p:grpSp>
      <p:sp>
        <p:nvSpPr>
          <p:cNvPr id="12" name="文本框 11">
            <a:extLst>
              <a:ext uri="{FF2B5EF4-FFF2-40B4-BE49-F238E27FC236}">
                <a16:creationId xmlns:a16="http://schemas.microsoft.com/office/drawing/2014/main" id="{3CF14A45-9A96-C513-8800-1B850052F9ED}"/>
              </a:ext>
            </a:extLst>
          </p:cNvPr>
          <p:cNvSpPr txBox="1"/>
          <p:nvPr/>
        </p:nvSpPr>
        <p:spPr>
          <a:xfrm>
            <a:off x="10907486" y="6449406"/>
            <a:ext cx="953142" cy="338554"/>
          </a:xfrm>
          <a:prstGeom prst="rect">
            <a:avLst/>
          </a:prstGeom>
          <a:noFill/>
        </p:spPr>
        <p:txBody>
          <a:bodyPr wrap="square">
            <a:spAutoFit/>
          </a:bodyPr>
          <a:lstStyle/>
          <a:p>
            <a:r>
              <a:rPr lang="en-US" altLang="zh-CN" sz="1600" b="1" dirty="0">
                <a:solidFill>
                  <a:schemeClr val="bg1">
                    <a:lumMod val="50000"/>
                  </a:schemeClr>
                </a:solidFill>
                <a:latin typeface="+mn-ea"/>
              </a:rPr>
              <a:t>17/21</a:t>
            </a:r>
            <a:endParaRPr lang="zh-CN" altLang="en-US" sz="1600" b="1" dirty="0">
              <a:solidFill>
                <a:schemeClr val="bg1">
                  <a:lumMod val="50000"/>
                </a:schemeClr>
              </a:solidFill>
            </a:endParaRPr>
          </a:p>
        </p:txBody>
      </p:sp>
    </p:spTree>
    <p:extLst>
      <p:ext uri="{BB962C8B-B14F-4D97-AF65-F5344CB8AC3E}">
        <p14:creationId xmlns:p14="http://schemas.microsoft.com/office/powerpoint/2010/main" val="34645938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500"/>
                                        <p:tgtEl>
                                          <p:spTgt spid="16">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nodeType="clickEffect">
                                  <p:stCondLst>
                                    <p:cond delay="0"/>
                                  </p:stCondLst>
                                  <p:childTnLst>
                                    <p:animEffect transition="out" filter="fade">
                                      <p:cBhvr>
                                        <p:cTn id="14" dur="500"/>
                                        <p:tgtEl>
                                          <p:spTgt spid="18"/>
                                        </p:tgtEl>
                                      </p:cBhvr>
                                    </p:animEffect>
                                    <p:set>
                                      <p:cBhvr>
                                        <p:cTn id="15" dur="1" fill="hold">
                                          <p:stCondLst>
                                            <p:cond delay="499"/>
                                          </p:stCondLst>
                                        </p:cTn>
                                        <p:tgtEl>
                                          <p:spTgt spid="18"/>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6">
                                            <p:txEl>
                                              <p:pRg st="1" end="1"/>
                                            </p:txEl>
                                          </p:spTgt>
                                        </p:tgtEl>
                                        <p:attrNameLst>
                                          <p:attrName>style.visibility</p:attrName>
                                        </p:attrNameLst>
                                      </p:cBhvr>
                                      <p:to>
                                        <p:strVal val="visible"/>
                                      </p:to>
                                    </p:set>
                                    <p:animEffect transition="in" filter="fade">
                                      <p:cBhvr>
                                        <p:cTn id="20" dur="500"/>
                                        <p:tgtEl>
                                          <p:spTgt spid="16">
                                            <p:txEl>
                                              <p:pRg st="1" end="1"/>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500"/>
                                        <p:tgtEl>
                                          <p:spTgt spid="20"/>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xit" presetSubtype="0" fill="hold" nodeType="clickEffect">
                                  <p:stCondLst>
                                    <p:cond delay="0"/>
                                  </p:stCondLst>
                                  <p:childTnLst>
                                    <p:animEffect transition="out" filter="fade">
                                      <p:cBhvr>
                                        <p:cTn id="27" dur="500"/>
                                        <p:tgtEl>
                                          <p:spTgt spid="20"/>
                                        </p:tgtEl>
                                      </p:cBhvr>
                                    </p:animEffect>
                                    <p:set>
                                      <p:cBhvr>
                                        <p:cTn id="28" dur="1" fill="hold">
                                          <p:stCondLst>
                                            <p:cond delay="499"/>
                                          </p:stCondLst>
                                        </p:cTn>
                                        <p:tgtEl>
                                          <p:spTgt spid="20"/>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6">
                                            <p:txEl>
                                              <p:pRg st="2" end="2"/>
                                            </p:txEl>
                                          </p:spTgt>
                                        </p:tgtEl>
                                        <p:attrNameLst>
                                          <p:attrName>style.visibility</p:attrName>
                                        </p:attrNameLst>
                                      </p:cBhvr>
                                      <p:to>
                                        <p:strVal val="visible"/>
                                      </p:to>
                                    </p:set>
                                    <p:animEffect transition="in" filter="fade">
                                      <p:cBhvr>
                                        <p:cTn id="33" dur="500"/>
                                        <p:tgtEl>
                                          <p:spTgt spid="16">
                                            <p:txEl>
                                              <p:pRg st="2" end="2"/>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fade">
                                      <p:cBhvr>
                                        <p:cTn id="3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a:spcBef>
                <a:spcPct val="20000"/>
              </a:spcBef>
            </a:pPr>
            <a:r>
              <a:rPr kumimoji="0" lang="en-US" altLang="zh-CN"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4.</a:t>
            </a:r>
            <a:r>
              <a:rPr lang="zh-CN" altLang="en-US" sz="2800" dirty="0">
                <a:solidFill>
                  <a:srgbClr val="000000">
                    <a:lumMod val="75000"/>
                    <a:lumOff val="25000"/>
                  </a:srgbClr>
                </a:solidFill>
                <a:latin typeface="微软雅黑" panose="020B0503020204020204" pitchFamily="34" charset="-122"/>
                <a:ea typeface="微软雅黑" panose="020B0503020204020204" pitchFamily="34" charset="-122"/>
              </a:rPr>
              <a:t>扩展到</a:t>
            </a:r>
            <a:r>
              <a:rPr lang="en-US" altLang="zh-CN" sz="2800" dirty="0">
                <a:solidFill>
                  <a:srgbClr val="000000">
                    <a:lumMod val="75000"/>
                    <a:lumOff val="25000"/>
                  </a:srgbClr>
                </a:solidFill>
                <a:latin typeface="微软雅黑" panose="020B0503020204020204" pitchFamily="34" charset="-122"/>
                <a:ea typeface="微软雅黑" panose="020B0503020204020204" pitchFamily="34" charset="-122"/>
              </a:rPr>
              <a:t>Transformer</a:t>
            </a:r>
            <a:endParaRPr kumimoji="0" lang="zh-CN" altLang="en-US" sz="280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a:p>
            <a:pPr lvl="0">
              <a:spcBef>
                <a:spcPct val="20000"/>
              </a:spcBef>
            </a:pP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2" name="文本框 1">
            <a:extLst>
              <a:ext uri="{FF2B5EF4-FFF2-40B4-BE49-F238E27FC236}">
                <a16:creationId xmlns:a16="http://schemas.microsoft.com/office/drawing/2014/main" id="{D6DE467A-FB0A-2A2D-5675-4CCA09D02CE4}"/>
              </a:ext>
            </a:extLst>
          </p:cNvPr>
          <p:cNvSpPr txBox="1"/>
          <p:nvPr/>
        </p:nvSpPr>
        <p:spPr>
          <a:xfrm>
            <a:off x="193654" y="744048"/>
            <a:ext cx="6109334" cy="461665"/>
          </a:xfrm>
          <a:prstGeom prst="rect">
            <a:avLst/>
          </a:prstGeom>
          <a:noFill/>
        </p:spPr>
        <p:txBody>
          <a:bodyPr wrap="square">
            <a:spAutoFit/>
          </a:bodyPr>
          <a:lstStyle/>
          <a:p>
            <a:r>
              <a:rPr lang="zh-CN" altLang="en-US" sz="2400" b="1" dirty="0">
                <a:solidFill>
                  <a:srgbClr val="268F9C"/>
                </a:solidFill>
                <a:latin typeface="+mn-ea"/>
              </a:rPr>
              <a:t>实验</a:t>
            </a:r>
          </a:p>
        </p:txBody>
      </p:sp>
      <p:pic>
        <p:nvPicPr>
          <p:cNvPr id="5" name="图片 4">
            <a:extLst>
              <a:ext uri="{FF2B5EF4-FFF2-40B4-BE49-F238E27FC236}">
                <a16:creationId xmlns:a16="http://schemas.microsoft.com/office/drawing/2014/main" id="{7A800E29-D15C-92BE-EC52-09D0FD0CA96E}"/>
              </a:ext>
            </a:extLst>
          </p:cNvPr>
          <p:cNvPicPr>
            <a:picLocks noChangeAspect="1"/>
          </p:cNvPicPr>
          <p:nvPr/>
        </p:nvPicPr>
        <p:blipFill>
          <a:blip r:embed="rId3"/>
          <a:stretch>
            <a:fillRect/>
          </a:stretch>
        </p:blipFill>
        <p:spPr>
          <a:xfrm>
            <a:off x="670059" y="3074985"/>
            <a:ext cx="10031418" cy="2167890"/>
          </a:xfrm>
          <a:prstGeom prst="rect">
            <a:avLst/>
          </a:prstGeom>
        </p:spPr>
      </p:pic>
      <p:sp>
        <p:nvSpPr>
          <p:cNvPr id="8" name="文本框 7">
            <a:extLst>
              <a:ext uri="{FF2B5EF4-FFF2-40B4-BE49-F238E27FC236}">
                <a16:creationId xmlns:a16="http://schemas.microsoft.com/office/drawing/2014/main" id="{16F2BFFE-4FD5-D461-0378-E7288DAD8076}"/>
              </a:ext>
            </a:extLst>
          </p:cNvPr>
          <p:cNvSpPr txBox="1"/>
          <p:nvPr/>
        </p:nvSpPr>
        <p:spPr>
          <a:xfrm>
            <a:off x="530260" y="1205713"/>
            <a:ext cx="9368120" cy="1493358"/>
          </a:xfrm>
          <a:prstGeom prst="rect">
            <a:avLst/>
          </a:prstGeom>
          <a:noFill/>
        </p:spPr>
        <p:txBody>
          <a:bodyPr wrap="square">
            <a:spAutoFit/>
          </a:bodyPr>
          <a:lstStyle/>
          <a:p>
            <a:pPr marL="285750" indent="-285750">
              <a:lnSpc>
                <a:spcPts val="2800"/>
              </a:lnSpc>
              <a:buFont typeface="Wingdings" panose="05000000000000000000" pitchFamily="2" charset="2"/>
              <a:buChar char="Ø"/>
            </a:pPr>
            <a:r>
              <a:rPr lang="zh-CN" altLang="en-US" b="1" dirty="0">
                <a:solidFill>
                  <a:srgbClr val="268F9C"/>
                </a:solidFill>
                <a:latin typeface="+mn-ea"/>
              </a:rPr>
              <a:t>实验设置：</a:t>
            </a:r>
            <a:endParaRPr lang="en-US" altLang="zh-CN" b="1" dirty="0">
              <a:solidFill>
                <a:srgbClr val="268F9C"/>
              </a:solidFill>
              <a:latin typeface="+mn-ea"/>
            </a:endParaRPr>
          </a:p>
          <a:p>
            <a:pPr marL="285750" indent="-285750">
              <a:lnSpc>
                <a:spcPts val="2800"/>
              </a:lnSpc>
              <a:buFont typeface="Arial" panose="020B0604020202020204" pitchFamily="34" charset="0"/>
              <a:buChar char="•"/>
            </a:pPr>
            <a:r>
              <a:rPr lang="zh-CN" altLang="en-US" dirty="0">
                <a:latin typeface="+mn-ea"/>
              </a:rPr>
              <a:t>用不同随机化种子初始化多个</a:t>
            </a:r>
            <a:r>
              <a:rPr lang="en-US" altLang="zh-CN" dirty="0" err="1">
                <a:latin typeface="+mn-ea"/>
              </a:rPr>
              <a:t>ViT</a:t>
            </a:r>
            <a:r>
              <a:rPr lang="zh-CN" altLang="en-US" dirty="0">
                <a:latin typeface="+mn-ea"/>
              </a:rPr>
              <a:t>模型，并使用</a:t>
            </a:r>
            <a:r>
              <a:rPr lang="en-US" altLang="zh-CN" dirty="0">
                <a:latin typeface="+mn-ea"/>
              </a:rPr>
              <a:t>CIFAR10</a:t>
            </a:r>
            <a:r>
              <a:rPr lang="zh-CN" altLang="en-US" dirty="0">
                <a:latin typeface="+mn-ea"/>
              </a:rPr>
              <a:t>数据集训练它们</a:t>
            </a:r>
            <a:endParaRPr lang="en-US" altLang="zh-CN" dirty="0">
              <a:latin typeface="+mn-ea"/>
            </a:endParaRPr>
          </a:p>
          <a:p>
            <a:pPr marL="285750" indent="-285750">
              <a:lnSpc>
                <a:spcPts val="2800"/>
              </a:lnSpc>
              <a:buFont typeface="Arial" panose="020B0604020202020204" pitchFamily="34" charset="0"/>
              <a:buChar char="•"/>
            </a:pPr>
            <a:r>
              <a:rPr lang="zh-CN" altLang="en-US" dirty="0">
                <a:latin typeface="+mn-ea"/>
              </a:rPr>
              <a:t>训练完成之后分别使用参数直接平均</a:t>
            </a:r>
            <a:r>
              <a:rPr lang="en-US" altLang="zh-CN" dirty="0">
                <a:latin typeface="+mn-ea"/>
              </a:rPr>
              <a:t>(VF)</a:t>
            </a:r>
            <a:r>
              <a:rPr lang="zh-CN" altLang="en-US" dirty="0">
                <a:latin typeface="+mn-ea"/>
              </a:rPr>
              <a:t>，以及最优传输</a:t>
            </a:r>
            <a:r>
              <a:rPr lang="en-US" altLang="zh-CN" dirty="0">
                <a:latin typeface="+mn-ea"/>
              </a:rPr>
              <a:t>(OT)</a:t>
            </a:r>
            <a:r>
              <a:rPr lang="zh-CN" altLang="en-US" dirty="0">
                <a:latin typeface="+mn-ea"/>
              </a:rPr>
              <a:t>融合他们</a:t>
            </a:r>
            <a:endParaRPr lang="en-US" altLang="zh-CN" dirty="0">
              <a:latin typeface="+mn-ea"/>
            </a:endParaRPr>
          </a:p>
          <a:p>
            <a:pPr>
              <a:lnSpc>
                <a:spcPts val="2800"/>
              </a:lnSpc>
            </a:pPr>
            <a:r>
              <a:rPr lang="en-US" altLang="zh-CN" dirty="0">
                <a:latin typeface="+mn-ea"/>
              </a:rPr>
              <a:t>	</a:t>
            </a:r>
            <a:endParaRPr lang="zh-CN" altLang="en-US" b="1" dirty="0"/>
          </a:p>
        </p:txBody>
      </p:sp>
      <p:sp>
        <p:nvSpPr>
          <p:cNvPr id="4" name="文本框 3">
            <a:extLst>
              <a:ext uri="{FF2B5EF4-FFF2-40B4-BE49-F238E27FC236}">
                <a16:creationId xmlns:a16="http://schemas.microsoft.com/office/drawing/2014/main" id="{66440163-8842-30D9-FE6F-49F041B25603}"/>
              </a:ext>
            </a:extLst>
          </p:cNvPr>
          <p:cNvSpPr txBox="1"/>
          <p:nvPr/>
        </p:nvSpPr>
        <p:spPr>
          <a:xfrm>
            <a:off x="10907486" y="6449406"/>
            <a:ext cx="953142" cy="338554"/>
          </a:xfrm>
          <a:prstGeom prst="rect">
            <a:avLst/>
          </a:prstGeom>
          <a:noFill/>
        </p:spPr>
        <p:txBody>
          <a:bodyPr wrap="square">
            <a:spAutoFit/>
          </a:bodyPr>
          <a:lstStyle/>
          <a:p>
            <a:r>
              <a:rPr lang="en-US" altLang="zh-CN" sz="1600" b="1" dirty="0">
                <a:solidFill>
                  <a:schemeClr val="bg1">
                    <a:lumMod val="50000"/>
                  </a:schemeClr>
                </a:solidFill>
                <a:latin typeface="+mn-ea"/>
              </a:rPr>
              <a:t>18/21</a:t>
            </a:r>
            <a:endParaRPr lang="zh-CN" altLang="en-US" sz="1600" b="1" dirty="0">
              <a:solidFill>
                <a:schemeClr val="bg1">
                  <a:lumMod val="50000"/>
                </a:schemeClr>
              </a:solidFill>
            </a:endParaRPr>
          </a:p>
        </p:txBody>
      </p:sp>
    </p:spTree>
    <p:extLst>
      <p:ext uri="{BB962C8B-B14F-4D97-AF65-F5344CB8AC3E}">
        <p14:creationId xmlns:p14="http://schemas.microsoft.com/office/powerpoint/2010/main" val="16360693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a:spcBef>
                <a:spcPct val="20000"/>
              </a:spcBef>
            </a:pPr>
            <a:r>
              <a:rPr kumimoji="0" lang="en-US" altLang="zh-CN"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4.</a:t>
            </a:r>
            <a:r>
              <a:rPr lang="zh-CN" altLang="en-US" sz="2800" dirty="0">
                <a:solidFill>
                  <a:srgbClr val="000000">
                    <a:lumMod val="75000"/>
                    <a:lumOff val="25000"/>
                  </a:srgbClr>
                </a:solidFill>
                <a:latin typeface="微软雅黑" panose="020B0503020204020204" pitchFamily="34" charset="-122"/>
                <a:ea typeface="微软雅黑" panose="020B0503020204020204" pitchFamily="34" charset="-122"/>
              </a:rPr>
              <a:t>扩展到</a:t>
            </a:r>
            <a:r>
              <a:rPr lang="en-US" altLang="zh-CN" sz="2800" dirty="0">
                <a:solidFill>
                  <a:srgbClr val="000000">
                    <a:lumMod val="75000"/>
                    <a:lumOff val="25000"/>
                  </a:srgbClr>
                </a:solidFill>
                <a:latin typeface="微软雅黑" panose="020B0503020204020204" pitchFamily="34" charset="-122"/>
                <a:ea typeface="微软雅黑" panose="020B0503020204020204" pitchFamily="34" charset="-122"/>
              </a:rPr>
              <a:t>Transformer</a:t>
            </a:r>
            <a:endParaRPr kumimoji="0" lang="zh-CN" altLang="en-US" sz="280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a:p>
            <a:pPr lvl="0">
              <a:spcBef>
                <a:spcPct val="20000"/>
              </a:spcBef>
            </a:pP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2" name="文本框 1">
            <a:extLst>
              <a:ext uri="{FF2B5EF4-FFF2-40B4-BE49-F238E27FC236}">
                <a16:creationId xmlns:a16="http://schemas.microsoft.com/office/drawing/2014/main" id="{D6DE467A-FB0A-2A2D-5675-4CCA09D02CE4}"/>
              </a:ext>
            </a:extLst>
          </p:cNvPr>
          <p:cNvSpPr txBox="1"/>
          <p:nvPr/>
        </p:nvSpPr>
        <p:spPr>
          <a:xfrm>
            <a:off x="193654" y="744048"/>
            <a:ext cx="6109334" cy="461665"/>
          </a:xfrm>
          <a:prstGeom prst="rect">
            <a:avLst/>
          </a:prstGeom>
          <a:noFill/>
        </p:spPr>
        <p:txBody>
          <a:bodyPr wrap="square">
            <a:spAutoFit/>
          </a:bodyPr>
          <a:lstStyle/>
          <a:p>
            <a:r>
              <a:rPr lang="zh-CN" altLang="en-US" sz="2400" b="1" dirty="0">
                <a:solidFill>
                  <a:srgbClr val="268F9C"/>
                </a:solidFill>
                <a:latin typeface="+mn-ea"/>
              </a:rPr>
              <a:t>实验</a:t>
            </a:r>
          </a:p>
        </p:txBody>
      </p:sp>
      <p:sp>
        <p:nvSpPr>
          <p:cNvPr id="8" name="文本框 7">
            <a:extLst>
              <a:ext uri="{FF2B5EF4-FFF2-40B4-BE49-F238E27FC236}">
                <a16:creationId xmlns:a16="http://schemas.microsoft.com/office/drawing/2014/main" id="{16F2BFFE-4FD5-D461-0378-E7288DAD8076}"/>
              </a:ext>
            </a:extLst>
          </p:cNvPr>
          <p:cNvSpPr txBox="1"/>
          <p:nvPr/>
        </p:nvSpPr>
        <p:spPr>
          <a:xfrm>
            <a:off x="530260" y="1205713"/>
            <a:ext cx="9368120" cy="1134285"/>
          </a:xfrm>
          <a:prstGeom prst="rect">
            <a:avLst/>
          </a:prstGeom>
          <a:noFill/>
        </p:spPr>
        <p:txBody>
          <a:bodyPr wrap="square">
            <a:spAutoFit/>
          </a:bodyPr>
          <a:lstStyle/>
          <a:p>
            <a:pPr marL="285750" indent="-285750">
              <a:lnSpc>
                <a:spcPts val="2800"/>
              </a:lnSpc>
              <a:buFont typeface="Wingdings" panose="05000000000000000000" pitchFamily="2" charset="2"/>
              <a:buChar char="Ø"/>
            </a:pPr>
            <a:r>
              <a:rPr lang="zh-CN" altLang="en-US" b="1" dirty="0">
                <a:solidFill>
                  <a:srgbClr val="268F9C"/>
                </a:solidFill>
                <a:latin typeface="+mn-ea"/>
              </a:rPr>
              <a:t>作者可视化了相应的损失函数的梯度图：</a:t>
            </a:r>
            <a:endParaRPr lang="en-US" altLang="zh-CN" b="1" dirty="0">
              <a:solidFill>
                <a:srgbClr val="268F9C"/>
              </a:solidFill>
              <a:latin typeface="+mn-ea"/>
            </a:endParaRPr>
          </a:p>
          <a:p>
            <a:pPr marL="285750" indent="-285750">
              <a:lnSpc>
                <a:spcPts val="2800"/>
              </a:lnSpc>
              <a:buFont typeface="Arial" panose="020B0604020202020204" pitchFamily="34" charset="0"/>
              <a:buChar char="•"/>
            </a:pPr>
            <a:r>
              <a:rPr lang="zh-CN" altLang="en-US" dirty="0">
                <a:latin typeface="+mn-ea"/>
              </a:rPr>
              <a:t>由图可知，融合后的模型与融合前的模型在同一个局部最优值区域</a:t>
            </a:r>
            <a:endParaRPr lang="en-US" altLang="zh-CN" dirty="0">
              <a:latin typeface="+mn-ea"/>
            </a:endParaRPr>
          </a:p>
          <a:p>
            <a:pPr>
              <a:lnSpc>
                <a:spcPts val="2800"/>
              </a:lnSpc>
            </a:pPr>
            <a:r>
              <a:rPr lang="en-US" altLang="zh-CN" dirty="0">
                <a:latin typeface="+mn-ea"/>
              </a:rPr>
              <a:t>	</a:t>
            </a:r>
            <a:endParaRPr lang="zh-CN" altLang="en-US" b="1" dirty="0"/>
          </a:p>
        </p:txBody>
      </p:sp>
      <p:pic>
        <p:nvPicPr>
          <p:cNvPr id="6" name="图片 5">
            <a:extLst>
              <a:ext uri="{FF2B5EF4-FFF2-40B4-BE49-F238E27FC236}">
                <a16:creationId xmlns:a16="http://schemas.microsoft.com/office/drawing/2014/main" id="{37C4461C-ED05-8BF0-A140-85B90DB1B820}"/>
              </a:ext>
            </a:extLst>
          </p:cNvPr>
          <p:cNvPicPr>
            <a:picLocks noChangeAspect="1"/>
          </p:cNvPicPr>
          <p:nvPr/>
        </p:nvPicPr>
        <p:blipFill>
          <a:blip r:embed="rId3"/>
          <a:stretch>
            <a:fillRect/>
          </a:stretch>
        </p:blipFill>
        <p:spPr>
          <a:xfrm>
            <a:off x="3088301" y="2810794"/>
            <a:ext cx="4972050" cy="3894332"/>
          </a:xfrm>
          <a:prstGeom prst="rect">
            <a:avLst/>
          </a:prstGeom>
        </p:spPr>
      </p:pic>
      <p:sp>
        <p:nvSpPr>
          <p:cNvPr id="4" name="文本框 3">
            <a:extLst>
              <a:ext uri="{FF2B5EF4-FFF2-40B4-BE49-F238E27FC236}">
                <a16:creationId xmlns:a16="http://schemas.microsoft.com/office/drawing/2014/main" id="{4453261F-BFE9-A525-2607-787D01047FAA}"/>
              </a:ext>
            </a:extLst>
          </p:cNvPr>
          <p:cNvSpPr txBox="1"/>
          <p:nvPr/>
        </p:nvSpPr>
        <p:spPr>
          <a:xfrm>
            <a:off x="10907486" y="6449406"/>
            <a:ext cx="953142" cy="338554"/>
          </a:xfrm>
          <a:prstGeom prst="rect">
            <a:avLst/>
          </a:prstGeom>
          <a:noFill/>
        </p:spPr>
        <p:txBody>
          <a:bodyPr wrap="square">
            <a:spAutoFit/>
          </a:bodyPr>
          <a:lstStyle/>
          <a:p>
            <a:r>
              <a:rPr lang="en-US" altLang="zh-CN" sz="1600" b="1" dirty="0">
                <a:solidFill>
                  <a:schemeClr val="bg1">
                    <a:lumMod val="50000"/>
                  </a:schemeClr>
                </a:solidFill>
                <a:latin typeface="+mn-ea"/>
              </a:rPr>
              <a:t>19/21</a:t>
            </a:r>
            <a:endParaRPr lang="zh-CN" altLang="en-US" sz="1600" b="1" dirty="0">
              <a:solidFill>
                <a:schemeClr val="bg1">
                  <a:lumMod val="50000"/>
                </a:schemeClr>
              </a:solidFill>
            </a:endParaRPr>
          </a:p>
        </p:txBody>
      </p:sp>
    </p:spTree>
    <p:extLst>
      <p:ext uri="{BB962C8B-B14F-4D97-AF65-F5344CB8AC3E}">
        <p14:creationId xmlns:p14="http://schemas.microsoft.com/office/powerpoint/2010/main" val="42067997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a:spcBef>
                <a:spcPct val="20000"/>
              </a:spcBef>
            </a:pPr>
            <a:r>
              <a:rPr kumimoji="0" lang="en-US" altLang="zh-CN"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4.</a:t>
            </a:r>
            <a:r>
              <a:rPr lang="zh-CN" altLang="en-US" sz="2800" dirty="0">
                <a:solidFill>
                  <a:srgbClr val="000000">
                    <a:lumMod val="75000"/>
                    <a:lumOff val="25000"/>
                  </a:srgbClr>
                </a:solidFill>
                <a:latin typeface="微软雅黑" panose="020B0503020204020204" pitchFamily="34" charset="-122"/>
                <a:ea typeface="微软雅黑" panose="020B0503020204020204" pitchFamily="34" charset="-122"/>
              </a:rPr>
              <a:t>扩展到</a:t>
            </a:r>
            <a:r>
              <a:rPr lang="en-US" altLang="zh-CN" sz="2800" dirty="0">
                <a:solidFill>
                  <a:srgbClr val="000000">
                    <a:lumMod val="75000"/>
                    <a:lumOff val="25000"/>
                  </a:srgbClr>
                </a:solidFill>
                <a:latin typeface="微软雅黑" panose="020B0503020204020204" pitchFamily="34" charset="-122"/>
                <a:ea typeface="微软雅黑" panose="020B0503020204020204" pitchFamily="34" charset="-122"/>
              </a:rPr>
              <a:t>Transformer</a:t>
            </a:r>
            <a:endParaRPr kumimoji="0" lang="zh-CN" altLang="en-US" sz="280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a:p>
            <a:pPr lvl="0">
              <a:spcBef>
                <a:spcPct val="20000"/>
              </a:spcBef>
            </a:pP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2" name="文本框 1">
            <a:extLst>
              <a:ext uri="{FF2B5EF4-FFF2-40B4-BE49-F238E27FC236}">
                <a16:creationId xmlns:a16="http://schemas.microsoft.com/office/drawing/2014/main" id="{D6DE467A-FB0A-2A2D-5675-4CCA09D02CE4}"/>
              </a:ext>
            </a:extLst>
          </p:cNvPr>
          <p:cNvSpPr txBox="1"/>
          <p:nvPr/>
        </p:nvSpPr>
        <p:spPr>
          <a:xfrm>
            <a:off x="193654" y="744048"/>
            <a:ext cx="6109334" cy="461665"/>
          </a:xfrm>
          <a:prstGeom prst="rect">
            <a:avLst/>
          </a:prstGeom>
          <a:noFill/>
        </p:spPr>
        <p:txBody>
          <a:bodyPr wrap="square">
            <a:spAutoFit/>
          </a:bodyPr>
          <a:lstStyle/>
          <a:p>
            <a:r>
              <a:rPr lang="zh-CN" altLang="en-US" sz="2400" b="1" dirty="0">
                <a:solidFill>
                  <a:srgbClr val="268F9C"/>
                </a:solidFill>
                <a:latin typeface="+mn-ea"/>
              </a:rPr>
              <a:t>实验</a:t>
            </a:r>
          </a:p>
        </p:txBody>
      </p:sp>
      <p:sp>
        <p:nvSpPr>
          <p:cNvPr id="8" name="文本框 7">
            <a:extLst>
              <a:ext uri="{FF2B5EF4-FFF2-40B4-BE49-F238E27FC236}">
                <a16:creationId xmlns:a16="http://schemas.microsoft.com/office/drawing/2014/main" id="{16F2BFFE-4FD5-D461-0378-E7288DAD8076}"/>
              </a:ext>
            </a:extLst>
          </p:cNvPr>
          <p:cNvSpPr txBox="1"/>
          <p:nvPr/>
        </p:nvSpPr>
        <p:spPr>
          <a:xfrm>
            <a:off x="530260" y="1205713"/>
            <a:ext cx="9368120" cy="1852430"/>
          </a:xfrm>
          <a:prstGeom prst="rect">
            <a:avLst/>
          </a:prstGeom>
          <a:noFill/>
        </p:spPr>
        <p:txBody>
          <a:bodyPr wrap="square">
            <a:spAutoFit/>
          </a:bodyPr>
          <a:lstStyle/>
          <a:p>
            <a:pPr marL="285750" indent="-285750">
              <a:lnSpc>
                <a:spcPts val="2800"/>
              </a:lnSpc>
              <a:buFont typeface="Wingdings" panose="05000000000000000000" pitchFamily="2" charset="2"/>
              <a:buChar char="Ø"/>
            </a:pPr>
            <a:r>
              <a:rPr lang="zh-CN" altLang="en-US" b="1" dirty="0">
                <a:solidFill>
                  <a:srgbClr val="268F9C"/>
                </a:solidFill>
                <a:latin typeface="+mn-ea"/>
              </a:rPr>
              <a:t>融合后微调：</a:t>
            </a:r>
            <a:endParaRPr lang="en-US" altLang="zh-CN" b="1" dirty="0">
              <a:solidFill>
                <a:srgbClr val="268F9C"/>
              </a:solidFill>
              <a:latin typeface="+mn-ea"/>
            </a:endParaRPr>
          </a:p>
          <a:p>
            <a:pPr marL="285750" indent="-285750">
              <a:lnSpc>
                <a:spcPts val="2800"/>
              </a:lnSpc>
              <a:buFont typeface="Arial" panose="020B0604020202020204" pitchFamily="34" charset="0"/>
              <a:buChar char="•"/>
            </a:pPr>
            <a:r>
              <a:rPr lang="zh-CN" altLang="en-US" dirty="0">
                <a:latin typeface="+mn-ea"/>
              </a:rPr>
              <a:t>用不同随机化种子初始化多个</a:t>
            </a:r>
            <a:r>
              <a:rPr lang="en-US" altLang="zh-CN" dirty="0" err="1">
                <a:latin typeface="+mn-ea"/>
              </a:rPr>
              <a:t>ViT</a:t>
            </a:r>
            <a:r>
              <a:rPr lang="zh-CN" altLang="en-US" dirty="0">
                <a:latin typeface="+mn-ea"/>
              </a:rPr>
              <a:t>模型，并使用</a:t>
            </a:r>
            <a:r>
              <a:rPr lang="en-US" altLang="zh-CN" dirty="0">
                <a:latin typeface="+mn-ea"/>
              </a:rPr>
              <a:t>CIFAR100</a:t>
            </a:r>
            <a:r>
              <a:rPr lang="zh-CN" altLang="en-US" dirty="0">
                <a:latin typeface="+mn-ea"/>
              </a:rPr>
              <a:t>数据集训练它们</a:t>
            </a:r>
            <a:endParaRPr lang="en-US" altLang="zh-CN" dirty="0">
              <a:latin typeface="+mn-ea"/>
            </a:endParaRPr>
          </a:p>
          <a:p>
            <a:pPr marL="285750" indent="-285750">
              <a:lnSpc>
                <a:spcPts val="2800"/>
              </a:lnSpc>
              <a:buFont typeface="Arial" panose="020B0604020202020204" pitchFamily="34" charset="0"/>
              <a:buChar char="•"/>
            </a:pPr>
            <a:r>
              <a:rPr lang="zh-CN" altLang="en-US" dirty="0">
                <a:latin typeface="+mn-ea"/>
              </a:rPr>
              <a:t>用不同方法融合后再进行少量微调</a:t>
            </a:r>
            <a:endParaRPr lang="en-US" altLang="zh-CN" dirty="0">
              <a:latin typeface="+mn-ea"/>
            </a:endParaRPr>
          </a:p>
          <a:p>
            <a:pPr marL="285750" indent="-285750">
              <a:lnSpc>
                <a:spcPts val="2800"/>
              </a:lnSpc>
              <a:buFont typeface="Arial" panose="020B0604020202020204" pitchFamily="34" charset="0"/>
              <a:buChar char="•"/>
            </a:pPr>
            <a:r>
              <a:rPr lang="en-US" altLang="zh-CN" dirty="0">
                <a:latin typeface="+mn-ea"/>
              </a:rPr>
              <a:t>ENS.</a:t>
            </a:r>
            <a:r>
              <a:rPr lang="zh-CN" altLang="en-US" dirty="0">
                <a:latin typeface="+mn-ea"/>
              </a:rPr>
              <a:t>代表的集成方法</a:t>
            </a:r>
            <a:endParaRPr lang="en-US" altLang="zh-CN" dirty="0">
              <a:latin typeface="+mn-ea"/>
            </a:endParaRPr>
          </a:p>
          <a:p>
            <a:pPr>
              <a:lnSpc>
                <a:spcPts val="2800"/>
              </a:lnSpc>
            </a:pPr>
            <a:r>
              <a:rPr lang="en-US" altLang="zh-CN" dirty="0">
                <a:latin typeface="+mn-ea"/>
              </a:rPr>
              <a:t>	</a:t>
            </a:r>
            <a:endParaRPr lang="zh-CN" altLang="en-US" b="1" dirty="0"/>
          </a:p>
        </p:txBody>
      </p:sp>
      <p:pic>
        <p:nvPicPr>
          <p:cNvPr id="5" name="图片 4">
            <a:extLst>
              <a:ext uri="{FF2B5EF4-FFF2-40B4-BE49-F238E27FC236}">
                <a16:creationId xmlns:a16="http://schemas.microsoft.com/office/drawing/2014/main" id="{E54DA858-1C20-A07C-B1B8-FCA6E17670D2}"/>
              </a:ext>
            </a:extLst>
          </p:cNvPr>
          <p:cNvPicPr>
            <a:picLocks noChangeAspect="1"/>
          </p:cNvPicPr>
          <p:nvPr/>
        </p:nvPicPr>
        <p:blipFill>
          <a:blip r:embed="rId3"/>
          <a:stretch>
            <a:fillRect/>
          </a:stretch>
        </p:blipFill>
        <p:spPr>
          <a:xfrm>
            <a:off x="678180" y="3336928"/>
            <a:ext cx="10332720" cy="2541291"/>
          </a:xfrm>
          <a:prstGeom prst="rect">
            <a:avLst/>
          </a:prstGeom>
        </p:spPr>
      </p:pic>
      <p:sp>
        <p:nvSpPr>
          <p:cNvPr id="4" name="文本框 3">
            <a:extLst>
              <a:ext uri="{FF2B5EF4-FFF2-40B4-BE49-F238E27FC236}">
                <a16:creationId xmlns:a16="http://schemas.microsoft.com/office/drawing/2014/main" id="{481378AA-990E-C1EC-A328-442CCEA375A5}"/>
              </a:ext>
            </a:extLst>
          </p:cNvPr>
          <p:cNvSpPr txBox="1"/>
          <p:nvPr/>
        </p:nvSpPr>
        <p:spPr>
          <a:xfrm>
            <a:off x="10907486" y="6449406"/>
            <a:ext cx="953142" cy="338554"/>
          </a:xfrm>
          <a:prstGeom prst="rect">
            <a:avLst/>
          </a:prstGeom>
          <a:noFill/>
        </p:spPr>
        <p:txBody>
          <a:bodyPr wrap="square">
            <a:spAutoFit/>
          </a:bodyPr>
          <a:lstStyle/>
          <a:p>
            <a:r>
              <a:rPr lang="en-US" altLang="zh-CN" sz="1600" b="1" dirty="0">
                <a:solidFill>
                  <a:schemeClr val="bg1">
                    <a:lumMod val="50000"/>
                  </a:schemeClr>
                </a:solidFill>
                <a:latin typeface="+mn-ea"/>
              </a:rPr>
              <a:t>20/21</a:t>
            </a:r>
            <a:endParaRPr lang="zh-CN" altLang="en-US" sz="1600" b="1" dirty="0">
              <a:solidFill>
                <a:schemeClr val="bg1">
                  <a:lumMod val="50000"/>
                </a:schemeClr>
              </a:solidFill>
            </a:endParaRPr>
          </a:p>
        </p:txBody>
      </p:sp>
    </p:spTree>
    <p:extLst>
      <p:ext uri="{BB962C8B-B14F-4D97-AF65-F5344CB8AC3E}">
        <p14:creationId xmlns:p14="http://schemas.microsoft.com/office/powerpoint/2010/main" val="24109100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B5BD-4D8F-BD41-EF00-84CD1B4AFFA2}"/>
            </a:ext>
          </a:extLst>
        </p:cNvPr>
        <p:cNvGrpSpPr/>
        <p:nvPr/>
      </p:nvGrpSpPr>
      <p:grpSpPr>
        <a:xfrm>
          <a:off x="0" y="0"/>
          <a:ext cx="0" cy="0"/>
          <a:chOff x="0" y="0"/>
          <a:chExt cx="0" cy="0"/>
        </a:xfrm>
      </p:grpSpPr>
      <p:sp>
        <p:nvSpPr>
          <p:cNvPr id="3" name="标题 4">
            <a:extLst>
              <a:ext uri="{FF2B5EF4-FFF2-40B4-BE49-F238E27FC236}">
                <a16:creationId xmlns:a16="http://schemas.microsoft.com/office/drawing/2014/main" id="{9436878A-C9CA-2FAE-74B5-A11616112B9E}"/>
              </a:ext>
            </a:extLst>
          </p:cNvPr>
          <p:cNvSpPr txBox="1"/>
          <p:nvPr userDrawn="1"/>
        </p:nvSpPr>
        <p:spPr>
          <a:xfrm>
            <a:off x="1158408" y="152874"/>
            <a:ext cx="10585337" cy="542617"/>
          </a:xfrm>
          <a:prstGeom prst="rect">
            <a:avLst/>
          </a:prstGeom>
        </p:spPr>
        <p:txBody>
          <a:bodyPr vert="horz" lIns="91440" tIns="45721" rIns="91440" bIns="45721" rtlCol="0">
            <a:noAutofit/>
          </a:bodyPr>
          <a:lstStyle>
            <a:lvl1pPr algn="l" defTabSz="914400" rtl="0" eaLnBrk="1" latinLnBrk="0" hangingPunct="1">
              <a:lnSpc>
                <a:spcPct val="90000"/>
              </a:lnSpc>
              <a:spcBef>
                <a:spcPct val="0"/>
              </a:spcBef>
              <a:buNone/>
              <a:defRPr lang="zh-CN" altLang="en-US" sz="24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pPr>
              <a:spcBef>
                <a:spcPct val="20000"/>
              </a:spcBef>
            </a:pPr>
            <a:r>
              <a:rPr kumimoji="0" lang="en-US" altLang="zh-CN"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4.</a:t>
            </a:r>
            <a:r>
              <a:rPr lang="zh-CN" altLang="en-US" sz="2800" dirty="0">
                <a:solidFill>
                  <a:srgbClr val="000000">
                    <a:lumMod val="75000"/>
                    <a:lumOff val="25000"/>
                  </a:srgbClr>
                </a:solidFill>
                <a:latin typeface="微软雅黑" panose="020B0503020204020204" pitchFamily="34" charset="-122"/>
                <a:ea typeface="微软雅黑" panose="020B0503020204020204" pitchFamily="34" charset="-122"/>
              </a:rPr>
              <a:t>扩展到</a:t>
            </a:r>
            <a:r>
              <a:rPr lang="en-US" altLang="zh-CN" sz="2800" dirty="0">
                <a:solidFill>
                  <a:srgbClr val="000000">
                    <a:lumMod val="75000"/>
                    <a:lumOff val="25000"/>
                  </a:srgbClr>
                </a:solidFill>
                <a:latin typeface="微软雅黑" panose="020B0503020204020204" pitchFamily="34" charset="-122"/>
                <a:ea typeface="微软雅黑" panose="020B0503020204020204" pitchFamily="34" charset="-122"/>
              </a:rPr>
              <a:t>Transformer</a:t>
            </a:r>
            <a:endParaRPr kumimoji="0" lang="zh-CN" altLang="en-US" sz="280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a:p>
            <a:pPr lvl="0">
              <a:spcBef>
                <a:spcPct val="20000"/>
              </a:spcBef>
            </a:pPr>
            <a:endParaRPr kumimoji="0" lang="zh-CN" altLang="en-US" sz="2800" b="1"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2" name="文本框 1">
            <a:extLst>
              <a:ext uri="{FF2B5EF4-FFF2-40B4-BE49-F238E27FC236}">
                <a16:creationId xmlns:a16="http://schemas.microsoft.com/office/drawing/2014/main" id="{D6DE467A-FB0A-2A2D-5675-4CCA09D02CE4}"/>
              </a:ext>
            </a:extLst>
          </p:cNvPr>
          <p:cNvSpPr txBox="1"/>
          <p:nvPr/>
        </p:nvSpPr>
        <p:spPr>
          <a:xfrm>
            <a:off x="193654" y="744048"/>
            <a:ext cx="6109334" cy="461665"/>
          </a:xfrm>
          <a:prstGeom prst="rect">
            <a:avLst/>
          </a:prstGeom>
          <a:noFill/>
        </p:spPr>
        <p:txBody>
          <a:bodyPr wrap="square">
            <a:spAutoFit/>
          </a:bodyPr>
          <a:lstStyle/>
          <a:p>
            <a:r>
              <a:rPr lang="zh-CN" altLang="en-US" sz="2400" b="1" dirty="0">
                <a:solidFill>
                  <a:srgbClr val="268F9C"/>
                </a:solidFill>
                <a:latin typeface="+mn-ea"/>
              </a:rPr>
              <a:t>实验</a:t>
            </a:r>
          </a:p>
        </p:txBody>
      </p:sp>
      <p:sp>
        <p:nvSpPr>
          <p:cNvPr id="8" name="文本框 7">
            <a:extLst>
              <a:ext uri="{FF2B5EF4-FFF2-40B4-BE49-F238E27FC236}">
                <a16:creationId xmlns:a16="http://schemas.microsoft.com/office/drawing/2014/main" id="{16F2BFFE-4FD5-D461-0378-E7288DAD8076}"/>
              </a:ext>
            </a:extLst>
          </p:cNvPr>
          <p:cNvSpPr txBox="1"/>
          <p:nvPr/>
        </p:nvSpPr>
        <p:spPr>
          <a:xfrm>
            <a:off x="530260" y="1205713"/>
            <a:ext cx="9368120" cy="775212"/>
          </a:xfrm>
          <a:prstGeom prst="rect">
            <a:avLst/>
          </a:prstGeom>
          <a:noFill/>
        </p:spPr>
        <p:txBody>
          <a:bodyPr wrap="square">
            <a:spAutoFit/>
          </a:bodyPr>
          <a:lstStyle/>
          <a:p>
            <a:pPr marL="285750" indent="-285750">
              <a:lnSpc>
                <a:spcPts val="2800"/>
              </a:lnSpc>
              <a:buFont typeface="Wingdings" panose="05000000000000000000" pitchFamily="2" charset="2"/>
              <a:buChar char="Ø"/>
            </a:pPr>
            <a:r>
              <a:rPr lang="zh-CN" altLang="en-US" b="1" dirty="0">
                <a:solidFill>
                  <a:srgbClr val="268F9C"/>
                </a:solidFill>
                <a:latin typeface="+mn-ea"/>
              </a:rPr>
              <a:t>作者还可视化了不同方法获得模型的微调损失曲线图：</a:t>
            </a:r>
            <a:endParaRPr lang="en-US" altLang="zh-CN" b="1" dirty="0">
              <a:solidFill>
                <a:srgbClr val="268F9C"/>
              </a:solidFill>
              <a:latin typeface="+mn-ea"/>
            </a:endParaRPr>
          </a:p>
          <a:p>
            <a:pPr marL="285750" indent="-285750">
              <a:lnSpc>
                <a:spcPts val="2800"/>
              </a:lnSpc>
              <a:buFont typeface="Arial" panose="020B0604020202020204" pitchFamily="34" charset="0"/>
              <a:buChar char="•"/>
            </a:pPr>
            <a:r>
              <a:rPr lang="zh-CN" altLang="en-US" dirty="0">
                <a:latin typeface="+mn-ea"/>
              </a:rPr>
              <a:t>由图可得，在</a:t>
            </a:r>
            <a:r>
              <a:rPr lang="en-US" altLang="zh-CN" dirty="0">
                <a:latin typeface="+mn-ea"/>
              </a:rPr>
              <a:t>10</a:t>
            </a:r>
            <a:r>
              <a:rPr lang="zh-CN" altLang="en-US" dirty="0">
                <a:latin typeface="+mn-ea"/>
              </a:rPr>
              <a:t>个</a:t>
            </a:r>
            <a:r>
              <a:rPr lang="en-US" altLang="zh-CN" dirty="0">
                <a:latin typeface="+mn-ea"/>
              </a:rPr>
              <a:t>Epochs</a:t>
            </a:r>
            <a:r>
              <a:rPr lang="zh-CN" altLang="en-US" dirty="0">
                <a:latin typeface="+mn-ea"/>
              </a:rPr>
              <a:t>后，通过最优传输融合的</a:t>
            </a:r>
            <a:r>
              <a:rPr lang="en-US" altLang="zh-CN" dirty="0" err="1">
                <a:latin typeface="+mn-ea"/>
              </a:rPr>
              <a:t>ViT</a:t>
            </a:r>
            <a:r>
              <a:rPr lang="zh-CN" altLang="en-US" dirty="0">
                <a:latin typeface="+mn-ea"/>
              </a:rPr>
              <a:t>模型就基本收敛</a:t>
            </a:r>
            <a:r>
              <a:rPr lang="en-US" altLang="zh-CN" dirty="0">
                <a:latin typeface="+mn-ea"/>
              </a:rPr>
              <a:t>	</a:t>
            </a:r>
            <a:endParaRPr lang="zh-CN" altLang="en-US" b="1" dirty="0"/>
          </a:p>
        </p:txBody>
      </p:sp>
      <p:pic>
        <p:nvPicPr>
          <p:cNvPr id="9" name="图片 8">
            <a:extLst>
              <a:ext uri="{FF2B5EF4-FFF2-40B4-BE49-F238E27FC236}">
                <a16:creationId xmlns:a16="http://schemas.microsoft.com/office/drawing/2014/main" id="{77F6B5B8-E644-94D2-65A5-B9E26B41B496}"/>
              </a:ext>
            </a:extLst>
          </p:cNvPr>
          <p:cNvPicPr>
            <a:picLocks noChangeAspect="1"/>
          </p:cNvPicPr>
          <p:nvPr/>
        </p:nvPicPr>
        <p:blipFill>
          <a:blip r:embed="rId3"/>
          <a:stretch>
            <a:fillRect/>
          </a:stretch>
        </p:blipFill>
        <p:spPr>
          <a:xfrm>
            <a:off x="1867168" y="2491147"/>
            <a:ext cx="8031212" cy="4120629"/>
          </a:xfrm>
          <a:prstGeom prst="rect">
            <a:avLst/>
          </a:prstGeom>
        </p:spPr>
      </p:pic>
      <p:sp>
        <p:nvSpPr>
          <p:cNvPr id="4" name="文本框 3">
            <a:extLst>
              <a:ext uri="{FF2B5EF4-FFF2-40B4-BE49-F238E27FC236}">
                <a16:creationId xmlns:a16="http://schemas.microsoft.com/office/drawing/2014/main" id="{8C46639C-1695-7899-A5E4-3271C175C7F2}"/>
              </a:ext>
            </a:extLst>
          </p:cNvPr>
          <p:cNvSpPr txBox="1"/>
          <p:nvPr/>
        </p:nvSpPr>
        <p:spPr>
          <a:xfrm>
            <a:off x="10907486" y="6449406"/>
            <a:ext cx="953142" cy="338554"/>
          </a:xfrm>
          <a:prstGeom prst="rect">
            <a:avLst/>
          </a:prstGeom>
          <a:noFill/>
        </p:spPr>
        <p:txBody>
          <a:bodyPr wrap="square">
            <a:spAutoFit/>
          </a:bodyPr>
          <a:lstStyle/>
          <a:p>
            <a:r>
              <a:rPr lang="en-US" altLang="zh-CN" sz="1600" b="1" dirty="0">
                <a:solidFill>
                  <a:schemeClr val="bg1">
                    <a:lumMod val="50000"/>
                  </a:schemeClr>
                </a:solidFill>
                <a:latin typeface="+mn-ea"/>
              </a:rPr>
              <a:t>21/21</a:t>
            </a:r>
            <a:endParaRPr lang="zh-CN" altLang="en-US" sz="1600" b="1" dirty="0">
              <a:solidFill>
                <a:schemeClr val="bg1">
                  <a:lumMod val="50000"/>
                </a:schemeClr>
              </a:solidFill>
            </a:endParaRPr>
          </a:p>
        </p:txBody>
      </p:sp>
    </p:spTree>
    <p:extLst>
      <p:ext uri="{BB962C8B-B14F-4D97-AF65-F5344CB8AC3E}">
        <p14:creationId xmlns:p14="http://schemas.microsoft.com/office/powerpoint/2010/main" val="12713815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228592" y="776798"/>
            <a:ext cx="5070060" cy="5454498"/>
          </a:xfrm>
          <a:prstGeom prst="rect">
            <a:avLst/>
          </a:prstGeom>
          <a:effectLst>
            <a:innerShdw blurRad="63500" dist="50800" dir="16200000">
              <a:prstClr val="black">
                <a:alpha val="50000"/>
              </a:prstClr>
            </a:innerShdw>
          </a:effectLst>
        </p:spPr>
      </p:pic>
      <p:sp>
        <p:nvSpPr>
          <p:cNvPr id="4" name="TextBox 13"/>
          <p:cNvSpPr txBox="1"/>
          <p:nvPr/>
        </p:nvSpPr>
        <p:spPr>
          <a:xfrm>
            <a:off x="6625590" y="2456034"/>
            <a:ext cx="3696764" cy="1200329"/>
          </a:xfrm>
          <a:prstGeom prst="rect">
            <a:avLst/>
          </a:prstGeom>
          <a:noFill/>
        </p:spPr>
        <p:txBody>
          <a:bodyPr wrap="square" rtlCol="0">
            <a:spAutoFit/>
          </a:bodyPr>
          <a:lstStyle/>
          <a:p>
            <a:pPr lvl="0" algn="ctr">
              <a:defRPr/>
            </a:pPr>
            <a:r>
              <a:rPr lang="zh-CN" altLang="en-US" sz="3600" dirty="0">
                <a:latin typeface="Lato" panose="020F0502020204030203" pitchFamily="34" charset="0"/>
                <a:ea typeface="+mj-ea"/>
              </a:rPr>
              <a:t>谢谢倾听</a:t>
            </a:r>
            <a:endParaRPr lang="en-US" altLang="zh-CN" sz="3600" dirty="0">
              <a:latin typeface="Lato" panose="020F0502020204030203" pitchFamily="34" charset="0"/>
              <a:ea typeface="+mj-ea"/>
            </a:endParaRPr>
          </a:p>
          <a:p>
            <a:pPr lvl="0" algn="ctr">
              <a:defRPr/>
            </a:pPr>
            <a:r>
              <a:rPr lang="zh-CN" altLang="en-US" sz="3600" dirty="0">
                <a:latin typeface="Lato" panose="020F0502020204030203" pitchFamily="34" charset="0"/>
                <a:ea typeface="+mj-ea"/>
              </a:rPr>
              <a:t>请老师批评指正</a:t>
            </a:r>
            <a:endParaRPr lang="en-US" altLang="zh-CN" sz="3600" dirty="0">
              <a:latin typeface="+mj-ea"/>
              <a:ea typeface="+mj-ea"/>
            </a:endParaRPr>
          </a:p>
        </p:txBody>
      </p:sp>
      <p:grpSp>
        <p:nvGrpSpPr>
          <p:cNvPr id="5" name="组合 4"/>
          <p:cNvGrpSpPr/>
          <p:nvPr/>
        </p:nvGrpSpPr>
        <p:grpSpPr>
          <a:xfrm>
            <a:off x="5741065" y="3837410"/>
            <a:ext cx="5863771" cy="57767"/>
            <a:chOff x="5280505" y="3963496"/>
            <a:chExt cx="5863771" cy="57767"/>
          </a:xfrm>
          <a:solidFill>
            <a:schemeClr val="tx1"/>
          </a:solidFill>
        </p:grpSpPr>
        <p:sp>
          <p:nvSpPr>
            <p:cNvPr id="6" name="任意多边形 16"/>
            <p:cNvSpPr/>
            <p:nvPr/>
          </p:nvSpPr>
          <p:spPr>
            <a:xfrm>
              <a:off x="5280505" y="3992380"/>
              <a:ext cx="5863771" cy="0"/>
            </a:xfrm>
            <a:custGeom>
              <a:avLst/>
              <a:gdLst>
                <a:gd name="connsiteX0" fmla="*/ 0 w 5863771"/>
                <a:gd name="connsiteY0" fmla="*/ 0 h 0"/>
                <a:gd name="connsiteX1" fmla="*/ 58057 w 5863771"/>
                <a:gd name="connsiteY1" fmla="*/ 0 h 0"/>
                <a:gd name="connsiteX2" fmla="*/ 5863771 w 5863771"/>
                <a:gd name="connsiteY2" fmla="*/ 0 h 0"/>
              </a:gdLst>
              <a:ahLst/>
              <a:cxnLst>
                <a:cxn ang="0">
                  <a:pos x="connsiteX0" y="connsiteY0"/>
                </a:cxn>
                <a:cxn ang="0">
                  <a:pos x="connsiteX1" y="connsiteY1"/>
                </a:cxn>
                <a:cxn ang="0">
                  <a:pos x="connsiteX2" y="connsiteY2"/>
                </a:cxn>
              </a:cxnLst>
              <a:rect l="l" t="t" r="r" b="b"/>
              <a:pathLst>
                <a:path w="5863771">
                  <a:moveTo>
                    <a:pt x="0" y="0"/>
                  </a:moveTo>
                  <a:lnTo>
                    <a:pt x="58057" y="0"/>
                  </a:lnTo>
                  <a:lnTo>
                    <a:pt x="5863771" y="0"/>
                  </a:lnTo>
                </a:path>
              </a:pathLst>
            </a:cu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04040"/>
                </a:solidFill>
                <a:effectLst/>
                <a:uLnTx/>
                <a:uFillTx/>
                <a:latin typeface="Arial" panose="020B0604020202020204"/>
                <a:ea typeface="微软雅黑" panose="020B0503020204020204" pitchFamily="34" charset="-122"/>
                <a:cs typeface="+mn-cs"/>
              </a:endParaRPr>
            </a:p>
          </p:txBody>
        </p:sp>
        <p:sp>
          <p:nvSpPr>
            <p:cNvPr id="7" name="圆角矩形 17"/>
            <p:cNvSpPr/>
            <p:nvPr/>
          </p:nvSpPr>
          <p:spPr>
            <a:xfrm>
              <a:off x="7456740" y="3963496"/>
              <a:ext cx="1511300" cy="57767"/>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04040"/>
                </a:solidFill>
                <a:effectLst/>
                <a:uLnTx/>
                <a:uFillTx/>
                <a:latin typeface="Arial" panose="020B0604020202020204"/>
                <a:ea typeface="微软雅黑" panose="020B0503020204020204" pitchFamily="34" charset="-122"/>
                <a:cs typeface="+mn-cs"/>
              </a:endParaRPr>
            </a:p>
          </p:txBody>
        </p:sp>
      </p:grpSp>
      <p:grpSp>
        <p:nvGrpSpPr>
          <p:cNvPr id="9" name="组合 8"/>
          <p:cNvGrpSpPr/>
          <p:nvPr/>
        </p:nvGrpSpPr>
        <p:grpSpPr bwMode="auto">
          <a:xfrm>
            <a:off x="7782456" y="4205439"/>
            <a:ext cx="412709" cy="333006"/>
            <a:chOff x="0" y="0"/>
            <a:chExt cx="1088225" cy="869861"/>
          </a:xfrm>
          <a:solidFill>
            <a:schemeClr val="tx1"/>
          </a:solidFill>
        </p:grpSpPr>
        <p:sp>
          <p:nvSpPr>
            <p:cNvPr id="10" name="Freeform 17"/>
            <p:cNvSpPr>
              <a:spLocks noEditPoints="1" noChangeArrowheads="1"/>
            </p:cNvSpPr>
            <p:nvPr/>
          </p:nvSpPr>
          <p:spPr bwMode="auto">
            <a:xfrm>
              <a:off x="0" y="237562"/>
              <a:ext cx="824268" cy="632299"/>
            </a:xfrm>
            <a:custGeom>
              <a:avLst/>
              <a:gdLst>
                <a:gd name="T0" fmla="*/ 274 w 291"/>
                <a:gd name="T1" fmla="*/ 0 h 223"/>
                <a:gd name="T2" fmla="*/ 17 w 291"/>
                <a:gd name="T3" fmla="*/ 0 h 223"/>
                <a:gd name="T4" fmla="*/ 0 w 291"/>
                <a:gd name="T5" fmla="*/ 16 h 223"/>
                <a:gd name="T6" fmla="*/ 0 w 291"/>
                <a:gd name="T7" fmla="*/ 207 h 223"/>
                <a:gd name="T8" fmla="*/ 17 w 291"/>
                <a:gd name="T9" fmla="*/ 223 h 223"/>
                <a:gd name="T10" fmla="*/ 274 w 291"/>
                <a:gd name="T11" fmla="*/ 223 h 223"/>
                <a:gd name="T12" fmla="*/ 291 w 291"/>
                <a:gd name="T13" fmla="*/ 207 h 223"/>
                <a:gd name="T14" fmla="*/ 291 w 291"/>
                <a:gd name="T15" fmla="*/ 16 h 223"/>
                <a:gd name="T16" fmla="*/ 274 w 291"/>
                <a:gd name="T17" fmla="*/ 0 h 223"/>
                <a:gd name="T18" fmla="*/ 270 w 291"/>
                <a:gd name="T19" fmla="*/ 193 h 223"/>
                <a:gd name="T20" fmla="*/ 256 w 291"/>
                <a:gd name="T21" fmla="*/ 207 h 223"/>
                <a:gd name="T22" fmla="*/ 35 w 291"/>
                <a:gd name="T23" fmla="*/ 207 h 223"/>
                <a:gd name="T24" fmla="*/ 21 w 291"/>
                <a:gd name="T25" fmla="*/ 193 h 223"/>
                <a:gd name="T26" fmla="*/ 21 w 291"/>
                <a:gd name="T27" fmla="*/ 30 h 223"/>
                <a:gd name="T28" fmla="*/ 35 w 291"/>
                <a:gd name="T29" fmla="*/ 16 h 223"/>
                <a:gd name="T30" fmla="*/ 256 w 291"/>
                <a:gd name="T31" fmla="*/ 16 h 223"/>
                <a:gd name="T32" fmla="*/ 270 w 291"/>
                <a:gd name="T33" fmla="*/ 30 h 223"/>
                <a:gd name="T34" fmla="*/ 270 w 291"/>
                <a:gd name="T35" fmla="*/ 193 h 22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91"/>
                <a:gd name="T55" fmla="*/ 0 h 223"/>
                <a:gd name="T56" fmla="*/ 291 w 291"/>
                <a:gd name="T57" fmla="*/ 223 h 22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91" h="223">
                  <a:moveTo>
                    <a:pt x="274" y="0"/>
                  </a:moveTo>
                  <a:cubicBezTo>
                    <a:pt x="17" y="0"/>
                    <a:pt x="17" y="0"/>
                    <a:pt x="17" y="0"/>
                  </a:cubicBezTo>
                  <a:cubicBezTo>
                    <a:pt x="8" y="0"/>
                    <a:pt x="0" y="7"/>
                    <a:pt x="0" y="16"/>
                  </a:cubicBezTo>
                  <a:cubicBezTo>
                    <a:pt x="0" y="207"/>
                    <a:pt x="0" y="207"/>
                    <a:pt x="0" y="207"/>
                  </a:cubicBezTo>
                  <a:cubicBezTo>
                    <a:pt x="0" y="215"/>
                    <a:pt x="8" y="223"/>
                    <a:pt x="17" y="223"/>
                  </a:cubicBezTo>
                  <a:cubicBezTo>
                    <a:pt x="274" y="223"/>
                    <a:pt x="274" y="223"/>
                    <a:pt x="274" y="223"/>
                  </a:cubicBezTo>
                  <a:cubicBezTo>
                    <a:pt x="283" y="223"/>
                    <a:pt x="291" y="215"/>
                    <a:pt x="291" y="207"/>
                  </a:cubicBezTo>
                  <a:cubicBezTo>
                    <a:pt x="291" y="16"/>
                    <a:pt x="291" y="16"/>
                    <a:pt x="291" y="16"/>
                  </a:cubicBezTo>
                  <a:cubicBezTo>
                    <a:pt x="291" y="7"/>
                    <a:pt x="283" y="0"/>
                    <a:pt x="274" y="0"/>
                  </a:cubicBezTo>
                  <a:moveTo>
                    <a:pt x="270" y="193"/>
                  </a:moveTo>
                  <a:cubicBezTo>
                    <a:pt x="270" y="201"/>
                    <a:pt x="264" y="207"/>
                    <a:pt x="256" y="207"/>
                  </a:cubicBezTo>
                  <a:cubicBezTo>
                    <a:pt x="35" y="207"/>
                    <a:pt x="35" y="207"/>
                    <a:pt x="35" y="207"/>
                  </a:cubicBezTo>
                  <a:cubicBezTo>
                    <a:pt x="27" y="207"/>
                    <a:pt x="21" y="201"/>
                    <a:pt x="21" y="193"/>
                  </a:cubicBezTo>
                  <a:cubicBezTo>
                    <a:pt x="21" y="30"/>
                    <a:pt x="21" y="30"/>
                    <a:pt x="21" y="30"/>
                  </a:cubicBezTo>
                  <a:cubicBezTo>
                    <a:pt x="21" y="22"/>
                    <a:pt x="27" y="16"/>
                    <a:pt x="35" y="16"/>
                  </a:cubicBezTo>
                  <a:cubicBezTo>
                    <a:pt x="256" y="16"/>
                    <a:pt x="256" y="16"/>
                    <a:pt x="256" y="16"/>
                  </a:cubicBezTo>
                  <a:cubicBezTo>
                    <a:pt x="264" y="16"/>
                    <a:pt x="270" y="22"/>
                    <a:pt x="270" y="30"/>
                  </a:cubicBezTo>
                  <a:lnTo>
                    <a:pt x="270" y="19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1" name="Freeform 18"/>
            <p:cNvSpPr>
              <a:spLocks noChangeArrowheads="1"/>
            </p:cNvSpPr>
            <p:nvPr/>
          </p:nvSpPr>
          <p:spPr bwMode="auto">
            <a:xfrm>
              <a:off x="137978" y="110382"/>
              <a:ext cx="821868" cy="632299"/>
            </a:xfrm>
            <a:custGeom>
              <a:avLst/>
              <a:gdLst>
                <a:gd name="T0" fmla="*/ 274 w 290"/>
                <a:gd name="T1" fmla="*/ 0 h 223"/>
                <a:gd name="T2" fmla="*/ 16 w 290"/>
                <a:gd name="T3" fmla="*/ 0 h 223"/>
                <a:gd name="T4" fmla="*/ 0 w 290"/>
                <a:gd name="T5" fmla="*/ 16 h 223"/>
                <a:gd name="T6" fmla="*/ 0 w 290"/>
                <a:gd name="T7" fmla="*/ 25 h 223"/>
                <a:gd name="T8" fmla="*/ 249 w 290"/>
                <a:gd name="T9" fmla="*/ 25 h 223"/>
                <a:gd name="T10" fmla="*/ 265 w 290"/>
                <a:gd name="T11" fmla="*/ 42 h 223"/>
                <a:gd name="T12" fmla="*/ 265 w 290"/>
                <a:gd name="T13" fmla="*/ 223 h 223"/>
                <a:gd name="T14" fmla="*/ 274 w 290"/>
                <a:gd name="T15" fmla="*/ 223 h 223"/>
                <a:gd name="T16" fmla="*/ 290 w 290"/>
                <a:gd name="T17" fmla="*/ 207 h 223"/>
                <a:gd name="T18" fmla="*/ 290 w 290"/>
                <a:gd name="T19" fmla="*/ 16 h 223"/>
                <a:gd name="T20" fmla="*/ 274 w 290"/>
                <a:gd name="T21" fmla="*/ 0 h 2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90"/>
                <a:gd name="T34" fmla="*/ 0 h 223"/>
                <a:gd name="T35" fmla="*/ 290 w 290"/>
                <a:gd name="T36" fmla="*/ 223 h 22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90" h="223">
                  <a:moveTo>
                    <a:pt x="274" y="0"/>
                  </a:moveTo>
                  <a:cubicBezTo>
                    <a:pt x="16" y="0"/>
                    <a:pt x="16" y="0"/>
                    <a:pt x="16" y="0"/>
                  </a:cubicBezTo>
                  <a:cubicBezTo>
                    <a:pt x="7" y="0"/>
                    <a:pt x="0" y="7"/>
                    <a:pt x="0" y="16"/>
                  </a:cubicBezTo>
                  <a:cubicBezTo>
                    <a:pt x="0" y="25"/>
                    <a:pt x="0" y="25"/>
                    <a:pt x="0" y="25"/>
                  </a:cubicBezTo>
                  <a:cubicBezTo>
                    <a:pt x="249" y="25"/>
                    <a:pt x="249" y="25"/>
                    <a:pt x="249" y="25"/>
                  </a:cubicBezTo>
                  <a:cubicBezTo>
                    <a:pt x="258" y="25"/>
                    <a:pt x="265" y="33"/>
                    <a:pt x="265" y="42"/>
                  </a:cubicBezTo>
                  <a:cubicBezTo>
                    <a:pt x="265" y="223"/>
                    <a:pt x="265" y="223"/>
                    <a:pt x="265" y="223"/>
                  </a:cubicBezTo>
                  <a:cubicBezTo>
                    <a:pt x="274" y="223"/>
                    <a:pt x="274" y="223"/>
                    <a:pt x="274" y="223"/>
                  </a:cubicBezTo>
                  <a:cubicBezTo>
                    <a:pt x="283" y="223"/>
                    <a:pt x="290" y="216"/>
                    <a:pt x="290" y="207"/>
                  </a:cubicBezTo>
                  <a:cubicBezTo>
                    <a:pt x="290" y="16"/>
                    <a:pt x="290" y="16"/>
                    <a:pt x="290" y="16"/>
                  </a:cubicBezTo>
                  <a:cubicBezTo>
                    <a:pt x="290" y="7"/>
                    <a:pt x="283" y="0"/>
                    <a:pt x="274" y="0"/>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2" name="Freeform 19"/>
            <p:cNvSpPr>
              <a:spLocks noChangeArrowheads="1"/>
            </p:cNvSpPr>
            <p:nvPr/>
          </p:nvSpPr>
          <p:spPr bwMode="auto">
            <a:xfrm>
              <a:off x="266357" y="0"/>
              <a:ext cx="821868" cy="628699"/>
            </a:xfrm>
            <a:custGeom>
              <a:avLst/>
              <a:gdLst>
                <a:gd name="T0" fmla="*/ 274 w 290"/>
                <a:gd name="T1" fmla="*/ 0 h 222"/>
                <a:gd name="T2" fmla="*/ 16 w 290"/>
                <a:gd name="T3" fmla="*/ 0 h 222"/>
                <a:gd name="T4" fmla="*/ 0 w 290"/>
                <a:gd name="T5" fmla="*/ 16 h 222"/>
                <a:gd name="T6" fmla="*/ 0 w 290"/>
                <a:gd name="T7" fmla="*/ 25 h 222"/>
                <a:gd name="T8" fmla="*/ 249 w 290"/>
                <a:gd name="T9" fmla="*/ 25 h 222"/>
                <a:gd name="T10" fmla="*/ 265 w 290"/>
                <a:gd name="T11" fmla="*/ 41 h 222"/>
                <a:gd name="T12" fmla="*/ 265 w 290"/>
                <a:gd name="T13" fmla="*/ 222 h 222"/>
                <a:gd name="T14" fmla="*/ 274 w 290"/>
                <a:gd name="T15" fmla="*/ 222 h 222"/>
                <a:gd name="T16" fmla="*/ 290 w 290"/>
                <a:gd name="T17" fmla="*/ 206 h 222"/>
                <a:gd name="T18" fmla="*/ 290 w 290"/>
                <a:gd name="T19" fmla="*/ 16 h 222"/>
                <a:gd name="T20" fmla="*/ 274 w 290"/>
                <a:gd name="T21" fmla="*/ 0 h 22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90"/>
                <a:gd name="T34" fmla="*/ 0 h 222"/>
                <a:gd name="T35" fmla="*/ 290 w 290"/>
                <a:gd name="T36" fmla="*/ 222 h 22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90" h="222">
                  <a:moveTo>
                    <a:pt x="274" y="0"/>
                  </a:moveTo>
                  <a:cubicBezTo>
                    <a:pt x="16" y="0"/>
                    <a:pt x="16" y="0"/>
                    <a:pt x="16" y="0"/>
                  </a:cubicBezTo>
                  <a:cubicBezTo>
                    <a:pt x="7" y="0"/>
                    <a:pt x="0" y="7"/>
                    <a:pt x="0" y="16"/>
                  </a:cubicBezTo>
                  <a:cubicBezTo>
                    <a:pt x="0" y="25"/>
                    <a:pt x="0" y="25"/>
                    <a:pt x="0" y="25"/>
                  </a:cubicBezTo>
                  <a:cubicBezTo>
                    <a:pt x="249" y="25"/>
                    <a:pt x="249" y="25"/>
                    <a:pt x="249" y="25"/>
                  </a:cubicBezTo>
                  <a:cubicBezTo>
                    <a:pt x="258" y="25"/>
                    <a:pt x="265" y="32"/>
                    <a:pt x="265" y="41"/>
                  </a:cubicBezTo>
                  <a:cubicBezTo>
                    <a:pt x="265" y="222"/>
                    <a:pt x="265" y="222"/>
                    <a:pt x="265" y="222"/>
                  </a:cubicBezTo>
                  <a:cubicBezTo>
                    <a:pt x="274" y="222"/>
                    <a:pt x="274" y="222"/>
                    <a:pt x="274" y="222"/>
                  </a:cubicBezTo>
                  <a:cubicBezTo>
                    <a:pt x="283" y="222"/>
                    <a:pt x="290" y="215"/>
                    <a:pt x="290" y="206"/>
                  </a:cubicBezTo>
                  <a:cubicBezTo>
                    <a:pt x="290" y="16"/>
                    <a:pt x="290" y="16"/>
                    <a:pt x="290" y="16"/>
                  </a:cubicBezTo>
                  <a:cubicBezTo>
                    <a:pt x="290" y="7"/>
                    <a:pt x="283" y="0"/>
                    <a:pt x="274" y="0"/>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3" name="Freeform 20"/>
            <p:cNvSpPr>
              <a:spLocks noChangeArrowheads="1"/>
            </p:cNvSpPr>
            <p:nvPr/>
          </p:nvSpPr>
          <p:spPr bwMode="auto">
            <a:xfrm>
              <a:off x="110382" y="422332"/>
              <a:ext cx="569909" cy="353943"/>
            </a:xfrm>
            <a:custGeom>
              <a:avLst/>
              <a:gdLst>
                <a:gd name="T0" fmla="*/ 71 w 201"/>
                <a:gd name="T1" fmla="*/ 5 h 125"/>
                <a:gd name="T2" fmla="*/ 11 w 201"/>
                <a:gd name="T3" fmla="*/ 109 h 125"/>
                <a:gd name="T4" fmla="*/ 11 w 201"/>
                <a:gd name="T5" fmla="*/ 124 h 125"/>
                <a:gd name="T6" fmla="*/ 192 w 201"/>
                <a:gd name="T7" fmla="*/ 124 h 125"/>
                <a:gd name="T8" fmla="*/ 192 w 201"/>
                <a:gd name="T9" fmla="*/ 108 h 125"/>
                <a:gd name="T10" fmla="*/ 151 w 201"/>
                <a:gd name="T11" fmla="*/ 47 h 125"/>
                <a:gd name="T12" fmla="*/ 117 w 201"/>
                <a:gd name="T13" fmla="*/ 86 h 125"/>
                <a:gd name="T14" fmla="*/ 110 w 201"/>
                <a:gd name="T15" fmla="*/ 81 h 125"/>
                <a:gd name="T16" fmla="*/ 122 w 201"/>
                <a:gd name="T17" fmla="*/ 65 h 125"/>
                <a:gd name="T18" fmla="*/ 81 w 201"/>
                <a:gd name="T19" fmla="*/ 5 h 125"/>
                <a:gd name="T20" fmla="*/ 71 w 201"/>
                <a:gd name="T21" fmla="*/ 5 h 1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1"/>
                <a:gd name="T34" fmla="*/ 0 h 125"/>
                <a:gd name="T35" fmla="*/ 201 w 201"/>
                <a:gd name="T36" fmla="*/ 125 h 1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1" h="125">
                  <a:moveTo>
                    <a:pt x="71" y="5"/>
                  </a:moveTo>
                  <a:cubicBezTo>
                    <a:pt x="11" y="109"/>
                    <a:pt x="11" y="109"/>
                    <a:pt x="11" y="109"/>
                  </a:cubicBezTo>
                  <a:cubicBezTo>
                    <a:pt x="11" y="109"/>
                    <a:pt x="0" y="124"/>
                    <a:pt x="11" y="124"/>
                  </a:cubicBezTo>
                  <a:cubicBezTo>
                    <a:pt x="25" y="125"/>
                    <a:pt x="192" y="124"/>
                    <a:pt x="192" y="124"/>
                  </a:cubicBezTo>
                  <a:cubicBezTo>
                    <a:pt x="192" y="124"/>
                    <a:pt x="201" y="121"/>
                    <a:pt x="192" y="108"/>
                  </a:cubicBezTo>
                  <a:cubicBezTo>
                    <a:pt x="182" y="94"/>
                    <a:pt x="158" y="46"/>
                    <a:pt x="151" y="47"/>
                  </a:cubicBezTo>
                  <a:cubicBezTo>
                    <a:pt x="144" y="47"/>
                    <a:pt x="120" y="83"/>
                    <a:pt x="117" y="86"/>
                  </a:cubicBezTo>
                  <a:cubicBezTo>
                    <a:pt x="115" y="89"/>
                    <a:pt x="108" y="84"/>
                    <a:pt x="110" y="81"/>
                  </a:cubicBezTo>
                  <a:cubicBezTo>
                    <a:pt x="116" y="74"/>
                    <a:pt x="122" y="65"/>
                    <a:pt x="122" y="65"/>
                  </a:cubicBezTo>
                  <a:cubicBezTo>
                    <a:pt x="122" y="65"/>
                    <a:pt x="84" y="9"/>
                    <a:pt x="81" y="5"/>
                  </a:cubicBezTo>
                  <a:cubicBezTo>
                    <a:pt x="78" y="0"/>
                    <a:pt x="73" y="1"/>
                    <a:pt x="71" y="5"/>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4" name="Oval 21"/>
            <p:cNvSpPr>
              <a:spLocks noChangeArrowheads="1"/>
            </p:cNvSpPr>
            <p:nvPr/>
          </p:nvSpPr>
          <p:spPr bwMode="auto">
            <a:xfrm>
              <a:off x="563909" y="331147"/>
              <a:ext cx="101984" cy="99584"/>
            </a:xfrm>
            <a:prstGeom prst="ellipse">
              <a:avLst/>
            </a:pr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grpSp>
        <p:nvGrpSpPr>
          <p:cNvPr id="15" name="组合 14"/>
          <p:cNvGrpSpPr/>
          <p:nvPr/>
        </p:nvGrpSpPr>
        <p:grpSpPr bwMode="auto">
          <a:xfrm>
            <a:off x="9791433" y="4205439"/>
            <a:ext cx="329894" cy="333006"/>
            <a:chOff x="0" y="0"/>
            <a:chExt cx="881859" cy="881859"/>
          </a:xfrm>
          <a:solidFill>
            <a:schemeClr val="tx1"/>
          </a:solidFill>
        </p:grpSpPr>
        <p:sp>
          <p:nvSpPr>
            <p:cNvPr id="16" name="Freeform 22"/>
            <p:cNvSpPr>
              <a:spLocks noEditPoints="1" noChangeArrowheads="1"/>
            </p:cNvSpPr>
            <p:nvPr/>
          </p:nvSpPr>
          <p:spPr bwMode="auto">
            <a:xfrm>
              <a:off x="0" y="0"/>
              <a:ext cx="881859" cy="881859"/>
            </a:xfrm>
            <a:custGeom>
              <a:avLst/>
              <a:gdLst>
                <a:gd name="T0" fmla="*/ 155 w 311"/>
                <a:gd name="T1" fmla="*/ 0 h 311"/>
                <a:gd name="T2" fmla="*/ 0 w 311"/>
                <a:gd name="T3" fmla="*/ 155 h 311"/>
                <a:gd name="T4" fmla="*/ 155 w 311"/>
                <a:gd name="T5" fmla="*/ 311 h 311"/>
                <a:gd name="T6" fmla="*/ 311 w 311"/>
                <a:gd name="T7" fmla="*/ 155 h 311"/>
                <a:gd name="T8" fmla="*/ 155 w 311"/>
                <a:gd name="T9" fmla="*/ 0 h 311"/>
                <a:gd name="T10" fmla="*/ 155 w 311"/>
                <a:gd name="T11" fmla="*/ 289 h 311"/>
                <a:gd name="T12" fmla="*/ 21 w 311"/>
                <a:gd name="T13" fmla="*/ 155 h 311"/>
                <a:gd name="T14" fmla="*/ 155 w 311"/>
                <a:gd name="T15" fmla="*/ 21 h 311"/>
                <a:gd name="T16" fmla="*/ 289 w 311"/>
                <a:gd name="T17" fmla="*/ 155 h 311"/>
                <a:gd name="T18" fmla="*/ 155 w 311"/>
                <a:gd name="T19" fmla="*/ 289 h 3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11"/>
                <a:gd name="T31" fmla="*/ 0 h 311"/>
                <a:gd name="T32" fmla="*/ 311 w 311"/>
                <a:gd name="T33" fmla="*/ 311 h 31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11" h="311">
                  <a:moveTo>
                    <a:pt x="155" y="0"/>
                  </a:moveTo>
                  <a:cubicBezTo>
                    <a:pt x="70" y="0"/>
                    <a:pt x="0" y="69"/>
                    <a:pt x="0" y="155"/>
                  </a:cubicBezTo>
                  <a:cubicBezTo>
                    <a:pt x="0" y="241"/>
                    <a:pt x="70" y="311"/>
                    <a:pt x="155" y="311"/>
                  </a:cubicBezTo>
                  <a:cubicBezTo>
                    <a:pt x="241" y="311"/>
                    <a:pt x="311" y="241"/>
                    <a:pt x="311" y="155"/>
                  </a:cubicBezTo>
                  <a:cubicBezTo>
                    <a:pt x="311" y="69"/>
                    <a:pt x="241" y="0"/>
                    <a:pt x="155" y="0"/>
                  </a:cubicBezTo>
                  <a:moveTo>
                    <a:pt x="155" y="289"/>
                  </a:moveTo>
                  <a:cubicBezTo>
                    <a:pt x="81" y="289"/>
                    <a:pt x="21" y="229"/>
                    <a:pt x="21" y="155"/>
                  </a:cubicBezTo>
                  <a:cubicBezTo>
                    <a:pt x="21" y="81"/>
                    <a:pt x="81" y="21"/>
                    <a:pt x="155" y="21"/>
                  </a:cubicBezTo>
                  <a:cubicBezTo>
                    <a:pt x="229" y="21"/>
                    <a:pt x="289" y="81"/>
                    <a:pt x="289" y="155"/>
                  </a:cubicBezTo>
                  <a:cubicBezTo>
                    <a:pt x="289" y="229"/>
                    <a:pt x="229" y="289"/>
                    <a:pt x="155" y="289"/>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17" name="Freeform 23"/>
            <p:cNvSpPr>
              <a:spLocks noChangeArrowheads="1"/>
            </p:cNvSpPr>
            <p:nvPr/>
          </p:nvSpPr>
          <p:spPr bwMode="auto">
            <a:xfrm>
              <a:off x="235162" y="70789"/>
              <a:ext cx="430731" cy="428331"/>
            </a:xfrm>
            <a:custGeom>
              <a:avLst/>
              <a:gdLst>
                <a:gd name="T0" fmla="*/ 145 w 152"/>
                <a:gd name="T1" fmla="*/ 53 h 151"/>
                <a:gd name="T2" fmla="*/ 144 w 152"/>
                <a:gd name="T3" fmla="*/ 52 h 151"/>
                <a:gd name="T4" fmla="*/ 125 w 152"/>
                <a:gd name="T5" fmla="*/ 52 h 151"/>
                <a:gd name="T6" fmla="*/ 77 w 152"/>
                <a:gd name="T7" fmla="*/ 106 h 151"/>
                <a:gd name="T8" fmla="*/ 31 w 152"/>
                <a:gd name="T9" fmla="*/ 12 h 151"/>
                <a:gd name="T10" fmla="*/ 11 w 152"/>
                <a:gd name="T11" fmla="*/ 4 h 151"/>
                <a:gd name="T12" fmla="*/ 10 w 152"/>
                <a:gd name="T13" fmla="*/ 4 h 151"/>
                <a:gd name="T14" fmla="*/ 4 w 152"/>
                <a:gd name="T15" fmla="*/ 25 h 151"/>
                <a:gd name="T16" fmla="*/ 60 w 152"/>
                <a:gd name="T17" fmla="*/ 140 h 151"/>
                <a:gd name="T18" fmla="*/ 79 w 152"/>
                <a:gd name="T19" fmla="*/ 148 h 151"/>
                <a:gd name="T20" fmla="*/ 79 w 152"/>
                <a:gd name="T21" fmla="*/ 148 h 151"/>
                <a:gd name="T22" fmla="*/ 80 w 152"/>
                <a:gd name="T23" fmla="*/ 148 h 151"/>
                <a:gd name="T24" fmla="*/ 81 w 152"/>
                <a:gd name="T25" fmla="*/ 147 h 151"/>
                <a:gd name="T26" fmla="*/ 87 w 152"/>
                <a:gd name="T27" fmla="*/ 141 h 151"/>
                <a:gd name="T28" fmla="*/ 148 w 152"/>
                <a:gd name="T29" fmla="*/ 72 h 151"/>
                <a:gd name="T30" fmla="*/ 145 w 152"/>
                <a:gd name="T31" fmla="*/ 53 h 15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2"/>
                <a:gd name="T49" fmla="*/ 0 h 151"/>
                <a:gd name="T50" fmla="*/ 152 w 152"/>
                <a:gd name="T51" fmla="*/ 151 h 15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2" h="151">
                  <a:moveTo>
                    <a:pt x="145" y="53"/>
                  </a:moveTo>
                  <a:cubicBezTo>
                    <a:pt x="144" y="52"/>
                    <a:pt x="144" y="52"/>
                    <a:pt x="144" y="52"/>
                  </a:cubicBezTo>
                  <a:cubicBezTo>
                    <a:pt x="138" y="47"/>
                    <a:pt x="129" y="47"/>
                    <a:pt x="125" y="52"/>
                  </a:cubicBezTo>
                  <a:cubicBezTo>
                    <a:pt x="77" y="106"/>
                    <a:pt x="77" y="106"/>
                    <a:pt x="77" y="106"/>
                  </a:cubicBezTo>
                  <a:cubicBezTo>
                    <a:pt x="31" y="12"/>
                    <a:pt x="31" y="12"/>
                    <a:pt x="31" y="12"/>
                  </a:cubicBezTo>
                  <a:cubicBezTo>
                    <a:pt x="27" y="4"/>
                    <a:pt x="18" y="0"/>
                    <a:pt x="11" y="4"/>
                  </a:cubicBezTo>
                  <a:cubicBezTo>
                    <a:pt x="10" y="4"/>
                    <a:pt x="10" y="4"/>
                    <a:pt x="10" y="4"/>
                  </a:cubicBezTo>
                  <a:cubicBezTo>
                    <a:pt x="3" y="8"/>
                    <a:pt x="0" y="17"/>
                    <a:pt x="4" y="25"/>
                  </a:cubicBezTo>
                  <a:cubicBezTo>
                    <a:pt x="60" y="140"/>
                    <a:pt x="60" y="140"/>
                    <a:pt x="60" y="140"/>
                  </a:cubicBezTo>
                  <a:cubicBezTo>
                    <a:pt x="63" y="148"/>
                    <a:pt x="72" y="151"/>
                    <a:pt x="79" y="148"/>
                  </a:cubicBezTo>
                  <a:cubicBezTo>
                    <a:pt x="79" y="148"/>
                    <a:pt x="79" y="148"/>
                    <a:pt x="79" y="148"/>
                  </a:cubicBezTo>
                  <a:cubicBezTo>
                    <a:pt x="79" y="148"/>
                    <a:pt x="80" y="148"/>
                    <a:pt x="80" y="148"/>
                  </a:cubicBezTo>
                  <a:cubicBezTo>
                    <a:pt x="81" y="147"/>
                    <a:pt x="81" y="147"/>
                    <a:pt x="81" y="147"/>
                  </a:cubicBezTo>
                  <a:cubicBezTo>
                    <a:pt x="84" y="146"/>
                    <a:pt x="86" y="144"/>
                    <a:pt x="87" y="141"/>
                  </a:cubicBezTo>
                  <a:cubicBezTo>
                    <a:pt x="148" y="72"/>
                    <a:pt x="148" y="72"/>
                    <a:pt x="148" y="72"/>
                  </a:cubicBezTo>
                  <a:cubicBezTo>
                    <a:pt x="152" y="67"/>
                    <a:pt x="151" y="59"/>
                    <a:pt x="145" y="53"/>
                  </a:cubicBezTo>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grpSp>
        <p:nvGrpSpPr>
          <p:cNvPr id="18" name="组合 17"/>
          <p:cNvGrpSpPr/>
          <p:nvPr/>
        </p:nvGrpSpPr>
        <p:grpSpPr bwMode="auto">
          <a:xfrm>
            <a:off x="8473972" y="4205439"/>
            <a:ext cx="397959" cy="333006"/>
            <a:chOff x="0" y="0"/>
            <a:chExt cx="961046" cy="796672"/>
          </a:xfrm>
          <a:solidFill>
            <a:schemeClr val="tx1"/>
          </a:solidFill>
        </p:grpSpPr>
        <p:sp>
          <p:nvSpPr>
            <p:cNvPr id="19" name="Freeform 24"/>
            <p:cNvSpPr>
              <a:spLocks noEditPoints="1" noChangeArrowheads="1"/>
            </p:cNvSpPr>
            <p:nvPr/>
          </p:nvSpPr>
          <p:spPr bwMode="auto">
            <a:xfrm>
              <a:off x="0" y="0"/>
              <a:ext cx="961046" cy="796672"/>
            </a:xfrm>
            <a:custGeom>
              <a:avLst/>
              <a:gdLst>
                <a:gd name="T0" fmla="*/ 321 w 339"/>
                <a:gd name="T1" fmla="*/ 0 h 281"/>
                <a:gd name="T2" fmla="*/ 18 w 339"/>
                <a:gd name="T3" fmla="*/ 0 h 281"/>
                <a:gd name="T4" fmla="*/ 0 w 339"/>
                <a:gd name="T5" fmla="*/ 18 h 281"/>
                <a:gd name="T6" fmla="*/ 0 w 339"/>
                <a:gd name="T7" fmla="*/ 263 h 281"/>
                <a:gd name="T8" fmla="*/ 18 w 339"/>
                <a:gd name="T9" fmla="*/ 281 h 281"/>
                <a:gd name="T10" fmla="*/ 321 w 339"/>
                <a:gd name="T11" fmla="*/ 281 h 281"/>
                <a:gd name="T12" fmla="*/ 339 w 339"/>
                <a:gd name="T13" fmla="*/ 263 h 281"/>
                <a:gd name="T14" fmla="*/ 339 w 339"/>
                <a:gd name="T15" fmla="*/ 18 h 281"/>
                <a:gd name="T16" fmla="*/ 321 w 339"/>
                <a:gd name="T17" fmla="*/ 0 h 281"/>
                <a:gd name="T18" fmla="*/ 316 w 339"/>
                <a:gd name="T19" fmla="*/ 246 h 281"/>
                <a:gd name="T20" fmla="*/ 301 w 339"/>
                <a:gd name="T21" fmla="*/ 262 h 281"/>
                <a:gd name="T22" fmla="*/ 38 w 339"/>
                <a:gd name="T23" fmla="*/ 262 h 281"/>
                <a:gd name="T24" fmla="*/ 23 w 339"/>
                <a:gd name="T25" fmla="*/ 246 h 281"/>
                <a:gd name="T26" fmla="*/ 23 w 339"/>
                <a:gd name="T27" fmla="*/ 35 h 281"/>
                <a:gd name="T28" fmla="*/ 38 w 339"/>
                <a:gd name="T29" fmla="*/ 19 h 281"/>
                <a:gd name="T30" fmla="*/ 301 w 339"/>
                <a:gd name="T31" fmla="*/ 19 h 281"/>
                <a:gd name="T32" fmla="*/ 316 w 339"/>
                <a:gd name="T33" fmla="*/ 35 h 281"/>
                <a:gd name="T34" fmla="*/ 316 w 339"/>
                <a:gd name="T35" fmla="*/ 246 h 28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39"/>
                <a:gd name="T55" fmla="*/ 0 h 281"/>
                <a:gd name="T56" fmla="*/ 339 w 339"/>
                <a:gd name="T57" fmla="*/ 281 h 28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39" h="281">
                  <a:moveTo>
                    <a:pt x="321" y="0"/>
                  </a:moveTo>
                  <a:cubicBezTo>
                    <a:pt x="18" y="0"/>
                    <a:pt x="18" y="0"/>
                    <a:pt x="18" y="0"/>
                  </a:cubicBezTo>
                  <a:cubicBezTo>
                    <a:pt x="8" y="0"/>
                    <a:pt x="0" y="8"/>
                    <a:pt x="0" y="18"/>
                  </a:cubicBezTo>
                  <a:cubicBezTo>
                    <a:pt x="0" y="263"/>
                    <a:pt x="0" y="263"/>
                    <a:pt x="0" y="263"/>
                  </a:cubicBezTo>
                  <a:cubicBezTo>
                    <a:pt x="0" y="273"/>
                    <a:pt x="8" y="281"/>
                    <a:pt x="18" y="281"/>
                  </a:cubicBezTo>
                  <a:cubicBezTo>
                    <a:pt x="321" y="281"/>
                    <a:pt x="321" y="281"/>
                    <a:pt x="321" y="281"/>
                  </a:cubicBezTo>
                  <a:cubicBezTo>
                    <a:pt x="331" y="281"/>
                    <a:pt x="339" y="273"/>
                    <a:pt x="339" y="263"/>
                  </a:cubicBezTo>
                  <a:cubicBezTo>
                    <a:pt x="339" y="18"/>
                    <a:pt x="339" y="18"/>
                    <a:pt x="339" y="18"/>
                  </a:cubicBezTo>
                  <a:cubicBezTo>
                    <a:pt x="339" y="8"/>
                    <a:pt x="331" y="0"/>
                    <a:pt x="321" y="0"/>
                  </a:cubicBezTo>
                  <a:moveTo>
                    <a:pt x="316" y="246"/>
                  </a:moveTo>
                  <a:cubicBezTo>
                    <a:pt x="316" y="255"/>
                    <a:pt x="309" y="262"/>
                    <a:pt x="301" y="262"/>
                  </a:cubicBezTo>
                  <a:cubicBezTo>
                    <a:pt x="38" y="262"/>
                    <a:pt x="38" y="262"/>
                    <a:pt x="38" y="262"/>
                  </a:cubicBezTo>
                  <a:cubicBezTo>
                    <a:pt x="30" y="262"/>
                    <a:pt x="23" y="255"/>
                    <a:pt x="23" y="246"/>
                  </a:cubicBezTo>
                  <a:cubicBezTo>
                    <a:pt x="23" y="35"/>
                    <a:pt x="23" y="35"/>
                    <a:pt x="23" y="35"/>
                  </a:cubicBezTo>
                  <a:cubicBezTo>
                    <a:pt x="23" y="26"/>
                    <a:pt x="30" y="19"/>
                    <a:pt x="38" y="19"/>
                  </a:cubicBezTo>
                  <a:cubicBezTo>
                    <a:pt x="301" y="19"/>
                    <a:pt x="301" y="19"/>
                    <a:pt x="301" y="19"/>
                  </a:cubicBezTo>
                  <a:cubicBezTo>
                    <a:pt x="309" y="19"/>
                    <a:pt x="316" y="26"/>
                    <a:pt x="316" y="35"/>
                  </a:cubicBezTo>
                  <a:lnTo>
                    <a:pt x="316" y="246"/>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0" name="Freeform 25"/>
            <p:cNvSpPr>
              <a:spLocks noChangeArrowheads="1"/>
            </p:cNvSpPr>
            <p:nvPr/>
          </p:nvSpPr>
          <p:spPr bwMode="auto">
            <a:xfrm>
              <a:off x="176371" y="116382"/>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1" name="Freeform 26"/>
            <p:cNvSpPr>
              <a:spLocks noChangeArrowheads="1"/>
            </p:cNvSpPr>
            <p:nvPr/>
          </p:nvSpPr>
          <p:spPr bwMode="auto">
            <a:xfrm>
              <a:off x="176371" y="274756"/>
              <a:ext cx="87586" cy="88786"/>
            </a:xfrm>
            <a:custGeom>
              <a:avLst/>
              <a:gdLst>
                <a:gd name="T0" fmla="*/ 31 w 31"/>
                <a:gd name="T1" fmla="*/ 24 h 31"/>
                <a:gd name="T2" fmla="*/ 24 w 31"/>
                <a:gd name="T3" fmla="*/ 31 h 31"/>
                <a:gd name="T4" fmla="*/ 8 w 31"/>
                <a:gd name="T5" fmla="*/ 31 h 31"/>
                <a:gd name="T6" fmla="*/ 0 w 31"/>
                <a:gd name="T7" fmla="*/ 24 h 31"/>
                <a:gd name="T8" fmla="*/ 0 w 31"/>
                <a:gd name="T9" fmla="*/ 8 h 31"/>
                <a:gd name="T10" fmla="*/ 8 w 31"/>
                <a:gd name="T11" fmla="*/ 0 h 31"/>
                <a:gd name="T12" fmla="*/ 24 w 31"/>
                <a:gd name="T13" fmla="*/ 0 h 31"/>
                <a:gd name="T14" fmla="*/ 31 w 31"/>
                <a:gd name="T15" fmla="*/ 8 h 31"/>
                <a:gd name="T16" fmla="*/ 31 w 31"/>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1"/>
                <a:gd name="T29" fmla="*/ 31 w 31"/>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1">
                  <a:moveTo>
                    <a:pt x="31" y="24"/>
                  </a:moveTo>
                  <a:cubicBezTo>
                    <a:pt x="31" y="28"/>
                    <a:pt x="28" y="31"/>
                    <a:pt x="24" y="31"/>
                  </a:cubicBezTo>
                  <a:cubicBezTo>
                    <a:pt x="8" y="31"/>
                    <a:pt x="8" y="31"/>
                    <a:pt x="8" y="31"/>
                  </a:cubicBezTo>
                  <a:cubicBezTo>
                    <a:pt x="4" y="31"/>
                    <a:pt x="0" y="28"/>
                    <a:pt x="0" y="24"/>
                  </a:cubicBezTo>
                  <a:cubicBezTo>
                    <a:pt x="0" y="8"/>
                    <a:pt x="0" y="8"/>
                    <a:pt x="0" y="8"/>
                  </a:cubicBezTo>
                  <a:cubicBezTo>
                    <a:pt x="0" y="4"/>
                    <a:pt x="4" y="0"/>
                    <a:pt x="8" y="0"/>
                  </a:cubicBezTo>
                  <a:cubicBezTo>
                    <a:pt x="24" y="0"/>
                    <a:pt x="24" y="0"/>
                    <a:pt x="24" y="0"/>
                  </a:cubicBezTo>
                  <a:cubicBezTo>
                    <a:pt x="28" y="0"/>
                    <a:pt x="31" y="4"/>
                    <a:pt x="31" y="8"/>
                  </a:cubicBezTo>
                  <a:lnTo>
                    <a:pt x="31"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2" name="Freeform 27"/>
            <p:cNvSpPr>
              <a:spLocks noChangeArrowheads="1"/>
            </p:cNvSpPr>
            <p:nvPr/>
          </p:nvSpPr>
          <p:spPr bwMode="auto">
            <a:xfrm>
              <a:off x="346744" y="116382"/>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3" name="Freeform 28"/>
            <p:cNvSpPr>
              <a:spLocks noChangeArrowheads="1"/>
            </p:cNvSpPr>
            <p:nvPr/>
          </p:nvSpPr>
          <p:spPr bwMode="auto">
            <a:xfrm>
              <a:off x="346744" y="274756"/>
              <a:ext cx="87586" cy="88786"/>
            </a:xfrm>
            <a:custGeom>
              <a:avLst/>
              <a:gdLst>
                <a:gd name="T0" fmla="*/ 31 w 31"/>
                <a:gd name="T1" fmla="*/ 24 h 31"/>
                <a:gd name="T2" fmla="*/ 24 w 31"/>
                <a:gd name="T3" fmla="*/ 31 h 31"/>
                <a:gd name="T4" fmla="*/ 8 w 31"/>
                <a:gd name="T5" fmla="*/ 31 h 31"/>
                <a:gd name="T6" fmla="*/ 0 w 31"/>
                <a:gd name="T7" fmla="*/ 24 h 31"/>
                <a:gd name="T8" fmla="*/ 0 w 31"/>
                <a:gd name="T9" fmla="*/ 8 h 31"/>
                <a:gd name="T10" fmla="*/ 8 w 31"/>
                <a:gd name="T11" fmla="*/ 0 h 31"/>
                <a:gd name="T12" fmla="*/ 24 w 31"/>
                <a:gd name="T13" fmla="*/ 0 h 31"/>
                <a:gd name="T14" fmla="*/ 31 w 31"/>
                <a:gd name="T15" fmla="*/ 8 h 31"/>
                <a:gd name="T16" fmla="*/ 31 w 31"/>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1"/>
                <a:gd name="T29" fmla="*/ 31 w 31"/>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1">
                  <a:moveTo>
                    <a:pt x="31" y="24"/>
                  </a:moveTo>
                  <a:cubicBezTo>
                    <a:pt x="31" y="28"/>
                    <a:pt x="28" y="31"/>
                    <a:pt x="24" y="31"/>
                  </a:cubicBezTo>
                  <a:cubicBezTo>
                    <a:pt x="8" y="31"/>
                    <a:pt x="8" y="31"/>
                    <a:pt x="8" y="31"/>
                  </a:cubicBezTo>
                  <a:cubicBezTo>
                    <a:pt x="4" y="31"/>
                    <a:pt x="0" y="28"/>
                    <a:pt x="0" y="24"/>
                  </a:cubicBezTo>
                  <a:cubicBezTo>
                    <a:pt x="0" y="8"/>
                    <a:pt x="0" y="8"/>
                    <a:pt x="0" y="8"/>
                  </a:cubicBezTo>
                  <a:cubicBezTo>
                    <a:pt x="0" y="4"/>
                    <a:pt x="4" y="0"/>
                    <a:pt x="8" y="0"/>
                  </a:cubicBezTo>
                  <a:cubicBezTo>
                    <a:pt x="24" y="0"/>
                    <a:pt x="24" y="0"/>
                    <a:pt x="24" y="0"/>
                  </a:cubicBezTo>
                  <a:cubicBezTo>
                    <a:pt x="28" y="0"/>
                    <a:pt x="31" y="4"/>
                    <a:pt x="31" y="8"/>
                  </a:cubicBezTo>
                  <a:lnTo>
                    <a:pt x="31"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4" name="Freeform 29"/>
            <p:cNvSpPr>
              <a:spLocks noChangeArrowheads="1"/>
            </p:cNvSpPr>
            <p:nvPr/>
          </p:nvSpPr>
          <p:spPr bwMode="auto">
            <a:xfrm>
              <a:off x="346744" y="436730"/>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5" name="Freeform 30"/>
            <p:cNvSpPr>
              <a:spLocks noChangeArrowheads="1"/>
            </p:cNvSpPr>
            <p:nvPr/>
          </p:nvSpPr>
          <p:spPr bwMode="auto">
            <a:xfrm>
              <a:off x="519516" y="116382"/>
              <a:ext cx="83987" cy="85186"/>
            </a:xfrm>
            <a:custGeom>
              <a:avLst/>
              <a:gdLst>
                <a:gd name="T0" fmla="*/ 30 w 30"/>
                <a:gd name="T1" fmla="*/ 23 h 30"/>
                <a:gd name="T2" fmla="*/ 23 w 30"/>
                <a:gd name="T3" fmla="*/ 30 h 30"/>
                <a:gd name="T4" fmla="*/ 7 w 30"/>
                <a:gd name="T5" fmla="*/ 30 h 30"/>
                <a:gd name="T6" fmla="*/ 0 w 30"/>
                <a:gd name="T7" fmla="*/ 23 h 30"/>
                <a:gd name="T8" fmla="*/ 0 w 30"/>
                <a:gd name="T9" fmla="*/ 7 h 30"/>
                <a:gd name="T10" fmla="*/ 7 w 30"/>
                <a:gd name="T11" fmla="*/ 0 h 30"/>
                <a:gd name="T12" fmla="*/ 23 w 30"/>
                <a:gd name="T13" fmla="*/ 0 h 30"/>
                <a:gd name="T14" fmla="*/ 30 w 30"/>
                <a:gd name="T15" fmla="*/ 7 h 30"/>
                <a:gd name="T16" fmla="*/ 30 w 30"/>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0"/>
                <a:gd name="T29" fmla="*/ 30 w 30"/>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0">
                  <a:moveTo>
                    <a:pt x="30" y="23"/>
                  </a:moveTo>
                  <a:cubicBezTo>
                    <a:pt x="30" y="27"/>
                    <a:pt x="27" y="30"/>
                    <a:pt x="23" y="30"/>
                  </a:cubicBezTo>
                  <a:cubicBezTo>
                    <a:pt x="7" y="30"/>
                    <a:pt x="7" y="30"/>
                    <a:pt x="7" y="30"/>
                  </a:cubicBezTo>
                  <a:cubicBezTo>
                    <a:pt x="3" y="30"/>
                    <a:pt x="0" y="27"/>
                    <a:pt x="0" y="23"/>
                  </a:cubicBezTo>
                  <a:cubicBezTo>
                    <a:pt x="0" y="7"/>
                    <a:pt x="0" y="7"/>
                    <a:pt x="0" y="7"/>
                  </a:cubicBezTo>
                  <a:cubicBezTo>
                    <a:pt x="0" y="3"/>
                    <a:pt x="3" y="0"/>
                    <a:pt x="7" y="0"/>
                  </a:cubicBezTo>
                  <a:cubicBezTo>
                    <a:pt x="23" y="0"/>
                    <a:pt x="23" y="0"/>
                    <a:pt x="23" y="0"/>
                  </a:cubicBezTo>
                  <a:cubicBezTo>
                    <a:pt x="27" y="0"/>
                    <a:pt x="30" y="3"/>
                    <a:pt x="30" y="7"/>
                  </a:cubicBezTo>
                  <a:lnTo>
                    <a:pt x="30"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6" name="Freeform 31"/>
            <p:cNvSpPr>
              <a:spLocks noChangeArrowheads="1"/>
            </p:cNvSpPr>
            <p:nvPr/>
          </p:nvSpPr>
          <p:spPr bwMode="auto">
            <a:xfrm>
              <a:off x="519516" y="274756"/>
              <a:ext cx="83987" cy="88786"/>
            </a:xfrm>
            <a:custGeom>
              <a:avLst/>
              <a:gdLst>
                <a:gd name="T0" fmla="*/ 30 w 30"/>
                <a:gd name="T1" fmla="*/ 24 h 31"/>
                <a:gd name="T2" fmla="*/ 23 w 30"/>
                <a:gd name="T3" fmla="*/ 31 h 31"/>
                <a:gd name="T4" fmla="*/ 7 w 30"/>
                <a:gd name="T5" fmla="*/ 31 h 31"/>
                <a:gd name="T6" fmla="*/ 0 w 30"/>
                <a:gd name="T7" fmla="*/ 24 h 31"/>
                <a:gd name="T8" fmla="*/ 0 w 30"/>
                <a:gd name="T9" fmla="*/ 8 h 31"/>
                <a:gd name="T10" fmla="*/ 7 w 30"/>
                <a:gd name="T11" fmla="*/ 0 h 31"/>
                <a:gd name="T12" fmla="*/ 23 w 30"/>
                <a:gd name="T13" fmla="*/ 0 h 31"/>
                <a:gd name="T14" fmla="*/ 30 w 30"/>
                <a:gd name="T15" fmla="*/ 8 h 31"/>
                <a:gd name="T16" fmla="*/ 30 w 30"/>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1"/>
                <a:gd name="T29" fmla="*/ 30 w 30"/>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1">
                  <a:moveTo>
                    <a:pt x="30" y="24"/>
                  </a:moveTo>
                  <a:cubicBezTo>
                    <a:pt x="30" y="28"/>
                    <a:pt x="27" y="31"/>
                    <a:pt x="23" y="31"/>
                  </a:cubicBezTo>
                  <a:cubicBezTo>
                    <a:pt x="7" y="31"/>
                    <a:pt x="7" y="31"/>
                    <a:pt x="7" y="31"/>
                  </a:cubicBezTo>
                  <a:cubicBezTo>
                    <a:pt x="3" y="31"/>
                    <a:pt x="0" y="28"/>
                    <a:pt x="0" y="24"/>
                  </a:cubicBezTo>
                  <a:cubicBezTo>
                    <a:pt x="0" y="8"/>
                    <a:pt x="0" y="8"/>
                    <a:pt x="0" y="8"/>
                  </a:cubicBezTo>
                  <a:cubicBezTo>
                    <a:pt x="0" y="4"/>
                    <a:pt x="3" y="0"/>
                    <a:pt x="7" y="0"/>
                  </a:cubicBezTo>
                  <a:cubicBezTo>
                    <a:pt x="23" y="0"/>
                    <a:pt x="23" y="0"/>
                    <a:pt x="23" y="0"/>
                  </a:cubicBezTo>
                  <a:cubicBezTo>
                    <a:pt x="27" y="0"/>
                    <a:pt x="30" y="4"/>
                    <a:pt x="30" y="8"/>
                  </a:cubicBezTo>
                  <a:lnTo>
                    <a:pt x="30"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7" name="Freeform 32"/>
            <p:cNvSpPr>
              <a:spLocks noChangeArrowheads="1"/>
            </p:cNvSpPr>
            <p:nvPr/>
          </p:nvSpPr>
          <p:spPr bwMode="auto">
            <a:xfrm>
              <a:off x="688689" y="116382"/>
              <a:ext cx="85186" cy="85186"/>
            </a:xfrm>
            <a:custGeom>
              <a:avLst/>
              <a:gdLst>
                <a:gd name="T0" fmla="*/ 30 w 30"/>
                <a:gd name="T1" fmla="*/ 23 h 30"/>
                <a:gd name="T2" fmla="*/ 23 w 30"/>
                <a:gd name="T3" fmla="*/ 30 h 30"/>
                <a:gd name="T4" fmla="*/ 7 w 30"/>
                <a:gd name="T5" fmla="*/ 30 h 30"/>
                <a:gd name="T6" fmla="*/ 0 w 30"/>
                <a:gd name="T7" fmla="*/ 23 h 30"/>
                <a:gd name="T8" fmla="*/ 0 w 30"/>
                <a:gd name="T9" fmla="*/ 7 h 30"/>
                <a:gd name="T10" fmla="*/ 7 w 30"/>
                <a:gd name="T11" fmla="*/ 0 h 30"/>
                <a:gd name="T12" fmla="*/ 23 w 30"/>
                <a:gd name="T13" fmla="*/ 0 h 30"/>
                <a:gd name="T14" fmla="*/ 30 w 30"/>
                <a:gd name="T15" fmla="*/ 7 h 30"/>
                <a:gd name="T16" fmla="*/ 30 w 30"/>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0"/>
                <a:gd name="T29" fmla="*/ 30 w 30"/>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0">
                  <a:moveTo>
                    <a:pt x="30" y="23"/>
                  </a:moveTo>
                  <a:cubicBezTo>
                    <a:pt x="30" y="27"/>
                    <a:pt x="27" y="30"/>
                    <a:pt x="23" y="30"/>
                  </a:cubicBezTo>
                  <a:cubicBezTo>
                    <a:pt x="7" y="30"/>
                    <a:pt x="7" y="30"/>
                    <a:pt x="7" y="30"/>
                  </a:cubicBezTo>
                  <a:cubicBezTo>
                    <a:pt x="3" y="30"/>
                    <a:pt x="0" y="27"/>
                    <a:pt x="0" y="23"/>
                  </a:cubicBezTo>
                  <a:cubicBezTo>
                    <a:pt x="0" y="7"/>
                    <a:pt x="0" y="7"/>
                    <a:pt x="0" y="7"/>
                  </a:cubicBezTo>
                  <a:cubicBezTo>
                    <a:pt x="0" y="3"/>
                    <a:pt x="3" y="0"/>
                    <a:pt x="7" y="0"/>
                  </a:cubicBezTo>
                  <a:cubicBezTo>
                    <a:pt x="23" y="0"/>
                    <a:pt x="23" y="0"/>
                    <a:pt x="23" y="0"/>
                  </a:cubicBezTo>
                  <a:cubicBezTo>
                    <a:pt x="27" y="0"/>
                    <a:pt x="30" y="3"/>
                    <a:pt x="30" y="7"/>
                  </a:cubicBezTo>
                  <a:lnTo>
                    <a:pt x="30"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8" name="Freeform 33"/>
            <p:cNvSpPr>
              <a:spLocks noChangeArrowheads="1"/>
            </p:cNvSpPr>
            <p:nvPr/>
          </p:nvSpPr>
          <p:spPr bwMode="auto">
            <a:xfrm>
              <a:off x="688689" y="274756"/>
              <a:ext cx="85186" cy="88786"/>
            </a:xfrm>
            <a:custGeom>
              <a:avLst/>
              <a:gdLst>
                <a:gd name="T0" fmla="*/ 30 w 30"/>
                <a:gd name="T1" fmla="*/ 24 h 31"/>
                <a:gd name="T2" fmla="*/ 23 w 30"/>
                <a:gd name="T3" fmla="*/ 31 h 31"/>
                <a:gd name="T4" fmla="*/ 7 w 30"/>
                <a:gd name="T5" fmla="*/ 31 h 31"/>
                <a:gd name="T6" fmla="*/ 0 w 30"/>
                <a:gd name="T7" fmla="*/ 24 h 31"/>
                <a:gd name="T8" fmla="*/ 0 w 30"/>
                <a:gd name="T9" fmla="*/ 8 h 31"/>
                <a:gd name="T10" fmla="*/ 7 w 30"/>
                <a:gd name="T11" fmla="*/ 0 h 31"/>
                <a:gd name="T12" fmla="*/ 23 w 30"/>
                <a:gd name="T13" fmla="*/ 0 h 31"/>
                <a:gd name="T14" fmla="*/ 30 w 30"/>
                <a:gd name="T15" fmla="*/ 8 h 31"/>
                <a:gd name="T16" fmla="*/ 30 w 30"/>
                <a:gd name="T17" fmla="*/ 24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
                <a:gd name="T28" fmla="*/ 0 h 31"/>
                <a:gd name="T29" fmla="*/ 30 w 30"/>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 h="31">
                  <a:moveTo>
                    <a:pt x="30" y="24"/>
                  </a:moveTo>
                  <a:cubicBezTo>
                    <a:pt x="30" y="28"/>
                    <a:pt x="27" y="31"/>
                    <a:pt x="23" y="31"/>
                  </a:cubicBezTo>
                  <a:cubicBezTo>
                    <a:pt x="7" y="31"/>
                    <a:pt x="7" y="31"/>
                    <a:pt x="7" y="31"/>
                  </a:cubicBezTo>
                  <a:cubicBezTo>
                    <a:pt x="3" y="31"/>
                    <a:pt x="0" y="28"/>
                    <a:pt x="0" y="24"/>
                  </a:cubicBezTo>
                  <a:cubicBezTo>
                    <a:pt x="0" y="8"/>
                    <a:pt x="0" y="8"/>
                    <a:pt x="0" y="8"/>
                  </a:cubicBezTo>
                  <a:cubicBezTo>
                    <a:pt x="0" y="4"/>
                    <a:pt x="3" y="0"/>
                    <a:pt x="7" y="0"/>
                  </a:cubicBezTo>
                  <a:cubicBezTo>
                    <a:pt x="23" y="0"/>
                    <a:pt x="23" y="0"/>
                    <a:pt x="23" y="0"/>
                  </a:cubicBezTo>
                  <a:cubicBezTo>
                    <a:pt x="27" y="0"/>
                    <a:pt x="30" y="4"/>
                    <a:pt x="30" y="8"/>
                  </a:cubicBezTo>
                  <a:lnTo>
                    <a:pt x="30" y="24"/>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29" name="Freeform 34"/>
            <p:cNvSpPr>
              <a:spLocks noChangeArrowheads="1"/>
            </p:cNvSpPr>
            <p:nvPr/>
          </p:nvSpPr>
          <p:spPr bwMode="auto">
            <a:xfrm>
              <a:off x="176371" y="436730"/>
              <a:ext cx="87586" cy="85186"/>
            </a:xfrm>
            <a:custGeom>
              <a:avLst/>
              <a:gdLst>
                <a:gd name="T0" fmla="*/ 31 w 31"/>
                <a:gd name="T1" fmla="*/ 23 h 30"/>
                <a:gd name="T2" fmla="*/ 24 w 31"/>
                <a:gd name="T3" fmla="*/ 30 h 30"/>
                <a:gd name="T4" fmla="*/ 8 w 31"/>
                <a:gd name="T5" fmla="*/ 30 h 30"/>
                <a:gd name="T6" fmla="*/ 0 w 31"/>
                <a:gd name="T7" fmla="*/ 23 h 30"/>
                <a:gd name="T8" fmla="*/ 0 w 31"/>
                <a:gd name="T9" fmla="*/ 7 h 30"/>
                <a:gd name="T10" fmla="*/ 8 w 31"/>
                <a:gd name="T11" fmla="*/ 0 h 30"/>
                <a:gd name="T12" fmla="*/ 24 w 31"/>
                <a:gd name="T13" fmla="*/ 0 h 30"/>
                <a:gd name="T14" fmla="*/ 31 w 31"/>
                <a:gd name="T15" fmla="*/ 7 h 30"/>
                <a:gd name="T16" fmla="*/ 31 w 31"/>
                <a:gd name="T17" fmla="*/ 23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30"/>
                <a:gd name="T29" fmla="*/ 31 w 31"/>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30">
                  <a:moveTo>
                    <a:pt x="31" y="23"/>
                  </a:moveTo>
                  <a:cubicBezTo>
                    <a:pt x="31" y="27"/>
                    <a:pt x="28" y="30"/>
                    <a:pt x="24" y="30"/>
                  </a:cubicBezTo>
                  <a:cubicBezTo>
                    <a:pt x="8" y="30"/>
                    <a:pt x="8" y="30"/>
                    <a:pt x="8" y="30"/>
                  </a:cubicBezTo>
                  <a:cubicBezTo>
                    <a:pt x="4" y="30"/>
                    <a:pt x="0" y="27"/>
                    <a:pt x="0" y="23"/>
                  </a:cubicBezTo>
                  <a:cubicBezTo>
                    <a:pt x="0" y="7"/>
                    <a:pt x="0" y="7"/>
                    <a:pt x="0" y="7"/>
                  </a:cubicBezTo>
                  <a:cubicBezTo>
                    <a:pt x="0" y="3"/>
                    <a:pt x="4" y="0"/>
                    <a:pt x="8" y="0"/>
                  </a:cubicBezTo>
                  <a:cubicBezTo>
                    <a:pt x="24" y="0"/>
                    <a:pt x="24" y="0"/>
                    <a:pt x="24" y="0"/>
                  </a:cubicBezTo>
                  <a:cubicBezTo>
                    <a:pt x="28" y="0"/>
                    <a:pt x="31" y="3"/>
                    <a:pt x="31" y="7"/>
                  </a:cubicBezTo>
                  <a:lnTo>
                    <a:pt x="31" y="2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grpSp>
      <p:sp>
        <p:nvSpPr>
          <p:cNvPr id="30" name="Freeform 84"/>
          <p:cNvSpPr>
            <a:spLocks noChangeAspect="1" noEditPoints="1" noChangeArrowheads="1"/>
          </p:cNvSpPr>
          <p:nvPr/>
        </p:nvSpPr>
        <p:spPr bwMode="auto">
          <a:xfrm>
            <a:off x="7169827" y="4205438"/>
            <a:ext cx="333822" cy="333006"/>
          </a:xfrm>
          <a:custGeom>
            <a:avLst/>
            <a:gdLst>
              <a:gd name="T0" fmla="*/ 170 w 170"/>
              <a:gd name="T1" fmla="*/ 0 h 168"/>
              <a:gd name="T2" fmla="*/ 162 w 170"/>
              <a:gd name="T3" fmla="*/ 16 h 168"/>
              <a:gd name="T4" fmla="*/ 170 w 170"/>
              <a:gd name="T5" fmla="*/ 103 h 168"/>
              <a:gd name="T6" fmla="*/ 93 w 170"/>
              <a:gd name="T7" fmla="*/ 119 h 168"/>
              <a:gd name="T8" fmla="*/ 128 w 170"/>
              <a:gd name="T9" fmla="*/ 152 h 168"/>
              <a:gd name="T10" fmla="*/ 42 w 170"/>
              <a:gd name="T11" fmla="*/ 168 h 168"/>
              <a:gd name="T12" fmla="*/ 77 w 170"/>
              <a:gd name="T13" fmla="*/ 152 h 168"/>
              <a:gd name="T14" fmla="*/ 0 w 170"/>
              <a:gd name="T15" fmla="*/ 119 h 168"/>
              <a:gd name="T16" fmla="*/ 6 w 170"/>
              <a:gd name="T17" fmla="*/ 103 h 168"/>
              <a:gd name="T18" fmla="*/ 0 w 170"/>
              <a:gd name="T19" fmla="*/ 16 h 168"/>
              <a:gd name="T20" fmla="*/ 0 w 170"/>
              <a:gd name="T21" fmla="*/ 0 h 168"/>
              <a:gd name="T22" fmla="*/ 122 w 170"/>
              <a:gd name="T23" fmla="*/ 40 h 168"/>
              <a:gd name="T24" fmla="*/ 115 w 170"/>
              <a:gd name="T25" fmla="*/ 44 h 168"/>
              <a:gd name="T26" fmla="*/ 75 w 170"/>
              <a:gd name="T27" fmla="*/ 52 h 168"/>
              <a:gd name="T28" fmla="*/ 73 w 170"/>
              <a:gd name="T29" fmla="*/ 50 h 168"/>
              <a:gd name="T30" fmla="*/ 50 w 170"/>
              <a:gd name="T31" fmla="*/ 67 h 168"/>
              <a:gd name="T32" fmla="*/ 85 w 170"/>
              <a:gd name="T33" fmla="*/ 65 h 168"/>
              <a:gd name="T34" fmla="*/ 89 w 170"/>
              <a:gd name="T35" fmla="*/ 67 h 168"/>
              <a:gd name="T36" fmla="*/ 120 w 170"/>
              <a:gd name="T37" fmla="*/ 52 h 168"/>
              <a:gd name="T38" fmla="*/ 128 w 170"/>
              <a:gd name="T39" fmla="*/ 40 h 168"/>
              <a:gd name="T40" fmla="*/ 113 w 170"/>
              <a:gd name="T41" fmla="*/ 58 h 168"/>
              <a:gd name="T42" fmla="*/ 122 w 170"/>
              <a:gd name="T43" fmla="*/ 85 h 168"/>
              <a:gd name="T44" fmla="*/ 113 w 170"/>
              <a:gd name="T45" fmla="*/ 58 h 168"/>
              <a:gd name="T46" fmla="*/ 101 w 170"/>
              <a:gd name="T47" fmla="*/ 67 h 168"/>
              <a:gd name="T48" fmla="*/ 109 w 170"/>
              <a:gd name="T49" fmla="*/ 85 h 168"/>
              <a:gd name="T50" fmla="*/ 101 w 170"/>
              <a:gd name="T51" fmla="*/ 67 h 168"/>
              <a:gd name="T52" fmla="*/ 87 w 170"/>
              <a:gd name="T53" fmla="*/ 77 h 168"/>
              <a:gd name="T54" fmla="*/ 95 w 170"/>
              <a:gd name="T55" fmla="*/ 85 h 168"/>
              <a:gd name="T56" fmla="*/ 87 w 170"/>
              <a:gd name="T57" fmla="*/ 77 h 168"/>
              <a:gd name="T58" fmla="*/ 75 w 170"/>
              <a:gd name="T59" fmla="*/ 69 h 168"/>
              <a:gd name="T60" fmla="*/ 83 w 170"/>
              <a:gd name="T61" fmla="*/ 85 h 168"/>
              <a:gd name="T62" fmla="*/ 75 w 170"/>
              <a:gd name="T63" fmla="*/ 69 h 168"/>
              <a:gd name="T64" fmla="*/ 63 w 170"/>
              <a:gd name="T65" fmla="*/ 69 h 168"/>
              <a:gd name="T66" fmla="*/ 71 w 170"/>
              <a:gd name="T67" fmla="*/ 85 h 168"/>
              <a:gd name="T68" fmla="*/ 63 w 170"/>
              <a:gd name="T69" fmla="*/ 69 h 168"/>
              <a:gd name="T70" fmla="*/ 48 w 170"/>
              <a:gd name="T71" fmla="*/ 73 h 168"/>
              <a:gd name="T72" fmla="*/ 56 w 170"/>
              <a:gd name="T73" fmla="*/ 85 h 168"/>
              <a:gd name="T74" fmla="*/ 48 w 170"/>
              <a:gd name="T75" fmla="*/ 73 h 168"/>
              <a:gd name="T76" fmla="*/ 146 w 170"/>
              <a:gd name="T77" fmla="*/ 18 h 168"/>
              <a:gd name="T78" fmla="*/ 24 w 170"/>
              <a:gd name="T79" fmla="*/ 101 h 168"/>
              <a:gd name="T80" fmla="*/ 146 w 170"/>
              <a:gd name="T81" fmla="*/ 18 h 16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70"/>
              <a:gd name="T124" fmla="*/ 0 h 168"/>
              <a:gd name="T125" fmla="*/ 170 w 170"/>
              <a:gd name="T126" fmla="*/ 168 h 16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70" h="168">
                <a:moveTo>
                  <a:pt x="0" y="0"/>
                </a:moveTo>
                <a:lnTo>
                  <a:pt x="170" y="0"/>
                </a:lnTo>
                <a:lnTo>
                  <a:pt x="170" y="16"/>
                </a:lnTo>
                <a:lnTo>
                  <a:pt x="162" y="16"/>
                </a:lnTo>
                <a:lnTo>
                  <a:pt x="162" y="103"/>
                </a:lnTo>
                <a:lnTo>
                  <a:pt x="170" y="103"/>
                </a:lnTo>
                <a:lnTo>
                  <a:pt x="170" y="119"/>
                </a:lnTo>
                <a:lnTo>
                  <a:pt x="93" y="119"/>
                </a:lnTo>
                <a:lnTo>
                  <a:pt x="93" y="152"/>
                </a:lnTo>
                <a:lnTo>
                  <a:pt x="128" y="152"/>
                </a:lnTo>
                <a:lnTo>
                  <a:pt x="128" y="168"/>
                </a:lnTo>
                <a:lnTo>
                  <a:pt x="42" y="168"/>
                </a:lnTo>
                <a:lnTo>
                  <a:pt x="42" y="152"/>
                </a:lnTo>
                <a:lnTo>
                  <a:pt x="77" y="152"/>
                </a:lnTo>
                <a:lnTo>
                  <a:pt x="77" y="119"/>
                </a:lnTo>
                <a:lnTo>
                  <a:pt x="0" y="119"/>
                </a:lnTo>
                <a:lnTo>
                  <a:pt x="0" y="103"/>
                </a:lnTo>
                <a:lnTo>
                  <a:pt x="6" y="103"/>
                </a:lnTo>
                <a:lnTo>
                  <a:pt x="6" y="16"/>
                </a:lnTo>
                <a:lnTo>
                  <a:pt x="0" y="16"/>
                </a:lnTo>
                <a:lnTo>
                  <a:pt x="0" y="0"/>
                </a:lnTo>
                <a:lnTo>
                  <a:pt x="0" y="0"/>
                </a:lnTo>
                <a:close/>
                <a:moveTo>
                  <a:pt x="128" y="40"/>
                </a:moveTo>
                <a:lnTo>
                  <a:pt x="122" y="40"/>
                </a:lnTo>
                <a:lnTo>
                  <a:pt x="113" y="40"/>
                </a:lnTo>
                <a:lnTo>
                  <a:pt x="115" y="44"/>
                </a:lnTo>
                <a:lnTo>
                  <a:pt x="87" y="61"/>
                </a:lnTo>
                <a:lnTo>
                  <a:pt x="75" y="52"/>
                </a:lnTo>
                <a:lnTo>
                  <a:pt x="75" y="50"/>
                </a:lnTo>
                <a:lnTo>
                  <a:pt x="73" y="50"/>
                </a:lnTo>
                <a:lnTo>
                  <a:pt x="48" y="61"/>
                </a:lnTo>
                <a:lnTo>
                  <a:pt x="50" y="67"/>
                </a:lnTo>
                <a:lnTo>
                  <a:pt x="73" y="56"/>
                </a:lnTo>
                <a:lnTo>
                  <a:pt x="85" y="65"/>
                </a:lnTo>
                <a:lnTo>
                  <a:pt x="87" y="67"/>
                </a:lnTo>
                <a:lnTo>
                  <a:pt x="89" y="67"/>
                </a:lnTo>
                <a:lnTo>
                  <a:pt x="117" y="48"/>
                </a:lnTo>
                <a:lnTo>
                  <a:pt x="120" y="52"/>
                </a:lnTo>
                <a:lnTo>
                  <a:pt x="124" y="46"/>
                </a:lnTo>
                <a:lnTo>
                  <a:pt x="128" y="40"/>
                </a:lnTo>
                <a:lnTo>
                  <a:pt x="128" y="40"/>
                </a:lnTo>
                <a:close/>
                <a:moveTo>
                  <a:pt x="113" y="58"/>
                </a:moveTo>
                <a:lnTo>
                  <a:pt x="113" y="85"/>
                </a:lnTo>
                <a:lnTo>
                  <a:pt x="122" y="85"/>
                </a:lnTo>
                <a:lnTo>
                  <a:pt x="122" y="58"/>
                </a:lnTo>
                <a:lnTo>
                  <a:pt x="113" y="58"/>
                </a:lnTo>
                <a:lnTo>
                  <a:pt x="113" y="58"/>
                </a:lnTo>
                <a:close/>
                <a:moveTo>
                  <a:pt x="101" y="67"/>
                </a:moveTo>
                <a:lnTo>
                  <a:pt x="101" y="85"/>
                </a:lnTo>
                <a:lnTo>
                  <a:pt x="109" y="85"/>
                </a:lnTo>
                <a:lnTo>
                  <a:pt x="109" y="67"/>
                </a:lnTo>
                <a:lnTo>
                  <a:pt x="101" y="67"/>
                </a:lnTo>
                <a:lnTo>
                  <a:pt x="101" y="67"/>
                </a:lnTo>
                <a:close/>
                <a:moveTo>
                  <a:pt x="87" y="77"/>
                </a:moveTo>
                <a:lnTo>
                  <a:pt x="87" y="85"/>
                </a:lnTo>
                <a:lnTo>
                  <a:pt x="95" y="85"/>
                </a:lnTo>
                <a:lnTo>
                  <a:pt x="95" y="77"/>
                </a:lnTo>
                <a:lnTo>
                  <a:pt x="87" y="77"/>
                </a:lnTo>
                <a:lnTo>
                  <a:pt x="87" y="77"/>
                </a:lnTo>
                <a:close/>
                <a:moveTo>
                  <a:pt x="75" y="69"/>
                </a:moveTo>
                <a:lnTo>
                  <a:pt x="75" y="85"/>
                </a:lnTo>
                <a:lnTo>
                  <a:pt x="83" y="85"/>
                </a:lnTo>
                <a:lnTo>
                  <a:pt x="83" y="69"/>
                </a:lnTo>
                <a:lnTo>
                  <a:pt x="75" y="69"/>
                </a:lnTo>
                <a:lnTo>
                  <a:pt x="75" y="69"/>
                </a:lnTo>
                <a:close/>
                <a:moveTo>
                  <a:pt x="63" y="69"/>
                </a:moveTo>
                <a:lnTo>
                  <a:pt x="63" y="85"/>
                </a:lnTo>
                <a:lnTo>
                  <a:pt x="71" y="85"/>
                </a:lnTo>
                <a:lnTo>
                  <a:pt x="71" y="69"/>
                </a:lnTo>
                <a:lnTo>
                  <a:pt x="63" y="69"/>
                </a:lnTo>
                <a:lnTo>
                  <a:pt x="63" y="69"/>
                </a:lnTo>
                <a:close/>
                <a:moveTo>
                  <a:pt x="48" y="73"/>
                </a:moveTo>
                <a:lnTo>
                  <a:pt x="48" y="85"/>
                </a:lnTo>
                <a:lnTo>
                  <a:pt x="56" y="85"/>
                </a:lnTo>
                <a:lnTo>
                  <a:pt x="56" y="73"/>
                </a:lnTo>
                <a:lnTo>
                  <a:pt x="48" y="73"/>
                </a:lnTo>
                <a:lnTo>
                  <a:pt x="48" y="73"/>
                </a:lnTo>
                <a:close/>
                <a:moveTo>
                  <a:pt x="146" y="18"/>
                </a:moveTo>
                <a:lnTo>
                  <a:pt x="24" y="18"/>
                </a:lnTo>
                <a:lnTo>
                  <a:pt x="24" y="101"/>
                </a:lnTo>
                <a:lnTo>
                  <a:pt x="146" y="101"/>
                </a:lnTo>
                <a:lnTo>
                  <a:pt x="146" y="18"/>
                </a:lnTo>
                <a:close/>
              </a:path>
            </a:pathLst>
          </a:custGeom>
          <a:solidFill>
            <a:schemeClr val="tx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
        <p:nvSpPr>
          <p:cNvPr id="31" name="Freeform 9"/>
          <p:cNvSpPr>
            <a:spLocks noChangeAspect="1" noEditPoints="1" noChangeArrowheads="1"/>
          </p:cNvSpPr>
          <p:nvPr/>
        </p:nvSpPr>
        <p:spPr bwMode="auto">
          <a:xfrm>
            <a:off x="9150738" y="4205437"/>
            <a:ext cx="361886" cy="333007"/>
          </a:xfrm>
          <a:custGeom>
            <a:avLst/>
            <a:gdLst>
              <a:gd name="T0" fmla="*/ 141 w 181"/>
              <a:gd name="T1" fmla="*/ 0 h 165"/>
              <a:gd name="T2" fmla="*/ 149 w 181"/>
              <a:gd name="T3" fmla="*/ 8 h 165"/>
              <a:gd name="T4" fmla="*/ 134 w 181"/>
              <a:gd name="T5" fmla="*/ 47 h 165"/>
              <a:gd name="T6" fmla="*/ 33 w 181"/>
              <a:gd name="T7" fmla="*/ 14 h 165"/>
              <a:gd name="T8" fmla="*/ 39 w 181"/>
              <a:gd name="T9" fmla="*/ 20 h 165"/>
              <a:gd name="T10" fmla="*/ 51 w 181"/>
              <a:gd name="T11" fmla="*/ 31 h 165"/>
              <a:gd name="T12" fmla="*/ 33 w 181"/>
              <a:gd name="T13" fmla="*/ 39 h 165"/>
              <a:gd name="T14" fmla="*/ 39 w 181"/>
              <a:gd name="T15" fmla="*/ 45 h 165"/>
              <a:gd name="T16" fmla="*/ 51 w 181"/>
              <a:gd name="T17" fmla="*/ 55 h 165"/>
              <a:gd name="T18" fmla="*/ 33 w 181"/>
              <a:gd name="T19" fmla="*/ 63 h 165"/>
              <a:gd name="T20" fmla="*/ 39 w 181"/>
              <a:gd name="T21" fmla="*/ 67 h 165"/>
              <a:gd name="T22" fmla="*/ 51 w 181"/>
              <a:gd name="T23" fmla="*/ 77 h 165"/>
              <a:gd name="T24" fmla="*/ 33 w 181"/>
              <a:gd name="T25" fmla="*/ 86 h 165"/>
              <a:gd name="T26" fmla="*/ 39 w 181"/>
              <a:gd name="T27" fmla="*/ 90 h 165"/>
              <a:gd name="T28" fmla="*/ 51 w 181"/>
              <a:gd name="T29" fmla="*/ 100 h 165"/>
              <a:gd name="T30" fmla="*/ 33 w 181"/>
              <a:gd name="T31" fmla="*/ 110 h 165"/>
              <a:gd name="T32" fmla="*/ 39 w 181"/>
              <a:gd name="T33" fmla="*/ 116 h 165"/>
              <a:gd name="T34" fmla="*/ 51 w 181"/>
              <a:gd name="T35" fmla="*/ 126 h 165"/>
              <a:gd name="T36" fmla="*/ 33 w 181"/>
              <a:gd name="T37" fmla="*/ 134 h 165"/>
              <a:gd name="T38" fmla="*/ 33 w 181"/>
              <a:gd name="T39" fmla="*/ 151 h 165"/>
              <a:gd name="T40" fmla="*/ 134 w 181"/>
              <a:gd name="T41" fmla="*/ 118 h 165"/>
              <a:gd name="T42" fmla="*/ 149 w 181"/>
              <a:gd name="T43" fmla="*/ 157 h 165"/>
              <a:gd name="T44" fmla="*/ 141 w 181"/>
              <a:gd name="T45" fmla="*/ 165 h 165"/>
              <a:gd name="T46" fmla="*/ 19 w 181"/>
              <a:gd name="T47" fmla="*/ 165 h 165"/>
              <a:gd name="T48" fmla="*/ 19 w 181"/>
              <a:gd name="T49" fmla="*/ 146 h 165"/>
              <a:gd name="T50" fmla="*/ 0 w 181"/>
              <a:gd name="T51" fmla="*/ 132 h 165"/>
              <a:gd name="T52" fmla="*/ 19 w 181"/>
              <a:gd name="T53" fmla="*/ 120 h 165"/>
              <a:gd name="T54" fmla="*/ 0 w 181"/>
              <a:gd name="T55" fmla="*/ 108 h 165"/>
              <a:gd name="T56" fmla="*/ 19 w 181"/>
              <a:gd name="T57" fmla="*/ 98 h 165"/>
              <a:gd name="T58" fmla="*/ 0 w 181"/>
              <a:gd name="T59" fmla="*/ 83 h 165"/>
              <a:gd name="T60" fmla="*/ 19 w 181"/>
              <a:gd name="T61" fmla="*/ 75 h 165"/>
              <a:gd name="T62" fmla="*/ 0 w 181"/>
              <a:gd name="T63" fmla="*/ 61 h 165"/>
              <a:gd name="T64" fmla="*/ 19 w 181"/>
              <a:gd name="T65" fmla="*/ 51 h 165"/>
              <a:gd name="T66" fmla="*/ 0 w 181"/>
              <a:gd name="T67" fmla="*/ 39 h 165"/>
              <a:gd name="T68" fmla="*/ 19 w 181"/>
              <a:gd name="T69" fmla="*/ 8 h 165"/>
              <a:gd name="T70" fmla="*/ 27 w 181"/>
              <a:gd name="T71" fmla="*/ 0 h 165"/>
              <a:gd name="T72" fmla="*/ 63 w 181"/>
              <a:gd name="T73" fmla="*/ 79 h 165"/>
              <a:gd name="T74" fmla="*/ 84 w 181"/>
              <a:gd name="T75" fmla="*/ 88 h 165"/>
              <a:gd name="T76" fmla="*/ 63 w 181"/>
              <a:gd name="T77" fmla="*/ 79 h 165"/>
              <a:gd name="T78" fmla="*/ 63 w 181"/>
              <a:gd name="T79" fmla="*/ 61 h 165"/>
              <a:gd name="T80" fmla="*/ 100 w 181"/>
              <a:gd name="T81" fmla="*/ 69 h 165"/>
              <a:gd name="T82" fmla="*/ 63 w 181"/>
              <a:gd name="T83" fmla="*/ 61 h 165"/>
              <a:gd name="T84" fmla="*/ 63 w 181"/>
              <a:gd name="T85" fmla="*/ 45 h 165"/>
              <a:gd name="T86" fmla="*/ 116 w 181"/>
              <a:gd name="T87" fmla="*/ 53 h 165"/>
              <a:gd name="T88" fmla="*/ 63 w 181"/>
              <a:gd name="T89" fmla="*/ 45 h 165"/>
              <a:gd name="T90" fmla="*/ 63 w 181"/>
              <a:gd name="T91" fmla="*/ 29 h 165"/>
              <a:gd name="T92" fmla="*/ 116 w 181"/>
              <a:gd name="T93" fmla="*/ 35 h 165"/>
              <a:gd name="T94" fmla="*/ 63 w 181"/>
              <a:gd name="T95" fmla="*/ 29 h 165"/>
              <a:gd name="T96" fmla="*/ 84 w 181"/>
              <a:gd name="T97" fmla="*/ 130 h 165"/>
              <a:gd name="T98" fmla="*/ 106 w 181"/>
              <a:gd name="T99" fmla="*/ 130 h 165"/>
              <a:gd name="T100" fmla="*/ 86 w 181"/>
              <a:gd name="T101" fmla="*/ 108 h 165"/>
              <a:gd name="T102" fmla="*/ 84 w 181"/>
              <a:gd name="T103" fmla="*/ 130 h 165"/>
              <a:gd name="T104" fmla="*/ 161 w 181"/>
              <a:gd name="T105" fmla="*/ 37 h 165"/>
              <a:gd name="T106" fmla="*/ 116 w 181"/>
              <a:gd name="T107" fmla="*/ 120 h 165"/>
              <a:gd name="T108" fmla="*/ 161 w 181"/>
              <a:gd name="T109" fmla="*/ 37 h 16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81"/>
              <a:gd name="T166" fmla="*/ 0 h 165"/>
              <a:gd name="T167" fmla="*/ 181 w 181"/>
              <a:gd name="T168" fmla="*/ 165 h 165"/>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81" h="165">
                <a:moveTo>
                  <a:pt x="27" y="0"/>
                </a:moveTo>
                <a:lnTo>
                  <a:pt x="141" y="0"/>
                </a:lnTo>
                <a:lnTo>
                  <a:pt x="149" y="0"/>
                </a:lnTo>
                <a:lnTo>
                  <a:pt x="149" y="8"/>
                </a:lnTo>
                <a:lnTo>
                  <a:pt x="149" y="35"/>
                </a:lnTo>
                <a:lnTo>
                  <a:pt x="134" y="47"/>
                </a:lnTo>
                <a:lnTo>
                  <a:pt x="134" y="14"/>
                </a:lnTo>
                <a:lnTo>
                  <a:pt x="33" y="14"/>
                </a:lnTo>
                <a:lnTo>
                  <a:pt x="33" y="25"/>
                </a:lnTo>
                <a:lnTo>
                  <a:pt x="39" y="20"/>
                </a:lnTo>
                <a:lnTo>
                  <a:pt x="47" y="18"/>
                </a:lnTo>
                <a:lnTo>
                  <a:pt x="51" y="31"/>
                </a:lnTo>
                <a:lnTo>
                  <a:pt x="45" y="35"/>
                </a:lnTo>
                <a:lnTo>
                  <a:pt x="33" y="39"/>
                </a:lnTo>
                <a:lnTo>
                  <a:pt x="33" y="47"/>
                </a:lnTo>
                <a:lnTo>
                  <a:pt x="39" y="45"/>
                </a:lnTo>
                <a:lnTo>
                  <a:pt x="47" y="41"/>
                </a:lnTo>
                <a:lnTo>
                  <a:pt x="51" y="55"/>
                </a:lnTo>
                <a:lnTo>
                  <a:pt x="45" y="57"/>
                </a:lnTo>
                <a:lnTo>
                  <a:pt x="33" y="63"/>
                </a:lnTo>
                <a:lnTo>
                  <a:pt x="33" y="71"/>
                </a:lnTo>
                <a:lnTo>
                  <a:pt x="39" y="67"/>
                </a:lnTo>
                <a:lnTo>
                  <a:pt x="47" y="65"/>
                </a:lnTo>
                <a:lnTo>
                  <a:pt x="51" y="77"/>
                </a:lnTo>
                <a:lnTo>
                  <a:pt x="45" y="81"/>
                </a:lnTo>
                <a:lnTo>
                  <a:pt x="33" y="86"/>
                </a:lnTo>
                <a:lnTo>
                  <a:pt x="33" y="94"/>
                </a:lnTo>
                <a:lnTo>
                  <a:pt x="39" y="90"/>
                </a:lnTo>
                <a:lnTo>
                  <a:pt x="47" y="88"/>
                </a:lnTo>
                <a:lnTo>
                  <a:pt x="51" y="100"/>
                </a:lnTo>
                <a:lnTo>
                  <a:pt x="45" y="104"/>
                </a:lnTo>
                <a:lnTo>
                  <a:pt x="33" y="110"/>
                </a:lnTo>
                <a:lnTo>
                  <a:pt x="33" y="118"/>
                </a:lnTo>
                <a:lnTo>
                  <a:pt x="39" y="116"/>
                </a:lnTo>
                <a:lnTo>
                  <a:pt x="47" y="112"/>
                </a:lnTo>
                <a:lnTo>
                  <a:pt x="51" y="126"/>
                </a:lnTo>
                <a:lnTo>
                  <a:pt x="45" y="128"/>
                </a:lnTo>
                <a:lnTo>
                  <a:pt x="33" y="134"/>
                </a:lnTo>
                <a:lnTo>
                  <a:pt x="33" y="146"/>
                </a:lnTo>
                <a:lnTo>
                  <a:pt x="33" y="151"/>
                </a:lnTo>
                <a:lnTo>
                  <a:pt x="134" y="151"/>
                </a:lnTo>
                <a:lnTo>
                  <a:pt x="134" y="118"/>
                </a:lnTo>
                <a:lnTo>
                  <a:pt x="149" y="106"/>
                </a:lnTo>
                <a:lnTo>
                  <a:pt x="149" y="157"/>
                </a:lnTo>
                <a:lnTo>
                  <a:pt x="149" y="165"/>
                </a:lnTo>
                <a:lnTo>
                  <a:pt x="141" y="165"/>
                </a:lnTo>
                <a:lnTo>
                  <a:pt x="27" y="165"/>
                </a:lnTo>
                <a:lnTo>
                  <a:pt x="19" y="165"/>
                </a:lnTo>
                <a:lnTo>
                  <a:pt x="19" y="157"/>
                </a:lnTo>
                <a:lnTo>
                  <a:pt x="19" y="146"/>
                </a:lnTo>
                <a:lnTo>
                  <a:pt x="4" y="146"/>
                </a:lnTo>
                <a:lnTo>
                  <a:pt x="0" y="132"/>
                </a:lnTo>
                <a:lnTo>
                  <a:pt x="19" y="124"/>
                </a:lnTo>
                <a:lnTo>
                  <a:pt x="19" y="120"/>
                </a:lnTo>
                <a:lnTo>
                  <a:pt x="4" y="120"/>
                </a:lnTo>
                <a:lnTo>
                  <a:pt x="0" y="108"/>
                </a:lnTo>
                <a:lnTo>
                  <a:pt x="19" y="100"/>
                </a:lnTo>
                <a:lnTo>
                  <a:pt x="19" y="98"/>
                </a:lnTo>
                <a:lnTo>
                  <a:pt x="4" y="98"/>
                </a:lnTo>
                <a:lnTo>
                  <a:pt x="0" y="83"/>
                </a:lnTo>
                <a:lnTo>
                  <a:pt x="19" y="77"/>
                </a:lnTo>
                <a:lnTo>
                  <a:pt x="19" y="75"/>
                </a:lnTo>
                <a:lnTo>
                  <a:pt x="4" y="75"/>
                </a:lnTo>
                <a:lnTo>
                  <a:pt x="0" y="61"/>
                </a:lnTo>
                <a:lnTo>
                  <a:pt x="19" y="53"/>
                </a:lnTo>
                <a:lnTo>
                  <a:pt x="19" y="51"/>
                </a:lnTo>
                <a:lnTo>
                  <a:pt x="4" y="51"/>
                </a:lnTo>
                <a:lnTo>
                  <a:pt x="0" y="39"/>
                </a:lnTo>
                <a:lnTo>
                  <a:pt x="19" y="31"/>
                </a:lnTo>
                <a:lnTo>
                  <a:pt x="19" y="8"/>
                </a:lnTo>
                <a:lnTo>
                  <a:pt x="19" y="0"/>
                </a:lnTo>
                <a:lnTo>
                  <a:pt x="27" y="0"/>
                </a:lnTo>
                <a:lnTo>
                  <a:pt x="27" y="0"/>
                </a:lnTo>
                <a:close/>
                <a:moveTo>
                  <a:pt x="63" y="79"/>
                </a:moveTo>
                <a:lnTo>
                  <a:pt x="63" y="88"/>
                </a:lnTo>
                <a:lnTo>
                  <a:pt x="84" y="88"/>
                </a:lnTo>
                <a:lnTo>
                  <a:pt x="84" y="79"/>
                </a:lnTo>
                <a:lnTo>
                  <a:pt x="63" y="79"/>
                </a:lnTo>
                <a:lnTo>
                  <a:pt x="63" y="79"/>
                </a:lnTo>
                <a:close/>
                <a:moveTo>
                  <a:pt x="63" y="61"/>
                </a:moveTo>
                <a:lnTo>
                  <a:pt x="63" y="69"/>
                </a:lnTo>
                <a:lnTo>
                  <a:pt x="100" y="69"/>
                </a:lnTo>
                <a:lnTo>
                  <a:pt x="100" y="61"/>
                </a:lnTo>
                <a:lnTo>
                  <a:pt x="63" y="61"/>
                </a:lnTo>
                <a:lnTo>
                  <a:pt x="63" y="61"/>
                </a:lnTo>
                <a:close/>
                <a:moveTo>
                  <a:pt x="63" y="45"/>
                </a:moveTo>
                <a:lnTo>
                  <a:pt x="63" y="53"/>
                </a:lnTo>
                <a:lnTo>
                  <a:pt x="116" y="53"/>
                </a:lnTo>
                <a:lnTo>
                  <a:pt x="116" y="45"/>
                </a:lnTo>
                <a:lnTo>
                  <a:pt x="63" y="45"/>
                </a:lnTo>
                <a:lnTo>
                  <a:pt x="63" y="45"/>
                </a:lnTo>
                <a:close/>
                <a:moveTo>
                  <a:pt x="63" y="29"/>
                </a:moveTo>
                <a:lnTo>
                  <a:pt x="63" y="35"/>
                </a:lnTo>
                <a:lnTo>
                  <a:pt x="116" y="35"/>
                </a:lnTo>
                <a:lnTo>
                  <a:pt x="116" y="29"/>
                </a:lnTo>
                <a:lnTo>
                  <a:pt x="63" y="29"/>
                </a:lnTo>
                <a:lnTo>
                  <a:pt x="63" y="29"/>
                </a:lnTo>
                <a:close/>
                <a:moveTo>
                  <a:pt x="84" y="130"/>
                </a:moveTo>
                <a:lnTo>
                  <a:pt x="96" y="130"/>
                </a:lnTo>
                <a:lnTo>
                  <a:pt x="106" y="130"/>
                </a:lnTo>
                <a:lnTo>
                  <a:pt x="96" y="118"/>
                </a:lnTo>
                <a:lnTo>
                  <a:pt x="86" y="108"/>
                </a:lnTo>
                <a:lnTo>
                  <a:pt x="86" y="120"/>
                </a:lnTo>
                <a:lnTo>
                  <a:pt x="84" y="130"/>
                </a:lnTo>
                <a:lnTo>
                  <a:pt x="84" y="130"/>
                </a:lnTo>
                <a:close/>
                <a:moveTo>
                  <a:pt x="161" y="37"/>
                </a:moveTo>
                <a:lnTo>
                  <a:pt x="96" y="100"/>
                </a:lnTo>
                <a:lnTo>
                  <a:pt x="116" y="120"/>
                </a:lnTo>
                <a:lnTo>
                  <a:pt x="181" y="57"/>
                </a:lnTo>
                <a:lnTo>
                  <a:pt x="161" y="37"/>
                </a:lnTo>
                <a:close/>
              </a:path>
            </a:pathLst>
          </a:custGeom>
          <a:solidFill>
            <a:schemeClr val="tx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srgbClr val="404040"/>
              </a:solidFill>
              <a:effectLst/>
              <a:uLnTx/>
              <a:uFillTx/>
              <a:latin typeface="Calibri" panose="020F0502020204030204" pitchFamily="34" charset="0"/>
              <a:ea typeface="微软雅黑" panose="020B0503020204020204" pitchFamily="34" charset="-122"/>
              <a:cs typeface="+mn-cs"/>
              <a:sym typeface="宋体" panose="02010600030101010101" pitchFamily="2" charset="-122"/>
            </a:endParaRPr>
          </a:p>
        </p:txBody>
      </p:sp>
    </p:spTree>
    <p:extLst>
      <p:ext uri="{BB962C8B-B14F-4D97-AF65-F5344CB8AC3E}">
        <p14:creationId xmlns:p14="http://schemas.microsoft.com/office/powerpoint/2010/main" val="1362737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夏雨家 https://xnwe.taobao.com/">
  <a:themeElements>
    <a:clrScheme name="MC-欧美风主题色">
      <a:dk1>
        <a:srgbClr val="000000"/>
      </a:dk1>
      <a:lt1>
        <a:srgbClr val="FFFFFF"/>
      </a:lt1>
      <a:dk2>
        <a:srgbClr val="44546A"/>
      </a:dk2>
      <a:lt2>
        <a:srgbClr val="E7E6E6"/>
      </a:lt2>
      <a:accent1>
        <a:srgbClr val="268F9C"/>
      </a:accent1>
      <a:accent2>
        <a:srgbClr val="2A566E"/>
      </a:accent2>
      <a:accent3>
        <a:srgbClr val="D71D49"/>
      </a:accent3>
      <a:accent4>
        <a:srgbClr val="268F9C"/>
      </a:accent4>
      <a:accent5>
        <a:srgbClr val="2A566E"/>
      </a:accent5>
      <a:accent6>
        <a:srgbClr val="D71D49"/>
      </a:accent6>
      <a:hlink>
        <a:srgbClr val="0563C1"/>
      </a:hlink>
      <a:folHlink>
        <a:srgbClr val="954F72"/>
      </a:folHlink>
    </a:clrScheme>
    <a:fontScheme name="Arial+微软雅黑">
      <a:majorFont>
        <a:latin typeface="Arial"/>
        <a:ea typeface="微软雅黑"/>
        <a:cs typeface=""/>
      </a:majorFont>
      <a:minorFont>
        <a:latin typeface="Arial"/>
        <a:ea typeface="微软雅黑"/>
        <a:cs typeface=""/>
      </a:minorFont>
    </a:fontScheme>
    <a:fmtScheme name="烟灰色玻璃">
      <a:fillStyleLst>
        <a:solidFill>
          <a:schemeClr val="phClr"/>
        </a:solidFill>
        <a:gradFill rotWithShape="1">
          <a:gsLst>
            <a:gs pos="0">
              <a:schemeClr val="phClr">
                <a:tint val="83000"/>
                <a:shade val="100000"/>
                <a:satMod val="100000"/>
              </a:schemeClr>
            </a:gs>
            <a:gs pos="100000">
              <a:schemeClr val="phClr">
                <a:tint val="61000"/>
                <a:alpha val="100000"/>
                <a:satMod val="180000"/>
              </a:schemeClr>
            </a:gs>
          </a:gsLst>
          <a:path path="circle">
            <a:fillToRect l="100000" t="100000" r="100000" b="100000"/>
          </a:path>
        </a:gradFill>
        <a:gradFill rotWithShape="1">
          <a:gsLst>
            <a:gs pos="0">
              <a:schemeClr val="phClr">
                <a:shade val="85000"/>
              </a:schemeClr>
            </a:gs>
            <a:gs pos="100000">
              <a:schemeClr val="phClr">
                <a:tint val="90000"/>
                <a:alpha val="100000"/>
                <a:satMod val="18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effectStyle>
        <a:effectStyle>
          <a:effectLst/>
        </a:effectStyle>
        <a:effectStyle>
          <a:effectLst>
            <a:outerShdw blurRad="44450" dist="21590" dir="5400000" rotWithShape="0">
              <a:srgbClr val="000000">
                <a:alpha val="40000"/>
              </a:srgbClr>
            </a:outerShdw>
          </a:effectLst>
          <a:scene3d>
            <a:camera prst="orthographicFront">
              <a:rot lat="0" lon="0" rev="0"/>
            </a:camera>
            <a:lightRig rig="flat" dir="t">
              <a:rot lat="0" lon="0" rev="3600000"/>
            </a:lightRig>
          </a:scene3d>
          <a:sp3d prstMaterial="flat">
            <a:bevelT w="28575" h="41275"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nchor="ctr">
        <a:spAutoFit/>
      </a:bodyPr>
      <a:lstStyle>
        <a:defPPr>
          <a:lnSpc>
            <a:spcPct val="120000"/>
          </a:lnSpc>
          <a:defRPr dirty="0" smtClean="0">
            <a:solidFill>
              <a:schemeClr val="tx1">
                <a:lumMod val="75000"/>
                <a:lumOff val="25000"/>
              </a:schemeClr>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7097</TotalTime>
  <Words>2825</Words>
  <Application>Microsoft Office PowerPoint</Application>
  <PresentationFormat>宽屏</PresentationFormat>
  <Paragraphs>427</Paragraphs>
  <Slides>33</Slides>
  <Notes>33</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33</vt:i4>
      </vt:variant>
    </vt:vector>
  </HeadingPairs>
  <TitlesOfParts>
    <vt:vector size="42" baseType="lpstr">
      <vt:lpstr>-apple-system</vt:lpstr>
      <vt:lpstr>等线</vt:lpstr>
      <vt:lpstr>微软雅黑</vt:lpstr>
      <vt:lpstr>Arial</vt:lpstr>
      <vt:lpstr>Calibri</vt:lpstr>
      <vt:lpstr>Cambria Math</vt:lpstr>
      <vt:lpstr>Lato</vt:lpstr>
      <vt:lpstr>Wingdings</vt:lpstr>
      <vt:lpstr>夏雨家 https://xnwe.taobao.com/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盈钢 邱</dc:creator>
  <cp:lastModifiedBy>盈钢 邱</cp:lastModifiedBy>
  <cp:revision>706</cp:revision>
  <dcterms:created xsi:type="dcterms:W3CDTF">2024-11-06T01:21:23Z</dcterms:created>
  <dcterms:modified xsi:type="dcterms:W3CDTF">2024-11-30T04:05:33Z</dcterms:modified>
</cp:coreProperties>
</file>