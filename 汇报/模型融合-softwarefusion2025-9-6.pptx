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"/>
  </p:notesMasterIdLst>
  <p:sldIdLst>
    <p:sldId id="390" r:id="rId2"/>
    <p:sldId id="391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AE43C"/>
    <a:srgbClr val="2A566E"/>
    <a:srgbClr val="268F9C"/>
    <a:srgbClr val="D71D49"/>
    <a:srgbClr val="00000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470" autoAdjust="0"/>
    <p:restoredTop sz="79058" autoAdjust="0"/>
  </p:normalViewPr>
  <p:slideViewPr>
    <p:cSldViewPr snapToGrid="0">
      <p:cViewPr>
        <p:scale>
          <a:sx n="75" d="100"/>
          <a:sy n="75" d="100"/>
        </p:scale>
        <p:origin x="1138" y="216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25" d="100"/>
        <a:sy n="12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D20703-AF86-4F31-B9FB-F7B8355B7ACE}" type="datetimeFigureOut">
              <a:rPr lang="zh-CN" altLang="en-US" smtClean="0"/>
              <a:t>2025/9/6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8741DC-E11E-424D-8624-63C2B9FB9B1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726073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DBAED6-63D6-5935-7B5F-DA73B9837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D5D880A-0BB6-7EEE-5807-2D38FD25295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60516CFA-93A5-4D21-6C99-8E3A0A4DA5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EBD221B-724B-CD06-76AC-B7CBBAB7911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926990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D843A4-178D-F0F1-E768-F8E9F306D9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6997B4D-3781-1FD4-4AC5-C1857675E68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9E1E51-E371-4E19-3B5F-9A5373D2E41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36E134C-F531-F48D-00D9-280528AD3CA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34C0232-94FA-4EBE-BB9B-79FBE486032D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等线"/>
                <a:ea typeface="等线" panose="02010600030101010101" pitchFamily="2" charset="-122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等线"/>
              <a:ea typeface="等线" panose="02010600030101010101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36096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首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9199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ripple/>
      </p:transition>
    </mc:Choice>
    <mc:Fallback xmlns="">
      <p:transition spd="slow" advClick="0" advTm="5000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目录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21874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 advClick="0" advTm="5000">
        <p14:doors dir="vert"/>
      </p:transition>
    </mc:Choice>
    <mc:Fallback xmlns="">
      <p:transition spd="slow" advClick="0" advTm="5000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过度页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97872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927944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prism isInverted="1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2980235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switch dir="r"/>
      </p:transition>
    </mc:Choice>
    <mc:Fallback xmlns="">
      <p:transition spd="slow" advClick="0" advTm="5000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34917696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5000">
        <p14:flip dir="r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内页-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1"/>
          <p:cNvSpPr/>
          <p:nvPr userDrawn="1"/>
        </p:nvSpPr>
        <p:spPr>
          <a:xfrm rot="2603202">
            <a:off x="336606" y="165885"/>
            <a:ext cx="470229" cy="470228"/>
          </a:xfrm>
          <a:prstGeom prst="roundRect">
            <a:avLst/>
          </a:prstGeom>
          <a:noFill/>
          <a:ln w="2857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  <p:sp>
        <p:nvSpPr>
          <p:cNvPr id="3" name="Line 9"/>
          <p:cNvSpPr>
            <a:spLocks noChangeShapeType="1"/>
          </p:cNvSpPr>
          <p:nvPr userDrawn="1"/>
        </p:nvSpPr>
        <p:spPr bwMode="auto">
          <a:xfrm>
            <a:off x="805839" y="695491"/>
            <a:ext cx="11387572" cy="0"/>
          </a:xfrm>
          <a:prstGeom prst="line">
            <a:avLst/>
          </a:prstGeom>
          <a:ln w="28575">
            <a:gradFill>
              <a:gsLst>
                <a:gs pos="0">
                  <a:schemeClr val="tx1">
                    <a:lumMod val="35000"/>
                    <a:lumOff val="65000"/>
                  </a:schemeClr>
                </a:gs>
                <a:gs pos="100000">
                  <a:schemeClr val="bg1"/>
                </a:gs>
              </a:gsLst>
              <a:lin ang="5400000" scaled="0"/>
            </a:gradFill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vert="horz" wrap="square" lIns="121920" tIns="60961" rIns="121920" bIns="60961" numCol="1" anchor="t" anchorCtr="0" compatLnSpc="1"/>
          <a:lstStyle/>
          <a:p>
            <a:pPr>
              <a:lnSpc>
                <a:spcPct val="120000"/>
              </a:lnSpc>
            </a:pPr>
            <a:endParaRPr lang="zh-CN" altLang="en-US" sz="3200">
              <a:solidFill>
                <a:schemeClr val="tx2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圆角矩形 13"/>
          <p:cNvSpPr/>
          <p:nvPr userDrawn="1"/>
        </p:nvSpPr>
        <p:spPr>
          <a:xfrm rot="2634344">
            <a:off x="551426" y="237849"/>
            <a:ext cx="410548" cy="410548"/>
          </a:xfrm>
          <a:prstGeom prst="roundRect">
            <a:avLst/>
          </a:prstGeom>
          <a:solidFill>
            <a:schemeClr val="accent1"/>
          </a:solidFill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21920" tIns="60961" rIns="121920" bIns="60961" rtlCol="0" anchor="ctr"/>
          <a:lstStyle/>
          <a:p>
            <a:pPr algn="ctr"/>
            <a:endParaRPr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5609724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14:gallery dir="l"/>
      </p:transition>
    </mc:Choice>
    <mc:Fallback xmlns="">
      <p:transition spd="slow" advClick="0" advTm="5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8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结束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2819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00" advClick="0" advTm="5000">
        <p14:warp dir="in"/>
      </p:transition>
    </mc:Choice>
    <mc:Fallback xmlns="">
      <p:transition spd="slow" advClick="0" advTm="5000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版权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074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 advClick="0" advTm="5000">
        <p:blinds dir="vert"/>
      </p:transition>
    </mc:Choice>
    <mc:Fallback xmlns="">
      <p:transition spd="slow" advClick="0" advTm="5000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lIns="121917" tIns="60958" rIns="121917" bIns="60958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80F42DC0-2E3F-F440-A3AA-64F0AA1F84F2}" type="datetime1">
              <a:rPr lang="zh-CN" altLang="en-US"/>
              <a:t>2025/9/6</a:t>
            </a:fld>
            <a:endParaRPr lang="zh-CN" altLang="en-US" sz="1900">
              <a:solidFill>
                <a:schemeClr val="tx1"/>
              </a:solidFill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endParaRPr lang="zh-CN" altLang="zh-CN"/>
          </a:p>
        </p:txBody>
      </p:sp>
      <p:sp>
        <p:nvSpPr>
          <p:cNvPr id="5" name="幻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lIns="121917" tIns="60958" rIns="121917" bIns="60958"/>
          <a:lstStyle>
            <a:lvl1pPr>
              <a:defRPr/>
            </a:lvl1pPr>
          </a:lstStyle>
          <a:p>
            <a:fld id="{C5FC99A0-26D8-5E4B-82FB-70809BCEE9F6}" type="slidenum">
              <a:rPr lang="zh-CN" altLang="en-US"/>
              <a:t>‹#›</a:t>
            </a:fld>
            <a:endParaRPr lang="zh-CN" altLang="en-US" sz="190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284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random/>
      </p:transition>
    </mc:Choice>
    <mc:Fallback xmlns="">
      <p:transition spd="slow">
        <p:random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53659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mc:AlternateContent xmlns:mc="http://schemas.openxmlformats.org/markup-compatibility/2006" xmlns:p14="http://schemas.microsoft.com/office/powerpoint/2010/main">
    <mc:Choice Requires="p14">
      <p:transition p14:dur="10" advClick="0" advTm="5000"/>
    </mc:Choice>
    <mc:Fallback xmlns="">
      <p:transition advClick="0" advTm="5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0F8B5BD-4D8F-BD41-EF00-84CD1B4AFF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313E7CE0-8C98-55A3-39AE-9579705E963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9133" y="793103"/>
            <a:ext cx="5616867" cy="3008028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8410D79D-4CD4-8709-5CB0-0685517A016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8395" y="3861378"/>
            <a:ext cx="4909344" cy="2931308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D5D942B4-220D-A8F5-24B2-A784AE6FAA4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3859259"/>
            <a:ext cx="5016759" cy="293342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A488507-AB48-5900-35A1-0E6EA1542A9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45290" y="793103"/>
            <a:ext cx="5077796" cy="28644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6553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69AE2D-468D-6D46-CAA9-F7A76316B2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061660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theme/theme1.xml><?xml version="1.0" encoding="utf-8"?>
<a:theme xmlns:a="http://schemas.openxmlformats.org/drawingml/2006/main" name="夏雨家 https://xnwe.taobao.com/">
  <a:themeElements>
    <a:clrScheme name="MC-欧美风主题色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268F9C"/>
      </a:accent1>
      <a:accent2>
        <a:srgbClr val="2A566E"/>
      </a:accent2>
      <a:accent3>
        <a:srgbClr val="D71D49"/>
      </a:accent3>
      <a:accent4>
        <a:srgbClr val="268F9C"/>
      </a:accent4>
      <a:accent5>
        <a:srgbClr val="2A566E"/>
      </a:accent5>
      <a:accent6>
        <a:srgbClr val="D71D49"/>
      </a:accent6>
      <a:hlink>
        <a:srgbClr val="0563C1"/>
      </a:hlink>
      <a:folHlink>
        <a:srgbClr val="954F72"/>
      </a:folHlink>
    </a:clrScheme>
    <a:fontScheme name="Arial+微软雅黑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 anchor="ctr">
        <a:spAutoFit/>
      </a:bodyPr>
      <a:lstStyle>
        <a:defPPr>
          <a:lnSpc>
            <a:spcPct val="120000"/>
          </a:lnSpc>
          <a:defRPr dirty="0" smtClean="0">
            <a:solidFill>
              <a:schemeClr val="tx1">
                <a:lumMod val="75000"/>
                <a:lumOff val="25000"/>
              </a:schemeClr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10232</TotalTime>
  <Words>2</Words>
  <Application>Microsoft Office PowerPoint</Application>
  <PresentationFormat>宽屏</PresentationFormat>
  <Paragraphs>2</Paragraphs>
  <Slides>2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微软雅黑</vt:lpstr>
      <vt:lpstr>Arial</vt:lpstr>
      <vt:lpstr>夏雨家 https://xnwe.taobao.com/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盈钢 邱</dc:creator>
  <cp:lastModifiedBy>盈钢 邱</cp:lastModifiedBy>
  <cp:revision>473</cp:revision>
  <dcterms:created xsi:type="dcterms:W3CDTF">2024-11-06T01:21:23Z</dcterms:created>
  <dcterms:modified xsi:type="dcterms:W3CDTF">2025-09-06T15:31:28Z</dcterms:modified>
</cp:coreProperties>
</file>