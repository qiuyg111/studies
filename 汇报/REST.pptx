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9C89E-310D-8804-72EF-A26F6D81F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7171FE-49B2-2735-E97F-BEB9E0C34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01E82-11FA-3123-01C8-947C71ED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08535-B4B0-7996-2F24-9EE58B77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8A796-C9AE-69AC-3B1A-AA3CC00B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90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2BB6D-A9FF-DDE2-208B-9CD54384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70079-E9BD-AD7D-F593-B9FE36653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B1FB2B-05F8-C04F-F93F-EEE4856E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75D099-EB93-6606-FD45-830B5BC7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EAF6B-78B2-5E47-28CF-856F03A4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E695E-6C91-6E9D-D469-E680607B0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1EA0CC-0C2D-E692-FA7E-A51E5FE4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BDF89-846C-A313-DB8C-431CF339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867A1-2384-B8A6-E3F7-F5B817BD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C1906-CE45-2A41-F64C-210F1592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0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85545-B002-718A-24A6-94538081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44374-B9D9-01BC-07B9-2E25737E0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39F41B-D6E7-F8A2-9ABA-7D4FEC137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5A0D84-19DE-1F4E-4484-6203BA8F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644455-C35C-BF67-BEAC-BAC896E4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5A5BEA-CF25-5898-46BA-3186E1EC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26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9F5D5-3CB9-232A-09EB-4AD2DB77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3354A-F7C9-91C5-9E83-F63FB8D7C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ADFD24-E35C-16C7-9EF9-90B7CF008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AED0A2-ADD7-F9FF-DC3B-9732B157A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DE1B34-FA4A-0B6D-24A5-B726F688C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F4BA24-CD81-0EAA-C82F-505A5CAF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C3669C-E73F-BB80-B6E1-FB1D0C83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88380C-9C75-3198-2292-A3CE8670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9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7876C-63F5-F28A-11E2-6E5C7AE7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942250-8AE9-6D8E-352A-F324BDBA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CEA752-64A4-6732-1504-EE039C3E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9F91AE-AD24-9F56-3BC3-116A4FCA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4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655EB4-1298-F0D8-C93F-5B50ECC1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556F21-A4DB-340C-C94B-183FCCF1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53D5E-85D4-5715-CD9F-97CB07B5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33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557C4-576C-61E0-1FB0-52636EDC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2BE2A3-4EEF-2585-3E1B-8D4D4E762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38776-7560-DC86-7DB0-BFBBA6C17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9E0BB6-6C81-C6E3-2117-6B1EC01F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44754D-3397-4543-A1BF-E48925C0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6ACB4-C69C-DDF9-D338-2D57206C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3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A8BB2-0118-BB70-35CF-9ACE48CB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A61456-838D-3E8C-1D49-59ABD4BE8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079D6C-6021-FA14-9E3E-3F84743D9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C03DD3-4046-62B1-0498-E0ECBC8F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3ACB43-484D-2E17-8981-9C9EAA23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CE8EF8-B282-D36F-F109-B7CCCF68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4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0C325-F4D5-F4DB-40AD-2D95A977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9F9C14-F008-9AB4-36F3-727BC4001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575CF-E053-68FF-46FF-BC768288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6B4D1-EA2E-1473-136B-8DBF7269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605F1-EC26-70D4-3EB4-047A23B2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5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51EECE-114B-82CF-21A4-60511238D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11B642-B07B-D622-E9F9-EBC286E47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ECAA6-DAD9-760E-EC8B-BAB3356C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979A4-A42F-DAB0-5690-6BDE910C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8BB4C-FF4E-B01E-1B64-1E084B76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42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98544F-68AE-D8FF-BF58-E3B3B234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625F5A-802E-DBA2-A6B7-08ECE2F4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5E7D3F-B4EA-88A7-A4EE-78C720385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37496-5815-479A-9CC8-E5C86EDCE8BF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9C78C-AC53-C4EB-076B-0A86CB4CA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5355C-F0B3-3828-EE04-84AC0CAC1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90739-2388-42CF-82A0-4626D55C7A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57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D306-2343-0EB3-9717-A16476E2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7C2E99-F4F9-8063-A1BF-A7F92027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859"/>
            <a:ext cx="12192000" cy="48562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C46CDD-D3A0-5AD6-443C-5476295F9E2E}"/>
              </a:ext>
            </a:extLst>
          </p:cNvPr>
          <p:cNvSpPr txBox="1"/>
          <p:nvPr/>
        </p:nvSpPr>
        <p:spPr>
          <a:xfrm>
            <a:off x="199663" y="226234"/>
            <a:ext cx="609407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/>
              <a:t>REST: Retrieval-Based Speculative Decoding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83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2025-10-13T11:50:15Z</dcterms:created>
  <dcterms:modified xsi:type="dcterms:W3CDTF">2025-10-13T11:50:47Z</dcterms:modified>
</cp:coreProperties>
</file>