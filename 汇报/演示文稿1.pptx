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89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FA6A1-D9A1-7D03-A7E0-05DED0F76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48E7A1-3D6B-6E47-5524-DF1FE47E0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D0C815-3D4C-F3DA-342C-B511D39A6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58D13F-D4C4-F85B-64B6-E6A56E9C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43C77E-AFE1-61C1-1321-93D7E5F4A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98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C81ED-AAF1-F9EE-54A8-2CB1979F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BD3C3D-43C0-FC0B-A1E4-449BE531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F56939-C30B-314F-DBD5-D5AD9D97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18EE1-1621-8BB5-FEB3-C93A8CD1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41535C-60D8-9C0F-A6CC-03F014AC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71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D7F8D-9415-0D19-389A-58283D5C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CEAED7-3BBE-C54D-928C-FB90CFFE4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497F0-6C2D-F6CA-41AE-1E9D343F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DED3A-163A-0E2E-202F-3687F18E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CAD78-40C8-0148-A9BF-2675A391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996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19B3B6-ECE7-B93E-11A3-88B019EE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0A1EA-778E-4A93-B75E-CF73ABE0C2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846925-C943-6BBF-E104-AB2E79395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48FBF-FFEA-4678-5AA6-1AF39989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CEA49B-6B7B-7B01-4994-2B5885A6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7A0251-FD95-A1B6-042D-8F61107A5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2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19837-A3B6-28AB-73E7-1B5777A5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3499EC-DDEA-6C0F-EB61-7352A9320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441CC1-1852-D52D-60F2-6607E4546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1B208C-5118-202C-C457-D321D321D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E7AA54-8471-2182-8CC5-20B04E8C2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43594E-11FB-BD2A-15D0-95EA6DC0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596F8C-938C-45ED-4CCF-0056ADAF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4C47D0-8470-2766-948F-8583F89C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68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ADBA60-94A8-A03E-29FD-D2D1BC0A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EE1B3B-8869-9643-5803-5BC84A6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3CBB40-A08B-5CDB-8318-85EEC1A7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662CA-3807-409E-B5E3-4BDCCAE54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139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9F4FF9-F2E3-19A8-D6D2-D1477DE85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971F8F-0E74-CDF9-ADE5-A482E24CF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D34BA5-6F72-772A-13D8-DC791587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3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4DFD9A-0B84-015C-1F79-A71C16E2A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04C6FA-F84F-74EA-1BCC-78723FFCE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088C72-952E-6CDD-5E01-41E7583D5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0FC7D-91BB-4283-F556-7681EC5C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E763C4-FEFA-1EC2-3C89-B4606297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CD0DC1-18CE-A828-CD69-275813ED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16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8B667-FEAD-1AA6-DAE5-F6A4B993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70BD93-4255-12D9-83E7-CF61AF8B4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54A494-73A1-A9E9-F542-3FC79BAEB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8C1C7E-AD5B-EA00-2A73-9AC8906F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EEB18D-F0BE-F7E4-361D-7494BA4B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02454D-029F-2961-B377-B83E59C0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088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A57C1-1276-55EC-AC2F-D44315A72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50661B-ED4C-F3CF-C03C-6C68C0143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2AFAC8-5353-235B-10C7-BA9E7D25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5948C6-6E5D-9DAA-BCAC-D515A1F6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FFBD6B-1AEA-D35D-0E75-30B1C6BD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678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22D2AC-6D3D-B4F4-120E-3E56FE4D9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81F94E-3A63-CA28-A641-3D329D9E9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B7000F-9F30-E689-999A-C01AC392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B8E513-EBB5-B558-2607-20B3494C1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56CB5-0963-B281-6258-817F42101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10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8CF4ACB-8B4D-1704-013F-F08CF16BC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23881E-5A1B-C46D-75D0-9F8297C59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4F169-9715-1D6C-7256-24E92A542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FCB16-1655-4D59-B919-8FF938303EE6}" type="datetimeFigureOut">
              <a:rPr lang="zh-CN" altLang="en-US" smtClean="0"/>
              <a:t>2025/4/10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C35D2-656F-DE23-8BAE-561782444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C5AC31-4A38-926C-76F6-B5CBB02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E7989-6A3A-422E-BE4B-F74D0A03CF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23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4F1E2B9-4EAE-D1E1-25EF-5BA95FF4C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163273"/>
              </p:ext>
            </p:extLst>
          </p:nvPr>
        </p:nvGraphicFramePr>
        <p:xfrm>
          <a:off x="1017036" y="1568752"/>
          <a:ext cx="898537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7563">
                  <a:extLst>
                    <a:ext uri="{9D8B030D-6E8A-4147-A177-3AD203B41FA5}">
                      <a16:colId xmlns:a16="http://schemas.microsoft.com/office/drawing/2014/main" val="2482328084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3702507307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4234831808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1171041244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538583317"/>
                    </a:ext>
                  </a:extLst>
                </a:gridCol>
                <a:gridCol w="1497563">
                  <a:extLst>
                    <a:ext uri="{9D8B030D-6E8A-4147-A177-3AD203B41FA5}">
                      <a16:colId xmlns:a16="http://schemas.microsoft.com/office/drawing/2014/main" val="80109452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Code Summary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Code Repair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Code Generation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5350688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BLEU-4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BLEU-4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Accuracy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/>
                        <a:t>BLEU-4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Accuracy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037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CodeLlama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16.92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82.87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14.54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40.82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24.34</a:t>
                      </a:r>
                      <a:endParaRPr lang="zh-CN" altLang="en-US" sz="1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54071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15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2478</TotalTime>
  <Words>17</Words>
  <Application>Microsoft Office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4</cp:revision>
  <dcterms:created xsi:type="dcterms:W3CDTF">2025-03-30T14:51:16Z</dcterms:created>
  <dcterms:modified xsi:type="dcterms:W3CDTF">2025-04-10T06:59:00Z</dcterms:modified>
</cp:coreProperties>
</file>