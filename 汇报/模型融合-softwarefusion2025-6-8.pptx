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8"/>
  </p:notesMasterIdLst>
  <p:sldIdLst>
    <p:sldId id="366" r:id="rId2"/>
    <p:sldId id="386" r:id="rId3"/>
    <p:sldId id="387" r:id="rId4"/>
    <p:sldId id="373" r:id="rId5"/>
    <p:sldId id="389" r:id="rId6"/>
    <p:sldId id="388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E43C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470" autoAdjust="0"/>
    <p:restoredTop sz="79058" autoAdjust="0"/>
  </p:normalViewPr>
  <p:slideViewPr>
    <p:cSldViewPr snapToGrid="0">
      <p:cViewPr varScale="1">
        <p:scale>
          <a:sx n="82" d="100"/>
          <a:sy n="82" d="100"/>
        </p:scale>
        <p:origin x="878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25" d="100"/>
        <a:sy n="12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D20703-AF86-4F31-B9FB-F7B8355B7ACE}" type="datetimeFigureOut">
              <a:rPr lang="zh-CN" altLang="en-US" smtClean="0"/>
              <a:t>2025/6/8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8741DC-E11E-424D-8624-63C2B9FB9B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72607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BAED6-63D6-5935-7B5F-DA73B9837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D5D880A-0BB6-7EEE-5807-2D38FD2529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0516CFA-93A5-4D21-6C99-8E3A0A4DA5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EBD221B-724B-CD06-76AC-B7CBBAB791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4C0232-94FA-4EBE-BB9B-79FBE486032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2127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BAED6-63D6-5935-7B5F-DA73B9837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D5D880A-0BB6-7EEE-5807-2D38FD2529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0516CFA-93A5-4D21-6C99-8E3A0A4DA5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EBD221B-724B-CD06-76AC-B7CBBAB791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4C0232-94FA-4EBE-BB9B-79FBE486032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583259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BAED6-63D6-5935-7B5F-DA73B9837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D5D880A-0BB6-7EEE-5807-2D38FD2529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0516CFA-93A5-4D21-6C99-8E3A0A4DA5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EBD221B-724B-CD06-76AC-B7CBBAB791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4C0232-94FA-4EBE-BB9B-79FBE486032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682616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BAED6-63D6-5935-7B5F-DA73B9837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D5D880A-0BB6-7EEE-5807-2D38FD2529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0516CFA-93A5-4D21-6C99-8E3A0A4DA5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EBD221B-724B-CD06-76AC-B7CBBAB791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4C0232-94FA-4EBE-BB9B-79FBE486032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635960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BAED6-63D6-5935-7B5F-DA73B9837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D5D880A-0BB6-7EEE-5807-2D38FD2529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0516CFA-93A5-4D21-6C99-8E3A0A4DA5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EBD221B-724B-CD06-76AC-B7CBBAB791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4C0232-94FA-4EBE-BB9B-79FBE486032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740410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BAED6-63D6-5935-7B5F-DA73B9837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D5D880A-0BB6-7EEE-5807-2D38FD2529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0516CFA-93A5-4D21-6C99-8E3A0A4DA5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EBD221B-724B-CD06-76AC-B7CBBAB791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4C0232-94FA-4EBE-BB9B-79FBE486032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410993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919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 advClick="0" advTm="5000">
        <p14:ripple/>
      </p:transition>
    </mc:Choice>
    <mc:Fallback xmlns="">
      <p:transition spd="slow" advClick="0" advTm="500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1874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 advClick="0" advTm="5000">
        <p14:doors dir="vert"/>
      </p:transition>
    </mc:Choice>
    <mc:Fallback xmlns="">
      <p:transition spd="slow" advClick="0" advTm="500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过度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9787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 advClick="0" advTm="5000">
        <p14:warp dir="in"/>
      </p:transition>
    </mc:Choice>
    <mc:Fallback xmlns="">
      <p:transition spd="slow" advClick="0" advTm="5000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1"/>
          <p:cNvSpPr/>
          <p:nvPr userDrawn="1"/>
        </p:nvSpPr>
        <p:spPr>
          <a:xfrm rot="2603202">
            <a:off x="336606" y="165885"/>
            <a:ext cx="470229" cy="470228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20" tIns="60961" rIns="121920" bIns="60961" rtlCol="0" anchor="ctr"/>
          <a:lstStyle/>
          <a:p>
            <a:pPr algn="ctr"/>
            <a:endParaRPr lang="zh-CN" altLang="en-US" sz="3200"/>
          </a:p>
        </p:txBody>
      </p:sp>
      <p:sp>
        <p:nvSpPr>
          <p:cNvPr id="3" name="Line 9"/>
          <p:cNvSpPr>
            <a:spLocks noChangeShapeType="1"/>
          </p:cNvSpPr>
          <p:nvPr userDrawn="1"/>
        </p:nvSpPr>
        <p:spPr bwMode="auto">
          <a:xfrm>
            <a:off x="805839" y="695491"/>
            <a:ext cx="11387572" cy="0"/>
          </a:xfrm>
          <a:prstGeom prst="line">
            <a:avLst/>
          </a:prstGeom>
          <a:ln w="28575">
            <a:gradFill>
              <a:gsLst>
                <a:gs pos="0">
                  <a:schemeClr val="tx1">
                    <a:lumMod val="35000"/>
                    <a:lumOff val="65000"/>
                  </a:schemeClr>
                </a:gs>
                <a:gs pos="100000">
                  <a:schemeClr val="bg1"/>
                </a:gs>
              </a:gsLst>
              <a:lin ang="5400000" scaled="0"/>
            </a:gradFill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wrap="square" lIns="121920" tIns="60961" rIns="121920" bIns="60961" numCol="1" anchor="t" anchorCtr="0" compatLnSpc="1"/>
          <a:lstStyle/>
          <a:p>
            <a:pPr>
              <a:lnSpc>
                <a:spcPct val="120000"/>
              </a:lnSpc>
            </a:pPr>
            <a:endParaRPr lang="zh-CN" altLang="en-US" sz="320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圆角矩形 13"/>
          <p:cNvSpPr/>
          <p:nvPr userDrawn="1"/>
        </p:nvSpPr>
        <p:spPr>
          <a:xfrm rot="2634344">
            <a:off x="551426" y="237849"/>
            <a:ext cx="410548" cy="410548"/>
          </a:xfrm>
          <a:prstGeom prst="roundRect">
            <a:avLst/>
          </a:prstGeom>
          <a:solidFill>
            <a:schemeClr val="accent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20" tIns="60961" rIns="121920" bIns="60961" rtlCol="0" anchor="ctr"/>
          <a:lstStyle/>
          <a:p>
            <a:pPr algn="ctr"/>
            <a:endParaRPr lang="zh-CN" altLang="en-US" sz="3200"/>
          </a:p>
        </p:txBody>
      </p:sp>
    </p:spTree>
    <p:extLst>
      <p:ext uri="{BB962C8B-B14F-4D97-AF65-F5344CB8AC3E}">
        <p14:creationId xmlns:p14="http://schemas.microsoft.com/office/powerpoint/2010/main" val="39279447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 advTm="5000">
        <p14:prism isInverted="1"/>
      </p:transition>
    </mc:Choice>
    <mc:Fallback xmlns="">
      <p:transition spd="slow" advClick="0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8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内页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1"/>
          <p:cNvSpPr/>
          <p:nvPr userDrawn="1"/>
        </p:nvSpPr>
        <p:spPr>
          <a:xfrm rot="2603202">
            <a:off x="336606" y="165885"/>
            <a:ext cx="470229" cy="470228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20" tIns="60961" rIns="121920" bIns="60961" rtlCol="0" anchor="ctr"/>
          <a:lstStyle/>
          <a:p>
            <a:pPr algn="ctr"/>
            <a:endParaRPr lang="zh-CN" altLang="en-US" sz="3200"/>
          </a:p>
        </p:txBody>
      </p:sp>
      <p:sp>
        <p:nvSpPr>
          <p:cNvPr id="3" name="Line 9"/>
          <p:cNvSpPr>
            <a:spLocks noChangeShapeType="1"/>
          </p:cNvSpPr>
          <p:nvPr userDrawn="1"/>
        </p:nvSpPr>
        <p:spPr bwMode="auto">
          <a:xfrm>
            <a:off x="805839" y="695491"/>
            <a:ext cx="11387572" cy="0"/>
          </a:xfrm>
          <a:prstGeom prst="line">
            <a:avLst/>
          </a:prstGeom>
          <a:ln w="28575">
            <a:gradFill>
              <a:gsLst>
                <a:gs pos="0">
                  <a:schemeClr val="tx1">
                    <a:lumMod val="35000"/>
                    <a:lumOff val="65000"/>
                  </a:schemeClr>
                </a:gs>
                <a:gs pos="100000">
                  <a:schemeClr val="bg1"/>
                </a:gs>
              </a:gsLst>
              <a:lin ang="5400000" scaled="0"/>
            </a:gradFill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wrap="square" lIns="121920" tIns="60961" rIns="121920" bIns="60961" numCol="1" anchor="t" anchorCtr="0" compatLnSpc="1"/>
          <a:lstStyle/>
          <a:p>
            <a:pPr>
              <a:lnSpc>
                <a:spcPct val="120000"/>
              </a:lnSpc>
            </a:pPr>
            <a:endParaRPr lang="zh-CN" altLang="en-US" sz="320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圆角矩形 13"/>
          <p:cNvSpPr/>
          <p:nvPr userDrawn="1"/>
        </p:nvSpPr>
        <p:spPr>
          <a:xfrm rot="2634344">
            <a:off x="551426" y="237849"/>
            <a:ext cx="410548" cy="410548"/>
          </a:xfrm>
          <a:prstGeom prst="roundRect">
            <a:avLst/>
          </a:prstGeom>
          <a:solidFill>
            <a:schemeClr val="accent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20" tIns="60961" rIns="121920" bIns="60961" rtlCol="0" anchor="ctr"/>
          <a:lstStyle/>
          <a:p>
            <a:pPr algn="ctr"/>
            <a:endParaRPr lang="zh-CN" altLang="en-US" sz="3200"/>
          </a:p>
        </p:txBody>
      </p:sp>
    </p:spTree>
    <p:extLst>
      <p:ext uri="{BB962C8B-B14F-4D97-AF65-F5344CB8AC3E}">
        <p14:creationId xmlns:p14="http://schemas.microsoft.com/office/powerpoint/2010/main" val="3298023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 advTm="5000">
        <p14:switch dir="r"/>
      </p:transition>
    </mc:Choice>
    <mc:Fallback xmlns="">
      <p:transition spd="slow" advClick="0" advTm="5000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内页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1"/>
          <p:cNvSpPr/>
          <p:nvPr userDrawn="1"/>
        </p:nvSpPr>
        <p:spPr>
          <a:xfrm rot="2603202">
            <a:off x="336606" y="165885"/>
            <a:ext cx="470229" cy="470228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20" tIns="60961" rIns="121920" bIns="60961" rtlCol="0" anchor="ctr"/>
          <a:lstStyle/>
          <a:p>
            <a:pPr algn="ctr"/>
            <a:endParaRPr lang="zh-CN" altLang="en-US" sz="3200"/>
          </a:p>
        </p:txBody>
      </p:sp>
      <p:sp>
        <p:nvSpPr>
          <p:cNvPr id="3" name="Line 9"/>
          <p:cNvSpPr>
            <a:spLocks noChangeShapeType="1"/>
          </p:cNvSpPr>
          <p:nvPr userDrawn="1"/>
        </p:nvSpPr>
        <p:spPr bwMode="auto">
          <a:xfrm>
            <a:off x="805839" y="695491"/>
            <a:ext cx="11387572" cy="0"/>
          </a:xfrm>
          <a:prstGeom prst="line">
            <a:avLst/>
          </a:prstGeom>
          <a:ln w="28575">
            <a:gradFill>
              <a:gsLst>
                <a:gs pos="0">
                  <a:schemeClr val="tx1">
                    <a:lumMod val="35000"/>
                    <a:lumOff val="65000"/>
                  </a:schemeClr>
                </a:gs>
                <a:gs pos="100000">
                  <a:schemeClr val="bg1"/>
                </a:gs>
              </a:gsLst>
              <a:lin ang="5400000" scaled="0"/>
            </a:gradFill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wrap="square" lIns="121920" tIns="60961" rIns="121920" bIns="60961" numCol="1" anchor="t" anchorCtr="0" compatLnSpc="1"/>
          <a:lstStyle/>
          <a:p>
            <a:pPr>
              <a:lnSpc>
                <a:spcPct val="120000"/>
              </a:lnSpc>
            </a:pPr>
            <a:endParaRPr lang="zh-CN" altLang="en-US" sz="320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圆角矩形 13"/>
          <p:cNvSpPr/>
          <p:nvPr userDrawn="1"/>
        </p:nvSpPr>
        <p:spPr>
          <a:xfrm rot="2634344">
            <a:off x="551426" y="237849"/>
            <a:ext cx="410548" cy="410548"/>
          </a:xfrm>
          <a:prstGeom prst="roundRect">
            <a:avLst/>
          </a:prstGeom>
          <a:solidFill>
            <a:schemeClr val="accent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20" tIns="60961" rIns="121920" bIns="60961" rtlCol="0" anchor="ctr"/>
          <a:lstStyle/>
          <a:p>
            <a:pPr algn="ctr"/>
            <a:endParaRPr lang="zh-CN" altLang="en-US" sz="3200"/>
          </a:p>
        </p:txBody>
      </p:sp>
    </p:spTree>
    <p:extLst>
      <p:ext uri="{BB962C8B-B14F-4D97-AF65-F5344CB8AC3E}">
        <p14:creationId xmlns:p14="http://schemas.microsoft.com/office/powerpoint/2010/main" val="3491769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 advTm="5000">
        <p14:flip dir="r"/>
      </p:transition>
    </mc:Choice>
    <mc:Fallback xmlns="">
      <p:transition spd="slow" advClick="0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8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内页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1"/>
          <p:cNvSpPr/>
          <p:nvPr userDrawn="1"/>
        </p:nvSpPr>
        <p:spPr>
          <a:xfrm rot="2603202">
            <a:off x="336606" y="165885"/>
            <a:ext cx="470229" cy="470228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20" tIns="60961" rIns="121920" bIns="60961" rtlCol="0" anchor="ctr"/>
          <a:lstStyle/>
          <a:p>
            <a:pPr algn="ctr"/>
            <a:endParaRPr lang="zh-CN" altLang="en-US" sz="3200"/>
          </a:p>
        </p:txBody>
      </p:sp>
      <p:sp>
        <p:nvSpPr>
          <p:cNvPr id="3" name="Line 9"/>
          <p:cNvSpPr>
            <a:spLocks noChangeShapeType="1"/>
          </p:cNvSpPr>
          <p:nvPr userDrawn="1"/>
        </p:nvSpPr>
        <p:spPr bwMode="auto">
          <a:xfrm>
            <a:off x="805839" y="695491"/>
            <a:ext cx="11387572" cy="0"/>
          </a:xfrm>
          <a:prstGeom prst="line">
            <a:avLst/>
          </a:prstGeom>
          <a:ln w="28575">
            <a:gradFill>
              <a:gsLst>
                <a:gs pos="0">
                  <a:schemeClr val="tx1">
                    <a:lumMod val="35000"/>
                    <a:lumOff val="65000"/>
                  </a:schemeClr>
                </a:gs>
                <a:gs pos="100000">
                  <a:schemeClr val="bg1"/>
                </a:gs>
              </a:gsLst>
              <a:lin ang="5400000" scaled="0"/>
            </a:gradFill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wrap="square" lIns="121920" tIns="60961" rIns="121920" bIns="60961" numCol="1" anchor="t" anchorCtr="0" compatLnSpc="1"/>
          <a:lstStyle/>
          <a:p>
            <a:pPr>
              <a:lnSpc>
                <a:spcPct val="120000"/>
              </a:lnSpc>
            </a:pPr>
            <a:endParaRPr lang="zh-CN" altLang="en-US" sz="320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圆角矩形 13"/>
          <p:cNvSpPr/>
          <p:nvPr userDrawn="1"/>
        </p:nvSpPr>
        <p:spPr>
          <a:xfrm rot="2634344">
            <a:off x="551426" y="237849"/>
            <a:ext cx="410548" cy="410548"/>
          </a:xfrm>
          <a:prstGeom prst="roundRect">
            <a:avLst/>
          </a:prstGeom>
          <a:solidFill>
            <a:schemeClr val="accent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20" tIns="60961" rIns="121920" bIns="60961" rtlCol="0" anchor="ctr"/>
          <a:lstStyle/>
          <a:p>
            <a:pPr algn="ctr"/>
            <a:endParaRPr lang="zh-CN" altLang="en-US" sz="3200"/>
          </a:p>
        </p:txBody>
      </p:sp>
    </p:spTree>
    <p:extLst>
      <p:ext uri="{BB962C8B-B14F-4D97-AF65-F5344CB8AC3E}">
        <p14:creationId xmlns:p14="http://schemas.microsoft.com/office/powerpoint/2010/main" val="560972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 advTm="5000">
        <p14:gallery dir="l"/>
      </p:transition>
    </mc:Choice>
    <mc:Fallback xmlns="">
      <p:transition spd="slow" advClick="0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8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8198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 advClick="0" advTm="5000">
        <p14:warp dir="in"/>
      </p:transition>
    </mc:Choice>
    <mc:Fallback xmlns="">
      <p:transition spd="slow" advClick="0" advTm="5000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版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074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 advTm="5000">
        <p:blinds dir="vert"/>
      </p:transition>
    </mc:Choice>
    <mc:Fallback xmlns="">
      <p:transition spd="slow" advClick="0" advTm="5000">
        <p:blinds dir="vert"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lIns="121917" tIns="60958" rIns="121917" bIns="60958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lIns="121917" tIns="60958" rIns="121917" bIns="60958"/>
          <a:lstStyle>
            <a:lvl1pPr>
              <a:defRPr/>
            </a:lvl1pPr>
          </a:lstStyle>
          <a:p>
            <a:fld id="{80F42DC0-2E3F-F440-A3AA-64F0AA1F84F2}" type="datetime1">
              <a:rPr lang="zh-CN" altLang="en-US"/>
              <a:t>2025/6/8</a:t>
            </a:fld>
            <a:endParaRPr lang="zh-CN" altLang="en-US" sz="1900">
              <a:solidFill>
                <a:schemeClr val="tx1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lIns="121917" tIns="60958" rIns="121917" bIns="60958"/>
          <a:lstStyle>
            <a:lvl1pPr>
              <a:defRPr/>
            </a:lvl1pPr>
          </a:lstStyle>
          <a:p>
            <a:endParaRPr lang="zh-CN" altLang="zh-CN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lIns="121917" tIns="60958" rIns="121917" bIns="60958"/>
          <a:lstStyle>
            <a:lvl1pPr>
              <a:defRPr/>
            </a:lvl1pPr>
          </a:lstStyle>
          <a:p>
            <a:fld id="{C5FC99A0-26D8-5E4B-82FB-70809BCEE9F6}" type="slidenum">
              <a:rPr lang="zh-CN" altLang="en-US"/>
              <a:t>‹#›</a:t>
            </a:fld>
            <a:endParaRPr lang="zh-CN" altLang="en-US" sz="19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28416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53659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</p:sldLayoutIdLst>
  <mc:AlternateContent xmlns:mc="http://schemas.openxmlformats.org/markup-compatibility/2006" xmlns:p14="http://schemas.microsoft.com/office/powerpoint/2010/main">
    <mc:Choice Requires="p14">
      <p:transition p14:dur="10" advClick="0" advTm="5000"/>
    </mc:Choice>
    <mc:Fallback xmlns="">
      <p:transition advClick="0" advTm="5000"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8B5BD-4D8F-BD41-EF00-84CD1B4AF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4">
            <a:extLst>
              <a:ext uri="{FF2B5EF4-FFF2-40B4-BE49-F238E27FC236}">
                <a16:creationId xmlns:a16="http://schemas.microsoft.com/office/drawing/2014/main" id="{9436878A-C9CA-2FAE-74B5-A11616112B9E}"/>
              </a:ext>
            </a:extLst>
          </p:cNvPr>
          <p:cNvSpPr txBox="1"/>
          <p:nvPr userDrawn="1"/>
        </p:nvSpPr>
        <p:spPr>
          <a:xfrm>
            <a:off x="1158408" y="152874"/>
            <a:ext cx="5225625" cy="542617"/>
          </a:xfrm>
          <a:prstGeom prst="rect">
            <a:avLst/>
          </a:prstGeom>
        </p:spPr>
        <p:txBody>
          <a:bodyPr vert="horz" lIns="91440" tIns="45721" rIns="91440" bIns="45721" rtlCol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24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7" name="文本框 106">
            <a:extLst>
              <a:ext uri="{FF2B5EF4-FFF2-40B4-BE49-F238E27FC236}">
                <a16:creationId xmlns:a16="http://schemas.microsoft.com/office/drawing/2014/main" id="{B18F1634-B900-850C-FEDB-98D19DED3341}"/>
              </a:ext>
            </a:extLst>
          </p:cNvPr>
          <p:cNvSpPr txBox="1"/>
          <p:nvPr/>
        </p:nvSpPr>
        <p:spPr>
          <a:xfrm>
            <a:off x="1150405" y="149467"/>
            <a:ext cx="654286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实验结果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E726F9F-1F39-8C7F-A8BC-8C31434AC0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016" y="1276311"/>
            <a:ext cx="11541967" cy="2001014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65AFC2BB-DFA6-3627-2D53-11A580780339}"/>
              </a:ext>
            </a:extLst>
          </p:cNvPr>
          <p:cNvSpPr txBox="1"/>
          <p:nvPr/>
        </p:nvSpPr>
        <p:spPr>
          <a:xfrm>
            <a:off x="-171240" y="789833"/>
            <a:ext cx="52943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1200"/>
              </a:spcAft>
            </a:pPr>
            <a:r>
              <a:rPr lang="zh-CN" altLang="en-US" dirty="0">
                <a:latin typeface="+mn-ea"/>
              </a:rPr>
              <a:t>代码理解融合</a:t>
            </a:r>
            <a:endParaRPr lang="en-US" altLang="zh-CN" dirty="0">
              <a:latin typeface="+mn-ea"/>
            </a:endParaRPr>
          </a:p>
        </p:txBody>
      </p:sp>
      <p:pic>
        <p:nvPicPr>
          <p:cNvPr id="10" name="图片 9" descr="文本&#10;&#10;AI 生成的内容可能不正确。">
            <a:extLst>
              <a:ext uri="{FF2B5EF4-FFF2-40B4-BE49-F238E27FC236}">
                <a16:creationId xmlns:a16="http://schemas.microsoft.com/office/drawing/2014/main" id="{28250FC3-5B21-49E3-D290-5A86E012858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8408" y="3580676"/>
            <a:ext cx="9327688" cy="2530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7089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8B5BD-4D8F-BD41-EF00-84CD1B4AF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4">
            <a:extLst>
              <a:ext uri="{FF2B5EF4-FFF2-40B4-BE49-F238E27FC236}">
                <a16:creationId xmlns:a16="http://schemas.microsoft.com/office/drawing/2014/main" id="{9436878A-C9CA-2FAE-74B5-A11616112B9E}"/>
              </a:ext>
            </a:extLst>
          </p:cNvPr>
          <p:cNvSpPr txBox="1"/>
          <p:nvPr userDrawn="1"/>
        </p:nvSpPr>
        <p:spPr>
          <a:xfrm>
            <a:off x="1158408" y="152874"/>
            <a:ext cx="5225625" cy="542617"/>
          </a:xfrm>
          <a:prstGeom prst="rect">
            <a:avLst/>
          </a:prstGeom>
        </p:spPr>
        <p:txBody>
          <a:bodyPr vert="horz" lIns="91440" tIns="45721" rIns="91440" bIns="45721" rtlCol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24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7" name="文本框 106">
            <a:extLst>
              <a:ext uri="{FF2B5EF4-FFF2-40B4-BE49-F238E27FC236}">
                <a16:creationId xmlns:a16="http://schemas.microsoft.com/office/drawing/2014/main" id="{B18F1634-B900-850C-FEDB-98D19DED3341}"/>
              </a:ext>
            </a:extLst>
          </p:cNvPr>
          <p:cNvSpPr txBox="1"/>
          <p:nvPr/>
        </p:nvSpPr>
        <p:spPr>
          <a:xfrm>
            <a:off x="1150405" y="149467"/>
            <a:ext cx="654286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实验结果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5AFC2BB-DFA6-3627-2D53-11A580780339}"/>
              </a:ext>
            </a:extLst>
          </p:cNvPr>
          <p:cNvSpPr txBox="1"/>
          <p:nvPr/>
        </p:nvSpPr>
        <p:spPr>
          <a:xfrm>
            <a:off x="-171240" y="789833"/>
            <a:ext cx="52943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1200"/>
              </a:spcAft>
            </a:pPr>
            <a:r>
              <a:rPr lang="zh-CN" altLang="en-US" dirty="0">
                <a:latin typeface="+mn-ea"/>
              </a:rPr>
              <a:t>代码修复融合</a:t>
            </a:r>
            <a:endParaRPr lang="en-US" altLang="zh-CN" dirty="0">
              <a:latin typeface="+mn-ea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4A5E050-E1FE-784D-72B7-BD48C2B3A1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44474"/>
            <a:ext cx="12192000" cy="4169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1318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8B5BD-4D8F-BD41-EF00-84CD1B4AF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4">
            <a:extLst>
              <a:ext uri="{FF2B5EF4-FFF2-40B4-BE49-F238E27FC236}">
                <a16:creationId xmlns:a16="http://schemas.microsoft.com/office/drawing/2014/main" id="{9436878A-C9CA-2FAE-74B5-A11616112B9E}"/>
              </a:ext>
            </a:extLst>
          </p:cNvPr>
          <p:cNvSpPr txBox="1"/>
          <p:nvPr userDrawn="1"/>
        </p:nvSpPr>
        <p:spPr>
          <a:xfrm>
            <a:off x="1158408" y="152874"/>
            <a:ext cx="5225625" cy="542617"/>
          </a:xfrm>
          <a:prstGeom prst="rect">
            <a:avLst/>
          </a:prstGeom>
        </p:spPr>
        <p:txBody>
          <a:bodyPr vert="horz" lIns="91440" tIns="45721" rIns="91440" bIns="45721" rtlCol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24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7" name="文本框 106">
            <a:extLst>
              <a:ext uri="{FF2B5EF4-FFF2-40B4-BE49-F238E27FC236}">
                <a16:creationId xmlns:a16="http://schemas.microsoft.com/office/drawing/2014/main" id="{B18F1634-B900-850C-FEDB-98D19DED3341}"/>
              </a:ext>
            </a:extLst>
          </p:cNvPr>
          <p:cNvSpPr txBox="1"/>
          <p:nvPr/>
        </p:nvSpPr>
        <p:spPr>
          <a:xfrm>
            <a:off x="1150405" y="149467"/>
            <a:ext cx="654286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实验结果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5AFC2BB-DFA6-3627-2D53-11A580780339}"/>
              </a:ext>
            </a:extLst>
          </p:cNvPr>
          <p:cNvSpPr txBox="1"/>
          <p:nvPr/>
        </p:nvSpPr>
        <p:spPr>
          <a:xfrm>
            <a:off x="-171240" y="789833"/>
            <a:ext cx="52943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1200"/>
              </a:spcAft>
            </a:pPr>
            <a:r>
              <a:rPr lang="zh-CN" altLang="en-US" dirty="0">
                <a:latin typeface="+mn-ea"/>
              </a:rPr>
              <a:t>代码生成融合</a:t>
            </a:r>
            <a:endParaRPr lang="en-US" altLang="zh-CN" dirty="0">
              <a:latin typeface="+mn-ea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B1C6779-98EC-6A32-3D1D-B8310C99B6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4025" y="1448414"/>
            <a:ext cx="8743950" cy="4467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5982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8B5BD-4D8F-BD41-EF00-84CD1B4AF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4">
            <a:extLst>
              <a:ext uri="{FF2B5EF4-FFF2-40B4-BE49-F238E27FC236}">
                <a16:creationId xmlns:a16="http://schemas.microsoft.com/office/drawing/2014/main" id="{9436878A-C9CA-2FAE-74B5-A11616112B9E}"/>
              </a:ext>
            </a:extLst>
          </p:cNvPr>
          <p:cNvSpPr txBox="1"/>
          <p:nvPr userDrawn="1"/>
        </p:nvSpPr>
        <p:spPr>
          <a:xfrm>
            <a:off x="1158408" y="152874"/>
            <a:ext cx="10585337" cy="542617"/>
          </a:xfrm>
          <a:prstGeom prst="rect">
            <a:avLst/>
          </a:prstGeom>
        </p:spPr>
        <p:txBody>
          <a:bodyPr vert="horz" lIns="91440" tIns="45721" rIns="91440" bIns="45721" rtlCol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24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>
              <a:lnSpc>
                <a:spcPct val="100000"/>
              </a:lnSpc>
              <a:spcBef>
                <a:spcPct val="20000"/>
              </a:spcBef>
              <a:defRPr/>
            </a:pPr>
            <a:r>
              <a:rPr lang="zh-CN" altLang="en-US" sz="2800" dirty="0">
                <a:solidFill>
                  <a:srgbClr val="000000"/>
                </a:solidFill>
              </a:rPr>
              <a:t>发现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B5797964-6AEB-48B7-30B6-C28EC79F59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331" y="792227"/>
            <a:ext cx="11134725" cy="5572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273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8B5BD-4D8F-BD41-EF00-84CD1B4AF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4">
            <a:extLst>
              <a:ext uri="{FF2B5EF4-FFF2-40B4-BE49-F238E27FC236}">
                <a16:creationId xmlns:a16="http://schemas.microsoft.com/office/drawing/2014/main" id="{9436878A-C9CA-2FAE-74B5-A11616112B9E}"/>
              </a:ext>
            </a:extLst>
          </p:cNvPr>
          <p:cNvSpPr txBox="1"/>
          <p:nvPr userDrawn="1"/>
        </p:nvSpPr>
        <p:spPr>
          <a:xfrm>
            <a:off x="1158408" y="152874"/>
            <a:ext cx="10585337" cy="542617"/>
          </a:xfrm>
          <a:prstGeom prst="rect">
            <a:avLst/>
          </a:prstGeom>
        </p:spPr>
        <p:txBody>
          <a:bodyPr vert="horz" lIns="91440" tIns="45721" rIns="91440" bIns="45721" rtlCol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24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>
              <a:lnSpc>
                <a:spcPct val="100000"/>
              </a:lnSpc>
              <a:spcBef>
                <a:spcPct val="20000"/>
              </a:spcBef>
              <a:defRPr/>
            </a:pPr>
            <a:r>
              <a:rPr lang="zh-CN" altLang="en-US" sz="2800" dirty="0">
                <a:solidFill>
                  <a:srgbClr val="000000"/>
                </a:solidFill>
              </a:rPr>
              <a:t>发现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F73968C4-C5D0-E80F-36FF-500C7AF442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520" y="1122103"/>
            <a:ext cx="11325225" cy="533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40083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8B5BD-4D8F-BD41-EF00-84CD1B4AF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4">
            <a:extLst>
              <a:ext uri="{FF2B5EF4-FFF2-40B4-BE49-F238E27FC236}">
                <a16:creationId xmlns:a16="http://schemas.microsoft.com/office/drawing/2014/main" id="{9436878A-C9CA-2FAE-74B5-A11616112B9E}"/>
              </a:ext>
            </a:extLst>
          </p:cNvPr>
          <p:cNvSpPr txBox="1"/>
          <p:nvPr userDrawn="1"/>
        </p:nvSpPr>
        <p:spPr>
          <a:xfrm>
            <a:off x="1158408" y="152874"/>
            <a:ext cx="10585337" cy="542617"/>
          </a:xfrm>
          <a:prstGeom prst="rect">
            <a:avLst/>
          </a:prstGeom>
        </p:spPr>
        <p:txBody>
          <a:bodyPr vert="horz" lIns="91440" tIns="45721" rIns="91440" bIns="45721" rtlCol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24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>
              <a:lnSpc>
                <a:spcPct val="100000"/>
              </a:lnSpc>
              <a:spcBef>
                <a:spcPct val="20000"/>
              </a:spcBef>
              <a:defRPr/>
            </a:pPr>
            <a:r>
              <a:rPr lang="zh-CN" altLang="en-US" sz="2800" dirty="0">
                <a:solidFill>
                  <a:srgbClr val="000000"/>
                </a:solidFill>
              </a:rPr>
              <a:t>发现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246D230-E8BE-6E24-5167-D1636001A6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695" y="955610"/>
            <a:ext cx="11068050" cy="556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44033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夏雨家 https://xnwe.taobao.com/">
  <a:themeElements>
    <a:clrScheme name="MC-欧美风主题色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268F9C"/>
      </a:accent1>
      <a:accent2>
        <a:srgbClr val="2A566E"/>
      </a:accent2>
      <a:accent3>
        <a:srgbClr val="D71D49"/>
      </a:accent3>
      <a:accent4>
        <a:srgbClr val="268F9C"/>
      </a:accent4>
      <a:accent5>
        <a:srgbClr val="2A566E"/>
      </a:accent5>
      <a:accent6>
        <a:srgbClr val="D71D49"/>
      </a:accent6>
      <a:hlink>
        <a:srgbClr val="0563C1"/>
      </a:hlink>
      <a:folHlink>
        <a:srgbClr val="954F72"/>
      </a:folHlink>
    </a:clrScheme>
    <a:fontScheme name="Arial+微软雅黑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 anchor="ctr">
        <a:spAutoFit/>
      </a:bodyPr>
      <a:lstStyle>
        <a:defPPr>
          <a:lnSpc>
            <a:spcPct val="120000"/>
          </a:lnSpc>
          <a:defRPr dirty="0" smtClean="0">
            <a:solidFill>
              <a:schemeClr val="tx1">
                <a:lumMod val="75000"/>
                <a:lumOff val="25000"/>
              </a:schemeClr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7029</TotalTime>
  <Words>23</Words>
  <Application>Microsoft Office PowerPoint</Application>
  <PresentationFormat>宽屏</PresentationFormat>
  <Paragraphs>15</Paragraphs>
  <Slides>6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0" baseType="lpstr">
      <vt:lpstr>等线</vt:lpstr>
      <vt:lpstr>微软雅黑</vt:lpstr>
      <vt:lpstr>Arial</vt:lpstr>
      <vt:lpstr>夏雨家 https://xnwe.taobao.com/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盈钢 邱</dc:creator>
  <cp:lastModifiedBy>盈钢 邱</cp:lastModifiedBy>
  <cp:revision>403</cp:revision>
  <dcterms:created xsi:type="dcterms:W3CDTF">2024-11-06T01:21:23Z</dcterms:created>
  <dcterms:modified xsi:type="dcterms:W3CDTF">2025-06-09T07:52:08Z</dcterms:modified>
</cp:coreProperties>
</file>