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8E503-EB1E-4FB6-AEB4-E6265AA8810D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1CA6A-19FD-48C1-B4DB-1B3A337B7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78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BD823-5ED5-7150-E8E7-13BD26E5D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1D128D-0A04-5DD7-22D8-47DF1FA64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B4E25-6E85-FEC2-6EA8-2DCFFD97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1B0AF-8168-E989-27D7-37D37BF2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E4747-B2E1-E0B1-BA5A-C2C0EFDB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33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83E45-4CDF-00A3-DBE5-5044A555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F2B07-39D5-CDCD-C81E-00A116A4C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28A372-7F57-9CDB-B598-29BA9291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CDB750-7F2C-E58A-76A1-689150F7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C9351-40C0-50B6-55FC-1F5C98BF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14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218E8-8639-5FCE-B871-BF9D1747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29AB84-6D65-F4E8-CE7E-5355105B6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86541-32FE-BC28-BBB2-2427D83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0CCBC6-0BE1-F463-54D5-9BD549B16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9A272-B734-90D7-60EA-45C6E93D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98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4B5F6-A289-70E4-60FD-7F97C8BF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C9E58-CE08-AFC0-D544-BB0D01492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E7E21F-82D8-BB35-B7C7-3673F9CF4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2D9D6E-4BD5-2992-0AFA-800039F3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E31C90-3B4D-DAB6-A0D7-160ED76B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54A64-D30D-1430-26C9-CBB856D3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03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73CAC-BCDF-9AD7-010C-A98DD71F6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6FE456-73CE-A211-DF3B-3FDA47154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1B52A1-793E-FF6D-42D6-B6AD6414A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FCCFB1-09FF-810E-78A4-148A7BF28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44F109-0FA5-784A-A984-BC210C097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11F619-C99A-24DE-1439-D573DEFA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E6B729-3144-7559-314D-EB32EBF8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305D63-F9B2-4281-5079-28E647AC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001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052CE-55A7-DAA5-7A58-375950ED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16D4AC-1816-7E16-F901-31AC4728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500674-D09E-E015-28A7-E645839E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868EB2-03A7-4BA7-FDB0-B7299F46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78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4022D4-00A8-2AE5-C367-F17FAA7B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1853C8-7E8B-6BEF-ABF9-E3AB1395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26B43-8061-8AD0-081C-CE679972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35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9D29D-D9D9-858D-6A28-8F8B84F1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F25BE-C1C4-53EF-EB4F-0E864969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7798DD-2D30-FB15-BEF1-A00BA8E7D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EEF485-8532-14AA-C2CD-6315BCDC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C96B37-57F9-8C09-B174-EC114354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57B3BD-C922-E878-F052-D825843F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2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AE030-9BCD-DB4D-1256-DECE0359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5CA6B1-7002-FC9B-BE15-2D20D2862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F8C3D7-069E-5375-0C58-564246F81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ACFE81-6C31-26E8-915E-0876C18D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93416-C43A-FE1A-DFC9-B4242946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12A9B3-EFDE-259C-5D12-6DCA43CB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06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CB37B-1924-18C0-B1A2-4F773FBC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A89791-7EB1-FF62-1C48-A86CE800E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D40D1-4287-5760-2350-12D8E416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4B6B7-7524-9A8E-89BC-8EE29773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FFF64-0991-E7D5-0B3B-D37C3324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04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918E8F-E299-0313-D9A8-7E16B74EB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00964C-8B90-273D-CD6C-2E92D7E89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11B22-01B6-66D7-3BEE-D3364B2E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508763-77B4-589C-077F-EE1438D8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333E2E-6267-A36B-C45E-BDD320B3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28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D0F3AC-B950-1220-5805-5458B868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787DFF-2C90-4E14-C077-F5B63B658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08CD65-8D6A-ED55-CA23-DB3BE1E27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A9D1A-97CA-446D-9A35-BCDAA748E38B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AAA66-8E6C-6D39-66CC-64BF847C6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E293DA-B8D4-7262-C0D5-B2302F82E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0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18-3D4F-4D59-4F15-04C3B880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D2EE9B3-4FC9-49F0-1CE7-BB8F05679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740715"/>
              </p:ext>
            </p:extLst>
          </p:nvPr>
        </p:nvGraphicFramePr>
        <p:xfrm>
          <a:off x="750530" y="414866"/>
          <a:ext cx="10690939" cy="169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5027">
                  <a:extLst>
                    <a:ext uri="{9D8B030D-6E8A-4147-A177-3AD203B41FA5}">
                      <a16:colId xmlns:a16="http://schemas.microsoft.com/office/drawing/2014/main" val="727001894"/>
                    </a:ext>
                  </a:extLst>
                </a:gridCol>
                <a:gridCol w="1184489">
                  <a:extLst>
                    <a:ext uri="{9D8B030D-6E8A-4147-A177-3AD203B41FA5}">
                      <a16:colId xmlns:a16="http://schemas.microsoft.com/office/drawing/2014/main" val="391305545"/>
                    </a:ext>
                  </a:extLst>
                </a:gridCol>
                <a:gridCol w="1184489">
                  <a:extLst>
                    <a:ext uri="{9D8B030D-6E8A-4147-A177-3AD203B41FA5}">
                      <a16:colId xmlns:a16="http://schemas.microsoft.com/office/drawing/2014/main" val="2105021776"/>
                    </a:ext>
                  </a:extLst>
                </a:gridCol>
                <a:gridCol w="1184489">
                  <a:extLst>
                    <a:ext uri="{9D8B030D-6E8A-4147-A177-3AD203B41FA5}">
                      <a16:colId xmlns:a16="http://schemas.microsoft.com/office/drawing/2014/main" val="2176794276"/>
                    </a:ext>
                  </a:extLst>
                </a:gridCol>
                <a:gridCol w="1184489">
                  <a:extLst>
                    <a:ext uri="{9D8B030D-6E8A-4147-A177-3AD203B41FA5}">
                      <a16:colId xmlns:a16="http://schemas.microsoft.com/office/drawing/2014/main" val="4207866578"/>
                    </a:ext>
                  </a:extLst>
                </a:gridCol>
                <a:gridCol w="1184489">
                  <a:extLst>
                    <a:ext uri="{9D8B030D-6E8A-4147-A177-3AD203B41FA5}">
                      <a16:colId xmlns:a16="http://schemas.microsoft.com/office/drawing/2014/main" val="3924451641"/>
                    </a:ext>
                  </a:extLst>
                </a:gridCol>
                <a:gridCol w="1184489">
                  <a:extLst>
                    <a:ext uri="{9D8B030D-6E8A-4147-A177-3AD203B41FA5}">
                      <a16:colId xmlns:a16="http://schemas.microsoft.com/office/drawing/2014/main" val="4263216954"/>
                    </a:ext>
                  </a:extLst>
                </a:gridCol>
                <a:gridCol w="1184489">
                  <a:extLst>
                    <a:ext uri="{9D8B030D-6E8A-4147-A177-3AD203B41FA5}">
                      <a16:colId xmlns:a16="http://schemas.microsoft.com/office/drawing/2014/main" val="2689978240"/>
                    </a:ext>
                  </a:extLst>
                </a:gridCol>
                <a:gridCol w="1184489">
                  <a:extLst>
                    <a:ext uri="{9D8B030D-6E8A-4147-A177-3AD203B41FA5}">
                      <a16:colId xmlns:a16="http://schemas.microsoft.com/office/drawing/2014/main" val="411908160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MBPP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MBCPP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MBGP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MBJSP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6020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Speed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Accept</a:t>
                      </a:r>
                    </a:p>
                    <a:p>
                      <a:pPr algn="ctr"/>
                      <a:r>
                        <a:rPr lang="en-US" altLang="zh-CN" sz="1600" dirty="0"/>
                        <a:t>Length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Speed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Accept</a:t>
                      </a:r>
                    </a:p>
                    <a:p>
                      <a:pPr algn="ctr"/>
                      <a:r>
                        <a:rPr lang="en-US" altLang="zh-CN" sz="1600" dirty="0"/>
                        <a:t>Length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Speed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Accept</a:t>
                      </a:r>
                    </a:p>
                    <a:p>
                      <a:pPr algn="ctr"/>
                      <a:r>
                        <a:rPr lang="en-US" altLang="zh-CN" sz="1600" dirty="0"/>
                        <a:t>Length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Speed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Accept</a:t>
                      </a:r>
                    </a:p>
                    <a:p>
                      <a:pPr algn="ctr"/>
                      <a:r>
                        <a:rPr lang="en-US" altLang="zh-CN" sz="1600" dirty="0"/>
                        <a:t>Length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1872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Based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3826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REST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1.70x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1.86x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2.31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1.84x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1.89x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2.37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742931"/>
                  </a:ext>
                </a:extLst>
              </a:tr>
            </a:tbl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841823D8-ADBA-66F9-0634-6D36ADFE5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0" y="2718544"/>
            <a:ext cx="5368413" cy="3355258"/>
          </a:xfrm>
          <a:prstGeom prst="rect">
            <a:avLst/>
          </a:prstGeom>
        </p:spPr>
      </p:pic>
      <p:pic>
        <p:nvPicPr>
          <p:cNvPr id="6" name="图片 5" descr="图表, 条形图&#10;&#10;AI 生成的内容可能不正确。">
            <a:extLst>
              <a:ext uri="{FF2B5EF4-FFF2-40B4-BE49-F238E27FC236}">
                <a16:creationId xmlns:a16="http://schemas.microsoft.com/office/drawing/2014/main" id="{D1D50B59-B004-5329-9D89-94EF31CE1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846" y="2707675"/>
            <a:ext cx="5368414" cy="335525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57682A7-5FAA-D2B9-BADD-C158DECA324A}"/>
              </a:ext>
            </a:extLst>
          </p:cNvPr>
          <p:cNvSpPr txBox="1"/>
          <p:nvPr/>
        </p:nvSpPr>
        <p:spPr>
          <a:xfrm>
            <a:off x="2792350" y="6073802"/>
            <a:ext cx="133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MBCPP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8B49CB-32DF-CA18-B16B-6FBBCCC0A3BC}"/>
              </a:ext>
            </a:extLst>
          </p:cNvPr>
          <p:cNvSpPr txBox="1"/>
          <p:nvPr/>
        </p:nvSpPr>
        <p:spPr>
          <a:xfrm>
            <a:off x="8062463" y="6073802"/>
            <a:ext cx="133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MBGP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6389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36</Words>
  <Application>Microsoft Office PowerPoint</Application>
  <PresentationFormat>宽屏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10</cp:revision>
  <dcterms:created xsi:type="dcterms:W3CDTF">2025-10-13T05:24:17Z</dcterms:created>
  <dcterms:modified xsi:type="dcterms:W3CDTF">2025-11-04T12:06:19Z</dcterms:modified>
</cp:coreProperties>
</file>