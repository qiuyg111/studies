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sldIdLst>
    <p:sldId id="366" r:id="rId2"/>
    <p:sldId id="386" r:id="rId3"/>
    <p:sldId id="37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E43C"/>
    <a:srgbClr val="2A566E"/>
    <a:srgbClr val="268F9C"/>
    <a:srgbClr val="D71D49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0" autoAdjust="0"/>
    <p:restoredTop sz="79058" autoAdjust="0"/>
  </p:normalViewPr>
  <p:slideViewPr>
    <p:cSldViewPr snapToGrid="0">
      <p:cViewPr varScale="1">
        <p:scale>
          <a:sx n="82" d="100"/>
          <a:sy n="82" d="100"/>
        </p:scale>
        <p:origin x="125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981044552697204E-2"/>
          <c:y val="6.2795469666655446E-2"/>
          <c:w val="0.92564067122382754"/>
          <c:h val="0.87095577931436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模型 1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3.1</c:v>
                </c:pt>
                <c:pt idx="2">
                  <c:v>-0.2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A8-485F-A98A-E1F96BFD4C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模型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</c:v>
                </c:pt>
                <c:pt idx="1">
                  <c:v>0.1</c:v>
                </c:pt>
                <c:pt idx="2">
                  <c:v>1.1000000000000001</c:v>
                </c:pt>
                <c:pt idx="3">
                  <c:v>-0.2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A8-485F-A98A-E1F96BFD4C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模型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-0.6</c:v>
                </c:pt>
                <c:pt idx="1">
                  <c:v>4</c:v>
                </c:pt>
                <c:pt idx="2">
                  <c:v>3.2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3A8-485F-A98A-E1F96BFD4C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3044495"/>
        <c:axId val="940958335"/>
      </c:barChart>
      <c:catAx>
        <c:axId val="10630444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0958335"/>
        <c:crosses val="autoZero"/>
        <c:auto val="1"/>
        <c:lblAlgn val="ctr"/>
        <c:lblOffset val="100"/>
        <c:noMultiLvlLbl val="0"/>
      </c:catAx>
      <c:valAx>
        <c:axId val="9409583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63044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196656805583481E-2"/>
          <c:y val="6.2795469666655446E-2"/>
          <c:w val="0.92564067122382754"/>
          <c:h val="0.87095577931436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3.1</c:v>
                </c:pt>
                <c:pt idx="2">
                  <c:v>-0.2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42-4015-87F4-FE504DE80D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4.08</c:v>
                </c:pt>
                <c:pt idx="1">
                  <c:v>0.27</c:v>
                </c:pt>
                <c:pt idx="2">
                  <c:v>3</c:v>
                </c:pt>
                <c:pt idx="3">
                  <c:v>-0.54400000000000004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42-4015-87F4-FE504DE80D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-0.55700000000000005</c:v>
                </c:pt>
                <c:pt idx="1">
                  <c:v>3.7</c:v>
                </c:pt>
                <c:pt idx="2">
                  <c:v>3</c:v>
                </c:pt>
                <c:pt idx="3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742-4015-87F4-FE504DE80D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3044495"/>
        <c:axId val="940958335"/>
      </c:barChart>
      <c:catAx>
        <c:axId val="10630444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0958335"/>
        <c:crosses val="autoZero"/>
        <c:auto val="1"/>
        <c:lblAlgn val="ctr"/>
        <c:lblOffset val="100"/>
        <c:noMultiLvlLbl val="0"/>
      </c:catAx>
      <c:valAx>
        <c:axId val="9409583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63044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196656805583481E-2"/>
          <c:y val="6.2795469666655446E-2"/>
          <c:w val="0.92564067122382754"/>
          <c:h val="0.870955779314360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模型 1</c:v>
                </c:pt>
              </c:strCache>
            </c:strRef>
          </c:tx>
          <c:spPr>
            <a:solidFill>
              <a:srgbClr val="00B050">
                <a:alpha val="30000"/>
              </a:srgb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E41F-49DC-980A-1922BCFFADD7}"/>
              </c:ext>
            </c:extLst>
          </c:dPt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3.1</c:v>
                </c:pt>
                <c:pt idx="2">
                  <c:v>-0.2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6F-41B3-801B-688102F6CA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模型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A566E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66F-41B3-801B-688102F6CAE8}"/>
              </c:ext>
            </c:extLst>
          </c:dPt>
          <c:dPt>
            <c:idx val="1"/>
            <c:invertIfNegative val="0"/>
            <c:bubble3D val="0"/>
            <c:spPr>
              <a:solidFill>
                <a:srgbClr val="2A566E">
                  <a:alpha val="30196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66F-41B3-801B-688102F6CAE8}"/>
              </c:ext>
            </c:extLst>
          </c:dPt>
          <c:dPt>
            <c:idx val="3"/>
            <c:invertIfNegative val="0"/>
            <c:bubble3D val="0"/>
            <c:spPr>
              <a:solidFill>
                <a:srgbClr val="2A566E">
                  <a:alpha val="30196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66F-41B3-801B-688102F6CAE8}"/>
              </c:ext>
            </c:extLst>
          </c:dPt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4.08</c:v>
                </c:pt>
                <c:pt idx="1">
                  <c:v>0.27</c:v>
                </c:pt>
                <c:pt idx="2">
                  <c:v>3</c:v>
                </c:pt>
                <c:pt idx="3">
                  <c:v>-0.54400000000000004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6F-41B3-801B-688102F6CA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模型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1D49">
                  <a:alpha val="30196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66F-41B3-801B-688102F6CAE8}"/>
              </c:ext>
            </c:extLst>
          </c:dPt>
          <c:dPt>
            <c:idx val="2"/>
            <c:invertIfNegative val="0"/>
            <c:bubble3D val="0"/>
            <c:spPr>
              <a:solidFill>
                <a:srgbClr val="D71D49">
                  <a:alpha val="30196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66F-41B3-801B-688102F6CAE8}"/>
              </c:ext>
            </c:extLst>
          </c:dPt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-0.55700000000000005</c:v>
                </c:pt>
                <c:pt idx="1">
                  <c:v>3.7</c:v>
                </c:pt>
                <c:pt idx="2">
                  <c:v>3</c:v>
                </c:pt>
                <c:pt idx="3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6F-41B3-801B-688102F6CA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3044495"/>
        <c:axId val="940958335"/>
      </c:barChart>
      <c:catAx>
        <c:axId val="10630444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0958335"/>
        <c:crosses val="autoZero"/>
        <c:auto val="1"/>
        <c:lblAlgn val="ctr"/>
        <c:lblOffset val="100"/>
        <c:noMultiLvlLbl val="0"/>
      </c:catAx>
      <c:valAx>
        <c:axId val="9409583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63044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layout>
        <c:manualLayout>
          <c:xMode val="edge"/>
          <c:yMode val="edge"/>
          <c:x val="0.72790210251184762"/>
          <c:y val="5.4180887372013653E-2"/>
          <c:w val="0.26201143185718834"/>
          <c:h val="0.34741467576791807"/>
        </c:manualLayout>
      </c:layout>
      <c:overlay val="0"/>
      <c:spPr>
        <a:noFill/>
        <a:ln>
          <a:solidFill>
            <a:schemeClr val="accent1">
              <a:alpha val="98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805283560728845E-3"/>
          <c:y val="1.3684124366210164E-2"/>
          <c:w val="0.99101947164392712"/>
          <c:h val="0.986315875633789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3.1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C3-48AA-AEDA-002C3BB14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2A566E">
                  <a:alpha val="30196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8C3-48AA-AEDA-002C3BB14FE9}"/>
              </c:ext>
            </c:extLst>
          </c:dPt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1.57</c:v>
                </c:pt>
                <c:pt idx="1">
                  <c:v>0</c:v>
                </c:pt>
                <c:pt idx="2">
                  <c:v>1.1000000000000001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C3-48AA-AEDA-002C3BB14F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3.2</c:v>
                </c:pt>
                <c:pt idx="3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8C3-48AA-AEDA-002C3BB14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63044495"/>
        <c:axId val="940958335"/>
      </c:barChart>
      <c:catAx>
        <c:axId val="10630444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40958335"/>
        <c:crosses val="autoZero"/>
        <c:auto val="1"/>
        <c:lblAlgn val="ctr"/>
        <c:lblOffset val="100"/>
        <c:noMultiLvlLbl val="0"/>
      </c:catAx>
      <c:valAx>
        <c:axId val="9409583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63044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6-28T07:16:09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27675 5733 0,'0'-18'94,"36"18"-78,17-35-16,0 35 15,-18-18-15,35 0 16,-17 1-16,18-1 16,-36 18-16,0-17 15,-17 17-15,0 0 16,-1 0 0,1 0-16,0 0 0,-1 0 15,18 0-15,1 0 16,-19 0-1,1-18 1,0 18 15,-1 0-31,1-18 0,0 18 16,-1 0 31</inkml:trace>
  <inkml:trace contextRef="#ctx0" brushRef="#br0" timeOffset="502.47">28275 5644 0,'-18'0'31,"18"36"-31,-17-19 16,17 36-16,0-17 16,0 16-16,-18 1 15,1 88-15,-1-70 16,0 0-16,1-1 15,-1-35-15,18 18 16,-18 0-16,18-35 16</inkml:trace>
  <inkml:trace contextRef="#ctx0" brushRef="#br0" timeOffset="1511.49">29245 5556 0,'0'36'62,"0"-1"-46,0 35-16,0-17 15,-17 53-15,-1-53 16,0 0-16,1 0 16,-1-36-16,0 36 15,18-17-15,0-19 16,0 1-16,-17 0 16</inkml:trace>
  <inkml:trace contextRef="#ctx0" brushRef="#br0" timeOffset="2269.9">29439 5521 0,'18'18'94,"-18"35"-78,0 17-16,18-17 15,17 106 1,-18-142 0,1 1-16,-18 0 15,0-1-15,18-17 16,-18 18-1,0 0-15,0-1 32,0 1-17,0-1 17</inkml:trace>
  <inkml:trace contextRef="#ctx0" brushRef="#br0" timeOffset="2910.01">29316 5927 0,'0'-18'110,"17"18"-95,19-18 1,-1 1 0,0-1-16,-17 18 15,0-18-15</inkml:trace>
  <inkml:trace contextRef="#ctx0" brushRef="#br0" timeOffset="4166.63">29281 5397 0,'0'18'47,"0"0"62,0-1-62,0 1-32,0 0 64,0-1-48,-18 1-16,18 0 1,0-1-16,-18-17 16,1 36-1,17-19-15,0 18 16,-18 1-16,0-1 16,1-17-1</inkml:trace>
  <inkml:trace contextRef="#ctx0" brushRef="#br0" timeOffset="5502.56">29386 5345 0,'0'17'110,"0"1"-63,0-1-32,0 1 1,18 17 0,-18-17-16,18 0 15,-18 17-15,0 0 16,0 1-1,0-1 1,0-18-16,0 1 16,0 0-16,0-1 15,0 1 1,0 0 15,17-18-31,-17 17 16,0 1-16,0 0 31,0-1-15,18 1 31,-18-1-32,0 1 16,18 0-15,-18-1 0,0 1 140,0 0-125,0-1-31,17-17 16,1 36-1,-18-19 1,0 1-16,0-1 0,17 1 16,-17 0-16,18-1 15,-18 1-15,18 0 16,-18-1 0,0 1-1,0 0 1,17-18-1,1 0 17,-18 17 15</inkml:trace>
  <inkml:trace contextRef="#ctx0" brushRef="#br0" timeOffset="6525.6">27023 7849 0,'53'0'46,"35"0"-30,35 0-16,1-17 16,52 17-16,-52-18 15,123 0-15,-159 1 16,-53-1-16</inkml:trace>
  <inkml:trace contextRef="#ctx0" brushRef="#br0" timeOffset="6918.19">27869 7867 0,'0'35'31,"-17"-17"-31,17 35 15,0-18-15,0-17 16,0 17-16,-18 0 16,18 1-1,-17-1-15,17-18 16,0 1 0,0 17-1,0-17 1,-18-18-16</inkml:trace>
  <inkml:trace contextRef="#ctx0" brushRef="#br0" timeOffset="7270.51">28487 7796 0,'17'18'79,"-17"0"-64,0-1 1,0 19-1,-17-19-15</inkml:trace>
  <inkml:trace contextRef="#ctx0" brushRef="#br0" timeOffset="7574.31">28399 8008 0,'0'18'16,"0"-1"-1,0 1 1,0 0 0,0-1-16,0 19 15,-36 52 16,19-35-31,17-36 16,0 1 0</inkml:trace>
  <inkml:trace contextRef="#ctx0" brushRef="#br0" timeOffset="8262.41">28540 8220 0,'17'0'31,"1"0"-31,0 0 16,17 0-16,0 0 15,-35-18-15,35 18 16,-17-18-16,0 18 16,17 0-16,-35-17 15,18-1 1,-1 18 0,1 0-16,-18-17 0,0-19 15,0 19 1,0-1-16,0 0 15,0 1 1,-18 17 47,-17 0-48,17 17 1,1 19-16,-1-36 15,-17 17-15,35 1 16,-18 17-16,1-35 16,-1 18-16,18-1 15,0 1 1,-18 0-16,18-1 16,0 1-1,0 0 1,36-1-1,-1 1-15,0 0 16,18-18 0,35 0-1,-35 0-15,-18 0 0,-17 0 16,0 0 0,-1 0-16,1-18 31,17 18-16</inkml:trace>
  <inkml:trace contextRef="#ctx0" brushRef="#br0" timeOffset="9053.07">29439 7955 0,'-17'0'94,"-1"18"-79,18-1-15,-18-17 16,1 18-1,-1 17 17,18-17-17,0 0 32,0-1-31,0 1-16,0 17 15,0-17 1,18-18-16,-1 17 16,-17 1 15,18-18 0,-18 18-31,0-1 16,0 1-16,0 0 15,0 17-15,0 0 16,0-17-16,0 17 16,0-17-1,0-1 1,-18-17-16,1 0 31,-1 0-15,18 18-1,-18-18-15</inkml:trace>
  <inkml:trace contextRef="#ctx0" brushRef="#br0" timeOffset="13712.13">26793 9454 0,'0'36'93,"-17"-19"-77,17 89 0,-18-88-16,18 35 15,0-18 1,-17-17-16,17 17 15,0 0-15,0-17 16,0-1 0,17 1 46,36 0-46,-35-18-1,-1 0-15,19 0 16,-19 0 31,1 17-31</inkml:trace>
  <inkml:trace contextRef="#ctx0" brushRef="#br0" timeOffset="15111.66">27023 9825 0,'17'0'359,"1"0"-343,17-18-16,1 18 16,-19 0-16,1-17 15,0 17-15,-1-18 16,1 18-16,-1 0 16,1 0-1,-18-18 16,0 1 79,-18 17 15,1 0-110,-1 0 1,1 0 0,17 17-1,-18-17 1,18 18 15,-18-18-15,18 18-1,0-1 17,0 1-17,0-1-15,0 1 32,18 0-32,0-18 15,-18 17 1,17-17-1,1 0 1,-1 0 0,1 0-1,0 0 1,-1 0 15,1 0-31</inkml:trace>
  <inkml:trace contextRef="#ctx0" brushRef="#br0" timeOffset="16096.71">27587 9737 0,'0'0'0,"0"-18"15,0 0 1,-17 36 171,-1 17-171,0 1 0,1-19-16,-1 18 15,18 1-15,0-19 16,0 1-16,0 0 15,0-1 1,0 1 0,18-18-1,17 0 1,0 0 0,-17 0-16,52 0 15,-52 0-15,17 0 16,-17 0-16,0 0 15,-18-18-15,17 18 16,1-17-16,0 17 16,-18-18-1,17 18-15,1-18 16,-1-70 0,1 71-16,-18-1 15,0 0 1,18 36 62,-18 17-62,17 0-1,1-17-15,-18 17 16,18 1-16,-18-1 15,17-17 1,1-1-16,0-17 31,-1 0-15,1 0-16,-1 0 16,19-35-16</inkml:trace>
  <inkml:trace contextRef="#ctx0" brushRef="#br0" timeOffset="16654.53">28310 9684 0,'0'17'46,"0"19"-30,0-19-16,0 36 16,0-18-1,0-17-15,0 35 16,0-18-16,0 18 16,0 0-16,0-35 15,0 17-15,0-17 16,0-1-16,0-34 94,36-107-79,34 18-15,18-17 16,-52 52-1,17 18-15,-18 18 16,-17 18-16,-1-1 16,1 0-16,-1 18 109</inkml:trace>
  <inkml:trace contextRef="#ctx0" brushRef="#br0" timeOffset="17479.75">28857 9560 0,'0'18'32,"0"17"-32,0 0 15,18-17-15,-18 35 16,0-18 0,0-17-16,0 35 0,0-36 15,0 36 1,0-17-16,0-19 15,0 19-15,0-1 0,17-35 79,1-18-17,0-35-46,17-17-16,-17 17 15,17-18-15,-17 36 16,-18 0-16,35-18 16,0 0-16,-17 53 15,17-53-15,-35 35 16,18 18 31,-1 0-16,1 0-15,0 0-16,-1 36 15,-17-19 1,0 54-1,0-18-15,0 0 0,0-18 16,0 71 0,0-53-16,0 0 15,0-18 1,0-17 46,-17-18 32</inkml:trace>
  <inkml:trace contextRef="#ctx0" brushRef="#br0" timeOffset="23407.39">26793 11359 0,'0'36'78,"0"-19"-78,0 1 16,0 17-16,0-17 15,0 17-15,0-17 16,0-1 0,0 19-16,0-19 31,0 1 0,0-36 32,18 1-48,0-19-15,-1-16 16,19 16 0,-19 1-16,1 0 15,0 17 1,-1 18-1,1-18 1,-1 18 15,1 18 16,17 158-31,-35-158-1,0 35-15,0-18 16,0-17 0,0-36 77,71-70-77,-18 0-16,35 17 16,-35 18-1,-18 18-15,-17 18 16,0 34 31,-1 18-32,-17 1-15,0 17 16,18 0-16,-18-36 16,0 18-1,0 1-15,0-19 16,0 1-16</inkml:trace>
  <inkml:trace contextRef="#ctx0" brushRef="#br0" timeOffset="25055.41">27693 11324 0,'0'18'156,"0"35"-156,0-36 16,-18 19-16,18-1 15,-17-17-15,17 17 16,0-18-16,0 1 16,0 0-16,0-1 15,0 1-15,0 0 16,0-1-1,0 1 1,35-18 15,18-18-31,18-35 16,-1 18-16,-17-18 16,18 0-1,-54 18-15,1 17 16,-18 1-1,0-1-15,0 0 47,-18 18 16,1 0 187,-1-17-250,0 17 15,-17-18-15,-18 18 16,18 0-16,-18 0 16,0-17-16,35 17 15,-17 0-15,17 0 16,36-18 125,53 0-141,-1 18 15,-17-17-15,18 17 16,-54 0-16,1 0 62,-18 17 16,0 1-62,0 17 0,0 0-16,0-17 15,0 0-15,0-1 16,0 1-16,0 0 16,18-1-16,-18 19 15,0 16-15,0-34 16,0 17-1,0 1-15,0-19 16,0 1-16,0 0 16,17-18-1,1 0 63,-1 0-62,1-53-16,0 17 16,-1 19-16,-17-36 15</inkml:trace>
  <inkml:trace contextRef="#ctx0" brushRef="#br0" timeOffset="25622.49">28363 11218 0,'18'0'16,"0"0"-16,-18 18 46,0 0-14,0 17-1,0-17-15,0-1-16,0 1 15,0-1 1,0 1-1,0 0-15,0-1 16,0 1-16,17 0 16,1-1-1,0 1-15,-18 0 16,0-1 0,0 1-1,0-1 1,0 1-16,0 0 15,0-1 1,0 1-16,0 0 16,0-1-1,-18 1-15,0-18 32,18-35-17,-17-18-15,17-18 16</inkml:trace>
  <inkml:trace contextRef="#ctx0" brushRef="#br0" timeOffset="26591.71">28892 10848 0,'0'53'31,"0"17"-15,0-34-16,0 34 15,0 54-15,0-71 16,-17 52-16,17-16 15,-18-54-15,18 35 16,-17-17-16,17-17 16,0-19-16,0 1 15,0-36 79,0-193-78,0 140-1,0-17-15,17 35 16,1 18-16,35-1 16,-36 19-1,-17-1-15,18 18 31,0 0-15,-1 18 0,1-1-16,0 1 15,-1 17-15,-17 18 16,0-17-16,0 16 16,0 1-16,0-35 15,0 0 1,-17-1-16,-1-17 62,-17 0-30,17 0-17,0 0-15,36 0 94,0 18-94,17 17 16,-17 0-16,17-17 15,-17 35 1,-1-53-16,-17 18 15,0-1-15,0 1 32,-17-36-1,-1 1-15</inkml:trace>
  <inkml:trace contextRef="#ctx0" brushRef="#br0" timeOffset="27008.74">29422 11236 0,'17'0'31,"19"0"-15,-19 0-1,1 18-15,17-18 16,-17 0-1,17 17-15,0-17 0,-17 0 16,17 0 0,-17 0-16,0 0 15,-1 0 1,-17-17 46</inkml:trace>
  <inkml:trace contextRef="#ctx0" brushRef="#br0" timeOffset="27405.93">29598 10954 0,'0'35'16,"18"36"-1,-18-36 1,0 53-16,0 36 0,0-54 16,0 1-16,0 17 15,0-53-15,0 36 16,0-36-1,0-17-15,0-1 0,0 1 16</inkml:trace>
  <inkml:trace contextRef="#ctx0" brushRef="#br0" timeOffset="29006.65">30480 10936 0,'0'-18'531,"0"36"-250,-35 17-250,17-35-31,18 18 16,-18 0 0,1-1-1,17 1 1,-18 0 0,18-1-16,0 1 15,0-1 1,0 19-1,0-1-15,18-17 16,17 52 0,-35-52-16,18 0 15,-1-1-15,-17 1 16,0 17 0,18-35-1,-18 18-15,0-1 0,0 1 16,0 0-1,0 17-15,0-17 32,-18-18-17,1 0 17</inkml:trace>
  <inkml:trace contextRef="#ctx0" brushRef="#br0" timeOffset="30161.3">30762 11271 0,'-17'0'125,"-1"18"-93,-17 35-17,17 0-15,0 0 16,18-18-16,0-17 15,0 17-15,0-18 16,0 1-16,0 0 16,18-18 93,0-18-78,-1 18-31,1-18 0,-18-17 32,18 35-32,-1-35 15,1 17-15,-18 1 0,0-19 16,17 19-1,1-19-15,-18 1 16,18 18-16,-1-36 16,-17 35-1,18 36 110,-18 17-109,0-17-16,0 17 16,18-18-16,-18 1 15,0 17-15,0-52 281,0-1-265</inkml:trace>
  <inkml:trace contextRef="#ctx0" brushRef="#br0" timeOffset="30718.73">30886 11307 0,'-18'0'94,"0"0"-79,-17 17 1,17-17 0,1 18-16,-1-18 15,1 17-15,17 1 16,-36 0-16,19 17 16,-1 0-16,0 1 15,18-1 1,0 0-16,0 18 15,0-18 1,0-17-16,18 0 16,0-18-16,-18 17 15,17-17-15,1 0 16,0 0 0,-1 0-16,1 0 15,-1 0-15,19 0 16,-19 0-16,1 0 15,0 0-15,17-17 16,-17-1 0,-1-17-16,-17 17 15,0-17-15,18 17 16,0 18-16,-18-18 16,17 1-16</inkml:trace>
  <inkml:trace contextRef="#ctx0" brushRef="#br0" timeOffset="31470.36">31221 11359 0,'-18'0'93,"1"0"-77,-1 18 0,-35 158 15,35-123-16,18-35-15,0 17 16,0-17-16,0 0 16,0-1-16,0 1 15,18-18 1,0 17 0,-1-17-16,1 0 15,17-17-15,0-18 16,1-1-16,-19 1 15,19-18-15,-19 0 16,1 18-16,0-36 16,-1 36-16,-17 0 15,0 17 1,0 1-16,0-1 16,18 18 30,-18 18-46,0 17 16,17 18-16,-17-18 16,18 0-16,0 1 15,-1-1 1,-17-18-16,18 1 16,-18 0-16,18-1 15,-1-17-15,1 0 31,17 0-15,-17 18 0,0-18-1,-18-18 1,0 1-16,0-36 16,0 0-16</inkml:trace>
  <inkml:trace contextRef="#ctx0" brushRef="#br0" timeOffset="31991.16">31697 10813 0,'0'17'47,"18"54"-31,-18-1-16,17-17 15,-17 18-15,18-36 16,-18 36-16,0-1 16,0 1-16,0 17 15,0-35-15,18 0 16,-1 17 0,-17-34-16,18-1 15,-18-17 32</inkml:trace>
  <inkml:trace contextRef="#ctx0" brushRef="#br0" timeOffset="32985.76">31962 11377 0,'0'35'31,"17"-35"32,19 18-48,-19-18-15,18 0 16,18 0 0,-35 0-16,0-18 15,-18 1-15,0-1 16,0-17 0,0 17-16,0-17 15,0 0 1,0 17-1,-18 0-15,0 1 16,18-1 0,-17 18-16,-1 0 15,18-18-15,-18 18 16,1 0 0,-1 0-1,1 0 1,-1 0-1,0 0 1,1 0-16,17 18 16,-18 0-1,18 35-15,0-18 16,0 0-16,0 0 16,0 18-16,0-17 15,0-1 1,18-17-16,17 17 15,-17-18-15,-18 1 16,17 0-16,1-1 16,-1 1-16,1-18 15,17 18-15,-17-1 16,0-17 0,17 0-16,-17 0 15,-1 0-15,1 0 47,0 0-16,-18-17 1,0-1-17,-18 0-15</inkml:trace>
  <inkml:trace contextRef="#ctx0" brushRef="#br0" timeOffset="38030.33">28646 11130 0,'-18'0'125,"0"0"-109,1 0-16,-1 0 16,0 0-1,1 0 1,-19 0 0,19 0-1,-1 0 1,1 0-1,-1 0-15,0 18 16,1-18 0,-1 17-1,0-17 1,1 18 78,-1-18-79,18 18 1,0-1 15,0 1 0,0 17-31,0-17 16,18 0-16,-1-1 16,-17 1-1,18-1-15,0 1 0,-1 0 16,-17-1 0,18 1-1,0 0 1,-1-1-1,-17 1-15,18 0 32,-18-1-17,17 1 1,-17-1 0,18 1-16,0 0 31,-18-1-16,0 1 17,0 0-17,0-1 1,0 1 0,0 0-1,0-1 1,0 1-1,-18 17 1,18-17 0,-18-1-1,1 1 17,-1 0-17,1-1 16,-1-17-31,18 18 16,-18-18 93,1 0-93,-1 0-16</inkml:trace>
  <inkml:trace contextRef="#ctx0" brushRef="#br0" timeOffset="148173.87">27834 6791 0,'18'0'94,"52"0"-79,54 18-15,-1-1 16,18 1-16,36 0 16,17 34-16,-18-52 15,1 18-15,-89 0 16,-18-1-16,-52-17 15,0 18-15</inkml:trace>
  <inkml:trace contextRef="#ctx0" brushRef="#br0" timeOffset="149269.6">26952 8855 0,'0'0'0,"18"0"0,-1 0 47,1-18 0,0 18-32,35 0 1,194-18 0,-36 1-1,-70-18-15,18 17 16,18 18 0,-72-18-16,36 1 0,106-19 15,-105 36-15,-54-17 16,-53 17-16,36 0 15,-36-18 1,0 18-16,0 0 16,36 0-16,-36 0 15,1 0-15,16 0 16,-34 0-16,53-18 16,-18 18-16,-18 0 15,0 0 1,-17 0-16,17 0 31,-17 0-15,-1 0-16,1 0 15,0 0 17,-1 0-17,1 0-15,-1 0 31,1 0-31,0 0 16,-1 0 0,54 0-1,-53 0-15,-1 0 16,1 0 0,0 0-1</inkml:trace>
  <inkml:trace contextRef="#ctx0" brushRef="#br0" timeOffset="157232.03">26670 10178 0,'35'17'125,"-17"1"-110,17 0 1,18-1-16,0 1 16,0-1-16,17 1 15,1 0-15,-18-18 16,18 17-16,-36-17 16,35 0-16,-17 18 15,-17-18-15,-19 0 16,1 0-1,-1 0 1,72 0 0,-54 0-16,35 0 15,1 0-15,0 0 16,17 0-16,-53 0 16,18 18-16,0-18 15,-18 0-15,89 17 16,-54-17-1,-17 18-15,53-18 16,-18 0-16,36 0 16,-71 0-16,17 0 15,-17 0-15,-18 0 16,1 0 0,-1 0-16,-18 0 15,36 0-15,-35 0 16,0 0-16,-1 0 15,1 0 1,0 0 15,-1 0 1,1 0 14,0 0-30,-1-18-16,-17 1 16,18 17-16,-1 0 15,-17-18-15,18 0 16,0 18-16,-1 0 16,-17-17-1,18 17-15,0-18 16,-18 0-1,17 1 1,1 17-16,0-18 16,-18 1-1,0-1 1,17 18-16,-17-18 16,18 18-1,-18-17 1,0-1-1,17 18 1,-17-35 0,18 17-16,0 0 15,-18 1 1,0-18-16,17 17 16,-17 0-1,18 18-15,-18-35 16,18 0-16,-18 17 15,0-17-15,0-18 16,0-35 0,0 70-1,0-17 1,0-1-16,0 19 0,0-18 16,-18-1-16,0 19 15,1-19 1,-1 19-16,18-1 15,-18 0-15,1-17 16,-1 35-16,1-17 16,-1-1-16,0-17 15,-17 35-15,-36-53 16,1 17 0,-1 1-16,1 0 15,-1 17-15,1 1 16,-54-19-16,-176-34 15,177 70 1,52-18-16,-193 0 31,193 18-31,-17-17 0,17 17 16,36 0-16,-18 0 16,0-18-16,0 18 15,0-17-15,1 17 16,-1 0-16,17-18 15,-34 18-15,17 0 16,-18 0 0,36 0-16,-18 0 15,0 0-15,18 0 16,-18 0-16,-88 0 16,106 0-1,-18 0-15,17 0 16,19 0-1,-1 0 32,-70 88-15,35-70-32,35 17 15,-17 0-15,0 18 16,0-18-16,-1-17 15,19 0 1,-1-1-16,-17 19 16,17-1-16,0 0 15,1-35-15,17 36 16,0-19 0,0 1-16,0-1 15,0 19 1,0-19-1,0 19 1,0 17-16,0-18 16,0 18-16,0-18 15,17 18-15,1-35 16,17 17-16,-17 0 16,0-17-16,-1-1 15,1-17-15,-18 18 16,35 0-16,-35-1 15,35-17-15,1 18 16,-1 0 0,0-1-16,-17-17 15,0 0 17,-18 18-17,35 0 1,-17-1-16,-1-17 15,1 0 1,-18 18 47,17-18-63,-17 17 31,18 1-31,0-18 15,-18 18 1,17-1 0,1-17-1,0 53 17,-1-53-17,1 36 1,0-19-1,-1-17 79</inkml:trace>
  <inkml:trace contextRef="#ctx0" brushRef="#br0" timeOffset="171109.6">27182 12171 0,'17'0'78,"1"0"-63,17 0-15,-17 0 16,211 0 0,-88 0-1,-17 0-15,52 0 16,36 0-1,70-35-15,-70 17 0,-54 0 16,72 1-16,-107-36 16,71 35-1,-70 0-15,-36 18 16,0-17-16,-17 17 16,-1 0-16,1 0 15,-18 0-15,17 0 16,18 0-16,0 0 15,-17 0-15,0 0 16,-36 0-16,53 0 16,-53 17-1,1-17 1,-19 0-16,19 0 16,-19 0-16,1 0 31,-1 0-16,1 0-15,17 18 16,1 0-16,-19-18 16,36 0-16,0 0 15,-18 0-15,124 0 16,-71 0 0,36 0-16,-36 0 15,-17 0-15,-1 0 16,-35 0-16,-17 0 15,0 0-15,-1 17 94,1-17-78,0 0-1,35 0 1,-1 0-16,-16 18 16,17-18-16,-36 0 15,1 0-15</inkml:trace>
  <inkml:trace contextRef="#ctx0" brushRef="#br0" timeOffset="187605.48">26652 11518 0,'0'-17'94,"-17"17"-78,-19 0-1,19-18 1,-18 0-16,-1-17 16,-17 0-16,0-1 15,36 1-15,-54-18 16,54 18-1,-1 17-15,0-35 0,1 53 16,-1-17-16,0-19 16,1 1-1,-1 18-15,0-1 16,1 0-16,17-17 16,-18 17-1,1 1-15,-19-19 16,19-16-16,17 16 15,-18-17 1,0 18-16,18 17 16,0-70-16,0 53 15,0 0-15,18-18 16,0 17 0,-1 36-16,1-17 15,0-18-15,-1 35 16,18-18-16</inkml:trace>
  <inkml:trace contextRef="#ctx0" brushRef="#br0" timeOffset="188159.17">25894 10266 0,'106'0'47,"-36"0"-32,1 0-15,-54 0 16,19 0-16,-1 0 16,-17 0-1,-1 0 1,-17 17 15,0 1 0,0 0-15,0-1-16,0 1 16,0 35 15,0-35-31,0-1 15,0 1 1,-35-1-16</inkml:trace>
  <inkml:trace contextRef="#ctx0" brushRef="#br0" timeOffset="189486.15">26935 11836 0,'-18'0'47,"-17"0"-32,-1 0-15,-17 0 16,-70-18-16,0-35 16,52 35-1,-141-70-15,54 0 16,-36-18-16,-36-17 15,142 70-15,-35-35 16,34-18-16,-34-35 16,70 53-16,0-106 15,0 88 1,35 17-16,1 19 16,-18-36-16,-1 0 15,19 71-15,-1-71 16,0 18-1,1 35-15,-1-18 0,18 19 16,-18-107 0,18 35-16,-17 1 15,17-54-15,17 54 16,107-53 0,-71 70-1,0 71-15,17-36 16,19-17-16,-19 35 15,-17 0-15,-18 18 16,1 17-16,-1 18 16,0-18-16,0 18 15,18 0-15,0-17 16,0 17 0,18-18-16,-1 0 15,36-17-15,-53 18 16,0-1-16,17 0 15,1 1-15,35-19 16,17 1-16,18 17 16,-123 1-1,0-1-15</inkml:trace>
  <inkml:trace contextRef="#ctx0" brushRef="#br0" timeOffset="190047.45">26370 7990 0,'0'0'16,"35"0"31,18 0-47,36 18 15,-19 0-15,-35-18 16,18 35-16,-35-35 16,-18 18-1,18-1 17,-18 1-32,0 0 15,0 17-15,0-18 16,0 1-1,0 0-15,-18-1 16,0-17-16,1 36 16,-19-36-16</inkml:trace>
  <inkml:trace contextRef="#ctx0" brushRef="#br0" timeOffset="191381.47">26494 11906 0,'-18'0'31,"-35"0"-15,-18 0-1,-17 0-15,-35 0 16,-54 0-16,36 0 16,-70 0-16,52 0 15,71 0-15,-212-88 16,176 70-1,36-52-15,35 35 16,-35-36 0,35-17-16,36 53 15,-54-71-15,0-71 16,-34-105 0,87 212-16,0-36 15,1-18-15,17 71 16,0-17-1,0-1-15,0 1 0,0-19 16,0-210 0,0 157-1,0 1-15,0 71 16,17-142-16,-17 124 0,0-141 16,0 70-1,0 71-15,0 0 16,36-36-16,-1 1 0,0 17 15,-17 18 1,-1-18-16,36 0 16,-35-18-16,17 36 15,1-18-15,-1 53 16,18-35 0,-18 53-16,0 0 15,1-18-15,-19 35 16,36-17-16,-18 0 15,18-1-15,18-17 16,-18 18 0,-36 17-16,54-17 0,-36 18 15,36 17-15,35-71 16,70 18-16,-53 0 16,-17 36-1,53-54-15,53-35 0,-89 18 16,-35 53-1,-52 17-15,-1 18 16,0-18-16,-35 1 16,18 17-1,-18-18-15,53 0 16,-18 1 0,0-1-16,1 1 15,-36-1 1,17 18-16</inkml:trace>
  <inkml:trace contextRef="#ctx0" brushRef="#br0" timeOffset="192022.2">26599 6544 0,'36'0'109,"-19"0"-109,19 0 16,-1 0-16,-17 0 15,-1 0-15,1 0 16,17 0-16,-17 0 16,-1 0-1,1 0 1,-18 18 46,0-1-46,0 1-16,-18 0 16,18-1-16,-17-17 15,-1 35-15,0-35 16,18 18-16,-17-18 15,-1 0 1</inkml:trace>
  <inkml:trace contextRef="#ctx0" brushRef="#br0" timeOffset="193757.29">26741 6544 0,'-18'0'125,"18"18"-125,-18-1 16,-17 1 0,17-18-1,18 18 1,-17-18-16,17 17 15,-18-17 1,18 18 0,-18-18 77,36 0 64,0 0-142,17 0-15,-17-18 16,-1 18-16,19 0 16,-1-17-16,0 17 15,18-18-15,-18 0 16,-17 18-1</inkml:trace>
  <inkml:trace contextRef="#ctx0" brushRef="#br0" timeOffset="194285.33">26705 6632 0,'0'18'31,"-17"-18"16,-36 35-31,0-17-1,0-1-15,18-17 16,-54 36 0,36-19-16,53 1 15,-17-18-15,-1 0 16</inkml:trace>
  <inkml:trace contextRef="#ctx0" brushRef="#br0" timeOffset="195494.94">26423 6597 0,'35'-18'78,"-17"1"-63,0 17 1,-1 0 0,1 0-1,17 0 1,0-18-16,1 18 15,-1-18-15,-17 18 16,-1 0 0,1 0-16,0 0 31,-1 0-15,18 0-16,-17 0 15,0 0 1,-1 0-16,19 0 15,-19 0 17,1 0 15,0 0-32,-18 18 95,0 0-79,0-1-31,0 19 15,-18-1 1,0 18-16,-17 0 16,0-36-1,17 36-15,0 18 16,1-71 0,17 17-16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6-28T07:22:23.3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31485 5644 0,'18'0'31,"0"0"-15,-1 0-1,36 0 17,-17-17-32,-1 17 0,18 0 15,-18 0 1,53 0-16,-70 0 15,35 0-15,-36 0 16,1 0 15,17-18-15,-35 1 0,18 17-1,0 0 1</inkml:trace>
  <inkml:trace contextRef="#ctx0" brushRef="#br0" timeOffset="638.74">31997 5415 0,'-18'0'15,"1"0"32,-1 0-47,0 0 16,1 0-16,-1 0 15,0 0-15,-17 0 16,0 0 0,17 18-1,1-18 1,-1 17-16,0-17 31,18 18-31,0 17 16,0-17-1,0 17-15,0 18 16,0-35-16,0 17 16,0 0-16,0-17 15,0 17-15,0-17 16,0 17 0,0-17-16,0-1 15,0 1 1,0 0-1,0-1-15,-17-17 16,-1 18-16,0-18 31,1 18-15,-1-1-16,1-17 16,-1 0-16,0 0 46</inkml:trace>
  <inkml:trace contextRef="#ctx0" brushRef="#br0" timeOffset="1526.33">32067 5592 0,'0'17'47,"0"1"-31,0-1-16,0 1 15,0 17 1,0-17-1,-17 17 1,17-17-16,0 0 16,0-1-16,0 1 15,17-18 48,1 0-48,17 0 1,-17-18-16,35-17 16,-18 0-16,-17 35 15,0-18-15,34-35 16,-16 18-16,-19 17 16,-17 1-1,0 34 110,0 89-109,0-71-16,0 1 15,0-1-15,0-18 16,0 1-16,0 0 16,18-1 15,0-17-15,35 0-1,-36 0 1,36 0-1,-35 0-15</inkml:trace>
  <inkml:trace contextRef="#ctx0" brushRef="#br0" timeOffset="2110.42">32808 5644 0,'-17'18'31,"-54"17"-16,36-17 1,0 0 0,35-1-16,-18-17 15,18 18-15,0 0 78,0-1-78,18-17 16,-18 18 0,17-1-16,-17 1 15,18-18-15,-18 18 16,0-1 0,0 1-1,0 0-15,0-1 31,-18-17-31,1 0 16,-1 18 0,0-18-16,1 0 15,-19 0 1,19 0-16,-1 0 16,-17 0-1</inkml:trace>
  <inkml:trace contextRef="#ctx0" brushRef="#br0" timeOffset="2469.89">32985 5380 0,'0'17'93,"0"1"-77,0 0-16,0 17 16</inkml:trace>
  <inkml:trace contextRef="#ctx0" brushRef="#br0" timeOffset="2772.12">32914 5697 0,'0'18'16,"0"0"15,0 17-16,-17 0 1,-1-17 0,0 17-16,18 0 15,-17-35-15,17 18 16,0 0-16</inkml:trace>
  <inkml:trace contextRef="#ctx0" brushRef="#br0" timeOffset="3326.19">32967 5838 0,'0'18'47,"0"17"-47,0 1 15,18-19-15,-18 19 16,0-19-16,17 1 15,-17-1-15,0 1 16,18-18 0,0-35 31,-18-124-16,0 124-31,0-18 15,0 18-15,0 17 16,-18 18 78,0 0-79,18 18 17</inkml:trace>
  <inkml:trace contextRef="#ctx0" brushRef="#br0" timeOffset="4141.34">33390 5697 0,'0'36'16,"0"-1"0,0 0-16,0 18 15,0-35 1,0 17-16,-17 0 15,-1-35-15,18 36 16,0-1 0,0-18-1,0-52 79,0 0-94,0-18 16,35 0-16,-17 18 15,17 0-15,18-18 16,-17 35-16,-36 0 16,17 18-16,18-17 15,-17 17 1,0 0 15,-18 17-15,17 19-16,-17-1 15,18 0-15,-18 0 16,0-17 0,0 17-16,0-17 15,0 0 1,0-1-16,0 1 15,0 0 32,0-1-15</inkml:trace>
  <inkml:trace contextRef="#ctx0" brushRef="#br0" timeOffset="5729.36">30886 5292 0,'0'17'62,"0"36"-62,-18 0 16,0 0-16,18 35 15,0-17-15,0-1 16,0-34-16,0-1 16,0 0-16,0-17 15,0-1 1,18-17-16,-18 18 15,18-18 17,-1 0-17,36-18 32,124-140-31,-107 87-1,-35 36-15,18 0 16,-35 17-16,0 0 16,-1 1-16,1-19 15,0 36 1,-18-35-16,35 17 16,-35-34-16,0 16 15,0 19-15,0-1 16,0 0-16,0 1 15,-18-1 32,-17 0-31,0 1 0,17 17-16,-35 0 15,0 0 1,36 0-16,-1 0 15,0 17 17,1 1-17,-1 0-15,-17-1 16,17 1 0,0 17-16</inkml:trace>
  <inkml:trace contextRef="#ctx0" brushRef="#br0" timeOffset="6116.64">30956 5574 0,'36'18'94,"16"-18"-94,-16 0 16,34 0-1,-17 0-15,-18 0 16,-17 0-16,0 0 16</inkml:trace>
  <inkml:trace contextRef="#ctx0" brushRef="#br0" timeOffset="9436.79">30233 5627 0,'0'-18'109,"0"1"-78,0-1-15,0 0-16,0-17 16,0 17-16,-18 1 15,18-19-15,0 19 16,0-1-16,0 0 16,0 1-16,-17-18 15,17-1 1,0 1-1,0 0-15,-18 35 0,18-18 32,0 0-17,-18 1 1,18-1 0,0 1-1,0-1 16,-17 18-15,17-18 0,-18 18-1,1 0 63,-19 0-62,19 0 0,-1 0-1,0 0-15,1 18 16,-1-18-16,18 18 16,-35-1-1,17 18-15,1-17 16,17 0-1,0-1-15,0 1 16,0 0 0,0-1 15,35 1-15,-18 0-1,1-18-15,0 0 47,-1 0-31,1 0-1,0 0 1,17 0-16,0-18 16,0 0-1,-35-17 1,36 35-16,-19-18 15,1 1-15,-18-1 16,0 0 0,18 1-16,-18-1 31,17 1-31,-17-1 16,0 0-1,0 1 16</inkml:trace>
  <inkml:trace contextRef="#ctx0" brushRef="#br0" timeOffset="9829.54">30374 5415 0,'18'0'16</inkml:trace>
  <inkml:trace contextRef="#ctx0" brushRef="#br0" timeOffset="10606.08">30374 5521 0,'0'18'125,"18"-18"-94,-18 17-15</inkml:trace>
  <inkml:trace contextRef="#ctx0" brushRef="#br0" timeOffset="17462.34">30374 5327 0</inkml:trace>
  <inkml:trace contextRef="#ctx0" brushRef="#br0" timeOffset="18846.14">30392 5345 0,'35'17'47,"0"18"-47,-17 1 16,17 17-1,1-36-15,-19 1 16,-17 0-16,18-1 16,-1-17-16,-17 18 15,18 0 1,-18-1 31</inkml:trace>
  <inkml:trace contextRef="#ctx0" brushRef="#br0" timeOffset="19535.53">30621 5239 0,'0'0'0,"-18"0"62,-17 17-31,18-17-15,-1 36-16,0-1 16,-17-17-16,17 17 15,18 0 1,-17 0-16,-1-35 0,0 36 16,1-19-1,17 19-15,0-19 31,0 1-15,0 0 0</inkml:trace>
  <inkml:trace contextRef="#ctx0" brushRef="#br0" timeOffset="20710.11">30498 5380 0,'0'0'0,"-18"0"63,0 0-1,1-18-46,17 1-1,-36-1 1,36 0 0,-17 1-16,-1 17 31,1 0 188,17-18-188,-18 18 0,0 0-15</inkml:trace>
  <inkml:trace contextRef="#ctx0" brushRef="#br0" timeOffset="25437.31">29933 5644 0,'18'18'78,"17"-18"-63,36 0-15,-18 18 16,-18-18-16,0 0 16,0 17-16,-17-17 15,0 0-15,-1 0 125</inkml:trace>
  <inkml:trace contextRef="#ctx0" brushRef="#br0" timeOffset="26428.44">30039 5821 0,'18'0'157,"-1"0"-157,1 0 31,0 0 31,-1 0-46,1 0 15,-1 0 16,1 0 16,0 0-48,-1 0 1,-17 17-1,18-17-15,0 0 79,-1 0-48</inkml:trace>
  <inkml:trace contextRef="#ctx0" brushRef="#br0" timeOffset="31653.4">30268 5874 0,'-17'0'187,"-1"0"-171,0 0-1,1-18-15,-1 18 16,0 0 0,1 0 31,-1 0-16,1 0-31,-1 0 31,0 0-15,1 0-1,-1 0 17,0 0-32,1 0 15,-19 0-15,19 0 16,-18 0-16,17 0 15,-17 0-15,17 0 16,0 0-16,1 0 16,34 0 265,1 0-265,0 0-16,-1 0 15,1-18-15,0 18 16,-1 0-16,18 0 15,-17-17-15,17 17 16,18-18-16,-17 18 16,16-17-16,-16 17 15,-19 0 1,1 0-16,0 0 78,-1 0-62,1 0 15,0 0 31,-1 0 32</inkml:trace>
  <inkml:trace contextRef="#ctx0" brushRef="#br0" timeOffset="33173.39">30021 5627 0,'18'0'172,"0"0"-172,-1 0 31,1 0-31,0 0 31,-1 0 0,1 0-15,-1 17 62,1-17-47,0 0 16,-1 0-16,1 0-15,0 0 62,-1 18-47,1-18 48,0 0-48,-1 0-31</inkml:trace>
  <inkml:trace contextRef="#ctx0" brushRef="#br0" timeOffset="34780.35">29175 9737 0,'53'0'0,"-36"-18"16,36 0-16,0-17 15,0 17-15,-18 1 16,18-1-1,0 1-15,-18-1 16,-17 18-16,35-18 16,0-17-16,0 0 15,0-18-15,-18 0 16,53 18-16,-53-18 16,54-18-16,-36 36 15,-1-18-15,-34 18 16,35-18-16,-18 0 15,1 18-15,-1-18 16,18-53-16,-18 18 16,36-18-16,-54 18 15,1-36-15,0 18 16,-1-52 0,-17 16-1,0 54 1,0 53-16,0-18 15,0 18-15,0-1 16,0-16-16,-17-107 16,-19 88-1,36 1-15,-17 17 0,-1-18 16,0 1 0,1 17-16,17 35 15,0-17-15,-18 0 16,18 17-16,-18-17 15,1 17-15,17 0 16,0 1 0,0-1-16,-18 18 15,18-18 1,-17 18 0,17-17-16,-18 17 15,18-18 1,0 1-16,-18-1 15,1 18 17,17-18-17,0 1 1,-18-19 15,0 19-15,18-1-16,-17-17 15,17 17 1,0-17-16,-18 35 16,18-18-1,0 1 1,0-1 15,-18 18 0</inkml:trace>
  <inkml:trace contextRef="#ctx0" brushRef="#br0" timeOffset="35342.39">30110 6615 0,'0'17'62,"-18"-17"-46,18 18-16,-18 17 16,18-17-16,0-1 15,0 1-15,-17 0 16,17-1-1</inkml:trace>
  <inkml:trace contextRef="#ctx0" brushRef="#br0" timeOffset="35741.47">30180 6544 0,'35'0'47,"18"0"-32,-17 0-15,17 18 16,-1-18-16,-16 0 15,-1 17 1,0-17-16</inkml:trace>
  <inkml:trace contextRef="#ctx0" brushRef="#br0" timeOffset="56940.58">30162 6597 0,'-17'18'141,"17"-1"-125,-18-17-1,18 18-15,-17-18 16,17 17-1,0 1-15,-18-18 16,18 18 0,-18-1-16,18 1 0,-17 0 31,17-36 250,17 0-265,1-17-1,17-18 1,-35 18 0,18 35-16,-1-18 15,1 1 1,-18-1 15,18 18-15,-18-18-1,0 36 142,-18-18-142,18 18-15,-18-1 16,1-17-16,17 18 16,0 0-16,-18-1 15,1-17 1,17 18 15,0-1-15,-18-17-1,0 0 1,18 18-16,0 0 16,-17-18-16,17 17 15,0 1 157,-18-18-156,18 18 15,35-71 141,71-71-141,-88 107-31,-18-1 16,17 18 265,1 0-265,-18-18-1,18 18-15,-1 0 16,1 0-1,0 0 1,-1 0 0,1 0-1,17 0 1,-17 0 15,-1 0-15,1 0-1,0 0 1,-1 0 0,1 0-1,0 18-15,-1-18 16,1 0 0,0 0-1,17 0-15,-18 0 16,1 18-1,0-18-15,-36 0 391,0 0-375,1 0 31,-1 0-47,-17 0 15,0 0-15,-1 0 31,19 0-31,-1 0 63,0 0-47,1 0 15,-1 0 0,1 0-31,-1 0 31,0 0-31,1 0 32,-1 0-17,0 0 1,1 0 15,-1 0-31,18 17 16,-18-17-1,1 18-15,-1-18 16,0 0 0,18 18-1,-17-18-15,-1 17 16,1-17-16,-1 18 15,18 17-15,-35-35 16,-1 35 0,36-17-16,-17 0 15,-1-1-15,18 1 94,-18-18-63,36 0 297,0-18-328,-18 1 16,35-1-16,-17 0 16,-18 1-16,35 17 15,-17-18-15,-18 0 16,17 18 0,-17-17 30,18 17 17,-1-18-47,-17 1 30,18 17-30,0 0 0,-18-18-1,17 0 1,1 18 125,0 0-126,-1 0 95,54 0-95,-1 0-15,-17 0 16,0 0-16,0 0 15,-35 18-15,-1-18 16,1 0 0,0 18 15,-36-18 360,0 0-376,1 0 16,-1 0-15,1 0 15,-19 0-31,19 0 16,-19 0 0,19 0-16,-19 0 15,19 0 1,-1 0-1,-17 0 1,17 0-16,1 0 16,-1 0-1,0 0 1,1 0 0,-1 0-16,0 0 15,1 17 1,-1 1-16,0-18 31,1 17-15,-1-17 15,1 18-31,-1-18 16,18 18-16,-18-18 15,1 0-15,17 17 16,0 1 46,-18-18-46,0 18 0,1-1-16,17 1 15,0 0 1,17-54 218,1-17-218,17 36-16,-17-19 15,0 1-15,17 0 16,-18 17-16,1-17 16,0 35-16,-18-18 15,17 18 142,1 0-157,0 0 15,17 0-15,18 0 16,-18 18-1,18-18-15,0 18 0,-18-18 16,-17 0 0,0 0-16,-1 0 47,1 0-32,-1 17 1</inkml:trace>
  <inkml:trace contextRef="#ctx0" brushRef="#br0" timeOffset="58108.83">30357 6579 0,'-36'0'125,"19"0"-110,-1 18 1,0 0-16,1-1 16,-1-17-16,0 0 31,18 18-16,-17-18 1,17 17 0,-18-17-1,0 18 32,1-18-31,17 18-1,-18-1 17,1 1-32,-1 0 15,18-1-15,-18-17 16,18 18-16,-17 0 16,-1-18-16,18 17 46,0 1 173,-18-18-203,18 18-1,-17-18-15</inkml:trace>
  <inkml:trace contextRef="#ctx0" brushRef="#br0" timeOffset="60173.69">30057 6756 0,'-18'17'93,"0"19"-93,18-1 16,-17-17-16,-1-1 16,0 1-16,18-1 15,-17-17-15,17 18 16,-18 0-16,18-36 250,0 0-234,0-17-16,0 0 15,0 17 1,18 1-1,-18-1 1,0 0 0,-18 36 187,1 35-188,17-35-15,-18-1 16,0-17 0,18 18-1,0-1 1,0-34 140,18-18-140,123-71-1,-123 88 1,-36 36 187,0-1-187,1 1-16,-1 17 15,0-35-15,1 18 16,-1 0-16,18-1 16,-17-17-1,52-35 204,0 0-203,0 17-16,1-17 15,-19 17 1,-17 36 156,-17-1-157,-1 1 1,0 0 0,1-18-1,34-53 95</inkml:trace>
  <inkml:trace contextRef="#ctx0" brushRef="#br0" timeOffset="61365.26">30162 6579 0,'0'-17'78,"18"17"-15,0 0-63,35 0 15,0 0-15,-18-18 16,0 0 0,0 18-1,1 0-15,-19 0 16,1-17-1,0 17-15,17 0 16,-17 0-16,-1 0 16,1 0 15,-1 0 0,1 0-15,0 0-1,-1 0 1,1 0-16,0 0 109,-1 0 157,1 0-250,0 0-1,-1 0 1,1 0 0</inkml:trace>
  <inkml:trace contextRef="#ctx0" brushRef="#br0" timeOffset="66340.45">30603 6615 0,'18'0'235,"0"0"-157,-1 0-78,1 0 31,0 0 0,-1 0-15,1 0 0,0 0-1,-18-18 157,17 18-156,1 0-1,-1-18 17,1 1-17,0 17-15,-1 0 16,-34 0 249,-19 0-249,1 0 0,18 0-16,-1 0 15,0 0 1,1 0 15,-1 0-15,18 17-16,18-17 500,-1-17-485,19 17-15,-19 0 32,1-18 124,-1 0-140,54-17 15,-53 35-31,-18-18 15,17 18 1,-34 0 156,-19 0-156,1 18-1,17-18 1,1 18-1,-1-1-15,1-17 16,34 0 250,1 0-63,-1 18-188,1-18 1,0 0 0,-1 0-1,-17 18 48,18-18-16,0 0-32,-1 0 1,1 0 31,0-18 312,-1 0-343,1-17-1,0 35 1,-18-35-16,17 17 16,-17 36 156,-17-1-157,-1-17 1,18 18-16,0 0 15,-18-18-15,1 17 16,-1-17 15,18 18 16,0 0-16,35-36 204,-17 0-220,0 1-15,-1 17 16,1 0-16,-18-18 16,17 18-16,-17-18 15,18 18-15,-36 0 188,1 0-173,-1 0-15,1 0 32,-1 0-17,0 0 1,1 0 15,-1 0-15,18 18 62</inkml:trace>
  <inkml:trace contextRef="#ctx0" brushRef="#br0" timeOffset="66901.41">31027 6385 0</inkml:trace>
  <inkml:trace contextRef="#ctx0" brushRef="#br0" timeOffset="95891.47">27622 12171 0,'18'0'94,"-18"17"-94,35-17 15,18 18 1,-17-18-16,17 0 16,17 18-16,-17-18 15,-18 17-15,18 1 16,18-18-16,17 18 15,-18-18-15,-17 0 16,-17 17-16,17-17 16,0 0-1,-36 0-15,18 0 0,-17 0 16,17 0-16,1 0 16,-19 0-1,19 0-15,-19 0 16,71 0-1,-70 18-15,17-18 16,1 18-16,16-1 16,-16-17-16,-1 0 15,-17 0-15,35 0 16,0 0-16,17-17 16,-35-1-16,36 0 15,-1 1-15,36-1 16,88 18-1,-88 0-15,-18 0 16,71 0 0,-88-18-16,-18 18 15,17-17-15,18 17 16,18-18-16,-35 0 16,17 1-1,-18-1-15,1 18 16,-18-17-16,17 17 15,-17-18-15,53 18 16,-53-18-16,18 18 16,17 0-16,-35 0 15,17 0-15,36-17 32,-53-1-32,-18 18 15,-17 0 1,0 0-1,17-18-15,0 18 16,-17 0 0,0 0-16</inkml:trace>
  <inkml:trace contextRef="#ctx0" brushRef="#br0" timeOffset="99901.35">10125 11183 0,'0'-18'47,"53"18"-47,70 0 15,1 0 1,140 0-16,-35 0 16,-70 0-16,-35 0 15,-54 0-15,-34 0 16,-19 0-16,1 0 15,17 0 48,-17 0-47,35 18-1,-36-18-15,1 0 0,0 0 16,-1 0-1,1 0-15</inkml:trace>
  <inkml:trace contextRef="#ctx0" brushRef="#br0" timeOffset="100780.41">21766 10795 0,'36'0'62,"52"0"-46,35 0-16,107 53 15,-107-53-15,53 18 16,213 52-16,-248-52 16,70-1-1,107 1-15,-54 17 16,-87-35-16,-107 0 16,-17 0-16</inkml:trace>
  <inkml:trace contextRef="#ctx0" brushRef="#br0" timeOffset="115435.19">27252 12294 0,'0'-17'0,"18"17"47,-1 0 16,36-18-48,-35 18 1,52 0-1,1 0-15,-36 0 16,53 0-16,-17 0 16,17 0-16,36 18 0,-18-1 15,70 1-15,-88 17 16,-17-17 0,-1-18-16,-17 0 15,-18 0-15,36 0 16,-36 0-16,-17 0 15,35 0-15,-18 0 16,71 0 0,-36 0-16,-17 0 15,18 0-15,88 0 16,-53 0-16,52 0 16,54-18-16,-36 18 15,-35 0-15,-17 0 16,105-17-1,-141 17-15,18 0 0,-53 0 16,-18 0-16,1 0 16,-19 0-16,1-18 15,17 18-15,18 0 16,53-18 0,-35 18-16,-1-17 15,-17 17 1,0 0-16,-18 0 15,1 0-15,-19 0 16,1 0 0,-1 0-1,1 0-15,0 0 16,-1 0-16,1 0 109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5-06-28T07:17:49.8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8661 3175 0,'35'0'125,"18"0"-109,17 0-16,36 0 15,-18 0-15,18 0 16,0 0-16,18 0 16,-54 0-1,36-18-15,0 18 16,35 0-1,-71 0-15,-17 0 16,-17 0-16,17 0 16,17 18-16,1 0 15,-36-18-15,0 17 16,1-17-16,-1 0 16,-18 18-1,1-18-15,0 0 16,-1 0-16,19 0 15,-19 0 1,19 0-16,-19 0 16,1 0-1,-1 0-15,1 0 16,0 18 0,-1-18-16,1 17 31,17-17-16,-17 0-15,0 0 16,17 0-16,-17 0 16,17 0-16,0 0 15,18 0-15,18 0 16,-19 0 0,19 0-16,-36 0 15,1 18-15,16-18 16,-34 0-16,0 0 15,-1 0-15,1 0 16,-18 17-16,18-17 16,-1 0-1,1 0 1,0 0 0,-1 0-1,1 0 1,0 0-16,-1 0 31,1 0-31,-1 0 16,1 0-1,0 0-15,-1 0 32,1 0-17,0 0 1</inkml:trace>
  <inkml:trace contextRef="#ctx0" brushRef="#br0" timeOffset="2911.81">25665 3281 0,'17'0'31,"1"0"-15,-1 0-16,19 0 15,17 0-15,0 0 16,35 0-16,71 0 16,-71 17-16,-18 1 15,54 0 1,-1 17-16,-52-17 15,-18-18-15,35 0 16,-35 0-16,0 0 16,-36 0-16,54 0 15,-1 0-15,19-18 16,-36 18 0,17-18-16,-17 1 15,0 17-15,-18-18 16,18 0-16,-18 18 15,1-17 1,-19-1 0,1 18-16,0-17 15,-1-1 1,19 0-16,-36-17 16,17 17-16,1-17 15,-1 0-15,1 17 16,-18-35-16,0 18 15,0 17-15,0-17 16,0 17-16,0 1 16,-18-1-16,18 0 15,-17 18-15,-1-17 16,1-18 0,-19 17-16,1-17 15,0 17-15,-18 0 16,0-17-1,0 17-15,18 1 16,-18-1-16,0-17 16,18 17-16,-1-17 15,-17 0 1,18 35-16,0-18 16,0 0-16,-18 1 15,35 17-15,-17-18 0,17 1 16,0 17-1,1 0-15,-1 0 16,1 0-16,-19 0 16,-17 0-16,36 0 15,-54 0-15,-35 0 16,53 0 0,18 0-16,17 0 15,1 0 1,-1 0 15,-17 0-15,17 17-1,1 1-15,-1-18 16,0 0-16,1 17 16,-1 1-16,0 0 15,-17 17 1,18 0-16,-19-35 15,19 53-15,-19-18 16,19-17-16,-19 17 16,36-17-16,-35 0 15,18-18 1,17 17-16,0 1 16,-36 0-16,19-1 15,-1 18-15,0 18 16,-17-17-16,17-19 15,1 19-15,-1-1 16,18 0 0,-18-17-16,18-1 15,-17 1-15,-1 0 16,18-1-16,0 1 16,0 0-16,-17-18 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2025/6/28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2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325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3596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2025/6/28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/>
              <a:t>‹#›</a:t>
            </a:fld>
            <a:endParaRPr lang="zh-CN" alt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chart" Target="../charts/chart1.xml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image" Target="../media/image2.png"/><Relationship Id="rId4" Type="http://schemas.openxmlformats.org/officeDocument/2006/relationships/chart" Target="../charts/chart2.xml"/><Relationship Id="rId9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64F7BAC3-7EEE-B789-05B6-FE67469CB1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443973"/>
              </p:ext>
            </p:extLst>
          </p:nvPr>
        </p:nvGraphicFramePr>
        <p:xfrm>
          <a:off x="175210" y="969503"/>
          <a:ext cx="2595982" cy="2108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3304C67-A64B-275C-A6D4-3E83E91C7547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2771192" y="2023862"/>
            <a:ext cx="470680" cy="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6069B44-2A08-FD23-F236-B21A6FAE5968}"/>
              </a:ext>
            </a:extLst>
          </p:cNvPr>
          <p:cNvSpPr txBox="1"/>
          <p:nvPr/>
        </p:nvSpPr>
        <p:spPr>
          <a:xfrm>
            <a:off x="2597967" y="1640887"/>
            <a:ext cx="817131" cy="36061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scaling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E520D141-1E10-DB43-E7C6-4D9ABC7DF4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812744"/>
              </p:ext>
            </p:extLst>
          </p:nvPr>
        </p:nvGraphicFramePr>
        <p:xfrm>
          <a:off x="3241872" y="969503"/>
          <a:ext cx="2518226" cy="210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E75007B-09CC-0600-D70F-78FC541570E8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>
            <a:off x="5760098" y="2024303"/>
            <a:ext cx="470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E5AF1CAD-4C3C-35D6-66F9-636361173830}"/>
              </a:ext>
            </a:extLst>
          </p:cNvPr>
          <p:cNvSpPr txBox="1"/>
          <p:nvPr/>
        </p:nvSpPr>
        <p:spPr>
          <a:xfrm>
            <a:off x="5614773" y="1640887"/>
            <a:ext cx="817131" cy="36061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max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4" name="图表 23">
            <a:extLst>
              <a:ext uri="{FF2B5EF4-FFF2-40B4-BE49-F238E27FC236}">
                <a16:creationId xmlns:a16="http://schemas.microsoft.com/office/drawing/2014/main" id="{675DC98F-69EA-2A6D-C020-8592924D8F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8855370"/>
              </p:ext>
            </p:extLst>
          </p:nvPr>
        </p:nvGraphicFramePr>
        <p:xfrm>
          <a:off x="6230778" y="969503"/>
          <a:ext cx="2518226" cy="210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9AD2F786-DCF8-BE89-CB6A-554715EADD16}"/>
              </a:ext>
            </a:extLst>
          </p:cNvPr>
          <p:cNvGrpSpPr/>
          <p:nvPr/>
        </p:nvGrpSpPr>
        <p:grpSpPr>
          <a:xfrm>
            <a:off x="3383845" y="4078063"/>
            <a:ext cx="1896539" cy="921028"/>
            <a:chOff x="3194283" y="4100057"/>
            <a:chExt cx="1896539" cy="921028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F66D43F-E0D0-AE33-D17A-C3F7CFF48D8A}"/>
                </a:ext>
              </a:extLst>
            </p:cNvPr>
            <p:cNvSpPr txBox="1"/>
            <p:nvPr/>
          </p:nvSpPr>
          <p:spPr>
            <a:xfrm>
              <a:off x="3194283" y="4100057"/>
              <a:ext cx="606490" cy="2948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模型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365F3525-097C-AF4E-4E15-9FFB03764870}"/>
                </a:ext>
              </a:extLst>
            </p:cNvPr>
            <p:cNvSpPr txBox="1"/>
            <p:nvPr/>
          </p:nvSpPr>
          <p:spPr>
            <a:xfrm>
              <a:off x="3194283" y="4413159"/>
              <a:ext cx="606490" cy="2948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模型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DFD8F2DD-71CD-CAF1-3F3F-F324A9F8F306}"/>
                </a:ext>
              </a:extLst>
            </p:cNvPr>
            <p:cNvSpPr txBox="1"/>
            <p:nvPr/>
          </p:nvSpPr>
          <p:spPr>
            <a:xfrm>
              <a:off x="3194283" y="4726261"/>
              <a:ext cx="606490" cy="29482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模型</a:t>
              </a: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B7DE917D-C196-1172-85F5-97AE7E9218B1}"/>
                </a:ext>
              </a:extLst>
            </p:cNvPr>
            <p:cNvGrpSpPr/>
            <p:nvPr/>
          </p:nvGrpSpPr>
          <p:grpSpPr>
            <a:xfrm>
              <a:off x="3791149" y="4140636"/>
              <a:ext cx="1299673" cy="806203"/>
              <a:chOff x="3851148" y="3968548"/>
              <a:chExt cx="1299673" cy="806203"/>
            </a:xfrm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6106C15A-2A23-80AC-C656-34AA56E2530A}"/>
                  </a:ext>
                </a:extLst>
              </p:cNvPr>
              <p:cNvGrpSpPr/>
              <p:nvPr/>
            </p:nvGrpSpPr>
            <p:grpSpPr>
              <a:xfrm>
                <a:off x="3851148" y="3968548"/>
                <a:ext cx="1299673" cy="180000"/>
                <a:chOff x="3508309" y="4086807"/>
                <a:chExt cx="1299673" cy="180000"/>
              </a:xfrm>
            </p:grpSpPr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EF25031F-FA61-E5D2-A298-EBA2CA9D329E}"/>
                    </a:ext>
                  </a:extLst>
                </p:cNvPr>
                <p:cNvSpPr/>
                <p:nvPr/>
              </p:nvSpPr>
              <p:spPr>
                <a:xfrm>
                  <a:off x="3508309" y="4086807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A03B47E0-93A8-0E6B-0E11-43AC0463D75C}"/>
                    </a:ext>
                  </a:extLst>
                </p:cNvPr>
                <p:cNvSpPr/>
                <p:nvPr/>
              </p:nvSpPr>
              <p:spPr>
                <a:xfrm>
                  <a:off x="3881533" y="4086807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F2BC7761-8DD9-029A-2954-3BE18C876D2B}"/>
                    </a:ext>
                  </a:extLst>
                </p:cNvPr>
                <p:cNvSpPr/>
                <p:nvPr/>
              </p:nvSpPr>
              <p:spPr>
                <a:xfrm>
                  <a:off x="4254757" y="4086807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A65C6945-5F67-D046-C3CD-1E0615194509}"/>
                    </a:ext>
                  </a:extLst>
                </p:cNvPr>
                <p:cNvSpPr/>
                <p:nvPr/>
              </p:nvSpPr>
              <p:spPr>
                <a:xfrm>
                  <a:off x="4627982" y="4086807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E3F55FC2-1A43-F121-5C67-543B3395EC74}"/>
                  </a:ext>
                </a:extLst>
              </p:cNvPr>
              <p:cNvGrpSpPr/>
              <p:nvPr/>
            </p:nvGrpSpPr>
            <p:grpSpPr>
              <a:xfrm>
                <a:off x="3851148" y="4281649"/>
                <a:ext cx="1299673" cy="180000"/>
                <a:chOff x="3508309" y="4086807"/>
                <a:chExt cx="1299673" cy="180000"/>
              </a:xfrm>
            </p:grpSpPr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FD6F8D3B-4AA4-87C4-A7EF-9D08DBA3EE38}"/>
                    </a:ext>
                  </a:extLst>
                </p:cNvPr>
                <p:cNvSpPr/>
                <p:nvPr/>
              </p:nvSpPr>
              <p:spPr>
                <a:xfrm>
                  <a:off x="3508309" y="4086807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1CA18844-19F2-FE12-C5AA-CED8E9419BBA}"/>
                    </a:ext>
                  </a:extLst>
                </p:cNvPr>
                <p:cNvSpPr/>
                <p:nvPr/>
              </p:nvSpPr>
              <p:spPr>
                <a:xfrm>
                  <a:off x="3881533" y="4086807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4AF607B8-AC5E-6A42-7BB0-CB019510B22F}"/>
                    </a:ext>
                  </a:extLst>
                </p:cNvPr>
                <p:cNvSpPr/>
                <p:nvPr/>
              </p:nvSpPr>
              <p:spPr>
                <a:xfrm>
                  <a:off x="4254757" y="4086807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D2DDDD34-65EE-69E3-8C20-4EBA85566729}"/>
                    </a:ext>
                  </a:extLst>
                </p:cNvPr>
                <p:cNvSpPr/>
                <p:nvPr/>
              </p:nvSpPr>
              <p:spPr>
                <a:xfrm>
                  <a:off x="4627982" y="4086807"/>
                  <a:ext cx="180000" cy="18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30DEB85C-D4F2-4882-7731-40FE3EA78751}"/>
                  </a:ext>
                </a:extLst>
              </p:cNvPr>
              <p:cNvGrpSpPr/>
              <p:nvPr/>
            </p:nvGrpSpPr>
            <p:grpSpPr>
              <a:xfrm>
                <a:off x="3851148" y="4594751"/>
                <a:ext cx="1299673" cy="180000"/>
                <a:chOff x="3508309" y="4086807"/>
                <a:chExt cx="1299673" cy="180000"/>
              </a:xfrm>
            </p:grpSpPr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C75CD58C-302E-FE05-727D-F4971E682568}"/>
                    </a:ext>
                  </a:extLst>
                </p:cNvPr>
                <p:cNvSpPr/>
                <p:nvPr/>
              </p:nvSpPr>
              <p:spPr>
                <a:xfrm>
                  <a:off x="3508309" y="4086807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A09B1D97-6C15-28D6-BB73-F023F72DAF4C}"/>
                    </a:ext>
                  </a:extLst>
                </p:cNvPr>
                <p:cNvSpPr/>
                <p:nvPr/>
              </p:nvSpPr>
              <p:spPr>
                <a:xfrm>
                  <a:off x="3881533" y="4086807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7EBEE3D6-0C95-4A67-6ABA-231E7057DBBB}"/>
                    </a:ext>
                  </a:extLst>
                </p:cNvPr>
                <p:cNvSpPr/>
                <p:nvPr/>
              </p:nvSpPr>
              <p:spPr>
                <a:xfrm>
                  <a:off x="4254757" y="4086807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EC4AAA6A-C356-E747-AC8F-5639FED6A4D7}"/>
                    </a:ext>
                  </a:extLst>
                </p:cNvPr>
                <p:cNvSpPr/>
                <p:nvPr/>
              </p:nvSpPr>
              <p:spPr>
                <a:xfrm>
                  <a:off x="4627982" y="4086807"/>
                  <a:ext cx="180000" cy="18000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sp>
        <p:nvSpPr>
          <p:cNvPr id="71" name="矩形 70">
            <a:extLst>
              <a:ext uri="{FF2B5EF4-FFF2-40B4-BE49-F238E27FC236}">
                <a16:creationId xmlns:a16="http://schemas.microsoft.com/office/drawing/2014/main" id="{1FC39CC5-F740-8F30-8467-CA9A12D2477F}"/>
              </a:ext>
            </a:extLst>
          </p:cNvPr>
          <p:cNvSpPr/>
          <p:nvPr/>
        </p:nvSpPr>
        <p:spPr>
          <a:xfrm>
            <a:off x="3535535" y="3987705"/>
            <a:ext cx="1934135" cy="1120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连接符: 肘形 72">
            <a:extLst>
              <a:ext uri="{FF2B5EF4-FFF2-40B4-BE49-F238E27FC236}">
                <a16:creationId xmlns:a16="http://schemas.microsoft.com/office/drawing/2014/main" id="{A3E8F6E3-32C0-5B89-A0D6-4C0D4C5699F6}"/>
              </a:ext>
            </a:extLst>
          </p:cNvPr>
          <p:cNvCxnSpPr>
            <a:cxnSpLocks/>
            <a:stCxn id="24" idx="2"/>
            <a:endCxn id="71" idx="0"/>
          </p:cNvCxnSpPr>
          <p:nvPr/>
        </p:nvCxnSpPr>
        <p:spPr>
          <a:xfrm rot="5400000">
            <a:off x="5541946" y="2039760"/>
            <a:ext cx="908602" cy="2987288"/>
          </a:xfrm>
          <a:prstGeom prst="bentConnector3">
            <a:avLst>
              <a:gd name="adj1" fmla="val 436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825EAD1F-99BD-1786-F720-BBF0A1DE91D5}"/>
              </a:ext>
            </a:extLst>
          </p:cNvPr>
          <p:cNvSpPr txBox="1"/>
          <p:nvPr/>
        </p:nvSpPr>
        <p:spPr>
          <a:xfrm>
            <a:off x="3265721" y="3565989"/>
            <a:ext cx="1218218" cy="3623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构造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mask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77" name="图表 76">
            <a:extLst>
              <a:ext uri="{FF2B5EF4-FFF2-40B4-BE49-F238E27FC236}">
                <a16:creationId xmlns:a16="http://schemas.microsoft.com/office/drawing/2014/main" id="{BCE1A2B4-152E-AC45-B341-497DE39C6D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4283394"/>
              </p:ext>
            </p:extLst>
          </p:nvPr>
        </p:nvGraphicFramePr>
        <p:xfrm>
          <a:off x="6230778" y="3987705"/>
          <a:ext cx="2521462" cy="922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E10963A7-F704-7329-622F-3D35275F86F3}"/>
              </a:ext>
            </a:extLst>
          </p:cNvPr>
          <p:cNvCxnSpPr>
            <a:cxnSpLocks/>
          </p:cNvCxnSpPr>
          <p:nvPr/>
        </p:nvCxnSpPr>
        <p:spPr>
          <a:xfrm>
            <a:off x="5451308" y="4526672"/>
            <a:ext cx="833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3FF76971-B05B-B904-1835-721E0A9E0CC0}"/>
              </a:ext>
            </a:extLst>
          </p:cNvPr>
          <p:cNvSpPr txBox="1"/>
          <p:nvPr/>
        </p:nvSpPr>
        <p:spPr>
          <a:xfrm>
            <a:off x="7489891" y="3524817"/>
            <a:ext cx="1187948" cy="36061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rescaling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07FFF67F-BD1A-F182-13CC-D16403640F96}"/>
              </a:ext>
            </a:extLst>
          </p:cNvPr>
          <p:cNvSpPr txBox="1"/>
          <p:nvPr/>
        </p:nvSpPr>
        <p:spPr>
          <a:xfrm>
            <a:off x="5270272" y="4098168"/>
            <a:ext cx="115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mask</a:t>
            </a:r>
            <a:endParaRPr lang="zh-CN" altLang="en-US" dirty="0"/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16FB6B97-6A08-7F41-35B2-BD650C10098A}"/>
              </a:ext>
            </a:extLst>
          </p:cNvPr>
          <p:cNvSpPr txBox="1"/>
          <p:nvPr/>
        </p:nvSpPr>
        <p:spPr>
          <a:xfrm>
            <a:off x="455493" y="5148243"/>
            <a:ext cx="11616902" cy="139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将不同任务的参数放缩到同一个大小幅度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保留每个维度最大的值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构造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mask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：如果放缩后的模型参数与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后的差距过大，就舍去他，反正就保留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推理时，对于特定任务，先将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后的参数放缩回任务参数原来的大小幅度，在用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mask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掩盖掉相应的维度</a:t>
            </a: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4A7D59A8-04A4-9A2F-2D09-C6BFDF403FF2}"/>
              </a:ext>
            </a:extLst>
          </p:cNvPr>
          <p:cNvCxnSpPr>
            <a:cxnSpLocks/>
            <a:stCxn id="24" idx="2"/>
            <a:endCxn id="77" idx="0"/>
          </p:cNvCxnSpPr>
          <p:nvPr/>
        </p:nvCxnSpPr>
        <p:spPr>
          <a:xfrm>
            <a:off x="7489891" y="3079103"/>
            <a:ext cx="1618" cy="908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6E871B0F-BDC0-019C-1C63-CAA7D4240166}"/>
              </a:ext>
            </a:extLst>
          </p:cNvPr>
          <p:cNvCxnSpPr>
            <a:cxnSpLocks/>
            <a:stCxn id="15" idx="2"/>
            <a:endCxn id="71" idx="0"/>
          </p:cNvCxnSpPr>
          <p:nvPr/>
        </p:nvCxnSpPr>
        <p:spPr>
          <a:xfrm>
            <a:off x="4500985" y="3079103"/>
            <a:ext cx="1618" cy="908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E01FD0B9-8310-B24A-6E3E-A719A1342D8D}"/>
                  </a:ext>
                </a:extLst>
              </p14:cNvPr>
              <p14:cNvContentPartPr/>
              <p14:nvPr/>
            </p14:nvContentPartPr>
            <p14:xfrm>
              <a:off x="8763120" y="1924200"/>
              <a:ext cx="2851560" cy="245772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E01FD0B9-8310-B24A-6E3E-A719A1342D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53760" y="1914840"/>
                <a:ext cx="2870280" cy="247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8B43A4A9-4EC4-3D55-4BF4-1E948A156A5A}"/>
                  </a:ext>
                </a:extLst>
              </p14:cNvPr>
              <p14:cNvContentPartPr/>
              <p14:nvPr/>
            </p14:nvContentPartPr>
            <p14:xfrm>
              <a:off x="3645000" y="1835280"/>
              <a:ext cx="8471160" cy="26164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8B43A4A9-4EC4-3D55-4BF4-1E948A156A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5640" y="1825920"/>
                <a:ext cx="8489880" cy="263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708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5225625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18F1634-B900-850C-FEDB-98D19DED3341}"/>
              </a:ext>
            </a:extLst>
          </p:cNvPr>
          <p:cNvSpPr txBox="1"/>
          <p:nvPr/>
        </p:nvSpPr>
        <p:spPr>
          <a:xfrm>
            <a:off x="1150405" y="149467"/>
            <a:ext cx="65428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BE017FC-F59E-38BD-B961-511EAD31D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95491"/>
            <a:ext cx="12192000" cy="1930250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00EAB75A-2C85-DB7A-E5C2-D816707AA8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0925" y="2604773"/>
            <a:ext cx="8506453" cy="425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lnSpc>
                <a:spcPct val="100000"/>
              </a:lnSpc>
              <a:spcBef>
                <a:spcPct val="20000"/>
              </a:spcBef>
              <a:defRPr/>
            </a:pPr>
            <a:r>
              <a:rPr lang="zh-CN" altLang="en-US" sz="2800" dirty="0">
                <a:solidFill>
                  <a:srgbClr val="000000"/>
                </a:solidFill>
              </a:rPr>
              <a:t>发现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E2F129-6FD6-FE6D-E564-4C0EA48E3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8660"/>
            <a:ext cx="12192000" cy="1346229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5B8D9DE8-7B50-AFA5-5FA8-3EECE05BF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1874" y="2435032"/>
            <a:ext cx="8453377" cy="42266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F3C39E9-B331-284A-6610-D29F353287C0}"/>
                  </a:ext>
                </a:extLst>
              </p14:cNvPr>
              <p14:cNvContentPartPr/>
              <p14:nvPr/>
            </p14:nvContentPartPr>
            <p14:xfrm>
              <a:off x="3117960" y="870120"/>
              <a:ext cx="6832800" cy="34956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F3C39E9-B331-284A-6610-D29F353287C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08600" y="860760"/>
                <a:ext cx="6851520" cy="36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827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7532</TotalTime>
  <Words>94</Words>
  <Application>Microsoft Office PowerPoint</Application>
  <PresentationFormat>宽屏</PresentationFormat>
  <Paragraphs>18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微软雅黑</vt:lpstr>
      <vt:lpstr>Arial</vt:lpstr>
      <vt:lpstr>夏雨家 https://xnwe.taobao.com/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407</cp:revision>
  <dcterms:created xsi:type="dcterms:W3CDTF">2024-11-06T01:21:23Z</dcterms:created>
  <dcterms:modified xsi:type="dcterms:W3CDTF">2025-06-28T12:16:22Z</dcterms:modified>
</cp:coreProperties>
</file>