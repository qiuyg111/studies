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9" r:id="rId2"/>
    <p:sldId id="269" r:id="rId3"/>
    <p:sldId id="26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58E503-EB1E-4FB6-AEB4-E6265AA8810D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11CA6A-19FD-48C1-B4DB-1B3A337B74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6780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334CB-F73A-A3A4-7093-DBF1961E4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B5100C9-3058-2411-051C-1C3C5D7579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BBBE7C9-832A-7943-9A3B-D40DD0E71C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2A505F-8234-70CC-3940-3BAA94C17F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11CA6A-19FD-48C1-B4DB-1B3A337B742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338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3BD823-5ED5-7150-E8E7-13BD26E5D1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F1D128D-0A04-5DD7-22D8-47DF1FA64F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CB4E25-6E85-FEC2-6EA8-2DCFFD970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A9D1A-97CA-446D-9A35-BCDAA748E38B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51B0AF-8168-E989-27D7-37D37BF2C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CE4747-B2E1-E0B1-BA5A-C2C0EFDB9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17790-E72F-4528-8593-8558EB4105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0337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E83E45-4CDF-00A3-DBE5-5044A555C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EF2B07-39D5-CDCD-C81E-00A116A4C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28A372-7F57-9CDB-B598-29BA9291D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A9D1A-97CA-446D-9A35-BCDAA748E38B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CDB750-7F2C-E58A-76A1-689150F78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BC9351-40C0-50B6-55FC-1F5C98BF2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17790-E72F-4528-8593-8558EB4105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5146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B218E8-8639-5FCE-B871-BF9D1747E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29AB84-6D65-F4E8-CE7E-5355105B6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186541-32FE-BC28-BBB2-2427D83A9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A9D1A-97CA-446D-9A35-BCDAA748E38B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0CCBC6-0BE1-F463-54D5-9BD549B16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C9A272-B734-90D7-60EA-45C6E93D0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17790-E72F-4528-8593-8558EB4105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5984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E4B5F6-A289-70E4-60FD-7F97C8BF3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3C9E58-CE08-AFC0-D544-BB0D01492D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0E7E21F-82D8-BB35-B7C7-3673F9CF4B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2D9D6E-4BD5-2992-0AFA-800039F35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A9D1A-97CA-446D-9A35-BCDAA748E38B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BE31C90-3B4D-DAB6-A0D7-160ED76B1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6354A64-D30D-1430-26C9-CBB856D3A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17790-E72F-4528-8593-8558EB4105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032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073CAC-BCDF-9AD7-010C-A98DD71F6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6FE456-73CE-A211-DF3B-3FDA471540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F1B52A1-793E-FF6D-42D6-B6AD6414A3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FFCCFB1-09FF-810E-78A4-148A7BF28E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944F109-0FA5-784A-A984-BC210C097F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511F619-C99A-24DE-1439-D573DEFA0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A9D1A-97CA-446D-9A35-BCDAA748E38B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BE6B729-3144-7559-314D-EB32EBF8B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A305D63-F9B2-4281-5079-28E647ACD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17790-E72F-4528-8593-8558EB4105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7001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5052CE-55A7-DAA5-7A58-375950EDE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316D4AC-1816-7E16-F901-31AC47287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A9D1A-97CA-446D-9A35-BCDAA748E38B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B500674-D09E-E015-28A7-E645839E9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1868EB2-03A7-4BA7-FDB0-B7299F467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17790-E72F-4528-8593-8558EB4105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6789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64022D4-00A8-2AE5-C367-F17FAA7B1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A9D1A-97CA-446D-9A35-BCDAA748E38B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01853C8-7E8B-6BEF-ABF9-E3AB13959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926B43-8061-8AD0-081C-CE6799724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17790-E72F-4528-8593-8558EB4105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6354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99D29D-D9D9-858D-6A28-8F8B84F1E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0F25BE-C1C4-53EF-EB4F-0E8649693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D7798DD-2D30-FB15-BEF1-A00BA8E7DB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5EEF485-8532-14AA-C2CD-6315BCDCF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A9D1A-97CA-446D-9A35-BCDAA748E38B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C96B37-57F9-8C09-B174-EC114354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057B3BD-C922-E878-F052-D825843F6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17790-E72F-4528-8593-8558EB4105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920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9AE030-9BCD-DB4D-1256-DECE0359B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45CA6B1-7002-FC9B-BE15-2D20D28628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FF8C3D7-069E-5375-0C58-564246F81B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2ACFE81-6C31-26E8-915E-0876C18DB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A9D1A-97CA-446D-9A35-BCDAA748E38B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393416-C43A-FE1A-DFC9-B42429465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612A9B3-EFDE-259C-5D12-6DCA43CB3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17790-E72F-4528-8593-8558EB4105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5060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7CB37B-1924-18C0-B1A2-4F773FBC1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0A89791-7EB1-FF62-1C48-A86CE800EE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ED40D1-4287-5760-2350-12D8E4168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A9D1A-97CA-446D-9A35-BCDAA748E38B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64B6B7-7524-9A8E-89BC-8EE297735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EFFF64-0991-E7D5-0B3B-D37C33245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17790-E72F-4528-8593-8558EB4105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6048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D918E8F-E299-0313-D9A8-7E16B74EB1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E00964C-8B90-273D-CD6C-2E92D7E893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311B22-01B6-66D7-3BEE-D3364B2E8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A9D1A-97CA-446D-9A35-BCDAA748E38B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508763-77B4-589C-077F-EE1438D85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333E2E-6267-A36B-C45E-BDD320B3B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17790-E72F-4528-8593-8558EB4105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7282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7D0F3AC-B950-1220-5805-5458B8687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5787DFF-2C90-4E14-C077-F5B63B658F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08CD65-8D6A-ED55-CA23-DB3BE1E271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6A9D1A-97CA-446D-9A35-BCDAA748E38B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5AAA66-8E6C-6D39-66CC-64BF847C6D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E293DA-B8D4-7262-C0D5-B2302F82EF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217790-E72F-4528-8593-8558EB4105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909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EDB18-3D4F-4D59-4F15-04C3B8802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934E42C-A70C-47AC-0250-9A6211095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73" y="511037"/>
            <a:ext cx="12192000" cy="314997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B6D2698-BF7A-542C-4728-589A7583A9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182" y="4073724"/>
            <a:ext cx="6175575" cy="2549876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8BF0830-F94E-B13C-22CA-B654E7B01502}"/>
              </a:ext>
            </a:extLst>
          </p:cNvPr>
          <p:cNvSpPr txBox="1"/>
          <p:nvPr/>
        </p:nvSpPr>
        <p:spPr>
          <a:xfrm>
            <a:off x="197090" y="107721"/>
            <a:ext cx="3607994" cy="4033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268F9C"/>
                </a:solidFill>
                <a:latin typeface="+mn-ea"/>
              </a:rPr>
              <a:t>Self-Speculative Decoding</a:t>
            </a:r>
            <a:endParaRPr lang="zh-CN" altLang="en-US" b="1" dirty="0">
              <a:solidFill>
                <a:srgbClr val="268F9C"/>
              </a:solidFill>
              <a:latin typeface="+mn-ea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91EEBAFB-F797-B697-B9A6-6331A9F34F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2340" y="4290302"/>
            <a:ext cx="5356478" cy="211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389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7681E-F2F8-544D-3080-653A517A5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1DF4024B-A946-C3B5-7CBA-4224E7928761}"/>
              </a:ext>
            </a:extLst>
          </p:cNvPr>
          <p:cNvSpPr txBox="1"/>
          <p:nvPr/>
        </p:nvSpPr>
        <p:spPr>
          <a:xfrm>
            <a:off x="197090" y="107721"/>
            <a:ext cx="3607994" cy="4033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跳过层选择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BF04DD0-77CA-E66C-A786-763E90BD5C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769" y="2152238"/>
            <a:ext cx="5353442" cy="397817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A95EFB6-9CF1-CF16-9DFC-0A94912CC2C3}"/>
                  </a:ext>
                </a:extLst>
              </p:cNvPr>
              <p:cNvSpPr txBox="1"/>
              <p:nvPr/>
            </p:nvSpPr>
            <p:spPr>
              <a:xfrm>
                <a:off x="635728" y="599767"/>
                <a:ext cx="5116144" cy="5615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每秒输出</a:t>
                </a:r>
                <a:r>
                  <a:rPr lang="en-US" altLang="zh-CN" dirty="0"/>
                  <a:t>token</a:t>
                </a:r>
                <a:r>
                  <a:rPr lang="zh-CN" altLang="en-US" dirty="0"/>
                  <a:t>数</a:t>
                </a:r>
                <a:r>
                  <a:rPr lang="en-US" altLang="zh-CN" dirty="0"/>
                  <a:t>+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𝑚𝑎𝑥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0,</m:t>
                            </m:r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𝑐𝑢𝑟𝑟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𝑡𝑎𝑟𝑔𝑒𝑡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A95EFB6-9CF1-CF16-9DFC-0A94912CC2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728" y="599767"/>
                <a:ext cx="5116144" cy="561564"/>
              </a:xfrm>
              <a:prstGeom prst="rect">
                <a:avLst/>
              </a:prstGeom>
              <a:blipFill>
                <a:blip r:embed="rId3"/>
                <a:stretch>
                  <a:fillRect l="-952" b="-43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72A93DD7-22CA-9D89-010A-5452F1AD0D2C}"/>
              </a:ext>
            </a:extLst>
          </p:cNvPr>
          <p:cNvSpPr txBox="1"/>
          <p:nvPr/>
        </p:nvSpPr>
        <p:spPr>
          <a:xfrm>
            <a:off x="197090" y="1292115"/>
            <a:ext cx="3607994" cy="4033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权重递增蒸馏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E6D878D-CDA7-EC10-CF47-355E92CFF036}"/>
              </a:ext>
            </a:extLst>
          </p:cNvPr>
          <p:cNvSpPr txBox="1"/>
          <p:nvPr/>
        </p:nvSpPr>
        <p:spPr>
          <a:xfrm>
            <a:off x="6170187" y="107721"/>
            <a:ext cx="3607994" cy="4033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268F9C"/>
                </a:solidFill>
                <a:latin typeface="+mn-ea"/>
              </a:rPr>
              <a:t>…attention</a:t>
            </a:r>
            <a:endParaRPr lang="zh-CN" altLang="en-US" b="1" dirty="0">
              <a:solidFill>
                <a:srgbClr val="268F9C"/>
              </a:solidFill>
              <a:latin typeface="+mn-ea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8A05EE3-B303-BE73-BE02-869D7B5C10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791" y="1036534"/>
            <a:ext cx="4410075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85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B6DBF-E822-2ACE-232F-4AD52D331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975D7EA-9985-236F-3219-4D75AD0D3F04}"/>
              </a:ext>
            </a:extLst>
          </p:cNvPr>
          <p:cNvSpPr txBox="1"/>
          <p:nvPr/>
        </p:nvSpPr>
        <p:spPr>
          <a:xfrm>
            <a:off x="737419" y="658761"/>
            <a:ext cx="3664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结构化剪枝压缩模型得到草稿模型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AAE9140-94A9-7D03-483F-95DF3C2CB677}"/>
              </a:ext>
            </a:extLst>
          </p:cNvPr>
          <p:cNvSpPr txBox="1"/>
          <p:nvPr/>
        </p:nvSpPr>
        <p:spPr>
          <a:xfrm>
            <a:off x="761289" y="2010697"/>
            <a:ext cx="5490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Self-Speculative Decoding + </a:t>
            </a:r>
            <a:r>
              <a:rPr lang="en-US" altLang="zh-CN" dirty="0" err="1"/>
              <a:t>LoRA</a:t>
            </a:r>
            <a:r>
              <a:rPr lang="en-US" altLang="zh-CN" dirty="0"/>
              <a:t> + </a:t>
            </a:r>
            <a:r>
              <a:rPr lang="zh-CN" altLang="en-US" dirty="0"/>
              <a:t>领域自适应微调</a:t>
            </a:r>
          </a:p>
        </p:txBody>
      </p:sp>
    </p:spTree>
    <p:extLst>
      <p:ext uri="{BB962C8B-B14F-4D97-AF65-F5344CB8AC3E}">
        <p14:creationId xmlns:p14="http://schemas.microsoft.com/office/powerpoint/2010/main" val="3869783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508</TotalTime>
  <Words>37</Words>
  <Application>Microsoft Office PowerPoint</Application>
  <PresentationFormat>宽屏</PresentationFormat>
  <Paragraphs>8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等线</vt:lpstr>
      <vt:lpstr>等线 Light</vt:lpstr>
      <vt:lpstr>Arial</vt:lpstr>
      <vt:lpstr>Cambria Math</vt:lpstr>
      <vt:lpstr>Wingdings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盈钢 邱</dc:creator>
  <cp:lastModifiedBy>盈钢 邱</cp:lastModifiedBy>
  <cp:revision>7</cp:revision>
  <dcterms:created xsi:type="dcterms:W3CDTF">2025-10-13T05:24:17Z</dcterms:created>
  <dcterms:modified xsi:type="dcterms:W3CDTF">2025-10-20T09:37:42Z</dcterms:modified>
</cp:coreProperties>
</file>