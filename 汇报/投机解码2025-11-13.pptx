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8E503-EB1E-4FB6-AEB4-E6265AA881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1CA6A-19FD-48C1-B4DB-1B3A337B74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A9D1A-97CA-446D-9A35-BCDAA748E3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17790-E72F-4528-8593-8558EB4105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09445" y="281305"/>
          <a:ext cx="8573135" cy="2118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5760"/>
                <a:gridCol w="2834640"/>
                <a:gridCol w="2832735"/>
              </a:tblGrid>
              <a:tr h="239395">
                <a:tc rowSpan="2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HumanE</a:t>
                      </a:r>
                      <a:r>
                        <a:rPr lang="en-US" altLang="zh-CN" dirty="0"/>
                        <a:t>val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</a:tr>
              <a:tr h="37084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Speed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Accept Length</a:t>
                      </a:r>
                      <a:endParaRPr lang="zh-CN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Based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1.00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1.68x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2.16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dirty="0"/>
                        <a:t>Distilled Self-Speculative D</a:t>
                      </a:r>
                      <a:r>
                        <a:rPr lang="en-US" altLang="zh-CN" dirty="0"/>
                        <a:t>ecoding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dirty="0"/>
                        <a:t>1.82</a:t>
                      </a:r>
                      <a:r>
                        <a:rPr lang="en-US" altLang="zh-CN" dirty="0"/>
                        <a:t>x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4.39</a:t>
                      </a:r>
                      <a:endParaRPr lang="en-US" altLang="zh-C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45" y="2863215"/>
            <a:ext cx="6719570" cy="3364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表格 9"/>
          <p:cNvGraphicFramePr/>
          <p:nvPr/>
        </p:nvGraphicFramePr>
        <p:xfrm>
          <a:off x="1593850" y="4695825"/>
          <a:ext cx="853186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dirty="0"/>
                        <a:t>accuracy</a:t>
                      </a:r>
                      <a:endParaRPr lang="en-US" altLang="zh-CN" dirty="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precision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recall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f1-score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78.81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79.28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75.16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77.17</a:t>
                      </a:r>
                      <a:endParaRPr lang="en-US" altLang="zh-CN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950" y="1213485"/>
            <a:ext cx="4743450" cy="29654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20" y="1212850"/>
            <a:ext cx="4744956" cy="2966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5*188"/>
  <p:tag name="TABLE_ENDDRAG_RECT" val="150*22*675*18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>宽屏</PresentationFormat>
  <Paragraphs>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钢</cp:lastModifiedBy>
  <cp:revision>12</cp:revision>
  <dcterms:created xsi:type="dcterms:W3CDTF">2025-10-13T05:24:00Z</dcterms:created>
  <dcterms:modified xsi:type="dcterms:W3CDTF">2025-11-15T07:22:12Z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D1FEB37F88614B09BA8B1C7DC19AE1A5_12</vt:lpwstr>
  </property>
  <property fmtid="{D5CDD505-2E9C-101B-9397-08002B2CF9AE}" pid="3" name="KSOProductBuildVer">
    <vt:lpwstr>2052-12.1.0.21915</vt:lpwstr>
  </property>
</Properties>
</file>