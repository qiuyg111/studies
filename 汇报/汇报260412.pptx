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83F8F-01DB-4ABB-BFD5-DFF787E4B88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3074B-1661-46C6-96E9-DE9869736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45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3074B-1661-46C6-96E9-DE986973638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519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3EF3-CBAD-B9EC-015C-F5CB6659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AAA33E-6DEA-26F3-C24E-26633431E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2523E9-6619-D1EE-E360-EC58A91C9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047129-E980-33F0-821E-8A261E97F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3074B-1661-46C6-96E9-DE986973638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418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974B-F544-9579-DFA9-F096C278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54FE2D-799B-2740-4550-411C56C5A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63CF1F-B084-E67D-0418-9A690FF5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14F5E-BCFB-209C-87E4-76BC4F959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3074B-1661-46C6-96E9-DE986973638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02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2835D-793A-B85E-8908-9870A16FF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017DFF-D206-61AF-F25D-A46D14E78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D7C57-1F29-58F4-CF7D-D7DC5ECB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C9376-2F75-5CBB-383F-C36379F9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135B3F-D9AF-D214-75D7-F007E872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96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B8F0D-5144-9FF8-AAC5-ADB9741B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288128-22D8-42F0-E508-45B790CA9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CE5827-2167-1623-4066-96AF12B6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2B9E1-D1DB-1A8B-5644-0F7E2B8F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55CA7-62DA-53F1-B4D9-2E4553ED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1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C4D36-D5A4-47E2-2D0F-72D4A4AD1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918E6C-7549-E947-85C8-472565783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1B267-D2BE-AD40-08E1-09175B3A5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52060-EA5F-756E-CE01-8FC30D47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08AFC-9B81-F5F7-4763-D7C35137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3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9B860-C4AC-CF34-492E-2FE775ED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73F09-451D-3C0E-F98A-D2A14A48B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7AF143-AE14-C96C-B3FB-084DC284A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8E7B9C-CE04-A282-07BE-FDE1EDDC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12849-F4B1-6974-D6FD-7182871B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3A824-DBDC-193A-5056-033C05F0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37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0A817-A7BC-05BF-0848-0F892A19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79AFE8-361B-03CF-3AE6-1EA1C4AA7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8E3ABF-22E4-F601-2C92-C17654B8D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1A0F92-3494-E810-A536-FB1C9C49B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1D236-8D01-DA2F-0879-343AB13F7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9D0F47-FB0C-F5C6-5C2F-DA90A8C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92969C-2998-45DA-8DC1-01A9AA34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9C75DB-52A9-4D69-0873-CD4100E4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65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3ECD4-0CB2-DC15-28DB-A336851F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F2F108-2CDB-0821-42C7-7F52A043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14FE53-8B50-6768-A8A3-24AA6A1A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F01F7-0EF2-7471-EBCA-8B11A0EB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8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85E7A8-E0D5-656C-6FAC-FD6AF97E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833C62-2F3B-8B2B-0F3B-A5EB254B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8B84D-CAAF-797B-0C9E-29D6D339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66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66135-D568-FF5A-5710-57CE0B62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A1DD0-DB53-D8EC-3C1E-7A7043396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B70D6F-38C4-7A52-1BF0-4A3EF9FDC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440EE1-981F-03D2-24F4-F2E72398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77D63C-880E-82C9-9DBE-6263CD23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F43CB3-3691-0092-51B1-0BD7C7131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15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71BAB-3057-7A4D-CED8-BBC5CDEA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CC1486-C4DF-AAB8-B90A-75B082935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EFFFC3-F0BF-A933-5460-8F1B0FB91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CF6415-47A8-CEA3-92DB-1E5C2E93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018BFD-FE16-87BA-0D5A-CBDCE2F8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3A97B-28F9-46FD-E666-D3DD3CD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75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DDB89-ADB7-BC21-44F4-40486D02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3A631C-5E70-DBFD-53E8-62635E46E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7E0766-67F4-1CF8-0D6C-6FA01E1F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FBF91-F862-376D-EFDD-F450672F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7C76C7-999A-824A-AABE-24ED2BAC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8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48E8C-7D96-14E3-ED29-2639A8517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7FD13F-BC5B-3CA7-92D5-3A7B1FF8F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2E266-599C-832F-4E37-F23D087A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E0CF4-651C-3A0C-2C73-D7562023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D7301-ABD7-F9A7-386F-608B2E97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35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5D094E-1C4D-B329-0121-DC90D627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079C07-4EC5-9170-CA28-35B8EC81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FDB06-B38F-E525-DBBD-E73DADA97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7681C-1F8E-44A9-AE50-9CA66B0D27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8D220-BD21-CA9F-A38C-5DE13FA62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EACE2-D758-B5B5-4D53-47996128F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50298-5CDF-47FD-9698-9EDDE91FBB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84A0F39-EECA-73A4-2740-E9175FF9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501"/>
            <a:ext cx="12192000" cy="57765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11C52A3-4443-D427-DFFB-5AF4E915B8F2}"/>
              </a:ext>
            </a:extLst>
          </p:cNvPr>
          <p:cNvSpPr txBox="1"/>
          <p:nvPr/>
        </p:nvSpPr>
        <p:spPr>
          <a:xfrm>
            <a:off x="426720" y="132080"/>
            <a:ext cx="96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COT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8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9C01-C566-4FFF-740A-02BE6630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92D7BE0-F324-1991-F64A-890609460D85}"/>
              </a:ext>
            </a:extLst>
          </p:cNvPr>
          <p:cNvSpPr txBox="1"/>
          <p:nvPr/>
        </p:nvSpPr>
        <p:spPr>
          <a:xfrm>
            <a:off x="426720" y="132080"/>
            <a:ext cx="5452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COT-SC (SELF-CONSISTENCY)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8EAC96-832B-B269-D560-B6FB17D9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944"/>
            <a:ext cx="12192000" cy="56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2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39CD-74D8-4313-20B3-3BE06141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ECC1A44-80E0-5A16-49D1-2EA1496F26E0}"/>
              </a:ext>
            </a:extLst>
          </p:cNvPr>
          <p:cNvSpPr txBox="1"/>
          <p:nvPr/>
        </p:nvSpPr>
        <p:spPr>
          <a:xfrm>
            <a:off x="426720" y="132080"/>
            <a:ext cx="934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TOT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327761-A73B-F866-B01A-99051F9D3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448"/>
            <a:ext cx="12192000" cy="614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9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E2A06-224C-3195-66B5-C7507B3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EE530A6-A4E5-3DAA-4419-7C00134E27B3}"/>
              </a:ext>
            </a:extLst>
          </p:cNvPr>
          <p:cNvSpPr txBox="1"/>
          <p:nvPr/>
        </p:nvSpPr>
        <p:spPr>
          <a:xfrm>
            <a:off x="426720" y="132080"/>
            <a:ext cx="934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TOT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E48612-9E5F-410F-0EBE-AC0E0B30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3071"/>
            <a:ext cx="12192000" cy="331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1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D598-EB7C-E92E-1DA2-B25A97C1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1A26969-F949-63D0-3B74-AF8D8606B816}"/>
              </a:ext>
            </a:extLst>
          </p:cNvPr>
          <p:cNvSpPr txBox="1"/>
          <p:nvPr/>
        </p:nvSpPr>
        <p:spPr>
          <a:xfrm>
            <a:off x="426720" y="132080"/>
            <a:ext cx="1141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ReAct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0F3585-3AB5-ABE2-08C6-1F872A3B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31" y="655300"/>
            <a:ext cx="7952309" cy="620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9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D4A4-0DC1-65FA-A0DF-5ED7B8A3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49A3DEE-594A-A005-EC1F-96B1C14CA252}"/>
              </a:ext>
            </a:extLst>
          </p:cNvPr>
          <p:cNvSpPr txBox="1"/>
          <p:nvPr/>
        </p:nvSpPr>
        <p:spPr>
          <a:xfrm>
            <a:off x="426720" y="132080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AFlow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93FB93-258A-9FEA-A173-45FEE92F4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655300"/>
            <a:ext cx="1184910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6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2E42-3715-0EAC-590A-BF5666B1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CA783B8-95E9-002D-3032-DFE760C150D3}"/>
              </a:ext>
            </a:extLst>
          </p:cNvPr>
          <p:cNvSpPr txBox="1"/>
          <p:nvPr/>
        </p:nvSpPr>
        <p:spPr>
          <a:xfrm>
            <a:off x="426720" y="132080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AFlow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FC2EE4-C437-239B-CAEA-414FFF5A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9" y="883920"/>
            <a:ext cx="10958821" cy="555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9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0689-B1D3-CA73-3991-2B66833C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55D9F4-5497-95F6-4031-7EB60E8A89B7}"/>
              </a:ext>
            </a:extLst>
          </p:cNvPr>
          <p:cNvSpPr txBox="1"/>
          <p:nvPr/>
        </p:nvSpPr>
        <p:spPr>
          <a:xfrm>
            <a:off x="426720" y="132080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AFlow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E228BB-7C03-D47D-1676-CCE49C07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194"/>
            <a:ext cx="12192000" cy="376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7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8B02-4001-4965-6B68-1D1D3177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6C1D5F2-08A6-6136-4B97-7668C17CCE48}"/>
              </a:ext>
            </a:extLst>
          </p:cNvPr>
          <p:cNvSpPr txBox="1"/>
          <p:nvPr/>
        </p:nvSpPr>
        <p:spPr>
          <a:xfrm>
            <a:off x="426720" y="132080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AFlow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DC662D-668B-BAF9-0F4D-2E0EDA72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30" y="655300"/>
            <a:ext cx="9997140" cy="615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A7E2-89AD-2846-4EE9-11B1065F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686DCE-8692-7BC9-A92F-CF6028B93EB7}"/>
              </a:ext>
            </a:extLst>
          </p:cNvPr>
          <p:cNvSpPr txBox="1"/>
          <p:nvPr/>
        </p:nvSpPr>
        <p:spPr>
          <a:xfrm>
            <a:off x="426720" y="132080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ReBalance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019415-4ABA-1BC0-2045-67FDD41F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300"/>
            <a:ext cx="12192000" cy="4216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BC8D61-58B9-AC61-71E0-A2161E2D4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5394520"/>
            <a:ext cx="3962400" cy="11334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00BCD2-1500-12E8-1178-B8ABC57C2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097" y="5189732"/>
            <a:ext cx="69437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31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534C-58FF-9585-BE3A-367B286C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28D2841-7D92-C3BC-F579-3A36BE8F8A8E}"/>
              </a:ext>
            </a:extLst>
          </p:cNvPr>
          <p:cNvSpPr txBox="1"/>
          <p:nvPr/>
        </p:nvSpPr>
        <p:spPr>
          <a:xfrm>
            <a:off x="426720" y="132080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ReBalance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16C92B-A9FD-6A6C-8324-F97B6600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91" y="655300"/>
            <a:ext cx="9179817" cy="48623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2F582D-9A16-D157-E7DB-3A8EE1C02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46" y="5517606"/>
            <a:ext cx="8410259" cy="5863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8ADDE2-B5DF-B89F-FAF4-2FC36524E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460" y="6030993"/>
            <a:ext cx="9057958" cy="56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9E1D-5832-C5C9-51EB-CD1B364E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4A4CCA8-10DA-292B-50BF-67C119F522E0}"/>
              </a:ext>
            </a:extLst>
          </p:cNvPr>
          <p:cNvSpPr txBox="1"/>
          <p:nvPr/>
        </p:nvSpPr>
        <p:spPr>
          <a:xfrm>
            <a:off x="426720" y="132080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ReBalance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480438-9A8F-AC0E-B039-F0C3F2B0B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091" y="655300"/>
            <a:ext cx="9179817" cy="48623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FF97C4A-2693-5BF7-98BF-E035C57C9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091" y="5677437"/>
            <a:ext cx="5552761" cy="8651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A33F12-9A76-2746-5DAB-36A95BE6A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461" y="5603106"/>
            <a:ext cx="2598261" cy="9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2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E094C-3612-8864-45FD-642A10CF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41C233D-9D30-D0A3-FD3D-EA3124084C94}"/>
              </a:ext>
            </a:extLst>
          </p:cNvPr>
          <p:cNvSpPr txBox="1"/>
          <p:nvPr/>
        </p:nvSpPr>
        <p:spPr>
          <a:xfrm>
            <a:off x="426720" y="132080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ReBalance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A809C4-D054-F317-CC0B-529EE5952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091" y="655300"/>
            <a:ext cx="9179817" cy="48623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657518-2B44-ED0C-911A-AA0C1FC96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846" y="5517606"/>
            <a:ext cx="6685794" cy="5191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174927F-90B3-E303-6CD9-F48F8ECBF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717" y="6105537"/>
            <a:ext cx="4957763" cy="7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56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E255-2ED1-BEFE-7A76-ECE6217B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94DDDAA-3C64-D505-136E-34DDBEEE8866}"/>
              </a:ext>
            </a:extLst>
          </p:cNvPr>
          <p:cNvSpPr txBox="1"/>
          <p:nvPr/>
        </p:nvSpPr>
        <p:spPr>
          <a:xfrm>
            <a:off x="426720" y="132080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ReBalance</a:t>
            </a:r>
            <a:endParaRPr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4DFED7-F2DD-3D2D-BE04-2BBCECD5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091" y="655300"/>
            <a:ext cx="9179817" cy="48623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89453A-470B-14CD-4FCA-BB93C9FCB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7" y="5826468"/>
            <a:ext cx="4957763" cy="7524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9C9451B-6F86-845F-7C49-BAAA2B40F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040" y="5743964"/>
            <a:ext cx="6113145" cy="91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4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20</Words>
  <Application>Microsoft Office PowerPoint</Application>
  <PresentationFormat>宽屏</PresentationFormat>
  <Paragraphs>17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7</cp:revision>
  <dcterms:created xsi:type="dcterms:W3CDTF">2026-05-12T09:02:32Z</dcterms:created>
  <dcterms:modified xsi:type="dcterms:W3CDTF">2026-05-13T13:14:45Z</dcterms:modified>
</cp:coreProperties>
</file>