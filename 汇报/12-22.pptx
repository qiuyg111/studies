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64" r:id="rId4"/>
    <p:sldId id="266" r:id="rId5"/>
    <p:sldId id="265" r:id="rId6"/>
    <p:sldId id="263" r:id="rId7"/>
    <p:sldId id="267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4BDA0F-09CC-4DBF-B737-362109F9FA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87F89-DDA7-4B8B-9CCC-5E15E2174E1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2788" y="40312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改进</a:t>
            </a:r>
            <a:endParaRPr lang="zh-CN" altLang="en-US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898542" y="1111045"/>
            <a:ext cx="44550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跳过更多层，只保留大概</a:t>
            </a:r>
            <a:r>
              <a:rPr lang="en-US" altLang="zh-CN" dirty="0"/>
              <a:t>0.1</a:t>
            </a:r>
            <a:r>
              <a:rPr lang="zh-CN" altLang="en-US" dirty="0"/>
              <a:t>的参数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将草稿序列改为草稿树，并动态的停止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3550589" y="2089071"/>
            <a:ext cx="648000" cy="64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for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2930357" y="3299967"/>
            <a:ext cx="648000" cy="64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solidFill>
                  <a:schemeClr val="tx1"/>
                </a:solidFill>
              </a:rPr>
              <a:t>i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4226940" y="3299967"/>
            <a:ext cx="648000" cy="64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j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2363503" y="4425760"/>
            <a:ext cx="648000" cy="64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in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3416648" y="4425760"/>
            <a:ext cx="648000" cy="64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not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>
            <a:stCxn id="4" idx="4"/>
            <a:endCxn id="5" idx="0"/>
          </p:cNvCxnSpPr>
          <p:nvPr/>
        </p:nvCxnSpPr>
        <p:spPr>
          <a:xfrm flipH="1">
            <a:off x="3254357" y="2737071"/>
            <a:ext cx="620232" cy="562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4"/>
            <a:endCxn id="7" idx="0"/>
          </p:cNvCxnSpPr>
          <p:nvPr/>
        </p:nvCxnSpPr>
        <p:spPr>
          <a:xfrm>
            <a:off x="3874589" y="2737071"/>
            <a:ext cx="676351" cy="5628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5" idx="4"/>
            <a:endCxn id="8" idx="0"/>
          </p:cNvCxnSpPr>
          <p:nvPr/>
        </p:nvCxnSpPr>
        <p:spPr>
          <a:xfrm flipH="1">
            <a:off x="2687503" y="3947967"/>
            <a:ext cx="566854" cy="477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5" idx="4"/>
            <a:endCxn id="9" idx="0"/>
          </p:cNvCxnSpPr>
          <p:nvPr/>
        </p:nvCxnSpPr>
        <p:spPr>
          <a:xfrm>
            <a:off x="3254357" y="3947967"/>
            <a:ext cx="486291" cy="477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3162664" y="2717787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0.9</a:t>
            </a:r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4148150" y="268960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0.1</a:t>
            </a:r>
            <a:endParaRPr lang="zh-CN" altLang="en-US" dirty="0"/>
          </a:p>
        </p:txBody>
      </p:sp>
      <p:sp>
        <p:nvSpPr>
          <p:cNvPr id="31" name="文本框 30"/>
          <p:cNvSpPr txBox="1"/>
          <p:nvPr/>
        </p:nvSpPr>
        <p:spPr>
          <a:xfrm>
            <a:off x="2400144" y="391709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0.5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3481222" y="391709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0.2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4148150" y="219975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2414414" y="339030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0.9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4901231" y="339355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0.9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1802184" y="454004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0.45</a:t>
            </a:r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4087235" y="4565094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0.18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11279" y="737419"/>
          <a:ext cx="11169441" cy="5742040"/>
        </p:xfrm>
        <a:graphic>
          <a:graphicData uri="http://schemas.openxmlformats.org/drawingml/2006/table">
            <a:tbl>
              <a:tblPr/>
              <a:tblGrid>
                <a:gridCol w="2075197"/>
                <a:gridCol w="1281740"/>
                <a:gridCol w="976563"/>
                <a:gridCol w="976563"/>
                <a:gridCol w="976563"/>
                <a:gridCol w="976563"/>
                <a:gridCol w="976563"/>
                <a:gridCol w="976563"/>
                <a:gridCol w="976563"/>
                <a:gridCol w="976563"/>
              </a:tblGrid>
              <a:tr h="717755"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mbcpp 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mbgp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mbjsp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mbpp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</a:tr>
              <a:tr h="71775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rowSpan="6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CodeLlama-34b</a:t>
                      </a:r>
                      <a:endParaRPr 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自回归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8.76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8.72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8.79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8.79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REST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17.02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1.94x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15.53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1.78x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16.27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1.85x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15.07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1.71x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Ditilled self-draft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19.34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2.21</a:t>
                      </a: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18.99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2.18x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19.56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2.22x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18.28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2.08x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Eagle-3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18.40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2.09x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17.33</a:t>
                      </a:r>
                      <a:r>
                        <a:rPr lang="zh-CN" alt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1.99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r>
                        <a:rPr lang="en-US" altLang="zh-CN" sz="180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17.95</a:t>
                      </a:r>
                      <a:endParaRPr lang="en-US" altLang="zh-CN" sz="180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2.04</a:t>
                      </a: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16.21</a:t>
                      </a:r>
                      <a:r>
                        <a:rPr lang="zh-CN" alt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 </a:t>
                      </a: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1.84x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Eagle-3</a:t>
                      </a:r>
                      <a:endParaRPr 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13.51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1.54x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12.65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1.45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13.37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1.52x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11.89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1.35x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ours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11279" y="737419"/>
          <a:ext cx="11169441" cy="5742040"/>
        </p:xfrm>
        <a:graphic>
          <a:graphicData uri="http://schemas.openxmlformats.org/drawingml/2006/table">
            <a:tbl>
              <a:tblPr/>
              <a:tblGrid>
                <a:gridCol w="2075197"/>
                <a:gridCol w="1281740"/>
                <a:gridCol w="976563"/>
                <a:gridCol w="976563"/>
                <a:gridCol w="976563"/>
                <a:gridCol w="976563"/>
                <a:gridCol w="976563"/>
                <a:gridCol w="973072"/>
                <a:gridCol w="980054"/>
                <a:gridCol w="976563"/>
              </a:tblGrid>
              <a:tr h="717755"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模型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mbcpp 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mbgp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mbjsp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 err="1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mbpp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</a:tr>
              <a:tr h="71775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吞吐量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加速比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rowSpan="6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deepseek-33b</a:t>
                      </a:r>
                      <a:endParaRPr 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zh-CN" alt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自回归</a:t>
                      </a:r>
                      <a:endParaRPr lang="zh-CN" alt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7.85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7.85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7.95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7.97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1.00x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REST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16.51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2.10x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15.21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1.93x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14.89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1.87x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13.56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1.70x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Ditilled self-draft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18.37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2.33</a:t>
                      </a: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17.64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2.24x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17.93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2.25x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16.57</a:t>
                      </a: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2.08x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Eagle-3</a:t>
                      </a: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15.04</a:t>
                      </a:r>
                      <a:endParaRPr lang="en-US" alt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1.91</a:t>
                      </a: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x</a:t>
                      </a:r>
                      <a:endParaRPr lang="en-US" alt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14.45</a:t>
                      </a:r>
                      <a:endParaRPr lang="en-US" alt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1.84x</a:t>
                      </a:r>
                      <a:endParaRPr lang="en-US" alt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14.44</a:t>
                      </a:r>
                      <a:endParaRPr lang="en-US" alt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1.81x</a:t>
                      </a:r>
                      <a:endParaRPr lang="en-US" alt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13.66</a:t>
                      </a:r>
                      <a:endParaRPr lang="en-US" alt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altLang="zh-CN" sz="180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1.71x</a:t>
                      </a:r>
                      <a:endParaRPr lang="en-US" altLang="zh-CN" sz="180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Eagle-3</a:t>
                      </a:r>
                      <a:endParaRPr 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12.18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1.55x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11.49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1.46x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11.54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1.45x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10.09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buNone/>
                      </a:pPr>
                      <a:r>
                        <a:rPr lang="en-US" altLang="zh-CN" sz="1800" b="0" i="0" kern="1200" spc="0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1.36x</a:t>
                      </a:r>
                      <a:endParaRPr lang="zh-CN" altLang="en-US" sz="1800" b="0" i="0" kern="1200" spc="0" dirty="0">
                        <a:solidFill>
                          <a:srgbClr val="000000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7755">
                <a:tc vMerge="1">
                  <a:tcPr/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r>
                        <a:rPr lang="en-US" sz="1800" b="0" i="0" spc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ours</a:t>
                      </a:r>
                      <a:endParaRPr lang="en-US" sz="360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zh-CN" alt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fontAlgn="ctr">
                        <a:buNone/>
                      </a:pPr>
                      <a:endParaRPr lang="en-US" sz="3600" dirty="0">
                        <a:effectLst/>
                      </a:endParaRPr>
                    </a:p>
                  </a:txBody>
                  <a:tcPr marL="54864" marR="54864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条形图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829" y="84155"/>
            <a:ext cx="5218561" cy="3261600"/>
          </a:xfrm>
          <a:prstGeom prst="rect">
            <a:avLst/>
          </a:prstGeom>
        </p:spPr>
      </p:pic>
      <p:pic>
        <p:nvPicPr>
          <p:cNvPr id="5" name="图片 4" descr="图表, 条形图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390" y="84155"/>
            <a:ext cx="5220014" cy="3262509"/>
          </a:xfrm>
          <a:prstGeom prst="rect">
            <a:avLst/>
          </a:prstGeom>
        </p:spPr>
      </p:pic>
      <p:pic>
        <p:nvPicPr>
          <p:cNvPr id="9" name="图片 8" descr="图表, 条形图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147" y="3429000"/>
            <a:ext cx="5451706" cy="3414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825" y="703580"/>
            <a:ext cx="8484235" cy="5451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</Words>
  <Application>WPS 演示</Application>
  <PresentationFormat>宽屏</PresentationFormat>
  <Paragraphs>323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钢</cp:lastModifiedBy>
  <cp:revision>10</cp:revision>
  <dcterms:created xsi:type="dcterms:W3CDTF">2025-12-22T01:05:00Z</dcterms:created>
  <dcterms:modified xsi:type="dcterms:W3CDTF">2025-12-23T11:24:29Z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EC5C9E76D52244AF8FEE0DBD4B2AF386_12</vt:lpwstr>
  </property>
  <property fmtid="{D5CDD505-2E9C-101B-9397-08002B2CF9AE}" pid="3" name="KSOProductBuildVer">
    <vt:lpwstr>2052-12.1.0.21915</vt:lpwstr>
  </property>
</Properties>
</file>